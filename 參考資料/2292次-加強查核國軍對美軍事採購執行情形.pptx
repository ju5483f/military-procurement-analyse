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19"/>
  </p:notesMasterIdLst>
  <p:handoutMasterIdLst>
    <p:handoutMasterId r:id="rId20"/>
  </p:handoutMasterIdLst>
  <p:sldIdLst>
    <p:sldId id="1810" r:id="rId2"/>
    <p:sldId id="1984" r:id="rId3"/>
    <p:sldId id="1992" r:id="rId4"/>
    <p:sldId id="1999" r:id="rId5"/>
    <p:sldId id="1998" r:id="rId6"/>
    <p:sldId id="1987" r:id="rId7"/>
    <p:sldId id="1988" r:id="rId8"/>
    <p:sldId id="2001" r:id="rId9"/>
    <p:sldId id="2000" r:id="rId10"/>
    <p:sldId id="2002" r:id="rId11"/>
    <p:sldId id="2005" r:id="rId12"/>
    <p:sldId id="2009" r:id="rId13"/>
    <p:sldId id="2010" r:id="rId14"/>
    <p:sldId id="2011" r:id="rId15"/>
    <p:sldId id="2008" r:id="rId16"/>
    <p:sldId id="2012" r:id="rId17"/>
    <p:sldId id="2004" r:id="rId18"/>
  </p:sldIdLst>
  <p:sldSz cx="9144000" cy="6858000" type="screen4x3"/>
  <p:notesSz cx="6735763" cy="9866313"/>
  <p:custDataLst>
    <p:tags r:id="rId21"/>
  </p:custDataLst>
  <p:defaultTextStyle>
    <a:defPPr>
      <a:defRPr lang="zh-CN"/>
    </a:defPPr>
    <a:lvl1pPr marL="0" algn="l" defTabSz="914340" rtl="0" eaLnBrk="1" latinLnBrk="0" hangingPunct="1">
      <a:defRPr sz="1900" kern="1200">
        <a:solidFill>
          <a:schemeClr val="tx1"/>
        </a:solidFill>
        <a:latin typeface="+mn-lt"/>
        <a:ea typeface="+mn-ea"/>
        <a:cs typeface="+mn-cs"/>
      </a:defRPr>
    </a:lvl1pPr>
    <a:lvl2pPr marL="457171" algn="l" defTabSz="914340" rtl="0" eaLnBrk="1" latinLnBrk="0" hangingPunct="1">
      <a:defRPr sz="1900" kern="1200">
        <a:solidFill>
          <a:schemeClr val="tx1"/>
        </a:solidFill>
        <a:latin typeface="+mn-lt"/>
        <a:ea typeface="+mn-ea"/>
        <a:cs typeface="+mn-cs"/>
      </a:defRPr>
    </a:lvl2pPr>
    <a:lvl3pPr marL="914340" algn="l" defTabSz="914340" rtl="0" eaLnBrk="1" latinLnBrk="0" hangingPunct="1">
      <a:defRPr sz="1900" kern="1200">
        <a:solidFill>
          <a:schemeClr val="tx1"/>
        </a:solidFill>
        <a:latin typeface="+mn-lt"/>
        <a:ea typeface="+mn-ea"/>
        <a:cs typeface="+mn-cs"/>
      </a:defRPr>
    </a:lvl3pPr>
    <a:lvl4pPr marL="1371511" algn="l" defTabSz="914340" rtl="0" eaLnBrk="1" latinLnBrk="0" hangingPunct="1">
      <a:defRPr sz="1900" kern="1200">
        <a:solidFill>
          <a:schemeClr val="tx1"/>
        </a:solidFill>
        <a:latin typeface="+mn-lt"/>
        <a:ea typeface="+mn-ea"/>
        <a:cs typeface="+mn-cs"/>
      </a:defRPr>
    </a:lvl4pPr>
    <a:lvl5pPr marL="1828681" algn="l" defTabSz="914340" rtl="0" eaLnBrk="1" latinLnBrk="0" hangingPunct="1">
      <a:defRPr sz="1900" kern="1200">
        <a:solidFill>
          <a:schemeClr val="tx1"/>
        </a:solidFill>
        <a:latin typeface="+mn-lt"/>
        <a:ea typeface="+mn-ea"/>
        <a:cs typeface="+mn-cs"/>
      </a:defRPr>
    </a:lvl5pPr>
    <a:lvl6pPr marL="2285852" algn="l" defTabSz="914340" rtl="0" eaLnBrk="1" latinLnBrk="0" hangingPunct="1">
      <a:defRPr sz="1900" kern="1200">
        <a:solidFill>
          <a:schemeClr val="tx1"/>
        </a:solidFill>
        <a:latin typeface="+mn-lt"/>
        <a:ea typeface="+mn-ea"/>
        <a:cs typeface="+mn-cs"/>
      </a:defRPr>
    </a:lvl6pPr>
    <a:lvl7pPr marL="2743022" algn="l" defTabSz="914340" rtl="0" eaLnBrk="1" latinLnBrk="0" hangingPunct="1">
      <a:defRPr sz="1900" kern="1200">
        <a:solidFill>
          <a:schemeClr val="tx1"/>
        </a:solidFill>
        <a:latin typeface="+mn-lt"/>
        <a:ea typeface="+mn-ea"/>
        <a:cs typeface="+mn-cs"/>
      </a:defRPr>
    </a:lvl7pPr>
    <a:lvl8pPr marL="3200192" algn="l" defTabSz="914340" rtl="0" eaLnBrk="1" latinLnBrk="0" hangingPunct="1">
      <a:defRPr sz="1900" kern="1200">
        <a:solidFill>
          <a:schemeClr val="tx1"/>
        </a:solidFill>
        <a:latin typeface="+mn-lt"/>
        <a:ea typeface="+mn-ea"/>
        <a:cs typeface="+mn-cs"/>
      </a:defRPr>
    </a:lvl8pPr>
    <a:lvl9pPr marL="3657363" algn="l" defTabSz="91434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FF5050"/>
    <a:srgbClr val="087885"/>
    <a:srgbClr val="AB0B0B"/>
    <a:srgbClr val="CCA604"/>
    <a:srgbClr val="C0C0C0"/>
    <a:srgbClr val="00CC99"/>
    <a:srgbClr val="553BC5"/>
    <a:srgbClr val="FFFFFF"/>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032" autoAdjust="0"/>
  </p:normalViewPr>
  <p:slideViewPr>
    <p:cSldViewPr snapToGrid="0">
      <p:cViewPr varScale="1">
        <p:scale>
          <a:sx n="76" d="100"/>
          <a:sy n="76" d="100"/>
        </p:scale>
        <p:origin x="1627" y="58"/>
      </p:cViewPr>
      <p:guideLst>
        <p:guide orient="horz" pos="2160"/>
        <p:guide pos="3840"/>
        <p:guide pos="2880"/>
      </p:guideLst>
    </p:cSldViewPr>
  </p:slideViewPr>
  <p:notesTextViewPr>
    <p:cViewPr>
      <p:scale>
        <a:sx n="3" d="2"/>
        <a:sy n="3" d="2"/>
      </p:scale>
      <p:origin x="0" y="0"/>
    </p:cViewPr>
  </p:notesTextViewPr>
  <p:sorterViewPr>
    <p:cViewPr>
      <p:scale>
        <a:sx n="117" d="100"/>
        <a:sy n="117" d="100"/>
      </p:scale>
      <p:origin x="0" y="-17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967BF1-B197-4AE1-99A9-682B8D7B60E1}" type="doc">
      <dgm:prSet loTypeId="urn:microsoft.com/office/officeart/2005/8/layout/cycle4" loCatId="matrix" qsTypeId="urn:microsoft.com/office/officeart/2005/8/quickstyle/simple2" qsCatId="simple" csTypeId="urn:microsoft.com/office/officeart/2005/8/colors/colorful5" csCatId="colorful" phldr="1"/>
      <dgm:spPr/>
      <dgm:t>
        <a:bodyPr/>
        <a:lstStyle/>
        <a:p>
          <a:endParaRPr lang="zh-TW" altLang="en-US"/>
        </a:p>
      </dgm:t>
    </dgm:pt>
    <dgm:pt modelId="{0DC836EA-70BF-4F4F-9B06-A9C2B14F8188}">
      <dgm:prSet phldrT="[文字]" custT="1"/>
      <dgm:spPr>
        <a:solidFill>
          <a:schemeClr val="accent2">
            <a:lumMod val="75000"/>
          </a:schemeClr>
        </a:solidFill>
      </dgm:spPr>
      <dgm:t>
        <a:bodyPr/>
        <a:lstStyle/>
        <a:p>
          <a:r>
            <a:rPr lang="zh-TW" altLang="en-US" sz="2000" b="1" dirty="0" smtClean="0"/>
            <a:t>強化國軍戰力整備</a:t>
          </a:r>
          <a:endParaRPr lang="zh-TW" altLang="en-US" sz="2000" b="1" dirty="0"/>
        </a:p>
      </dgm:t>
    </dgm:pt>
    <dgm:pt modelId="{6C8E60B3-F4DF-45D4-9909-9A8C3ED1AF7B}" type="parTrans" cxnId="{58B848EF-F7F8-4ABE-88C7-F4CCA9318517}">
      <dgm:prSet/>
      <dgm:spPr/>
      <dgm:t>
        <a:bodyPr/>
        <a:lstStyle/>
        <a:p>
          <a:endParaRPr lang="zh-TW" altLang="en-US"/>
        </a:p>
      </dgm:t>
    </dgm:pt>
    <dgm:pt modelId="{94E02F7F-C551-457B-A6EA-868AE55E86A1}" type="sibTrans" cxnId="{58B848EF-F7F8-4ABE-88C7-F4CCA9318517}">
      <dgm:prSet/>
      <dgm:spPr/>
      <dgm:t>
        <a:bodyPr/>
        <a:lstStyle/>
        <a:p>
          <a:endParaRPr lang="zh-TW" altLang="en-US"/>
        </a:p>
      </dgm:t>
    </dgm:pt>
    <dgm:pt modelId="{8B24E9AD-0D5F-4111-9CEE-280C7B701AF6}">
      <dgm:prSet phldrT="[文字]"/>
      <dgm:spPr/>
      <dgm:t>
        <a:bodyPr/>
        <a:lstStyle/>
        <a:p>
          <a:r>
            <a:rPr lang="zh-TW" b="0" dirty="0" smtClean="0"/>
            <a:t>提升財務運用效能</a:t>
          </a:r>
          <a:endParaRPr lang="zh-TW" altLang="en-US" b="0" dirty="0"/>
        </a:p>
      </dgm:t>
    </dgm:pt>
    <dgm:pt modelId="{E4BA34EB-1A46-474F-8105-CC70C6411532}" type="parTrans" cxnId="{0D4138C8-9FF4-4A3A-B4A6-D1A170737312}">
      <dgm:prSet/>
      <dgm:spPr/>
      <dgm:t>
        <a:bodyPr/>
        <a:lstStyle/>
        <a:p>
          <a:endParaRPr lang="zh-TW" altLang="en-US"/>
        </a:p>
      </dgm:t>
    </dgm:pt>
    <dgm:pt modelId="{5FE8D9EB-D543-4294-AF97-04B419EF518F}" type="sibTrans" cxnId="{0D4138C8-9FF4-4A3A-B4A6-D1A170737312}">
      <dgm:prSet/>
      <dgm:spPr/>
      <dgm:t>
        <a:bodyPr/>
        <a:lstStyle/>
        <a:p>
          <a:endParaRPr lang="zh-TW" altLang="en-US"/>
        </a:p>
      </dgm:t>
    </dgm:pt>
    <dgm:pt modelId="{999D14D4-05A1-47E9-BE02-AC2D76DAAA88}">
      <dgm:prSet phldrT="[文字]"/>
      <dgm:spPr/>
      <dgm:t>
        <a:bodyPr/>
        <a:lstStyle/>
        <a:p>
          <a:r>
            <a:rPr lang="zh-TW" altLang="en-US" b="0" dirty="0" smtClean="0"/>
            <a:t>提升透明完備規章</a:t>
          </a:r>
          <a:endParaRPr lang="zh-TW" altLang="en-US" b="0" dirty="0"/>
        </a:p>
      </dgm:t>
    </dgm:pt>
    <dgm:pt modelId="{79042BDA-A998-4FF0-A0D2-AA4A98D35DAF}" type="parTrans" cxnId="{E1EA9939-EBC9-4460-B773-F4A6EF2E700C}">
      <dgm:prSet/>
      <dgm:spPr/>
      <dgm:t>
        <a:bodyPr/>
        <a:lstStyle/>
        <a:p>
          <a:endParaRPr lang="zh-TW" altLang="en-US"/>
        </a:p>
      </dgm:t>
    </dgm:pt>
    <dgm:pt modelId="{88B2C8DF-AD06-42F2-BAAC-C324A7473202}" type="sibTrans" cxnId="{E1EA9939-EBC9-4460-B773-F4A6EF2E700C}">
      <dgm:prSet/>
      <dgm:spPr/>
      <dgm:t>
        <a:bodyPr/>
        <a:lstStyle/>
        <a:p>
          <a:endParaRPr lang="zh-TW" altLang="en-US"/>
        </a:p>
      </dgm:t>
    </dgm:pt>
    <dgm:pt modelId="{C39F2E08-F3E6-46C7-AD0C-0A21DA7E876B}">
      <dgm:prSet phldrT="[文字]" custT="1"/>
      <dgm:spPr>
        <a:solidFill>
          <a:schemeClr val="accent1">
            <a:lumMod val="75000"/>
          </a:schemeClr>
        </a:solidFill>
      </dgm:spPr>
      <dgm:t>
        <a:bodyPr/>
        <a:lstStyle/>
        <a:p>
          <a:r>
            <a:rPr lang="zh-TW" sz="2000" b="0" dirty="0" smtClean="0"/>
            <a:t>強化管</a:t>
          </a:r>
          <a:endParaRPr lang="en-US" altLang="zh-TW" sz="2000" b="0" dirty="0" smtClean="0"/>
        </a:p>
        <a:p>
          <a:r>
            <a:rPr lang="zh-TW" sz="2000" b="0" dirty="0" smtClean="0"/>
            <a:t>理機制</a:t>
          </a:r>
          <a:endParaRPr lang="zh-TW" altLang="en-US" sz="2000" b="0" dirty="0"/>
        </a:p>
      </dgm:t>
    </dgm:pt>
    <dgm:pt modelId="{6068A3FA-38EF-4BE1-AD5E-76ACF04BF0C7}" type="sibTrans" cxnId="{1FE04A45-ACD5-47EE-8476-B2C9ACE5EF80}">
      <dgm:prSet/>
      <dgm:spPr/>
      <dgm:t>
        <a:bodyPr/>
        <a:lstStyle/>
        <a:p>
          <a:endParaRPr lang="zh-TW" altLang="en-US"/>
        </a:p>
      </dgm:t>
    </dgm:pt>
    <dgm:pt modelId="{EF606A40-659B-4966-8F3D-207B863B22FE}" type="parTrans" cxnId="{1FE04A45-ACD5-47EE-8476-B2C9ACE5EF80}">
      <dgm:prSet/>
      <dgm:spPr/>
      <dgm:t>
        <a:bodyPr/>
        <a:lstStyle/>
        <a:p>
          <a:endParaRPr lang="zh-TW" altLang="en-US"/>
        </a:p>
      </dgm:t>
    </dgm:pt>
    <dgm:pt modelId="{4757621B-4B8D-4E3A-B159-38039E5736AD}" type="pres">
      <dgm:prSet presAssocID="{AA967BF1-B197-4AE1-99A9-682B8D7B60E1}" presName="cycleMatrixDiagram" presStyleCnt="0">
        <dgm:presLayoutVars>
          <dgm:chMax val="1"/>
          <dgm:dir/>
          <dgm:animLvl val="lvl"/>
          <dgm:resizeHandles val="exact"/>
        </dgm:presLayoutVars>
      </dgm:prSet>
      <dgm:spPr/>
      <dgm:t>
        <a:bodyPr/>
        <a:lstStyle/>
        <a:p>
          <a:endParaRPr lang="zh-TW" altLang="en-US"/>
        </a:p>
      </dgm:t>
    </dgm:pt>
    <dgm:pt modelId="{3170CA92-A55D-4426-B45B-6770E28FB593}" type="pres">
      <dgm:prSet presAssocID="{AA967BF1-B197-4AE1-99A9-682B8D7B60E1}" presName="children" presStyleCnt="0"/>
      <dgm:spPr/>
    </dgm:pt>
    <dgm:pt modelId="{3E721249-5FD5-4D4D-B451-878911D9D0F1}" type="pres">
      <dgm:prSet presAssocID="{AA967BF1-B197-4AE1-99A9-682B8D7B60E1}" presName="childPlaceholder" presStyleCnt="0"/>
      <dgm:spPr/>
    </dgm:pt>
    <dgm:pt modelId="{8112D057-26AC-43E8-89AF-581E417BB3B7}" type="pres">
      <dgm:prSet presAssocID="{AA967BF1-B197-4AE1-99A9-682B8D7B60E1}" presName="circle" presStyleCnt="0"/>
      <dgm:spPr/>
    </dgm:pt>
    <dgm:pt modelId="{537F1049-BA40-44DC-8830-E92184A7681F}" type="pres">
      <dgm:prSet presAssocID="{AA967BF1-B197-4AE1-99A9-682B8D7B60E1}" presName="quadrant1" presStyleLbl="node1" presStyleIdx="0" presStyleCnt="4" custScaleX="105415" custScaleY="101758" custLinFactNeighborX="-17711" custLinFactNeighborY="1430">
        <dgm:presLayoutVars>
          <dgm:chMax val="1"/>
          <dgm:bulletEnabled val="1"/>
        </dgm:presLayoutVars>
      </dgm:prSet>
      <dgm:spPr/>
      <dgm:t>
        <a:bodyPr/>
        <a:lstStyle/>
        <a:p>
          <a:endParaRPr lang="zh-TW" altLang="en-US"/>
        </a:p>
      </dgm:t>
    </dgm:pt>
    <dgm:pt modelId="{E7BA8E9C-F5FE-4BAE-9179-1AACCCB23573}" type="pres">
      <dgm:prSet presAssocID="{AA967BF1-B197-4AE1-99A9-682B8D7B60E1}" presName="quadrant2" presStyleLbl="node1" presStyleIdx="1" presStyleCnt="4" custScaleX="87989" custScaleY="89405" custLinFactNeighborX="-13409" custLinFactNeighborY="7607">
        <dgm:presLayoutVars>
          <dgm:chMax val="1"/>
          <dgm:bulletEnabled val="1"/>
        </dgm:presLayoutVars>
      </dgm:prSet>
      <dgm:spPr/>
      <dgm:t>
        <a:bodyPr/>
        <a:lstStyle/>
        <a:p>
          <a:endParaRPr lang="zh-TW" altLang="en-US"/>
        </a:p>
      </dgm:t>
    </dgm:pt>
    <dgm:pt modelId="{C4B02662-83CF-496A-94E2-EBE60C038053}" type="pres">
      <dgm:prSet presAssocID="{AA967BF1-B197-4AE1-99A9-682B8D7B60E1}" presName="quadrant3" presStyleLbl="node1" presStyleIdx="2" presStyleCnt="4" custScaleX="88581" custScaleY="86884" custLinFactNeighborX="-14215" custLinFactNeighborY="-3211">
        <dgm:presLayoutVars>
          <dgm:chMax val="1"/>
          <dgm:bulletEnabled val="1"/>
        </dgm:presLayoutVars>
      </dgm:prSet>
      <dgm:spPr/>
      <dgm:t>
        <a:bodyPr/>
        <a:lstStyle/>
        <a:p>
          <a:endParaRPr lang="zh-TW" altLang="en-US"/>
        </a:p>
      </dgm:t>
    </dgm:pt>
    <dgm:pt modelId="{8B2B076F-D03C-42D9-A2AC-1E5710BC7774}" type="pres">
      <dgm:prSet presAssocID="{AA967BF1-B197-4AE1-99A9-682B8D7B60E1}" presName="quadrant4" presStyleLbl="node1" presStyleIdx="3" presStyleCnt="4" custScaleX="87355" custScaleY="88397" custLinFactNeighborX="-7572" custLinFactNeighborY="-2812">
        <dgm:presLayoutVars>
          <dgm:chMax val="1"/>
          <dgm:bulletEnabled val="1"/>
        </dgm:presLayoutVars>
      </dgm:prSet>
      <dgm:spPr/>
      <dgm:t>
        <a:bodyPr/>
        <a:lstStyle/>
        <a:p>
          <a:endParaRPr lang="zh-TW" altLang="en-US"/>
        </a:p>
      </dgm:t>
    </dgm:pt>
    <dgm:pt modelId="{B37D66CA-2D55-40F0-A37E-B5D6BC0CAA89}" type="pres">
      <dgm:prSet presAssocID="{AA967BF1-B197-4AE1-99A9-682B8D7B60E1}" presName="quadrantPlaceholder" presStyleCnt="0"/>
      <dgm:spPr/>
    </dgm:pt>
    <dgm:pt modelId="{BA31E12E-A760-47E5-977F-B13C40D89588}" type="pres">
      <dgm:prSet presAssocID="{AA967BF1-B197-4AE1-99A9-682B8D7B60E1}" presName="center1" presStyleLbl="fgShp" presStyleIdx="0" presStyleCnt="2" custLinFactNeighborX="-28023" custLinFactNeighborY="2269"/>
      <dgm:spPr/>
    </dgm:pt>
    <dgm:pt modelId="{2A1A1FDB-FC6E-47EF-932D-B561BD069F5F}" type="pres">
      <dgm:prSet presAssocID="{AA967BF1-B197-4AE1-99A9-682B8D7B60E1}" presName="center2" presStyleLbl="fgShp" presStyleIdx="1" presStyleCnt="2" custLinFactNeighborX="-29498" custLinFactNeighborY="-3392"/>
      <dgm:spPr/>
    </dgm:pt>
  </dgm:ptLst>
  <dgm:cxnLst>
    <dgm:cxn modelId="{E1EA9939-EBC9-4460-B773-F4A6EF2E700C}" srcId="{AA967BF1-B197-4AE1-99A9-682B8D7B60E1}" destId="{999D14D4-05A1-47E9-BE02-AC2D76DAAA88}" srcOrd="2" destOrd="0" parTransId="{79042BDA-A998-4FF0-A0D2-AA4A98D35DAF}" sibTransId="{88B2C8DF-AD06-42F2-BAAC-C324A7473202}"/>
    <dgm:cxn modelId="{C521A109-98D8-4B71-A519-98BDDD94BE5A}" type="presOf" srcId="{0DC836EA-70BF-4F4F-9B06-A9C2B14F8188}" destId="{537F1049-BA40-44DC-8830-E92184A7681F}" srcOrd="0" destOrd="0" presId="urn:microsoft.com/office/officeart/2005/8/layout/cycle4"/>
    <dgm:cxn modelId="{1FE04A45-ACD5-47EE-8476-B2C9ACE5EF80}" srcId="{AA967BF1-B197-4AE1-99A9-682B8D7B60E1}" destId="{C39F2E08-F3E6-46C7-AD0C-0A21DA7E876B}" srcOrd="3" destOrd="0" parTransId="{EF606A40-659B-4966-8F3D-207B863B22FE}" sibTransId="{6068A3FA-38EF-4BE1-AD5E-76ACF04BF0C7}"/>
    <dgm:cxn modelId="{F7473ED3-A732-404E-8A8C-15619C2152EB}" type="presOf" srcId="{8B24E9AD-0D5F-4111-9CEE-280C7B701AF6}" destId="{E7BA8E9C-F5FE-4BAE-9179-1AACCCB23573}" srcOrd="0" destOrd="0" presId="urn:microsoft.com/office/officeart/2005/8/layout/cycle4"/>
    <dgm:cxn modelId="{0D4138C8-9FF4-4A3A-B4A6-D1A170737312}" srcId="{AA967BF1-B197-4AE1-99A9-682B8D7B60E1}" destId="{8B24E9AD-0D5F-4111-9CEE-280C7B701AF6}" srcOrd="1" destOrd="0" parTransId="{E4BA34EB-1A46-474F-8105-CC70C6411532}" sibTransId="{5FE8D9EB-D543-4294-AF97-04B419EF518F}"/>
    <dgm:cxn modelId="{64F5BF6C-3241-4BDE-AD5A-56F96A2DE5B1}" type="presOf" srcId="{AA967BF1-B197-4AE1-99A9-682B8D7B60E1}" destId="{4757621B-4B8D-4E3A-B159-38039E5736AD}" srcOrd="0" destOrd="0" presId="urn:microsoft.com/office/officeart/2005/8/layout/cycle4"/>
    <dgm:cxn modelId="{33D59872-85C4-4722-8414-EA0AFC6B851F}" type="presOf" srcId="{C39F2E08-F3E6-46C7-AD0C-0A21DA7E876B}" destId="{8B2B076F-D03C-42D9-A2AC-1E5710BC7774}" srcOrd="0" destOrd="0" presId="urn:microsoft.com/office/officeart/2005/8/layout/cycle4"/>
    <dgm:cxn modelId="{2ABDA1C9-852D-4F0C-9A22-EE905754CB30}" type="presOf" srcId="{999D14D4-05A1-47E9-BE02-AC2D76DAAA88}" destId="{C4B02662-83CF-496A-94E2-EBE60C038053}" srcOrd="0" destOrd="0" presId="urn:microsoft.com/office/officeart/2005/8/layout/cycle4"/>
    <dgm:cxn modelId="{58B848EF-F7F8-4ABE-88C7-F4CCA9318517}" srcId="{AA967BF1-B197-4AE1-99A9-682B8D7B60E1}" destId="{0DC836EA-70BF-4F4F-9B06-A9C2B14F8188}" srcOrd="0" destOrd="0" parTransId="{6C8E60B3-F4DF-45D4-9909-9A8C3ED1AF7B}" sibTransId="{94E02F7F-C551-457B-A6EA-868AE55E86A1}"/>
    <dgm:cxn modelId="{A373DA45-5CFC-4E53-8BF4-52F2A19501E3}" type="presParOf" srcId="{4757621B-4B8D-4E3A-B159-38039E5736AD}" destId="{3170CA92-A55D-4426-B45B-6770E28FB593}" srcOrd="0" destOrd="0" presId="urn:microsoft.com/office/officeart/2005/8/layout/cycle4"/>
    <dgm:cxn modelId="{5FF58699-D571-4160-A410-50F05103D024}" type="presParOf" srcId="{3170CA92-A55D-4426-B45B-6770E28FB593}" destId="{3E721249-5FD5-4D4D-B451-878911D9D0F1}" srcOrd="0" destOrd="0" presId="urn:microsoft.com/office/officeart/2005/8/layout/cycle4"/>
    <dgm:cxn modelId="{3242AEDC-4F4F-496A-85C8-6EEB252A574C}" type="presParOf" srcId="{4757621B-4B8D-4E3A-B159-38039E5736AD}" destId="{8112D057-26AC-43E8-89AF-581E417BB3B7}" srcOrd="1" destOrd="0" presId="urn:microsoft.com/office/officeart/2005/8/layout/cycle4"/>
    <dgm:cxn modelId="{1EFBAB07-4044-45D4-8CE7-B4709A4DAB3D}" type="presParOf" srcId="{8112D057-26AC-43E8-89AF-581E417BB3B7}" destId="{537F1049-BA40-44DC-8830-E92184A7681F}" srcOrd="0" destOrd="0" presId="urn:microsoft.com/office/officeart/2005/8/layout/cycle4"/>
    <dgm:cxn modelId="{6E3AA36C-362D-46BD-9DC2-B8A7D97140E3}" type="presParOf" srcId="{8112D057-26AC-43E8-89AF-581E417BB3B7}" destId="{E7BA8E9C-F5FE-4BAE-9179-1AACCCB23573}" srcOrd="1" destOrd="0" presId="urn:microsoft.com/office/officeart/2005/8/layout/cycle4"/>
    <dgm:cxn modelId="{CC5374F3-5111-4275-A74E-61923D22069B}" type="presParOf" srcId="{8112D057-26AC-43E8-89AF-581E417BB3B7}" destId="{C4B02662-83CF-496A-94E2-EBE60C038053}" srcOrd="2" destOrd="0" presId="urn:microsoft.com/office/officeart/2005/8/layout/cycle4"/>
    <dgm:cxn modelId="{CEBB1246-2EEB-4680-9482-FFFEF77D8E4C}" type="presParOf" srcId="{8112D057-26AC-43E8-89AF-581E417BB3B7}" destId="{8B2B076F-D03C-42D9-A2AC-1E5710BC7774}" srcOrd="3" destOrd="0" presId="urn:microsoft.com/office/officeart/2005/8/layout/cycle4"/>
    <dgm:cxn modelId="{DCC0B401-7FEC-4520-87C1-4A122C591306}" type="presParOf" srcId="{8112D057-26AC-43E8-89AF-581E417BB3B7}" destId="{B37D66CA-2D55-40F0-A37E-B5D6BC0CAA89}" srcOrd="4" destOrd="0" presId="urn:microsoft.com/office/officeart/2005/8/layout/cycle4"/>
    <dgm:cxn modelId="{73FA6080-0896-4CB5-8A9F-E61BD42C484E}" type="presParOf" srcId="{4757621B-4B8D-4E3A-B159-38039E5736AD}" destId="{BA31E12E-A760-47E5-977F-B13C40D89588}" srcOrd="2" destOrd="0" presId="urn:microsoft.com/office/officeart/2005/8/layout/cycle4"/>
    <dgm:cxn modelId="{D41D3A56-11CC-44A2-AF47-7D51955FEED9}" type="presParOf" srcId="{4757621B-4B8D-4E3A-B159-38039E5736AD}" destId="{2A1A1FDB-FC6E-47EF-932D-B561BD069F5F}"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967BF1-B197-4AE1-99A9-682B8D7B60E1}" type="doc">
      <dgm:prSet loTypeId="urn:microsoft.com/office/officeart/2005/8/layout/cycle4" loCatId="matrix" qsTypeId="urn:microsoft.com/office/officeart/2005/8/quickstyle/simple2" qsCatId="simple" csTypeId="urn:microsoft.com/office/officeart/2005/8/colors/colorful5" csCatId="colorful" phldr="1"/>
      <dgm:spPr/>
      <dgm:t>
        <a:bodyPr/>
        <a:lstStyle/>
        <a:p>
          <a:endParaRPr lang="zh-TW" altLang="en-US"/>
        </a:p>
      </dgm:t>
    </dgm:pt>
    <dgm:pt modelId="{0DC836EA-70BF-4F4F-9B06-A9C2B14F8188}">
      <dgm:prSet phldrT="[文字]"/>
      <dgm:spPr>
        <a:solidFill>
          <a:schemeClr val="accent2">
            <a:lumMod val="75000"/>
          </a:schemeClr>
        </a:solidFill>
      </dgm:spPr>
      <dgm:t>
        <a:bodyPr/>
        <a:lstStyle/>
        <a:p>
          <a:r>
            <a:rPr lang="zh-TW" b="0" dirty="0" smtClean="0"/>
            <a:t>強化國軍戰力</a:t>
          </a:r>
          <a:r>
            <a:rPr lang="zh-TW" altLang="en-US" b="0" dirty="0" smtClean="0"/>
            <a:t>整備</a:t>
          </a:r>
          <a:endParaRPr lang="zh-TW" altLang="en-US" b="0" dirty="0"/>
        </a:p>
      </dgm:t>
    </dgm:pt>
    <dgm:pt modelId="{6C8E60B3-F4DF-45D4-9909-9A8C3ED1AF7B}" type="parTrans" cxnId="{58B848EF-F7F8-4ABE-88C7-F4CCA9318517}">
      <dgm:prSet/>
      <dgm:spPr/>
      <dgm:t>
        <a:bodyPr/>
        <a:lstStyle/>
        <a:p>
          <a:endParaRPr lang="zh-TW" altLang="en-US"/>
        </a:p>
      </dgm:t>
    </dgm:pt>
    <dgm:pt modelId="{94E02F7F-C551-457B-A6EA-868AE55E86A1}" type="sibTrans" cxnId="{58B848EF-F7F8-4ABE-88C7-F4CCA9318517}">
      <dgm:prSet/>
      <dgm:spPr/>
      <dgm:t>
        <a:bodyPr/>
        <a:lstStyle/>
        <a:p>
          <a:endParaRPr lang="zh-TW" altLang="en-US"/>
        </a:p>
      </dgm:t>
    </dgm:pt>
    <dgm:pt modelId="{8B24E9AD-0D5F-4111-9CEE-280C7B701AF6}">
      <dgm:prSet phldrT="[文字]" custT="1"/>
      <dgm:spPr/>
      <dgm:t>
        <a:bodyPr/>
        <a:lstStyle/>
        <a:p>
          <a:r>
            <a:rPr lang="zh-TW" altLang="en-US" sz="2000" b="1" dirty="0" smtClean="0"/>
            <a:t>提升財務運用效能</a:t>
          </a:r>
          <a:endParaRPr lang="zh-TW" altLang="en-US" sz="2000" b="1" dirty="0"/>
        </a:p>
      </dgm:t>
    </dgm:pt>
    <dgm:pt modelId="{E4BA34EB-1A46-474F-8105-CC70C6411532}" type="parTrans" cxnId="{0D4138C8-9FF4-4A3A-B4A6-D1A170737312}">
      <dgm:prSet/>
      <dgm:spPr/>
      <dgm:t>
        <a:bodyPr/>
        <a:lstStyle/>
        <a:p>
          <a:endParaRPr lang="zh-TW" altLang="en-US"/>
        </a:p>
      </dgm:t>
    </dgm:pt>
    <dgm:pt modelId="{5FE8D9EB-D543-4294-AF97-04B419EF518F}" type="sibTrans" cxnId="{0D4138C8-9FF4-4A3A-B4A6-D1A170737312}">
      <dgm:prSet/>
      <dgm:spPr/>
      <dgm:t>
        <a:bodyPr/>
        <a:lstStyle/>
        <a:p>
          <a:endParaRPr lang="zh-TW" altLang="en-US"/>
        </a:p>
      </dgm:t>
    </dgm:pt>
    <dgm:pt modelId="{999D14D4-05A1-47E9-BE02-AC2D76DAAA88}">
      <dgm:prSet phldrT="[文字]" custT="1"/>
      <dgm:spPr/>
      <dgm:t>
        <a:bodyPr/>
        <a:lstStyle/>
        <a:p>
          <a:r>
            <a:rPr lang="zh-TW" altLang="en-US" sz="1800" b="0" dirty="0" smtClean="0"/>
            <a:t>提升透明完備規章</a:t>
          </a:r>
          <a:endParaRPr lang="zh-TW" altLang="en-US" sz="1800" b="0" dirty="0"/>
        </a:p>
      </dgm:t>
    </dgm:pt>
    <dgm:pt modelId="{79042BDA-A998-4FF0-A0D2-AA4A98D35DAF}" type="parTrans" cxnId="{E1EA9939-EBC9-4460-B773-F4A6EF2E700C}">
      <dgm:prSet/>
      <dgm:spPr/>
      <dgm:t>
        <a:bodyPr/>
        <a:lstStyle/>
        <a:p>
          <a:endParaRPr lang="zh-TW" altLang="en-US"/>
        </a:p>
      </dgm:t>
    </dgm:pt>
    <dgm:pt modelId="{88B2C8DF-AD06-42F2-BAAC-C324A7473202}" type="sibTrans" cxnId="{E1EA9939-EBC9-4460-B773-F4A6EF2E700C}">
      <dgm:prSet/>
      <dgm:spPr/>
      <dgm:t>
        <a:bodyPr/>
        <a:lstStyle/>
        <a:p>
          <a:endParaRPr lang="zh-TW" altLang="en-US"/>
        </a:p>
      </dgm:t>
    </dgm:pt>
    <dgm:pt modelId="{C39F2E08-F3E6-46C7-AD0C-0A21DA7E876B}">
      <dgm:prSet phldrT="[文字]"/>
      <dgm:spPr>
        <a:solidFill>
          <a:schemeClr val="accent1">
            <a:lumMod val="75000"/>
          </a:schemeClr>
        </a:solidFill>
      </dgm:spPr>
      <dgm:t>
        <a:bodyPr/>
        <a:lstStyle/>
        <a:p>
          <a:r>
            <a:rPr lang="zh-TW" b="0" dirty="0" smtClean="0"/>
            <a:t>強化管</a:t>
          </a:r>
          <a:endParaRPr lang="en-US" altLang="zh-TW" b="0" dirty="0" smtClean="0"/>
        </a:p>
        <a:p>
          <a:r>
            <a:rPr lang="zh-TW" b="0" dirty="0" smtClean="0"/>
            <a:t>理機制</a:t>
          </a:r>
          <a:endParaRPr lang="zh-TW" altLang="en-US" b="0" dirty="0"/>
        </a:p>
      </dgm:t>
    </dgm:pt>
    <dgm:pt modelId="{EF606A40-659B-4966-8F3D-207B863B22FE}" type="parTrans" cxnId="{1FE04A45-ACD5-47EE-8476-B2C9ACE5EF80}">
      <dgm:prSet/>
      <dgm:spPr/>
      <dgm:t>
        <a:bodyPr/>
        <a:lstStyle/>
        <a:p>
          <a:endParaRPr lang="zh-TW" altLang="en-US"/>
        </a:p>
      </dgm:t>
    </dgm:pt>
    <dgm:pt modelId="{6068A3FA-38EF-4BE1-AD5E-76ACF04BF0C7}" type="sibTrans" cxnId="{1FE04A45-ACD5-47EE-8476-B2C9ACE5EF80}">
      <dgm:prSet/>
      <dgm:spPr/>
      <dgm:t>
        <a:bodyPr/>
        <a:lstStyle/>
        <a:p>
          <a:endParaRPr lang="zh-TW" altLang="en-US"/>
        </a:p>
      </dgm:t>
    </dgm:pt>
    <dgm:pt modelId="{4757621B-4B8D-4E3A-B159-38039E5736AD}" type="pres">
      <dgm:prSet presAssocID="{AA967BF1-B197-4AE1-99A9-682B8D7B60E1}" presName="cycleMatrixDiagram" presStyleCnt="0">
        <dgm:presLayoutVars>
          <dgm:chMax val="1"/>
          <dgm:dir/>
          <dgm:animLvl val="lvl"/>
          <dgm:resizeHandles val="exact"/>
        </dgm:presLayoutVars>
      </dgm:prSet>
      <dgm:spPr/>
      <dgm:t>
        <a:bodyPr/>
        <a:lstStyle/>
        <a:p>
          <a:endParaRPr lang="zh-TW" altLang="en-US"/>
        </a:p>
      </dgm:t>
    </dgm:pt>
    <dgm:pt modelId="{3170CA92-A55D-4426-B45B-6770E28FB593}" type="pres">
      <dgm:prSet presAssocID="{AA967BF1-B197-4AE1-99A9-682B8D7B60E1}" presName="children" presStyleCnt="0"/>
      <dgm:spPr/>
    </dgm:pt>
    <dgm:pt modelId="{3E721249-5FD5-4D4D-B451-878911D9D0F1}" type="pres">
      <dgm:prSet presAssocID="{AA967BF1-B197-4AE1-99A9-682B8D7B60E1}" presName="childPlaceholder" presStyleCnt="0"/>
      <dgm:spPr/>
    </dgm:pt>
    <dgm:pt modelId="{8112D057-26AC-43E8-89AF-581E417BB3B7}" type="pres">
      <dgm:prSet presAssocID="{AA967BF1-B197-4AE1-99A9-682B8D7B60E1}" presName="circle" presStyleCnt="0"/>
      <dgm:spPr/>
    </dgm:pt>
    <dgm:pt modelId="{537F1049-BA40-44DC-8830-E92184A7681F}" type="pres">
      <dgm:prSet presAssocID="{AA967BF1-B197-4AE1-99A9-682B8D7B60E1}" presName="quadrant1" presStyleLbl="node1" presStyleIdx="0" presStyleCnt="4" custScaleX="86065" custScaleY="82684" custLinFactNeighborX="1019" custLinFactNeighborY="7589">
        <dgm:presLayoutVars>
          <dgm:chMax val="1"/>
          <dgm:bulletEnabled val="1"/>
        </dgm:presLayoutVars>
      </dgm:prSet>
      <dgm:spPr/>
      <dgm:t>
        <a:bodyPr/>
        <a:lstStyle/>
        <a:p>
          <a:endParaRPr lang="zh-TW" altLang="en-US"/>
        </a:p>
      </dgm:t>
    </dgm:pt>
    <dgm:pt modelId="{E7BA8E9C-F5FE-4BAE-9179-1AACCCB23573}" type="pres">
      <dgm:prSet presAssocID="{AA967BF1-B197-4AE1-99A9-682B8D7B60E1}" presName="quadrant2" presStyleLbl="node1" presStyleIdx="1" presStyleCnt="4" custScaleX="103701" custScaleY="100296" custLinFactNeighborX="-2690" custLinFactNeighborY="-1861">
        <dgm:presLayoutVars>
          <dgm:chMax val="1"/>
          <dgm:bulletEnabled val="1"/>
        </dgm:presLayoutVars>
      </dgm:prSet>
      <dgm:spPr/>
      <dgm:t>
        <a:bodyPr/>
        <a:lstStyle/>
        <a:p>
          <a:endParaRPr lang="zh-TW" altLang="en-US"/>
        </a:p>
      </dgm:t>
    </dgm:pt>
    <dgm:pt modelId="{C4B02662-83CF-496A-94E2-EBE60C038053}" type="pres">
      <dgm:prSet presAssocID="{AA967BF1-B197-4AE1-99A9-682B8D7B60E1}" presName="quadrant3" presStyleLbl="node1" presStyleIdx="2" presStyleCnt="4" custScaleX="84595" custScaleY="78777" custLinFactNeighborX="-12221" custLinFactNeighborY="-8691">
        <dgm:presLayoutVars>
          <dgm:chMax val="1"/>
          <dgm:bulletEnabled val="1"/>
        </dgm:presLayoutVars>
      </dgm:prSet>
      <dgm:spPr/>
      <dgm:t>
        <a:bodyPr/>
        <a:lstStyle/>
        <a:p>
          <a:endParaRPr lang="zh-TW" altLang="en-US"/>
        </a:p>
      </dgm:t>
    </dgm:pt>
    <dgm:pt modelId="{8B2B076F-D03C-42D9-A2AC-1E5710BC7774}" type="pres">
      <dgm:prSet presAssocID="{AA967BF1-B197-4AE1-99A9-682B8D7B60E1}" presName="quadrant4" presStyleLbl="node1" presStyleIdx="3" presStyleCnt="4" custScaleX="84029" custScaleY="81060" custLinFactNeighborX="1459" custLinFactNeighborY="-8215">
        <dgm:presLayoutVars>
          <dgm:chMax val="1"/>
          <dgm:bulletEnabled val="1"/>
        </dgm:presLayoutVars>
      </dgm:prSet>
      <dgm:spPr/>
      <dgm:t>
        <a:bodyPr/>
        <a:lstStyle/>
        <a:p>
          <a:endParaRPr lang="zh-TW" altLang="en-US"/>
        </a:p>
      </dgm:t>
    </dgm:pt>
    <dgm:pt modelId="{B37D66CA-2D55-40F0-A37E-B5D6BC0CAA89}" type="pres">
      <dgm:prSet presAssocID="{AA967BF1-B197-4AE1-99A9-682B8D7B60E1}" presName="quadrantPlaceholder" presStyleCnt="0"/>
      <dgm:spPr/>
    </dgm:pt>
    <dgm:pt modelId="{BA31E12E-A760-47E5-977F-B13C40D89588}" type="pres">
      <dgm:prSet presAssocID="{AA967BF1-B197-4AE1-99A9-682B8D7B60E1}" presName="center1" presStyleLbl="fgShp" presStyleIdx="0" presStyleCnt="2" custLinFactNeighborX="-13274" custLinFactNeighborY="4203"/>
      <dgm:spPr/>
    </dgm:pt>
    <dgm:pt modelId="{2A1A1FDB-FC6E-47EF-932D-B561BD069F5F}" type="pres">
      <dgm:prSet presAssocID="{AA967BF1-B197-4AE1-99A9-682B8D7B60E1}" presName="center2" presStyleLbl="fgShp" presStyleIdx="1" presStyleCnt="2" custLinFactNeighborX="-11799" custLinFactNeighborY="-1696"/>
      <dgm:spPr/>
    </dgm:pt>
  </dgm:ptLst>
  <dgm:cxnLst>
    <dgm:cxn modelId="{E1EA9939-EBC9-4460-B773-F4A6EF2E700C}" srcId="{AA967BF1-B197-4AE1-99A9-682B8D7B60E1}" destId="{999D14D4-05A1-47E9-BE02-AC2D76DAAA88}" srcOrd="2" destOrd="0" parTransId="{79042BDA-A998-4FF0-A0D2-AA4A98D35DAF}" sibTransId="{88B2C8DF-AD06-42F2-BAAC-C324A7473202}"/>
    <dgm:cxn modelId="{C521A109-98D8-4B71-A519-98BDDD94BE5A}" type="presOf" srcId="{0DC836EA-70BF-4F4F-9B06-A9C2B14F8188}" destId="{537F1049-BA40-44DC-8830-E92184A7681F}" srcOrd="0" destOrd="0" presId="urn:microsoft.com/office/officeart/2005/8/layout/cycle4"/>
    <dgm:cxn modelId="{1FE04A45-ACD5-47EE-8476-B2C9ACE5EF80}" srcId="{AA967BF1-B197-4AE1-99A9-682B8D7B60E1}" destId="{C39F2E08-F3E6-46C7-AD0C-0A21DA7E876B}" srcOrd="3" destOrd="0" parTransId="{EF606A40-659B-4966-8F3D-207B863B22FE}" sibTransId="{6068A3FA-38EF-4BE1-AD5E-76ACF04BF0C7}"/>
    <dgm:cxn modelId="{F7473ED3-A732-404E-8A8C-15619C2152EB}" type="presOf" srcId="{8B24E9AD-0D5F-4111-9CEE-280C7B701AF6}" destId="{E7BA8E9C-F5FE-4BAE-9179-1AACCCB23573}" srcOrd="0" destOrd="0" presId="urn:microsoft.com/office/officeart/2005/8/layout/cycle4"/>
    <dgm:cxn modelId="{0D4138C8-9FF4-4A3A-B4A6-D1A170737312}" srcId="{AA967BF1-B197-4AE1-99A9-682B8D7B60E1}" destId="{8B24E9AD-0D5F-4111-9CEE-280C7B701AF6}" srcOrd="1" destOrd="0" parTransId="{E4BA34EB-1A46-474F-8105-CC70C6411532}" sibTransId="{5FE8D9EB-D543-4294-AF97-04B419EF518F}"/>
    <dgm:cxn modelId="{64F5BF6C-3241-4BDE-AD5A-56F96A2DE5B1}" type="presOf" srcId="{AA967BF1-B197-4AE1-99A9-682B8D7B60E1}" destId="{4757621B-4B8D-4E3A-B159-38039E5736AD}" srcOrd="0" destOrd="0" presId="urn:microsoft.com/office/officeart/2005/8/layout/cycle4"/>
    <dgm:cxn modelId="{33D59872-85C4-4722-8414-EA0AFC6B851F}" type="presOf" srcId="{C39F2E08-F3E6-46C7-AD0C-0A21DA7E876B}" destId="{8B2B076F-D03C-42D9-A2AC-1E5710BC7774}" srcOrd="0" destOrd="0" presId="urn:microsoft.com/office/officeart/2005/8/layout/cycle4"/>
    <dgm:cxn modelId="{2ABDA1C9-852D-4F0C-9A22-EE905754CB30}" type="presOf" srcId="{999D14D4-05A1-47E9-BE02-AC2D76DAAA88}" destId="{C4B02662-83CF-496A-94E2-EBE60C038053}" srcOrd="0" destOrd="0" presId="urn:microsoft.com/office/officeart/2005/8/layout/cycle4"/>
    <dgm:cxn modelId="{58B848EF-F7F8-4ABE-88C7-F4CCA9318517}" srcId="{AA967BF1-B197-4AE1-99A9-682B8D7B60E1}" destId="{0DC836EA-70BF-4F4F-9B06-A9C2B14F8188}" srcOrd="0" destOrd="0" parTransId="{6C8E60B3-F4DF-45D4-9909-9A8C3ED1AF7B}" sibTransId="{94E02F7F-C551-457B-A6EA-868AE55E86A1}"/>
    <dgm:cxn modelId="{A373DA45-5CFC-4E53-8BF4-52F2A19501E3}" type="presParOf" srcId="{4757621B-4B8D-4E3A-B159-38039E5736AD}" destId="{3170CA92-A55D-4426-B45B-6770E28FB593}" srcOrd="0" destOrd="0" presId="urn:microsoft.com/office/officeart/2005/8/layout/cycle4"/>
    <dgm:cxn modelId="{5FF58699-D571-4160-A410-50F05103D024}" type="presParOf" srcId="{3170CA92-A55D-4426-B45B-6770E28FB593}" destId="{3E721249-5FD5-4D4D-B451-878911D9D0F1}" srcOrd="0" destOrd="0" presId="urn:microsoft.com/office/officeart/2005/8/layout/cycle4"/>
    <dgm:cxn modelId="{3242AEDC-4F4F-496A-85C8-6EEB252A574C}" type="presParOf" srcId="{4757621B-4B8D-4E3A-B159-38039E5736AD}" destId="{8112D057-26AC-43E8-89AF-581E417BB3B7}" srcOrd="1" destOrd="0" presId="urn:microsoft.com/office/officeart/2005/8/layout/cycle4"/>
    <dgm:cxn modelId="{1EFBAB07-4044-45D4-8CE7-B4709A4DAB3D}" type="presParOf" srcId="{8112D057-26AC-43E8-89AF-581E417BB3B7}" destId="{537F1049-BA40-44DC-8830-E92184A7681F}" srcOrd="0" destOrd="0" presId="urn:microsoft.com/office/officeart/2005/8/layout/cycle4"/>
    <dgm:cxn modelId="{6E3AA36C-362D-46BD-9DC2-B8A7D97140E3}" type="presParOf" srcId="{8112D057-26AC-43E8-89AF-581E417BB3B7}" destId="{E7BA8E9C-F5FE-4BAE-9179-1AACCCB23573}" srcOrd="1" destOrd="0" presId="urn:microsoft.com/office/officeart/2005/8/layout/cycle4"/>
    <dgm:cxn modelId="{CC5374F3-5111-4275-A74E-61923D22069B}" type="presParOf" srcId="{8112D057-26AC-43E8-89AF-581E417BB3B7}" destId="{C4B02662-83CF-496A-94E2-EBE60C038053}" srcOrd="2" destOrd="0" presId="urn:microsoft.com/office/officeart/2005/8/layout/cycle4"/>
    <dgm:cxn modelId="{CEBB1246-2EEB-4680-9482-FFFEF77D8E4C}" type="presParOf" srcId="{8112D057-26AC-43E8-89AF-581E417BB3B7}" destId="{8B2B076F-D03C-42D9-A2AC-1E5710BC7774}" srcOrd="3" destOrd="0" presId="urn:microsoft.com/office/officeart/2005/8/layout/cycle4"/>
    <dgm:cxn modelId="{DCC0B401-7FEC-4520-87C1-4A122C591306}" type="presParOf" srcId="{8112D057-26AC-43E8-89AF-581E417BB3B7}" destId="{B37D66CA-2D55-40F0-A37E-B5D6BC0CAA89}" srcOrd="4" destOrd="0" presId="urn:microsoft.com/office/officeart/2005/8/layout/cycle4"/>
    <dgm:cxn modelId="{73FA6080-0896-4CB5-8A9F-E61BD42C484E}" type="presParOf" srcId="{4757621B-4B8D-4E3A-B159-38039E5736AD}" destId="{BA31E12E-A760-47E5-977F-B13C40D89588}" srcOrd="2" destOrd="0" presId="urn:microsoft.com/office/officeart/2005/8/layout/cycle4"/>
    <dgm:cxn modelId="{D41D3A56-11CC-44A2-AF47-7D51955FEED9}" type="presParOf" srcId="{4757621B-4B8D-4E3A-B159-38039E5736AD}" destId="{2A1A1FDB-FC6E-47EF-932D-B561BD069F5F}"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967BF1-B197-4AE1-99A9-682B8D7B60E1}" type="doc">
      <dgm:prSet loTypeId="urn:microsoft.com/office/officeart/2005/8/layout/cycle4" loCatId="matrix" qsTypeId="urn:microsoft.com/office/officeart/2005/8/quickstyle/simple2" qsCatId="simple" csTypeId="urn:microsoft.com/office/officeart/2005/8/colors/colorful5" csCatId="colorful" phldr="1"/>
      <dgm:spPr/>
      <dgm:t>
        <a:bodyPr/>
        <a:lstStyle/>
        <a:p>
          <a:endParaRPr lang="zh-TW" altLang="en-US"/>
        </a:p>
      </dgm:t>
    </dgm:pt>
    <dgm:pt modelId="{0DC836EA-70BF-4F4F-9B06-A9C2B14F8188}">
      <dgm:prSet phldrT="[文字]"/>
      <dgm:spPr>
        <a:solidFill>
          <a:schemeClr val="accent2">
            <a:lumMod val="75000"/>
          </a:schemeClr>
        </a:solidFill>
      </dgm:spPr>
      <dgm:t>
        <a:bodyPr/>
        <a:lstStyle/>
        <a:p>
          <a:r>
            <a:rPr lang="zh-TW" b="0" dirty="0" smtClean="0"/>
            <a:t>強化國軍戰力</a:t>
          </a:r>
          <a:r>
            <a:rPr lang="zh-TW" altLang="en-US" b="0" dirty="0" smtClean="0"/>
            <a:t>整備</a:t>
          </a:r>
          <a:endParaRPr lang="zh-TW" altLang="en-US" b="0" dirty="0"/>
        </a:p>
      </dgm:t>
    </dgm:pt>
    <dgm:pt modelId="{6C8E60B3-F4DF-45D4-9909-9A8C3ED1AF7B}" type="parTrans" cxnId="{58B848EF-F7F8-4ABE-88C7-F4CCA9318517}">
      <dgm:prSet/>
      <dgm:spPr/>
      <dgm:t>
        <a:bodyPr/>
        <a:lstStyle/>
        <a:p>
          <a:endParaRPr lang="zh-TW" altLang="en-US"/>
        </a:p>
      </dgm:t>
    </dgm:pt>
    <dgm:pt modelId="{94E02F7F-C551-457B-A6EA-868AE55E86A1}" type="sibTrans" cxnId="{58B848EF-F7F8-4ABE-88C7-F4CCA9318517}">
      <dgm:prSet/>
      <dgm:spPr/>
      <dgm:t>
        <a:bodyPr/>
        <a:lstStyle/>
        <a:p>
          <a:endParaRPr lang="zh-TW" altLang="en-US"/>
        </a:p>
      </dgm:t>
    </dgm:pt>
    <dgm:pt modelId="{8B24E9AD-0D5F-4111-9CEE-280C7B701AF6}">
      <dgm:prSet phldrT="[文字]"/>
      <dgm:spPr/>
      <dgm:t>
        <a:bodyPr/>
        <a:lstStyle/>
        <a:p>
          <a:r>
            <a:rPr lang="zh-TW" b="0" dirty="0" smtClean="0"/>
            <a:t>提升財務運用效能</a:t>
          </a:r>
          <a:endParaRPr lang="zh-TW" altLang="en-US" b="0" dirty="0"/>
        </a:p>
      </dgm:t>
    </dgm:pt>
    <dgm:pt modelId="{E4BA34EB-1A46-474F-8105-CC70C6411532}" type="parTrans" cxnId="{0D4138C8-9FF4-4A3A-B4A6-D1A170737312}">
      <dgm:prSet/>
      <dgm:spPr/>
      <dgm:t>
        <a:bodyPr/>
        <a:lstStyle/>
        <a:p>
          <a:endParaRPr lang="zh-TW" altLang="en-US"/>
        </a:p>
      </dgm:t>
    </dgm:pt>
    <dgm:pt modelId="{5FE8D9EB-D543-4294-AF97-04B419EF518F}" type="sibTrans" cxnId="{0D4138C8-9FF4-4A3A-B4A6-D1A170737312}">
      <dgm:prSet/>
      <dgm:spPr/>
      <dgm:t>
        <a:bodyPr/>
        <a:lstStyle/>
        <a:p>
          <a:endParaRPr lang="zh-TW" altLang="en-US"/>
        </a:p>
      </dgm:t>
    </dgm:pt>
    <dgm:pt modelId="{999D14D4-05A1-47E9-BE02-AC2D76DAAA88}">
      <dgm:prSet phldrT="[文字]"/>
      <dgm:spPr/>
      <dgm:t>
        <a:bodyPr/>
        <a:lstStyle/>
        <a:p>
          <a:r>
            <a:rPr lang="zh-TW" altLang="en-US" b="0" dirty="0" smtClean="0"/>
            <a:t>提升透明完備規章</a:t>
          </a:r>
          <a:endParaRPr lang="zh-TW" altLang="en-US" b="0" dirty="0"/>
        </a:p>
      </dgm:t>
    </dgm:pt>
    <dgm:pt modelId="{79042BDA-A998-4FF0-A0D2-AA4A98D35DAF}" type="parTrans" cxnId="{E1EA9939-EBC9-4460-B773-F4A6EF2E700C}">
      <dgm:prSet/>
      <dgm:spPr/>
      <dgm:t>
        <a:bodyPr/>
        <a:lstStyle/>
        <a:p>
          <a:endParaRPr lang="zh-TW" altLang="en-US"/>
        </a:p>
      </dgm:t>
    </dgm:pt>
    <dgm:pt modelId="{88B2C8DF-AD06-42F2-BAAC-C324A7473202}" type="sibTrans" cxnId="{E1EA9939-EBC9-4460-B773-F4A6EF2E700C}">
      <dgm:prSet/>
      <dgm:spPr/>
      <dgm:t>
        <a:bodyPr/>
        <a:lstStyle/>
        <a:p>
          <a:endParaRPr lang="zh-TW" altLang="en-US"/>
        </a:p>
      </dgm:t>
    </dgm:pt>
    <dgm:pt modelId="{C39F2E08-F3E6-46C7-AD0C-0A21DA7E876B}">
      <dgm:prSet phldrT="[文字]" custT="1"/>
      <dgm:spPr>
        <a:solidFill>
          <a:schemeClr val="accent1">
            <a:lumMod val="75000"/>
          </a:schemeClr>
        </a:solidFill>
      </dgm:spPr>
      <dgm:t>
        <a:bodyPr/>
        <a:lstStyle/>
        <a:p>
          <a:r>
            <a:rPr lang="zh-TW" sz="2000" b="1" dirty="0" smtClean="0"/>
            <a:t>強化管</a:t>
          </a:r>
          <a:endParaRPr lang="en-US" altLang="zh-TW" sz="2000" b="1" dirty="0" smtClean="0"/>
        </a:p>
        <a:p>
          <a:r>
            <a:rPr lang="zh-TW" sz="2000" b="1" dirty="0" smtClean="0"/>
            <a:t>理機制</a:t>
          </a:r>
          <a:endParaRPr lang="zh-TW" altLang="en-US" sz="2000" b="1" dirty="0"/>
        </a:p>
      </dgm:t>
    </dgm:pt>
    <dgm:pt modelId="{EF606A40-659B-4966-8F3D-207B863B22FE}" type="parTrans" cxnId="{1FE04A45-ACD5-47EE-8476-B2C9ACE5EF80}">
      <dgm:prSet/>
      <dgm:spPr/>
      <dgm:t>
        <a:bodyPr/>
        <a:lstStyle/>
        <a:p>
          <a:endParaRPr lang="zh-TW" altLang="en-US"/>
        </a:p>
      </dgm:t>
    </dgm:pt>
    <dgm:pt modelId="{6068A3FA-38EF-4BE1-AD5E-76ACF04BF0C7}" type="sibTrans" cxnId="{1FE04A45-ACD5-47EE-8476-B2C9ACE5EF80}">
      <dgm:prSet/>
      <dgm:spPr/>
      <dgm:t>
        <a:bodyPr/>
        <a:lstStyle/>
        <a:p>
          <a:endParaRPr lang="zh-TW" altLang="en-US"/>
        </a:p>
      </dgm:t>
    </dgm:pt>
    <dgm:pt modelId="{4757621B-4B8D-4E3A-B159-38039E5736AD}" type="pres">
      <dgm:prSet presAssocID="{AA967BF1-B197-4AE1-99A9-682B8D7B60E1}" presName="cycleMatrixDiagram" presStyleCnt="0">
        <dgm:presLayoutVars>
          <dgm:chMax val="1"/>
          <dgm:dir/>
          <dgm:animLvl val="lvl"/>
          <dgm:resizeHandles val="exact"/>
        </dgm:presLayoutVars>
      </dgm:prSet>
      <dgm:spPr/>
      <dgm:t>
        <a:bodyPr/>
        <a:lstStyle/>
        <a:p>
          <a:endParaRPr lang="zh-TW" altLang="en-US"/>
        </a:p>
      </dgm:t>
    </dgm:pt>
    <dgm:pt modelId="{3170CA92-A55D-4426-B45B-6770E28FB593}" type="pres">
      <dgm:prSet presAssocID="{AA967BF1-B197-4AE1-99A9-682B8D7B60E1}" presName="children" presStyleCnt="0"/>
      <dgm:spPr/>
    </dgm:pt>
    <dgm:pt modelId="{3E721249-5FD5-4D4D-B451-878911D9D0F1}" type="pres">
      <dgm:prSet presAssocID="{AA967BF1-B197-4AE1-99A9-682B8D7B60E1}" presName="childPlaceholder" presStyleCnt="0"/>
      <dgm:spPr/>
    </dgm:pt>
    <dgm:pt modelId="{8112D057-26AC-43E8-89AF-581E417BB3B7}" type="pres">
      <dgm:prSet presAssocID="{AA967BF1-B197-4AE1-99A9-682B8D7B60E1}" presName="circle" presStyleCnt="0"/>
      <dgm:spPr/>
    </dgm:pt>
    <dgm:pt modelId="{537F1049-BA40-44DC-8830-E92184A7681F}" type="pres">
      <dgm:prSet presAssocID="{AA967BF1-B197-4AE1-99A9-682B8D7B60E1}" presName="quadrant1" presStyleLbl="node1" presStyleIdx="0" presStyleCnt="4" custScaleX="86065" custScaleY="82684" custLinFactNeighborX="0" custLinFactNeighborY="6773">
        <dgm:presLayoutVars>
          <dgm:chMax val="1"/>
          <dgm:bulletEnabled val="1"/>
        </dgm:presLayoutVars>
      </dgm:prSet>
      <dgm:spPr/>
      <dgm:t>
        <a:bodyPr/>
        <a:lstStyle/>
        <a:p>
          <a:endParaRPr lang="zh-TW" altLang="en-US"/>
        </a:p>
      </dgm:t>
    </dgm:pt>
    <dgm:pt modelId="{E7BA8E9C-F5FE-4BAE-9179-1AACCCB23573}" type="pres">
      <dgm:prSet presAssocID="{AA967BF1-B197-4AE1-99A9-682B8D7B60E1}" presName="quadrant2" presStyleLbl="node1" presStyleIdx="1" presStyleCnt="4" custScaleX="94101" custScaleY="86061" custLinFactNeighborX="-10354" custLinFactNeighborY="7664">
        <dgm:presLayoutVars>
          <dgm:chMax val="1"/>
          <dgm:bulletEnabled val="1"/>
        </dgm:presLayoutVars>
      </dgm:prSet>
      <dgm:spPr/>
      <dgm:t>
        <a:bodyPr/>
        <a:lstStyle/>
        <a:p>
          <a:endParaRPr lang="zh-TW" altLang="en-US"/>
        </a:p>
      </dgm:t>
    </dgm:pt>
    <dgm:pt modelId="{C4B02662-83CF-496A-94E2-EBE60C038053}" type="pres">
      <dgm:prSet presAssocID="{AA967BF1-B197-4AE1-99A9-682B8D7B60E1}" presName="quadrant3" presStyleLbl="node1" presStyleIdx="2" presStyleCnt="4" custScaleX="91814" custScaleY="88894" custLinFactNeighborX="-11159" custLinFactNeighborY="-5601">
        <dgm:presLayoutVars>
          <dgm:chMax val="1"/>
          <dgm:bulletEnabled val="1"/>
        </dgm:presLayoutVars>
      </dgm:prSet>
      <dgm:spPr/>
      <dgm:t>
        <a:bodyPr/>
        <a:lstStyle/>
        <a:p>
          <a:endParaRPr lang="zh-TW" altLang="en-US"/>
        </a:p>
      </dgm:t>
    </dgm:pt>
    <dgm:pt modelId="{8B2B076F-D03C-42D9-A2AC-1E5710BC7774}" type="pres">
      <dgm:prSet presAssocID="{AA967BF1-B197-4AE1-99A9-682B8D7B60E1}" presName="quadrant4" presStyleLbl="node1" presStyleIdx="3" presStyleCnt="4" custScaleX="109489" custScaleY="105676" custLinFactNeighborX="-13785" custLinFactNeighborY="3322">
        <dgm:presLayoutVars>
          <dgm:chMax val="1"/>
          <dgm:bulletEnabled val="1"/>
        </dgm:presLayoutVars>
      </dgm:prSet>
      <dgm:spPr/>
      <dgm:t>
        <a:bodyPr/>
        <a:lstStyle/>
        <a:p>
          <a:endParaRPr lang="zh-TW" altLang="en-US"/>
        </a:p>
      </dgm:t>
    </dgm:pt>
    <dgm:pt modelId="{B37D66CA-2D55-40F0-A37E-B5D6BC0CAA89}" type="pres">
      <dgm:prSet presAssocID="{AA967BF1-B197-4AE1-99A9-682B8D7B60E1}" presName="quadrantPlaceholder" presStyleCnt="0"/>
      <dgm:spPr/>
    </dgm:pt>
    <dgm:pt modelId="{BA31E12E-A760-47E5-977F-B13C40D89588}" type="pres">
      <dgm:prSet presAssocID="{AA967BF1-B197-4AE1-99A9-682B8D7B60E1}" presName="center1" presStyleLbl="fgShp" presStyleIdx="0" presStyleCnt="2" custLinFactNeighborX="-14749" custLinFactNeighborY="5259"/>
      <dgm:spPr/>
    </dgm:pt>
    <dgm:pt modelId="{2A1A1FDB-FC6E-47EF-932D-B561BD069F5F}" type="pres">
      <dgm:prSet presAssocID="{AA967BF1-B197-4AE1-99A9-682B8D7B60E1}" presName="center2" presStyleLbl="fgShp" presStyleIdx="1" presStyleCnt="2" custLinFactNeighborX="-14749" custLinFactNeighborY="-3392"/>
      <dgm:spPr/>
    </dgm:pt>
  </dgm:ptLst>
  <dgm:cxnLst>
    <dgm:cxn modelId="{E1EA9939-EBC9-4460-B773-F4A6EF2E700C}" srcId="{AA967BF1-B197-4AE1-99A9-682B8D7B60E1}" destId="{999D14D4-05A1-47E9-BE02-AC2D76DAAA88}" srcOrd="2" destOrd="0" parTransId="{79042BDA-A998-4FF0-A0D2-AA4A98D35DAF}" sibTransId="{88B2C8DF-AD06-42F2-BAAC-C324A7473202}"/>
    <dgm:cxn modelId="{C521A109-98D8-4B71-A519-98BDDD94BE5A}" type="presOf" srcId="{0DC836EA-70BF-4F4F-9B06-A9C2B14F8188}" destId="{537F1049-BA40-44DC-8830-E92184A7681F}" srcOrd="0" destOrd="0" presId="urn:microsoft.com/office/officeart/2005/8/layout/cycle4"/>
    <dgm:cxn modelId="{1FE04A45-ACD5-47EE-8476-B2C9ACE5EF80}" srcId="{AA967BF1-B197-4AE1-99A9-682B8D7B60E1}" destId="{C39F2E08-F3E6-46C7-AD0C-0A21DA7E876B}" srcOrd="3" destOrd="0" parTransId="{EF606A40-659B-4966-8F3D-207B863B22FE}" sibTransId="{6068A3FA-38EF-4BE1-AD5E-76ACF04BF0C7}"/>
    <dgm:cxn modelId="{F7473ED3-A732-404E-8A8C-15619C2152EB}" type="presOf" srcId="{8B24E9AD-0D5F-4111-9CEE-280C7B701AF6}" destId="{E7BA8E9C-F5FE-4BAE-9179-1AACCCB23573}" srcOrd="0" destOrd="0" presId="urn:microsoft.com/office/officeart/2005/8/layout/cycle4"/>
    <dgm:cxn modelId="{0D4138C8-9FF4-4A3A-B4A6-D1A170737312}" srcId="{AA967BF1-B197-4AE1-99A9-682B8D7B60E1}" destId="{8B24E9AD-0D5F-4111-9CEE-280C7B701AF6}" srcOrd="1" destOrd="0" parTransId="{E4BA34EB-1A46-474F-8105-CC70C6411532}" sibTransId="{5FE8D9EB-D543-4294-AF97-04B419EF518F}"/>
    <dgm:cxn modelId="{64F5BF6C-3241-4BDE-AD5A-56F96A2DE5B1}" type="presOf" srcId="{AA967BF1-B197-4AE1-99A9-682B8D7B60E1}" destId="{4757621B-4B8D-4E3A-B159-38039E5736AD}" srcOrd="0" destOrd="0" presId="urn:microsoft.com/office/officeart/2005/8/layout/cycle4"/>
    <dgm:cxn modelId="{33D59872-85C4-4722-8414-EA0AFC6B851F}" type="presOf" srcId="{C39F2E08-F3E6-46C7-AD0C-0A21DA7E876B}" destId="{8B2B076F-D03C-42D9-A2AC-1E5710BC7774}" srcOrd="0" destOrd="0" presId="urn:microsoft.com/office/officeart/2005/8/layout/cycle4"/>
    <dgm:cxn modelId="{2ABDA1C9-852D-4F0C-9A22-EE905754CB30}" type="presOf" srcId="{999D14D4-05A1-47E9-BE02-AC2D76DAAA88}" destId="{C4B02662-83CF-496A-94E2-EBE60C038053}" srcOrd="0" destOrd="0" presId="urn:microsoft.com/office/officeart/2005/8/layout/cycle4"/>
    <dgm:cxn modelId="{58B848EF-F7F8-4ABE-88C7-F4CCA9318517}" srcId="{AA967BF1-B197-4AE1-99A9-682B8D7B60E1}" destId="{0DC836EA-70BF-4F4F-9B06-A9C2B14F8188}" srcOrd="0" destOrd="0" parTransId="{6C8E60B3-F4DF-45D4-9909-9A8C3ED1AF7B}" sibTransId="{94E02F7F-C551-457B-A6EA-868AE55E86A1}"/>
    <dgm:cxn modelId="{A373DA45-5CFC-4E53-8BF4-52F2A19501E3}" type="presParOf" srcId="{4757621B-4B8D-4E3A-B159-38039E5736AD}" destId="{3170CA92-A55D-4426-B45B-6770E28FB593}" srcOrd="0" destOrd="0" presId="urn:microsoft.com/office/officeart/2005/8/layout/cycle4"/>
    <dgm:cxn modelId="{5FF58699-D571-4160-A410-50F05103D024}" type="presParOf" srcId="{3170CA92-A55D-4426-B45B-6770E28FB593}" destId="{3E721249-5FD5-4D4D-B451-878911D9D0F1}" srcOrd="0" destOrd="0" presId="urn:microsoft.com/office/officeart/2005/8/layout/cycle4"/>
    <dgm:cxn modelId="{3242AEDC-4F4F-496A-85C8-6EEB252A574C}" type="presParOf" srcId="{4757621B-4B8D-4E3A-B159-38039E5736AD}" destId="{8112D057-26AC-43E8-89AF-581E417BB3B7}" srcOrd="1" destOrd="0" presId="urn:microsoft.com/office/officeart/2005/8/layout/cycle4"/>
    <dgm:cxn modelId="{1EFBAB07-4044-45D4-8CE7-B4709A4DAB3D}" type="presParOf" srcId="{8112D057-26AC-43E8-89AF-581E417BB3B7}" destId="{537F1049-BA40-44DC-8830-E92184A7681F}" srcOrd="0" destOrd="0" presId="urn:microsoft.com/office/officeart/2005/8/layout/cycle4"/>
    <dgm:cxn modelId="{6E3AA36C-362D-46BD-9DC2-B8A7D97140E3}" type="presParOf" srcId="{8112D057-26AC-43E8-89AF-581E417BB3B7}" destId="{E7BA8E9C-F5FE-4BAE-9179-1AACCCB23573}" srcOrd="1" destOrd="0" presId="urn:microsoft.com/office/officeart/2005/8/layout/cycle4"/>
    <dgm:cxn modelId="{CC5374F3-5111-4275-A74E-61923D22069B}" type="presParOf" srcId="{8112D057-26AC-43E8-89AF-581E417BB3B7}" destId="{C4B02662-83CF-496A-94E2-EBE60C038053}" srcOrd="2" destOrd="0" presId="urn:microsoft.com/office/officeart/2005/8/layout/cycle4"/>
    <dgm:cxn modelId="{CEBB1246-2EEB-4680-9482-FFFEF77D8E4C}" type="presParOf" srcId="{8112D057-26AC-43E8-89AF-581E417BB3B7}" destId="{8B2B076F-D03C-42D9-A2AC-1E5710BC7774}" srcOrd="3" destOrd="0" presId="urn:microsoft.com/office/officeart/2005/8/layout/cycle4"/>
    <dgm:cxn modelId="{DCC0B401-7FEC-4520-87C1-4A122C591306}" type="presParOf" srcId="{8112D057-26AC-43E8-89AF-581E417BB3B7}" destId="{B37D66CA-2D55-40F0-A37E-B5D6BC0CAA89}" srcOrd="4" destOrd="0" presId="urn:microsoft.com/office/officeart/2005/8/layout/cycle4"/>
    <dgm:cxn modelId="{73FA6080-0896-4CB5-8A9F-E61BD42C484E}" type="presParOf" srcId="{4757621B-4B8D-4E3A-B159-38039E5736AD}" destId="{BA31E12E-A760-47E5-977F-B13C40D89588}" srcOrd="2" destOrd="0" presId="urn:microsoft.com/office/officeart/2005/8/layout/cycle4"/>
    <dgm:cxn modelId="{D41D3A56-11CC-44A2-AF47-7D51955FEED9}" type="presParOf" srcId="{4757621B-4B8D-4E3A-B159-38039E5736AD}" destId="{2A1A1FDB-FC6E-47EF-932D-B561BD069F5F}"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967BF1-B197-4AE1-99A9-682B8D7B60E1}" type="doc">
      <dgm:prSet loTypeId="urn:microsoft.com/office/officeart/2005/8/layout/cycle4" loCatId="matrix" qsTypeId="urn:microsoft.com/office/officeart/2005/8/quickstyle/simple2" qsCatId="simple" csTypeId="urn:microsoft.com/office/officeart/2005/8/colors/colorful5" csCatId="colorful" phldr="1"/>
      <dgm:spPr/>
      <dgm:t>
        <a:bodyPr/>
        <a:lstStyle/>
        <a:p>
          <a:endParaRPr lang="zh-TW" altLang="en-US"/>
        </a:p>
      </dgm:t>
    </dgm:pt>
    <dgm:pt modelId="{0DC836EA-70BF-4F4F-9B06-A9C2B14F8188}">
      <dgm:prSet phldrT="[文字]"/>
      <dgm:spPr>
        <a:solidFill>
          <a:schemeClr val="accent2">
            <a:lumMod val="75000"/>
          </a:schemeClr>
        </a:solidFill>
      </dgm:spPr>
      <dgm:t>
        <a:bodyPr/>
        <a:lstStyle/>
        <a:p>
          <a:r>
            <a:rPr lang="zh-TW" b="0" dirty="0" smtClean="0"/>
            <a:t>強化國軍戰力</a:t>
          </a:r>
          <a:r>
            <a:rPr lang="zh-TW" altLang="en-US" b="0" dirty="0" smtClean="0"/>
            <a:t>整備</a:t>
          </a:r>
          <a:endParaRPr lang="zh-TW" altLang="en-US" b="0" dirty="0"/>
        </a:p>
      </dgm:t>
    </dgm:pt>
    <dgm:pt modelId="{6C8E60B3-F4DF-45D4-9909-9A8C3ED1AF7B}" type="parTrans" cxnId="{58B848EF-F7F8-4ABE-88C7-F4CCA9318517}">
      <dgm:prSet/>
      <dgm:spPr/>
      <dgm:t>
        <a:bodyPr/>
        <a:lstStyle/>
        <a:p>
          <a:endParaRPr lang="zh-TW" altLang="en-US"/>
        </a:p>
      </dgm:t>
    </dgm:pt>
    <dgm:pt modelId="{94E02F7F-C551-457B-A6EA-868AE55E86A1}" type="sibTrans" cxnId="{58B848EF-F7F8-4ABE-88C7-F4CCA9318517}">
      <dgm:prSet/>
      <dgm:spPr/>
      <dgm:t>
        <a:bodyPr/>
        <a:lstStyle/>
        <a:p>
          <a:endParaRPr lang="zh-TW" altLang="en-US"/>
        </a:p>
      </dgm:t>
    </dgm:pt>
    <dgm:pt modelId="{8B24E9AD-0D5F-4111-9CEE-280C7B701AF6}">
      <dgm:prSet phldrT="[文字]"/>
      <dgm:spPr/>
      <dgm:t>
        <a:bodyPr/>
        <a:lstStyle/>
        <a:p>
          <a:r>
            <a:rPr lang="zh-TW" b="0" dirty="0" smtClean="0"/>
            <a:t>提升財務運用效能</a:t>
          </a:r>
          <a:endParaRPr lang="zh-TW" altLang="en-US" b="0" dirty="0"/>
        </a:p>
      </dgm:t>
    </dgm:pt>
    <dgm:pt modelId="{E4BA34EB-1A46-474F-8105-CC70C6411532}" type="parTrans" cxnId="{0D4138C8-9FF4-4A3A-B4A6-D1A170737312}">
      <dgm:prSet/>
      <dgm:spPr/>
      <dgm:t>
        <a:bodyPr/>
        <a:lstStyle/>
        <a:p>
          <a:endParaRPr lang="zh-TW" altLang="en-US"/>
        </a:p>
      </dgm:t>
    </dgm:pt>
    <dgm:pt modelId="{5FE8D9EB-D543-4294-AF97-04B419EF518F}" type="sibTrans" cxnId="{0D4138C8-9FF4-4A3A-B4A6-D1A170737312}">
      <dgm:prSet/>
      <dgm:spPr/>
      <dgm:t>
        <a:bodyPr/>
        <a:lstStyle/>
        <a:p>
          <a:endParaRPr lang="zh-TW" altLang="en-US"/>
        </a:p>
      </dgm:t>
    </dgm:pt>
    <dgm:pt modelId="{999D14D4-05A1-47E9-BE02-AC2D76DAAA88}">
      <dgm:prSet phldrT="[文字]" custT="1"/>
      <dgm:spPr/>
      <dgm:t>
        <a:bodyPr/>
        <a:lstStyle/>
        <a:p>
          <a:r>
            <a:rPr lang="zh-TW" altLang="en-US" sz="2000" b="1" dirty="0" smtClean="0"/>
            <a:t>提升透明完備規章</a:t>
          </a:r>
          <a:endParaRPr lang="zh-TW" altLang="en-US" sz="2000" b="1" dirty="0"/>
        </a:p>
      </dgm:t>
    </dgm:pt>
    <dgm:pt modelId="{79042BDA-A998-4FF0-A0D2-AA4A98D35DAF}" type="parTrans" cxnId="{E1EA9939-EBC9-4460-B773-F4A6EF2E700C}">
      <dgm:prSet/>
      <dgm:spPr/>
      <dgm:t>
        <a:bodyPr/>
        <a:lstStyle/>
        <a:p>
          <a:endParaRPr lang="zh-TW" altLang="en-US"/>
        </a:p>
      </dgm:t>
    </dgm:pt>
    <dgm:pt modelId="{88B2C8DF-AD06-42F2-BAAC-C324A7473202}" type="sibTrans" cxnId="{E1EA9939-EBC9-4460-B773-F4A6EF2E700C}">
      <dgm:prSet/>
      <dgm:spPr/>
      <dgm:t>
        <a:bodyPr/>
        <a:lstStyle/>
        <a:p>
          <a:endParaRPr lang="zh-TW" altLang="en-US"/>
        </a:p>
      </dgm:t>
    </dgm:pt>
    <dgm:pt modelId="{C39F2E08-F3E6-46C7-AD0C-0A21DA7E876B}">
      <dgm:prSet phldrT="[文字]"/>
      <dgm:spPr>
        <a:solidFill>
          <a:schemeClr val="accent1">
            <a:lumMod val="75000"/>
          </a:schemeClr>
        </a:solidFill>
      </dgm:spPr>
      <dgm:t>
        <a:bodyPr/>
        <a:lstStyle/>
        <a:p>
          <a:r>
            <a:rPr lang="zh-TW" b="0" dirty="0" smtClean="0"/>
            <a:t>強化管</a:t>
          </a:r>
          <a:endParaRPr lang="en-US" altLang="zh-TW" b="0" dirty="0" smtClean="0"/>
        </a:p>
        <a:p>
          <a:r>
            <a:rPr lang="zh-TW" b="0" dirty="0" smtClean="0"/>
            <a:t>理機制</a:t>
          </a:r>
          <a:endParaRPr lang="zh-TW" altLang="en-US" b="0" dirty="0"/>
        </a:p>
      </dgm:t>
    </dgm:pt>
    <dgm:pt modelId="{EF606A40-659B-4966-8F3D-207B863B22FE}" type="parTrans" cxnId="{1FE04A45-ACD5-47EE-8476-B2C9ACE5EF80}">
      <dgm:prSet/>
      <dgm:spPr/>
      <dgm:t>
        <a:bodyPr/>
        <a:lstStyle/>
        <a:p>
          <a:endParaRPr lang="zh-TW" altLang="en-US"/>
        </a:p>
      </dgm:t>
    </dgm:pt>
    <dgm:pt modelId="{6068A3FA-38EF-4BE1-AD5E-76ACF04BF0C7}" type="sibTrans" cxnId="{1FE04A45-ACD5-47EE-8476-B2C9ACE5EF80}">
      <dgm:prSet/>
      <dgm:spPr/>
      <dgm:t>
        <a:bodyPr/>
        <a:lstStyle/>
        <a:p>
          <a:endParaRPr lang="zh-TW" altLang="en-US"/>
        </a:p>
      </dgm:t>
    </dgm:pt>
    <dgm:pt modelId="{4757621B-4B8D-4E3A-B159-38039E5736AD}" type="pres">
      <dgm:prSet presAssocID="{AA967BF1-B197-4AE1-99A9-682B8D7B60E1}" presName="cycleMatrixDiagram" presStyleCnt="0">
        <dgm:presLayoutVars>
          <dgm:chMax val="1"/>
          <dgm:dir/>
          <dgm:animLvl val="lvl"/>
          <dgm:resizeHandles val="exact"/>
        </dgm:presLayoutVars>
      </dgm:prSet>
      <dgm:spPr/>
      <dgm:t>
        <a:bodyPr/>
        <a:lstStyle/>
        <a:p>
          <a:endParaRPr lang="zh-TW" altLang="en-US"/>
        </a:p>
      </dgm:t>
    </dgm:pt>
    <dgm:pt modelId="{3170CA92-A55D-4426-B45B-6770E28FB593}" type="pres">
      <dgm:prSet presAssocID="{AA967BF1-B197-4AE1-99A9-682B8D7B60E1}" presName="children" presStyleCnt="0"/>
      <dgm:spPr/>
    </dgm:pt>
    <dgm:pt modelId="{3E721249-5FD5-4D4D-B451-878911D9D0F1}" type="pres">
      <dgm:prSet presAssocID="{AA967BF1-B197-4AE1-99A9-682B8D7B60E1}" presName="childPlaceholder" presStyleCnt="0"/>
      <dgm:spPr/>
    </dgm:pt>
    <dgm:pt modelId="{8112D057-26AC-43E8-89AF-581E417BB3B7}" type="pres">
      <dgm:prSet presAssocID="{AA967BF1-B197-4AE1-99A9-682B8D7B60E1}" presName="circle" presStyleCnt="0"/>
      <dgm:spPr/>
    </dgm:pt>
    <dgm:pt modelId="{537F1049-BA40-44DC-8830-E92184A7681F}" type="pres">
      <dgm:prSet presAssocID="{AA967BF1-B197-4AE1-99A9-682B8D7B60E1}" presName="quadrant1" presStyleLbl="node1" presStyleIdx="0" presStyleCnt="4" custScaleX="86065" custScaleY="82684" custLinFactNeighborX="1019" custLinFactNeighborY="7589">
        <dgm:presLayoutVars>
          <dgm:chMax val="1"/>
          <dgm:bulletEnabled val="1"/>
        </dgm:presLayoutVars>
      </dgm:prSet>
      <dgm:spPr/>
      <dgm:t>
        <a:bodyPr/>
        <a:lstStyle/>
        <a:p>
          <a:endParaRPr lang="zh-TW" altLang="en-US"/>
        </a:p>
      </dgm:t>
    </dgm:pt>
    <dgm:pt modelId="{E7BA8E9C-F5FE-4BAE-9179-1AACCCB23573}" type="pres">
      <dgm:prSet presAssocID="{AA967BF1-B197-4AE1-99A9-682B8D7B60E1}" presName="quadrant2" presStyleLbl="node1" presStyleIdx="1" presStyleCnt="4" custScaleX="94101" custScaleY="86061" custLinFactNeighborX="-10354" custLinFactNeighborY="7664">
        <dgm:presLayoutVars>
          <dgm:chMax val="1"/>
          <dgm:bulletEnabled val="1"/>
        </dgm:presLayoutVars>
      </dgm:prSet>
      <dgm:spPr/>
      <dgm:t>
        <a:bodyPr/>
        <a:lstStyle/>
        <a:p>
          <a:endParaRPr lang="zh-TW" altLang="en-US"/>
        </a:p>
      </dgm:t>
    </dgm:pt>
    <dgm:pt modelId="{C4B02662-83CF-496A-94E2-EBE60C038053}" type="pres">
      <dgm:prSet presAssocID="{AA967BF1-B197-4AE1-99A9-682B8D7B60E1}" presName="quadrant3" presStyleLbl="node1" presStyleIdx="2" presStyleCnt="4" custLinFactNeighborX="-5878" custLinFactNeighborY="1528">
        <dgm:presLayoutVars>
          <dgm:chMax val="1"/>
          <dgm:bulletEnabled val="1"/>
        </dgm:presLayoutVars>
      </dgm:prSet>
      <dgm:spPr/>
      <dgm:t>
        <a:bodyPr/>
        <a:lstStyle/>
        <a:p>
          <a:endParaRPr lang="zh-TW" altLang="en-US"/>
        </a:p>
      </dgm:t>
    </dgm:pt>
    <dgm:pt modelId="{8B2B076F-D03C-42D9-A2AC-1E5710BC7774}" type="pres">
      <dgm:prSet presAssocID="{AA967BF1-B197-4AE1-99A9-682B8D7B60E1}" presName="quadrant4" presStyleLbl="node1" presStyleIdx="3" presStyleCnt="4" custScaleX="86064" custScaleY="85839" custLinFactNeighborX="509" custLinFactNeighborY="-5458">
        <dgm:presLayoutVars>
          <dgm:chMax val="1"/>
          <dgm:bulletEnabled val="1"/>
        </dgm:presLayoutVars>
      </dgm:prSet>
      <dgm:spPr/>
      <dgm:t>
        <a:bodyPr/>
        <a:lstStyle/>
        <a:p>
          <a:endParaRPr lang="zh-TW" altLang="en-US"/>
        </a:p>
      </dgm:t>
    </dgm:pt>
    <dgm:pt modelId="{B37D66CA-2D55-40F0-A37E-B5D6BC0CAA89}" type="pres">
      <dgm:prSet presAssocID="{AA967BF1-B197-4AE1-99A9-682B8D7B60E1}" presName="quadrantPlaceholder" presStyleCnt="0"/>
      <dgm:spPr/>
    </dgm:pt>
    <dgm:pt modelId="{BA31E12E-A760-47E5-977F-B13C40D89588}" type="pres">
      <dgm:prSet presAssocID="{AA967BF1-B197-4AE1-99A9-682B8D7B60E1}" presName="center1" presStyleLbl="fgShp" presStyleIdx="0" presStyleCnt="2"/>
      <dgm:spPr/>
    </dgm:pt>
    <dgm:pt modelId="{2A1A1FDB-FC6E-47EF-932D-B561BD069F5F}" type="pres">
      <dgm:prSet presAssocID="{AA967BF1-B197-4AE1-99A9-682B8D7B60E1}" presName="center2" presStyleLbl="fgShp" presStyleIdx="1" presStyleCnt="2"/>
      <dgm:spPr/>
    </dgm:pt>
  </dgm:ptLst>
  <dgm:cxnLst>
    <dgm:cxn modelId="{E1EA9939-EBC9-4460-B773-F4A6EF2E700C}" srcId="{AA967BF1-B197-4AE1-99A9-682B8D7B60E1}" destId="{999D14D4-05A1-47E9-BE02-AC2D76DAAA88}" srcOrd="2" destOrd="0" parTransId="{79042BDA-A998-4FF0-A0D2-AA4A98D35DAF}" sibTransId="{88B2C8DF-AD06-42F2-BAAC-C324A7473202}"/>
    <dgm:cxn modelId="{C521A109-98D8-4B71-A519-98BDDD94BE5A}" type="presOf" srcId="{0DC836EA-70BF-4F4F-9B06-A9C2B14F8188}" destId="{537F1049-BA40-44DC-8830-E92184A7681F}" srcOrd="0" destOrd="0" presId="urn:microsoft.com/office/officeart/2005/8/layout/cycle4"/>
    <dgm:cxn modelId="{1FE04A45-ACD5-47EE-8476-B2C9ACE5EF80}" srcId="{AA967BF1-B197-4AE1-99A9-682B8D7B60E1}" destId="{C39F2E08-F3E6-46C7-AD0C-0A21DA7E876B}" srcOrd="3" destOrd="0" parTransId="{EF606A40-659B-4966-8F3D-207B863B22FE}" sibTransId="{6068A3FA-38EF-4BE1-AD5E-76ACF04BF0C7}"/>
    <dgm:cxn modelId="{F7473ED3-A732-404E-8A8C-15619C2152EB}" type="presOf" srcId="{8B24E9AD-0D5F-4111-9CEE-280C7B701AF6}" destId="{E7BA8E9C-F5FE-4BAE-9179-1AACCCB23573}" srcOrd="0" destOrd="0" presId="urn:microsoft.com/office/officeart/2005/8/layout/cycle4"/>
    <dgm:cxn modelId="{0D4138C8-9FF4-4A3A-B4A6-D1A170737312}" srcId="{AA967BF1-B197-4AE1-99A9-682B8D7B60E1}" destId="{8B24E9AD-0D5F-4111-9CEE-280C7B701AF6}" srcOrd="1" destOrd="0" parTransId="{E4BA34EB-1A46-474F-8105-CC70C6411532}" sibTransId="{5FE8D9EB-D543-4294-AF97-04B419EF518F}"/>
    <dgm:cxn modelId="{64F5BF6C-3241-4BDE-AD5A-56F96A2DE5B1}" type="presOf" srcId="{AA967BF1-B197-4AE1-99A9-682B8D7B60E1}" destId="{4757621B-4B8D-4E3A-B159-38039E5736AD}" srcOrd="0" destOrd="0" presId="urn:microsoft.com/office/officeart/2005/8/layout/cycle4"/>
    <dgm:cxn modelId="{33D59872-85C4-4722-8414-EA0AFC6B851F}" type="presOf" srcId="{C39F2E08-F3E6-46C7-AD0C-0A21DA7E876B}" destId="{8B2B076F-D03C-42D9-A2AC-1E5710BC7774}" srcOrd="0" destOrd="0" presId="urn:microsoft.com/office/officeart/2005/8/layout/cycle4"/>
    <dgm:cxn modelId="{2ABDA1C9-852D-4F0C-9A22-EE905754CB30}" type="presOf" srcId="{999D14D4-05A1-47E9-BE02-AC2D76DAAA88}" destId="{C4B02662-83CF-496A-94E2-EBE60C038053}" srcOrd="0" destOrd="0" presId="urn:microsoft.com/office/officeart/2005/8/layout/cycle4"/>
    <dgm:cxn modelId="{58B848EF-F7F8-4ABE-88C7-F4CCA9318517}" srcId="{AA967BF1-B197-4AE1-99A9-682B8D7B60E1}" destId="{0DC836EA-70BF-4F4F-9B06-A9C2B14F8188}" srcOrd="0" destOrd="0" parTransId="{6C8E60B3-F4DF-45D4-9909-9A8C3ED1AF7B}" sibTransId="{94E02F7F-C551-457B-A6EA-868AE55E86A1}"/>
    <dgm:cxn modelId="{A373DA45-5CFC-4E53-8BF4-52F2A19501E3}" type="presParOf" srcId="{4757621B-4B8D-4E3A-B159-38039E5736AD}" destId="{3170CA92-A55D-4426-B45B-6770E28FB593}" srcOrd="0" destOrd="0" presId="urn:microsoft.com/office/officeart/2005/8/layout/cycle4"/>
    <dgm:cxn modelId="{5FF58699-D571-4160-A410-50F05103D024}" type="presParOf" srcId="{3170CA92-A55D-4426-B45B-6770E28FB593}" destId="{3E721249-5FD5-4D4D-B451-878911D9D0F1}" srcOrd="0" destOrd="0" presId="urn:microsoft.com/office/officeart/2005/8/layout/cycle4"/>
    <dgm:cxn modelId="{3242AEDC-4F4F-496A-85C8-6EEB252A574C}" type="presParOf" srcId="{4757621B-4B8D-4E3A-B159-38039E5736AD}" destId="{8112D057-26AC-43E8-89AF-581E417BB3B7}" srcOrd="1" destOrd="0" presId="urn:microsoft.com/office/officeart/2005/8/layout/cycle4"/>
    <dgm:cxn modelId="{1EFBAB07-4044-45D4-8CE7-B4709A4DAB3D}" type="presParOf" srcId="{8112D057-26AC-43E8-89AF-581E417BB3B7}" destId="{537F1049-BA40-44DC-8830-E92184A7681F}" srcOrd="0" destOrd="0" presId="urn:microsoft.com/office/officeart/2005/8/layout/cycle4"/>
    <dgm:cxn modelId="{6E3AA36C-362D-46BD-9DC2-B8A7D97140E3}" type="presParOf" srcId="{8112D057-26AC-43E8-89AF-581E417BB3B7}" destId="{E7BA8E9C-F5FE-4BAE-9179-1AACCCB23573}" srcOrd="1" destOrd="0" presId="urn:microsoft.com/office/officeart/2005/8/layout/cycle4"/>
    <dgm:cxn modelId="{CC5374F3-5111-4275-A74E-61923D22069B}" type="presParOf" srcId="{8112D057-26AC-43E8-89AF-581E417BB3B7}" destId="{C4B02662-83CF-496A-94E2-EBE60C038053}" srcOrd="2" destOrd="0" presId="urn:microsoft.com/office/officeart/2005/8/layout/cycle4"/>
    <dgm:cxn modelId="{CEBB1246-2EEB-4680-9482-FFFEF77D8E4C}" type="presParOf" srcId="{8112D057-26AC-43E8-89AF-581E417BB3B7}" destId="{8B2B076F-D03C-42D9-A2AC-1E5710BC7774}" srcOrd="3" destOrd="0" presId="urn:microsoft.com/office/officeart/2005/8/layout/cycle4"/>
    <dgm:cxn modelId="{DCC0B401-7FEC-4520-87C1-4A122C591306}" type="presParOf" srcId="{8112D057-26AC-43E8-89AF-581E417BB3B7}" destId="{B37D66CA-2D55-40F0-A37E-B5D6BC0CAA89}" srcOrd="4" destOrd="0" presId="urn:microsoft.com/office/officeart/2005/8/layout/cycle4"/>
    <dgm:cxn modelId="{73FA6080-0896-4CB5-8A9F-E61BD42C484E}" type="presParOf" srcId="{4757621B-4B8D-4E3A-B159-38039E5736AD}" destId="{BA31E12E-A760-47E5-977F-B13C40D89588}" srcOrd="2" destOrd="0" presId="urn:microsoft.com/office/officeart/2005/8/layout/cycle4"/>
    <dgm:cxn modelId="{D41D3A56-11CC-44A2-AF47-7D51955FEED9}" type="presParOf" srcId="{4757621B-4B8D-4E3A-B159-38039E5736AD}" destId="{2A1A1FDB-FC6E-47EF-932D-B561BD069F5F}"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F1049-BA40-44DC-8830-E92184A7681F}">
      <dsp:nvSpPr>
        <dsp:cNvPr id="0" name=""/>
        <dsp:cNvSpPr/>
      </dsp:nvSpPr>
      <dsp:spPr>
        <a:xfrm>
          <a:off x="540404" y="423822"/>
          <a:ext cx="2080028" cy="2007869"/>
        </a:xfrm>
        <a:prstGeom prst="pieWedg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TW" altLang="en-US" sz="2000" b="1" kern="1200" dirty="0" smtClean="0"/>
            <a:t>強化國軍戰力整備</a:t>
          </a:r>
          <a:endParaRPr lang="zh-TW" altLang="en-US" sz="2000" b="1" kern="1200" dirty="0"/>
        </a:p>
      </dsp:txBody>
      <dsp:txXfrm>
        <a:off x="1149630" y="1011913"/>
        <a:ext cx="1470802" cy="1419778"/>
      </dsp:txXfrm>
    </dsp:sp>
    <dsp:sp modelId="{E7BA8E9C-F5FE-4BAE-9179-1AACCCB23573}">
      <dsp:nvSpPr>
        <dsp:cNvPr id="0" name=""/>
        <dsp:cNvSpPr/>
      </dsp:nvSpPr>
      <dsp:spPr>
        <a:xfrm rot="5400000">
          <a:off x="2847564" y="681549"/>
          <a:ext cx="1764122" cy="1736181"/>
        </a:xfrm>
        <a:prstGeom prst="pieWedge">
          <a:avLst/>
        </a:prstGeom>
        <a:solidFill>
          <a:schemeClr val="accent5">
            <a:hueOff val="-2451115"/>
            <a:satOff val="-3409"/>
            <a:lumOff val="-130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提升財務運用效能</a:t>
          </a:r>
          <a:endParaRPr lang="zh-TW" altLang="en-US" sz="1800" b="0" kern="1200" dirty="0"/>
        </a:p>
      </dsp:txBody>
      <dsp:txXfrm rot="-5400000">
        <a:off x="2861535" y="1184278"/>
        <a:ext cx="1227665" cy="1247423"/>
      </dsp:txXfrm>
    </dsp:sp>
    <dsp:sp modelId="{C4B02662-83CF-496A-94E2-EBE60C038053}">
      <dsp:nvSpPr>
        <dsp:cNvPr id="0" name=""/>
        <dsp:cNvSpPr/>
      </dsp:nvSpPr>
      <dsp:spPr>
        <a:xfrm rot="10800000">
          <a:off x="2839790" y="2543313"/>
          <a:ext cx="1747863" cy="1714378"/>
        </a:xfrm>
        <a:prstGeom prst="pieWedge">
          <a:avLst/>
        </a:prstGeom>
        <a:solidFill>
          <a:schemeClr val="accent5">
            <a:hueOff val="-4902230"/>
            <a:satOff val="-6819"/>
            <a:lumOff val="-261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b="0" kern="1200" dirty="0" smtClean="0"/>
            <a:t>提升透明完備規章</a:t>
          </a:r>
          <a:endParaRPr lang="zh-TW" altLang="en-US" sz="1800" b="0" kern="1200" dirty="0"/>
        </a:p>
      </dsp:txBody>
      <dsp:txXfrm rot="10800000">
        <a:off x="2839790" y="2543313"/>
        <a:ext cx="1235926" cy="1212248"/>
      </dsp:txXfrm>
    </dsp:sp>
    <dsp:sp modelId="{8B2B076F-D03C-42D9-A2AC-1E5710BC7774}">
      <dsp:nvSpPr>
        <dsp:cNvPr id="0" name=""/>
        <dsp:cNvSpPr/>
      </dsp:nvSpPr>
      <dsp:spPr>
        <a:xfrm rot="16200000">
          <a:off x="908363" y="2546539"/>
          <a:ext cx="1744232" cy="1723671"/>
        </a:xfrm>
        <a:prstGeom prst="pieWedge">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TW" sz="2000" b="0" kern="1200" dirty="0" smtClean="0"/>
            <a:t>強化管</a:t>
          </a:r>
          <a:endParaRPr lang="en-US" altLang="zh-TW" sz="2000" b="0" kern="1200" dirty="0" smtClean="0"/>
        </a:p>
        <a:p>
          <a:pPr lvl="0" algn="ctr" defTabSz="889000">
            <a:lnSpc>
              <a:spcPct val="90000"/>
            </a:lnSpc>
            <a:spcBef>
              <a:spcPct val="0"/>
            </a:spcBef>
            <a:spcAft>
              <a:spcPct val="35000"/>
            </a:spcAft>
          </a:pPr>
          <a:r>
            <a:rPr lang="zh-TW" sz="2000" b="0" kern="1200" dirty="0" smtClean="0"/>
            <a:t>理機制</a:t>
          </a:r>
          <a:endParaRPr lang="zh-TW" altLang="en-US" sz="2000" b="0" kern="1200" dirty="0"/>
        </a:p>
      </dsp:txBody>
      <dsp:txXfrm rot="5400000">
        <a:off x="1423495" y="2536259"/>
        <a:ext cx="1218819" cy="1233358"/>
      </dsp:txXfrm>
    </dsp:sp>
    <dsp:sp modelId="{BA31E12E-A760-47E5-977F-B13C40D89588}">
      <dsp:nvSpPr>
        <dsp:cNvPr id="0" name=""/>
        <dsp:cNvSpPr/>
      </dsp:nvSpPr>
      <dsp:spPr>
        <a:xfrm>
          <a:off x="2430501" y="2035012"/>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2A1A1FDB-FC6E-47EF-932D-B561BD069F5F}">
      <dsp:nvSpPr>
        <dsp:cNvPr id="0" name=""/>
        <dsp:cNvSpPr/>
      </dsp:nvSpPr>
      <dsp:spPr>
        <a:xfrm rot="10800000">
          <a:off x="2420452" y="2229326"/>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F1049-BA40-44DC-8830-E92184A7681F}">
      <dsp:nvSpPr>
        <dsp:cNvPr id="0" name=""/>
        <dsp:cNvSpPr/>
      </dsp:nvSpPr>
      <dsp:spPr>
        <a:xfrm>
          <a:off x="1100886" y="733533"/>
          <a:ext cx="1698217" cy="1631504"/>
        </a:xfrm>
        <a:prstGeom prst="pieWedg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強化國軍戰力</a:t>
          </a:r>
          <a:r>
            <a:rPr lang="zh-TW" altLang="en-US" sz="1800" b="0" kern="1200" dirty="0" smtClean="0"/>
            <a:t>整備</a:t>
          </a:r>
          <a:endParaRPr lang="zh-TW" altLang="en-US" sz="1800" b="0" kern="1200" dirty="0"/>
        </a:p>
      </dsp:txBody>
      <dsp:txXfrm>
        <a:off x="1598282" y="1211389"/>
        <a:ext cx="1200821" cy="1153648"/>
      </dsp:txXfrm>
    </dsp:sp>
    <dsp:sp modelId="{E7BA8E9C-F5FE-4BAE-9179-1AACCCB23573}">
      <dsp:nvSpPr>
        <dsp:cNvPr id="0" name=""/>
        <dsp:cNvSpPr/>
      </dsp:nvSpPr>
      <dsp:spPr>
        <a:xfrm rot="5400000">
          <a:off x="2951620" y="339715"/>
          <a:ext cx="1979021" cy="2046208"/>
        </a:xfrm>
        <a:prstGeom prst="pieWedge">
          <a:avLst/>
        </a:prstGeom>
        <a:solidFill>
          <a:schemeClr val="accent5">
            <a:hueOff val="-2451115"/>
            <a:satOff val="-3409"/>
            <a:lumOff val="-130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TW" altLang="en-US" sz="2000" b="1" kern="1200" dirty="0" smtClean="0"/>
            <a:t>提升財務運用效能</a:t>
          </a:r>
          <a:endParaRPr lang="zh-TW" altLang="en-US" sz="2000" b="1" kern="1200" dirty="0"/>
        </a:p>
      </dsp:txBody>
      <dsp:txXfrm rot="-5400000">
        <a:off x="2918027" y="952950"/>
        <a:ext cx="1446888" cy="1399379"/>
      </dsp:txXfrm>
    </dsp:sp>
    <dsp:sp modelId="{C4B02662-83CF-496A-94E2-EBE60C038053}">
      <dsp:nvSpPr>
        <dsp:cNvPr id="0" name=""/>
        <dsp:cNvSpPr/>
      </dsp:nvSpPr>
      <dsp:spPr>
        <a:xfrm rot="10800000">
          <a:off x="2918461" y="2515165"/>
          <a:ext cx="1669212" cy="1554412"/>
        </a:xfrm>
        <a:prstGeom prst="pieWedge">
          <a:avLst/>
        </a:prstGeom>
        <a:solidFill>
          <a:schemeClr val="accent5">
            <a:hueOff val="-4902230"/>
            <a:satOff val="-6819"/>
            <a:lumOff val="-261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b="0" kern="1200" dirty="0" smtClean="0"/>
            <a:t>提升透明完備規章</a:t>
          </a:r>
          <a:endParaRPr lang="zh-TW" altLang="en-US" sz="1800" b="0" kern="1200" dirty="0"/>
        </a:p>
      </dsp:txBody>
      <dsp:txXfrm rot="10800000">
        <a:off x="2918461" y="2515165"/>
        <a:ext cx="1180311" cy="1099135"/>
      </dsp:txXfrm>
    </dsp:sp>
    <dsp:sp modelId="{8B2B076F-D03C-42D9-A2AC-1E5710BC7774}">
      <dsp:nvSpPr>
        <dsp:cNvPr id="0" name=""/>
        <dsp:cNvSpPr/>
      </dsp:nvSpPr>
      <dsp:spPr>
        <a:xfrm rot="16200000">
          <a:off x="1158947" y="2472742"/>
          <a:ext cx="1599460" cy="1658043"/>
        </a:xfrm>
        <a:prstGeom prst="pieWedge">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強化管</a:t>
          </a:r>
          <a:endParaRPr lang="en-US" altLang="zh-TW" sz="1800" b="0" kern="1200" dirty="0" smtClean="0"/>
        </a:p>
        <a:p>
          <a:pPr lvl="0" algn="ctr" defTabSz="800100">
            <a:lnSpc>
              <a:spcPct val="90000"/>
            </a:lnSpc>
            <a:spcBef>
              <a:spcPct val="0"/>
            </a:spcBef>
            <a:spcAft>
              <a:spcPct val="35000"/>
            </a:spcAft>
          </a:pPr>
          <a:r>
            <a:rPr lang="zh-TW" sz="1800" b="0" kern="1200" dirty="0" smtClean="0"/>
            <a:t>理機制</a:t>
          </a:r>
          <a:endParaRPr lang="zh-TW" altLang="en-US" sz="1800" b="0" kern="1200" dirty="0"/>
        </a:p>
      </dsp:txBody>
      <dsp:txXfrm rot="5400000">
        <a:off x="1615286" y="2502034"/>
        <a:ext cx="1172413" cy="1130989"/>
      </dsp:txXfrm>
    </dsp:sp>
    <dsp:sp modelId="{BA31E12E-A760-47E5-977F-B13C40D89588}">
      <dsp:nvSpPr>
        <dsp:cNvPr id="0" name=""/>
        <dsp:cNvSpPr/>
      </dsp:nvSpPr>
      <dsp:spPr>
        <a:xfrm>
          <a:off x="2530981" y="2046470"/>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2A1A1FDB-FC6E-47EF-932D-B561BD069F5F}">
      <dsp:nvSpPr>
        <dsp:cNvPr id="0" name=""/>
        <dsp:cNvSpPr/>
      </dsp:nvSpPr>
      <dsp:spPr>
        <a:xfrm rot="10800000">
          <a:off x="2541030" y="2239373"/>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F1049-BA40-44DC-8830-E92184A7681F}">
      <dsp:nvSpPr>
        <dsp:cNvPr id="0" name=""/>
        <dsp:cNvSpPr/>
      </dsp:nvSpPr>
      <dsp:spPr>
        <a:xfrm>
          <a:off x="1080780" y="717431"/>
          <a:ext cx="1698217" cy="1631504"/>
        </a:xfrm>
        <a:prstGeom prst="pieWedg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強化國軍戰力</a:t>
          </a:r>
          <a:r>
            <a:rPr lang="zh-TW" altLang="en-US" sz="1800" b="0" kern="1200" dirty="0" smtClean="0"/>
            <a:t>整備</a:t>
          </a:r>
          <a:endParaRPr lang="zh-TW" altLang="en-US" sz="1800" b="0" kern="1200" dirty="0"/>
        </a:p>
      </dsp:txBody>
      <dsp:txXfrm>
        <a:off x="1578176" y="1195287"/>
        <a:ext cx="1200821" cy="1153648"/>
      </dsp:txXfrm>
    </dsp:sp>
    <dsp:sp modelId="{E7BA8E9C-F5FE-4BAE-9179-1AACCCB23573}">
      <dsp:nvSpPr>
        <dsp:cNvPr id="0" name=""/>
        <dsp:cNvSpPr/>
      </dsp:nvSpPr>
      <dsp:spPr>
        <a:xfrm rot="5400000">
          <a:off x="2940837" y="622373"/>
          <a:ext cx="1698139" cy="1856782"/>
        </a:xfrm>
        <a:prstGeom prst="pieWedge">
          <a:avLst/>
        </a:prstGeom>
        <a:solidFill>
          <a:schemeClr val="accent5">
            <a:hueOff val="-2451115"/>
            <a:satOff val="-3409"/>
            <a:lumOff val="-130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提升財務運用效能</a:t>
          </a:r>
          <a:endParaRPr lang="zh-TW" altLang="en-US" sz="1800" b="0" kern="1200" dirty="0"/>
        </a:p>
      </dsp:txBody>
      <dsp:txXfrm rot="-5400000">
        <a:off x="2861516" y="1199067"/>
        <a:ext cx="1312943" cy="1200766"/>
      </dsp:txXfrm>
    </dsp:sp>
    <dsp:sp modelId="{C4B02662-83CF-496A-94E2-EBE60C038053}">
      <dsp:nvSpPr>
        <dsp:cNvPr id="0" name=""/>
        <dsp:cNvSpPr/>
      </dsp:nvSpPr>
      <dsp:spPr>
        <a:xfrm rot="10800000">
          <a:off x="2868194" y="2476323"/>
          <a:ext cx="1811656" cy="1754039"/>
        </a:xfrm>
        <a:prstGeom prst="pieWedge">
          <a:avLst/>
        </a:prstGeom>
        <a:solidFill>
          <a:schemeClr val="accent5">
            <a:hueOff val="-4902230"/>
            <a:satOff val="-6819"/>
            <a:lumOff val="-261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b="0" kern="1200" dirty="0" smtClean="0"/>
            <a:t>提升透明完備規章</a:t>
          </a:r>
          <a:endParaRPr lang="zh-TW" altLang="en-US" sz="1800" b="0" kern="1200" dirty="0"/>
        </a:p>
      </dsp:txBody>
      <dsp:txXfrm rot="10800000">
        <a:off x="2868194" y="2476323"/>
        <a:ext cx="1281034" cy="1240293"/>
      </dsp:txXfrm>
    </dsp:sp>
    <dsp:sp modelId="{8B2B076F-D03C-42D9-A2AC-1E5710BC7774}">
      <dsp:nvSpPr>
        <dsp:cNvPr id="0" name=""/>
        <dsp:cNvSpPr/>
      </dsp:nvSpPr>
      <dsp:spPr>
        <a:xfrm rot="16200000">
          <a:off x="615297" y="2449202"/>
          <a:ext cx="2085178" cy="2160415"/>
        </a:xfrm>
        <a:prstGeom prst="pieWedge">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TW" sz="2000" b="1" kern="1200" dirty="0" smtClean="0"/>
            <a:t>強化管</a:t>
          </a:r>
          <a:endParaRPr lang="en-US" altLang="zh-TW" sz="2000" b="1" kern="1200" dirty="0" smtClean="0"/>
        </a:p>
        <a:p>
          <a:pPr lvl="0" algn="ctr" defTabSz="889000">
            <a:lnSpc>
              <a:spcPct val="90000"/>
            </a:lnSpc>
            <a:spcBef>
              <a:spcPct val="0"/>
            </a:spcBef>
            <a:spcAft>
              <a:spcPct val="35000"/>
            </a:spcAft>
          </a:pPr>
          <a:r>
            <a:rPr lang="zh-TW" sz="2000" b="1" kern="1200" dirty="0" smtClean="0"/>
            <a:t>理機制</a:t>
          </a:r>
          <a:endParaRPr lang="zh-TW" altLang="en-US" sz="2000" b="1" kern="1200" dirty="0"/>
        </a:p>
      </dsp:txBody>
      <dsp:txXfrm rot="5400000">
        <a:off x="1210450" y="2486821"/>
        <a:ext cx="1527644" cy="1474444"/>
      </dsp:txXfrm>
    </dsp:sp>
    <dsp:sp modelId="{BA31E12E-A760-47E5-977F-B13C40D89588}">
      <dsp:nvSpPr>
        <dsp:cNvPr id="0" name=""/>
        <dsp:cNvSpPr/>
      </dsp:nvSpPr>
      <dsp:spPr>
        <a:xfrm>
          <a:off x="2520933" y="2052725"/>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2A1A1FDB-FC6E-47EF-932D-B561BD069F5F}">
      <dsp:nvSpPr>
        <dsp:cNvPr id="0" name=""/>
        <dsp:cNvSpPr/>
      </dsp:nvSpPr>
      <dsp:spPr>
        <a:xfrm rot="10800000">
          <a:off x="2520933" y="2229326"/>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F1049-BA40-44DC-8830-E92184A7681F}">
      <dsp:nvSpPr>
        <dsp:cNvPr id="0" name=""/>
        <dsp:cNvSpPr/>
      </dsp:nvSpPr>
      <dsp:spPr>
        <a:xfrm>
          <a:off x="1100886" y="733533"/>
          <a:ext cx="1698217" cy="1631504"/>
        </a:xfrm>
        <a:prstGeom prst="pieWedge">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強化國軍戰力</a:t>
          </a:r>
          <a:r>
            <a:rPr lang="zh-TW" altLang="en-US" sz="1800" b="0" kern="1200" dirty="0" smtClean="0"/>
            <a:t>整備</a:t>
          </a:r>
          <a:endParaRPr lang="zh-TW" altLang="en-US" sz="1800" b="0" kern="1200" dirty="0"/>
        </a:p>
      </dsp:txBody>
      <dsp:txXfrm>
        <a:off x="1598282" y="1211389"/>
        <a:ext cx="1200821" cy="1153648"/>
      </dsp:txXfrm>
    </dsp:sp>
    <dsp:sp modelId="{E7BA8E9C-F5FE-4BAE-9179-1AACCCB23573}">
      <dsp:nvSpPr>
        <dsp:cNvPr id="0" name=""/>
        <dsp:cNvSpPr/>
      </dsp:nvSpPr>
      <dsp:spPr>
        <a:xfrm rot="5400000">
          <a:off x="2940837" y="622373"/>
          <a:ext cx="1698139" cy="1856782"/>
        </a:xfrm>
        <a:prstGeom prst="pieWedge">
          <a:avLst/>
        </a:prstGeom>
        <a:solidFill>
          <a:schemeClr val="accent5">
            <a:hueOff val="-2451115"/>
            <a:satOff val="-3409"/>
            <a:lumOff val="-130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提升財務運用效能</a:t>
          </a:r>
          <a:endParaRPr lang="zh-TW" altLang="en-US" sz="1800" b="0" kern="1200" dirty="0"/>
        </a:p>
      </dsp:txBody>
      <dsp:txXfrm rot="-5400000">
        <a:off x="2861516" y="1199067"/>
        <a:ext cx="1312943" cy="1200766"/>
      </dsp:txXfrm>
    </dsp:sp>
    <dsp:sp modelId="{C4B02662-83CF-496A-94E2-EBE60C038053}">
      <dsp:nvSpPr>
        <dsp:cNvPr id="0" name=""/>
        <dsp:cNvSpPr/>
      </dsp:nvSpPr>
      <dsp:spPr>
        <a:xfrm rot="10800000">
          <a:off x="2891635" y="2507421"/>
          <a:ext cx="1973180" cy="1973180"/>
        </a:xfrm>
        <a:prstGeom prst="pieWedge">
          <a:avLst/>
        </a:prstGeom>
        <a:solidFill>
          <a:schemeClr val="accent5">
            <a:hueOff val="-4902230"/>
            <a:satOff val="-6819"/>
            <a:lumOff val="-261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zh-TW" altLang="en-US" sz="2000" b="1" kern="1200" dirty="0" smtClean="0"/>
            <a:t>提升透明完備規章</a:t>
          </a:r>
          <a:endParaRPr lang="zh-TW" altLang="en-US" sz="2000" b="1" kern="1200" dirty="0"/>
        </a:p>
      </dsp:txBody>
      <dsp:txXfrm rot="10800000">
        <a:off x="2891635" y="2507421"/>
        <a:ext cx="1395249" cy="1395249"/>
      </dsp:txXfrm>
    </dsp:sp>
    <dsp:sp modelId="{8B2B076F-D03C-42D9-A2AC-1E5710BC7774}">
      <dsp:nvSpPr>
        <dsp:cNvPr id="0" name=""/>
        <dsp:cNvSpPr/>
      </dsp:nvSpPr>
      <dsp:spPr>
        <a:xfrm rot="16200000">
          <a:off x="1093053" y="2507066"/>
          <a:ext cx="1693758" cy="1698198"/>
        </a:xfrm>
        <a:prstGeom prst="pieWedge">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sz="1800" b="0" kern="1200" dirty="0" smtClean="0"/>
            <a:t>強化管</a:t>
          </a:r>
          <a:endParaRPr lang="en-US" altLang="zh-TW" sz="1800" b="0" kern="1200" dirty="0" smtClean="0"/>
        </a:p>
        <a:p>
          <a:pPr lvl="0" algn="ctr" defTabSz="800100">
            <a:lnSpc>
              <a:spcPct val="90000"/>
            </a:lnSpc>
            <a:spcBef>
              <a:spcPct val="0"/>
            </a:spcBef>
            <a:spcAft>
              <a:spcPct val="35000"/>
            </a:spcAft>
          </a:pPr>
          <a:r>
            <a:rPr lang="zh-TW" sz="1800" b="0" kern="1200" dirty="0" smtClean="0"/>
            <a:t>理機制</a:t>
          </a:r>
          <a:endParaRPr lang="zh-TW" altLang="en-US" sz="1800" b="0" kern="1200" dirty="0"/>
        </a:p>
      </dsp:txBody>
      <dsp:txXfrm rot="5400000">
        <a:off x="1588225" y="2509286"/>
        <a:ext cx="1200807" cy="1197668"/>
      </dsp:txXfrm>
    </dsp:sp>
    <dsp:sp modelId="{BA31E12E-A760-47E5-977F-B13C40D89588}">
      <dsp:nvSpPr>
        <dsp:cNvPr id="0" name=""/>
        <dsp:cNvSpPr/>
      </dsp:nvSpPr>
      <dsp:spPr>
        <a:xfrm>
          <a:off x="2621413" y="2021571"/>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 modelId="{2A1A1FDB-FC6E-47EF-932D-B561BD069F5F}">
      <dsp:nvSpPr>
        <dsp:cNvPr id="0" name=""/>
        <dsp:cNvSpPr/>
      </dsp:nvSpPr>
      <dsp:spPr>
        <a:xfrm rot="10800000">
          <a:off x="2621413" y="2249421"/>
          <a:ext cx="681271" cy="59240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4.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8C06853A-3BF5-4F9B-8F8D-B23D2E2ED9B6}" type="datetimeFigureOut">
              <a:rPr lang="zh-TW" altLang="en-US" smtClean="0"/>
              <a:t>2024/12/30</a:t>
            </a:fld>
            <a:endParaRPr lang="zh-TW" altLang="en-US"/>
          </a:p>
        </p:txBody>
      </p:sp>
      <p:sp>
        <p:nvSpPr>
          <p:cNvPr id="4" name="頁尾版面配置區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835EC687-3824-4451-9BBD-C1261CDAD289}" type="slidenum">
              <a:rPr lang="zh-TW" altLang="en-US" smtClean="0"/>
              <a:t>‹#›</a:t>
            </a:fld>
            <a:endParaRPr lang="zh-TW" altLang="en-US"/>
          </a:p>
        </p:txBody>
      </p:sp>
    </p:spTree>
    <p:extLst>
      <p:ext uri="{BB962C8B-B14F-4D97-AF65-F5344CB8AC3E}">
        <p14:creationId xmlns:p14="http://schemas.microsoft.com/office/powerpoint/2010/main" val="21555371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B543DE76-AB28-4417-8D9D-28409C43EEBE}" type="datetimeFigureOut">
              <a:rPr lang="zh-CN" altLang="en-US" smtClean="0"/>
              <a:t>2024/12/30</a:t>
            </a:fld>
            <a:endParaRPr lang="zh-CN" altLang="en-US"/>
          </a:p>
        </p:txBody>
      </p:sp>
      <p:sp>
        <p:nvSpPr>
          <p:cNvPr id="4" name="幻灯片图像占位符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6C557799-C120-4320-A1EE-38D8F89076F9}" type="slidenum">
              <a:rPr lang="zh-CN" altLang="en-US" smtClean="0"/>
              <a:t>‹#›</a:t>
            </a:fld>
            <a:endParaRPr lang="zh-CN" altLang="en-US"/>
          </a:p>
        </p:txBody>
      </p:sp>
    </p:spTree>
    <p:extLst>
      <p:ext uri="{BB962C8B-B14F-4D97-AF65-F5344CB8AC3E}">
        <p14:creationId xmlns:p14="http://schemas.microsoft.com/office/powerpoint/2010/main" val="3647362566"/>
      </p:ext>
    </p:extLst>
  </p:cSld>
  <p:clrMap bg1="lt1" tx1="dk1" bg2="lt2" tx2="dk2" accent1="accent1" accent2="accent2" accent3="accent3" accent4="accent4" accent5="accent5" accent6="accent6" hlink="hlink" folHlink="folHlink"/>
  <p:notesStyle>
    <a:lvl1pPr marL="0" algn="l" defTabSz="914363" rtl="0" eaLnBrk="1" latinLnBrk="0" hangingPunct="1">
      <a:defRPr sz="1200" kern="1200">
        <a:solidFill>
          <a:schemeClr val="tx1"/>
        </a:solidFill>
        <a:latin typeface="+mn-lt"/>
        <a:ea typeface="+mn-ea"/>
        <a:cs typeface="+mn-cs"/>
      </a:defRPr>
    </a:lvl1pPr>
    <a:lvl2pPr marL="457182" algn="l" defTabSz="914363" rtl="0" eaLnBrk="1" latinLnBrk="0" hangingPunct="1">
      <a:defRPr sz="1200" kern="1200">
        <a:solidFill>
          <a:schemeClr val="tx1"/>
        </a:solidFill>
        <a:latin typeface="+mn-lt"/>
        <a:ea typeface="+mn-ea"/>
        <a:cs typeface="+mn-cs"/>
      </a:defRPr>
    </a:lvl2pPr>
    <a:lvl3pPr marL="914363" algn="l" defTabSz="914363" rtl="0" eaLnBrk="1" latinLnBrk="0" hangingPunct="1">
      <a:defRPr sz="1200" kern="1200">
        <a:solidFill>
          <a:schemeClr val="tx1"/>
        </a:solidFill>
        <a:latin typeface="+mn-lt"/>
        <a:ea typeface="+mn-ea"/>
        <a:cs typeface="+mn-cs"/>
      </a:defRPr>
    </a:lvl3pPr>
    <a:lvl4pPr marL="1371545" algn="l" defTabSz="914363" rtl="0" eaLnBrk="1" latinLnBrk="0" hangingPunct="1">
      <a:defRPr sz="1200" kern="1200">
        <a:solidFill>
          <a:schemeClr val="tx1"/>
        </a:solidFill>
        <a:latin typeface="+mn-lt"/>
        <a:ea typeface="+mn-ea"/>
        <a:cs typeface="+mn-cs"/>
      </a:defRPr>
    </a:lvl4pPr>
    <a:lvl5pPr marL="1828727" algn="l" defTabSz="914363" rtl="0" eaLnBrk="1" latinLnBrk="0" hangingPunct="1">
      <a:defRPr sz="1200" kern="1200">
        <a:solidFill>
          <a:schemeClr val="tx1"/>
        </a:solidFill>
        <a:latin typeface="+mn-lt"/>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C557799-C120-4320-A1EE-38D8F89076F9}" type="slidenum">
              <a:rPr lang="zh-CN" altLang="en-US" smtClean="0"/>
              <a:t>1</a:t>
            </a:fld>
            <a:endParaRPr lang="zh-CN" altLang="en-US"/>
          </a:p>
        </p:txBody>
      </p:sp>
    </p:spTree>
    <p:extLst>
      <p:ext uri="{BB962C8B-B14F-4D97-AF65-F5344CB8AC3E}">
        <p14:creationId xmlns:p14="http://schemas.microsoft.com/office/powerpoint/2010/main" val="4182162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C557799-C120-4320-A1EE-38D8F89076F9}" type="slidenum">
              <a:rPr lang="zh-CN" altLang="en-US" smtClean="0"/>
              <a:t>2</a:t>
            </a:fld>
            <a:endParaRPr lang="zh-CN" altLang="en-US"/>
          </a:p>
        </p:txBody>
      </p:sp>
    </p:spTree>
    <p:extLst>
      <p:ext uri="{BB962C8B-B14F-4D97-AF65-F5344CB8AC3E}">
        <p14:creationId xmlns:p14="http://schemas.microsoft.com/office/powerpoint/2010/main" val="1040975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557799-C120-4320-A1EE-38D8F89076F9}" type="slidenum">
              <a:rPr lang="zh-CN" altLang="en-US" smtClean="0"/>
              <a:t>4</a:t>
            </a:fld>
            <a:endParaRPr lang="zh-CN" altLang="en-US"/>
          </a:p>
        </p:txBody>
      </p:sp>
    </p:spTree>
    <p:extLst>
      <p:ext uri="{BB962C8B-B14F-4D97-AF65-F5344CB8AC3E}">
        <p14:creationId xmlns:p14="http://schemas.microsoft.com/office/powerpoint/2010/main" val="4094385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557799-C120-4320-A1EE-38D8F89076F9}" type="slidenum">
              <a:rPr lang="zh-CN" altLang="en-US" smtClean="0"/>
              <a:t>7</a:t>
            </a:fld>
            <a:endParaRPr lang="zh-CN" altLang="en-US"/>
          </a:p>
        </p:txBody>
      </p:sp>
    </p:spTree>
    <p:extLst>
      <p:ext uri="{BB962C8B-B14F-4D97-AF65-F5344CB8AC3E}">
        <p14:creationId xmlns:p14="http://schemas.microsoft.com/office/powerpoint/2010/main" val="1327187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557799-C120-4320-A1EE-38D8F89076F9}" type="slidenum">
              <a:rPr lang="zh-CN" altLang="en-US" smtClean="0"/>
              <a:t>8</a:t>
            </a:fld>
            <a:endParaRPr lang="zh-CN" altLang="en-US"/>
          </a:p>
        </p:txBody>
      </p:sp>
    </p:spTree>
    <p:extLst>
      <p:ext uri="{BB962C8B-B14F-4D97-AF65-F5344CB8AC3E}">
        <p14:creationId xmlns:p14="http://schemas.microsoft.com/office/powerpoint/2010/main" val="576837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41"/>
            <a:ext cx="6858000" cy="1655763"/>
          </a:xfrm>
        </p:spPr>
        <p:txBody>
          <a:bodyPr/>
          <a:lstStyle>
            <a:lvl1pPr marL="0" indent="0" algn="ctr">
              <a:buNone/>
              <a:defRPr sz="2400"/>
            </a:lvl1pPr>
            <a:lvl2pPr marL="457123" indent="0" algn="ctr">
              <a:buNone/>
              <a:defRPr sz="2000"/>
            </a:lvl2pPr>
            <a:lvl3pPr marL="914244" indent="0" algn="ctr">
              <a:buNone/>
              <a:defRPr sz="1900"/>
            </a:lvl3pPr>
            <a:lvl4pPr marL="1371367" indent="0" algn="ctr">
              <a:buNone/>
              <a:defRPr sz="1600"/>
            </a:lvl4pPr>
            <a:lvl5pPr marL="1828489" indent="0" algn="ctr">
              <a:buNone/>
              <a:defRPr sz="1600"/>
            </a:lvl5pPr>
            <a:lvl6pPr marL="2285612" indent="0" algn="ctr">
              <a:buNone/>
              <a:defRPr sz="1600"/>
            </a:lvl6pPr>
            <a:lvl7pPr marL="2742733" indent="0" algn="ctr">
              <a:buNone/>
              <a:defRPr sz="1600"/>
            </a:lvl7pPr>
            <a:lvl8pPr marL="3199856" indent="0" algn="ctr">
              <a:buNone/>
              <a:defRPr sz="1600"/>
            </a:lvl8pPr>
            <a:lvl9pPr marL="3656979"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0504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83136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5"/>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9"/>
            <a:ext cx="7886700" cy="1500187"/>
          </a:xfrm>
        </p:spPr>
        <p:txBody>
          <a:bodyPr/>
          <a:lstStyle>
            <a:lvl1pPr marL="0" indent="0">
              <a:buNone/>
              <a:defRPr sz="2400">
                <a:solidFill>
                  <a:schemeClr val="tx1">
                    <a:tint val="75000"/>
                  </a:schemeClr>
                </a:solidFill>
              </a:defRPr>
            </a:lvl1pPr>
            <a:lvl2pPr marL="457123" indent="0">
              <a:buNone/>
              <a:defRPr sz="2000">
                <a:solidFill>
                  <a:schemeClr val="tx1">
                    <a:tint val="75000"/>
                  </a:schemeClr>
                </a:solidFill>
              </a:defRPr>
            </a:lvl2pPr>
            <a:lvl3pPr marL="914244" indent="0">
              <a:buNone/>
              <a:defRPr sz="1900">
                <a:solidFill>
                  <a:schemeClr val="tx1">
                    <a:tint val="75000"/>
                  </a:schemeClr>
                </a:solidFill>
              </a:defRPr>
            </a:lvl3pPr>
            <a:lvl4pPr marL="1371367" indent="0">
              <a:buNone/>
              <a:defRPr sz="1600">
                <a:solidFill>
                  <a:schemeClr val="tx1">
                    <a:tint val="75000"/>
                  </a:schemeClr>
                </a:solidFill>
              </a:defRPr>
            </a:lvl4pPr>
            <a:lvl5pPr marL="1828489" indent="0">
              <a:buNone/>
              <a:defRPr sz="1600">
                <a:solidFill>
                  <a:schemeClr val="tx1">
                    <a:tint val="75000"/>
                  </a:schemeClr>
                </a:solidFill>
              </a:defRPr>
            </a:lvl5pPr>
            <a:lvl6pPr marL="2285612" indent="0">
              <a:buNone/>
              <a:defRPr sz="1600">
                <a:solidFill>
                  <a:schemeClr val="tx1">
                    <a:tint val="75000"/>
                  </a:schemeClr>
                </a:solidFill>
              </a:defRPr>
            </a:lvl6pPr>
            <a:lvl7pPr marL="2742733" indent="0">
              <a:buNone/>
              <a:defRPr sz="1600">
                <a:solidFill>
                  <a:schemeClr val="tx1">
                    <a:tint val="75000"/>
                  </a:schemeClr>
                </a:solidFill>
              </a:defRPr>
            </a:lvl7pPr>
            <a:lvl8pPr marL="3199856" indent="0">
              <a:buNone/>
              <a:defRPr sz="1600">
                <a:solidFill>
                  <a:schemeClr val="tx1">
                    <a:tint val="75000"/>
                  </a:schemeClr>
                </a:solidFill>
              </a:defRPr>
            </a:lvl8pPr>
            <a:lvl9pPr marL="3656979"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1705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30"/>
            <a:ext cx="38862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30"/>
            <a:ext cx="38862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75070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5" y="1681163"/>
            <a:ext cx="3868340" cy="823912"/>
          </a:xfrm>
        </p:spPr>
        <p:txBody>
          <a:bodyPr anchor="b"/>
          <a:lstStyle>
            <a:lvl1pPr marL="0" indent="0">
              <a:buNone/>
              <a:defRPr sz="2400" b="1"/>
            </a:lvl1pPr>
            <a:lvl2pPr marL="457123" indent="0">
              <a:buNone/>
              <a:defRPr sz="2000" b="1"/>
            </a:lvl2pPr>
            <a:lvl3pPr marL="914244" indent="0">
              <a:buNone/>
              <a:defRPr sz="1900" b="1"/>
            </a:lvl3pPr>
            <a:lvl4pPr marL="1371367" indent="0">
              <a:buNone/>
              <a:defRPr sz="1600" b="1"/>
            </a:lvl4pPr>
            <a:lvl5pPr marL="1828489" indent="0">
              <a:buNone/>
              <a:defRPr sz="1600" b="1"/>
            </a:lvl5pPr>
            <a:lvl6pPr marL="2285612" indent="0">
              <a:buNone/>
              <a:defRPr sz="1600" b="1"/>
            </a:lvl6pPr>
            <a:lvl7pPr marL="2742733" indent="0">
              <a:buNone/>
              <a:defRPr sz="1600" b="1"/>
            </a:lvl7pPr>
            <a:lvl8pPr marL="3199856" indent="0">
              <a:buNone/>
              <a:defRPr sz="1600" b="1"/>
            </a:lvl8pPr>
            <a:lvl9pPr marL="3656979"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5"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2400" b="1"/>
            </a:lvl1pPr>
            <a:lvl2pPr marL="457123" indent="0">
              <a:buNone/>
              <a:defRPr sz="2000" b="1"/>
            </a:lvl2pPr>
            <a:lvl3pPr marL="914244" indent="0">
              <a:buNone/>
              <a:defRPr sz="1900" b="1"/>
            </a:lvl3pPr>
            <a:lvl4pPr marL="1371367" indent="0">
              <a:buNone/>
              <a:defRPr sz="1600" b="1"/>
            </a:lvl4pPr>
            <a:lvl5pPr marL="1828489" indent="0">
              <a:buNone/>
              <a:defRPr sz="1600" b="1"/>
            </a:lvl5pPr>
            <a:lvl6pPr marL="2285612" indent="0">
              <a:buNone/>
              <a:defRPr sz="1600" b="1"/>
            </a:lvl6pPr>
            <a:lvl7pPr marL="2742733" indent="0">
              <a:buNone/>
              <a:defRPr sz="1600" b="1"/>
            </a:lvl7pPr>
            <a:lvl8pPr marL="3199856" indent="0">
              <a:buNone/>
              <a:defRPr sz="1600" b="1"/>
            </a:lvl8pPr>
            <a:lvl9pPr marL="3656979"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055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solidFill>
            <a:schemeClr val="accent4">
              <a:lumMod val="20000"/>
              <a:lumOff val="80000"/>
            </a:schemeClr>
          </a:solidFill>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13818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7719451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2"/>
            <a:ext cx="2949178" cy="3811588"/>
          </a:xfrm>
        </p:spPr>
        <p:txBody>
          <a:bodyPr/>
          <a:lstStyle>
            <a:lvl1pPr marL="0" indent="0">
              <a:buNone/>
              <a:defRPr sz="1600"/>
            </a:lvl1pPr>
            <a:lvl2pPr marL="457123" indent="0">
              <a:buNone/>
              <a:defRPr sz="1500"/>
            </a:lvl2pPr>
            <a:lvl3pPr marL="914244" indent="0">
              <a:buNone/>
              <a:defRPr sz="1200"/>
            </a:lvl3pPr>
            <a:lvl4pPr marL="1371367" indent="0">
              <a:buNone/>
              <a:defRPr sz="1100"/>
            </a:lvl4pPr>
            <a:lvl5pPr marL="1828489" indent="0">
              <a:buNone/>
              <a:defRPr sz="1100"/>
            </a:lvl5pPr>
            <a:lvl6pPr marL="2285612" indent="0">
              <a:buNone/>
              <a:defRPr sz="1100"/>
            </a:lvl6pPr>
            <a:lvl7pPr marL="2742733" indent="0">
              <a:buNone/>
              <a:defRPr sz="1100"/>
            </a:lvl7pPr>
            <a:lvl8pPr marL="3199856" indent="0">
              <a:buNone/>
              <a:defRPr sz="1100"/>
            </a:lvl8pPr>
            <a:lvl9pPr marL="3656979"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2277441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3200"/>
            </a:lvl1pPr>
            <a:lvl2pPr marL="457123" indent="0">
              <a:buNone/>
              <a:defRPr sz="2800"/>
            </a:lvl2pPr>
            <a:lvl3pPr marL="914244" indent="0">
              <a:buNone/>
              <a:defRPr sz="2400"/>
            </a:lvl3pPr>
            <a:lvl4pPr marL="1371367" indent="0">
              <a:buNone/>
              <a:defRPr sz="2000"/>
            </a:lvl4pPr>
            <a:lvl5pPr marL="1828489" indent="0">
              <a:buNone/>
              <a:defRPr sz="2000"/>
            </a:lvl5pPr>
            <a:lvl6pPr marL="2285612" indent="0">
              <a:buNone/>
              <a:defRPr sz="2000"/>
            </a:lvl6pPr>
            <a:lvl7pPr marL="2742733" indent="0">
              <a:buNone/>
              <a:defRPr sz="2000"/>
            </a:lvl7pPr>
            <a:lvl8pPr marL="3199856" indent="0">
              <a:buNone/>
              <a:defRPr sz="2000"/>
            </a:lvl8pPr>
            <a:lvl9pPr marL="3656979" indent="0">
              <a:buNone/>
              <a:defRPr sz="2000"/>
            </a:lvl9pPr>
          </a:lstStyle>
          <a:p>
            <a:endParaRPr lang="zh-CN" altLang="en-US"/>
          </a:p>
        </p:txBody>
      </p:sp>
      <p:sp>
        <p:nvSpPr>
          <p:cNvPr id="4" name="文本占位符 3"/>
          <p:cNvSpPr>
            <a:spLocks noGrp="1"/>
          </p:cNvSpPr>
          <p:nvPr>
            <p:ph type="body" sz="half" idx="2"/>
          </p:nvPr>
        </p:nvSpPr>
        <p:spPr>
          <a:xfrm>
            <a:off x="629841" y="2057402"/>
            <a:ext cx="2949178" cy="3811588"/>
          </a:xfrm>
        </p:spPr>
        <p:txBody>
          <a:bodyPr/>
          <a:lstStyle>
            <a:lvl1pPr marL="0" indent="0">
              <a:buNone/>
              <a:defRPr sz="1600"/>
            </a:lvl1pPr>
            <a:lvl2pPr marL="457123" indent="0">
              <a:buNone/>
              <a:defRPr sz="1500"/>
            </a:lvl2pPr>
            <a:lvl3pPr marL="914244" indent="0">
              <a:buNone/>
              <a:defRPr sz="1200"/>
            </a:lvl3pPr>
            <a:lvl4pPr marL="1371367" indent="0">
              <a:buNone/>
              <a:defRPr sz="1100"/>
            </a:lvl4pPr>
            <a:lvl5pPr marL="1828489" indent="0">
              <a:buNone/>
              <a:defRPr sz="1100"/>
            </a:lvl5pPr>
            <a:lvl6pPr marL="2285612" indent="0">
              <a:buNone/>
              <a:defRPr sz="1100"/>
            </a:lvl6pPr>
            <a:lvl7pPr marL="2742733" indent="0">
              <a:buNone/>
              <a:defRPr sz="1100"/>
            </a:lvl7pPr>
            <a:lvl8pPr marL="3199856" indent="0">
              <a:buNone/>
              <a:defRPr sz="1100"/>
            </a:lvl8pPr>
            <a:lvl9pPr marL="3656979"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5085995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4569299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31"/>
            <a:ext cx="1971675"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365131"/>
            <a:ext cx="5800725"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1322939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a:xfrm>
            <a:off x="6457950" y="6356355"/>
            <a:ext cx="2057400" cy="365125"/>
          </a:xfrm>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41480150"/>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灯片编号占位符 5"/>
          <p:cNvSpPr>
            <a:spLocks noGrp="1"/>
          </p:cNvSpPr>
          <p:nvPr>
            <p:ph type="sldNum" sz="quarter" idx="12"/>
          </p:nvPr>
        </p:nvSpPr>
        <p:spPr>
          <a:xfrm>
            <a:off x="6457950" y="6356355"/>
            <a:ext cx="2057400" cy="365125"/>
          </a:xfrm>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32066632"/>
      </p:ext>
    </p:extLst>
  </p:cSld>
  <p:clrMapOvr>
    <a:masterClrMapping/>
  </p:clrMapOvr>
  <p:transition spd="slow" advTm="0">
    <p:cove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内容页_1">
    <p:spTree>
      <p:nvGrpSpPr>
        <p:cNvPr id="1" name=""/>
        <p:cNvGrpSpPr/>
        <p:nvPr/>
      </p:nvGrpSpPr>
      <p:grpSpPr>
        <a:xfrm>
          <a:off x="0" y="0"/>
          <a:ext cx="0" cy="0"/>
          <a:chOff x="0" y="0"/>
          <a:chExt cx="0" cy="0"/>
        </a:xfrm>
      </p:grpSpPr>
      <p:sp>
        <p:nvSpPr>
          <p:cNvPr id="3" name="矩形 6"/>
          <p:cNvSpPr/>
          <p:nvPr userDrawn="1"/>
        </p:nvSpPr>
        <p:spPr>
          <a:xfrm flipH="1">
            <a:off x="448836" y="146778"/>
            <a:ext cx="273223" cy="767622"/>
          </a:xfrm>
          <a:custGeom>
            <a:avLst/>
            <a:gdLst>
              <a:gd name="connsiteX0" fmla="*/ 0 w 2520000"/>
              <a:gd name="connsiteY0" fmla="*/ 0 h 2519119"/>
              <a:gd name="connsiteX1" fmla="*/ 2520000 w 2520000"/>
              <a:gd name="connsiteY1" fmla="*/ 0 h 2519119"/>
              <a:gd name="connsiteX2" fmla="*/ 2520000 w 2520000"/>
              <a:gd name="connsiteY2" fmla="*/ 2519119 h 2519119"/>
              <a:gd name="connsiteX3" fmla="*/ 0 w 2520000"/>
              <a:gd name="connsiteY3" fmla="*/ 2519119 h 2519119"/>
              <a:gd name="connsiteX4" fmla="*/ 0 w 2520000"/>
              <a:gd name="connsiteY4" fmla="*/ 0 h 2519119"/>
              <a:gd name="connsiteX0" fmla="*/ 0 w 2520000"/>
              <a:gd name="connsiteY0" fmla="*/ 780586 h 3299705"/>
              <a:gd name="connsiteX1" fmla="*/ 2482829 w 2520000"/>
              <a:gd name="connsiteY1" fmla="*/ 0 h 3299705"/>
              <a:gd name="connsiteX2" fmla="*/ 2520000 w 2520000"/>
              <a:gd name="connsiteY2" fmla="*/ 3299705 h 3299705"/>
              <a:gd name="connsiteX3" fmla="*/ 0 w 2520000"/>
              <a:gd name="connsiteY3" fmla="*/ 3299705 h 3299705"/>
              <a:gd name="connsiteX4" fmla="*/ 0 w 2520000"/>
              <a:gd name="connsiteY4" fmla="*/ 780586 h 3299705"/>
              <a:gd name="connsiteX0" fmla="*/ 0 w 2527434"/>
              <a:gd name="connsiteY0" fmla="*/ 780586 h 4080290"/>
              <a:gd name="connsiteX1" fmla="*/ 2482829 w 2527434"/>
              <a:gd name="connsiteY1" fmla="*/ 0 h 4080290"/>
              <a:gd name="connsiteX2" fmla="*/ 2527434 w 2527434"/>
              <a:gd name="connsiteY2" fmla="*/ 4080290 h 4080290"/>
              <a:gd name="connsiteX3" fmla="*/ 0 w 2527434"/>
              <a:gd name="connsiteY3" fmla="*/ 3299705 h 4080290"/>
              <a:gd name="connsiteX4" fmla="*/ 0 w 2527434"/>
              <a:gd name="connsiteY4" fmla="*/ 780586 h 408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7434" h="4080290">
                <a:moveTo>
                  <a:pt x="0" y="780586"/>
                </a:moveTo>
                <a:lnTo>
                  <a:pt x="2482829" y="0"/>
                </a:lnTo>
                <a:lnTo>
                  <a:pt x="2527434" y="4080290"/>
                </a:lnTo>
                <a:lnTo>
                  <a:pt x="0" y="3299705"/>
                </a:lnTo>
                <a:lnTo>
                  <a:pt x="0" y="780586"/>
                </a:lnTo>
                <a:close/>
              </a:path>
            </a:pathLst>
          </a:custGeom>
          <a:noFill/>
          <a:ln w="76200">
            <a:solidFill>
              <a:schemeClr val="accent1"/>
            </a:solidFill>
            <a:bevel/>
          </a:ln>
          <a:scene3d>
            <a:camera prst="orthographicFront">
              <a:rot lat="0" lon="21599933"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4" name="文本占位符 4"/>
          <p:cNvSpPr>
            <a:spLocks noGrp="1"/>
          </p:cNvSpPr>
          <p:nvPr>
            <p:ph type="body" sz="quarter" idx="10" hasCustomPrompt="1"/>
          </p:nvPr>
        </p:nvSpPr>
        <p:spPr>
          <a:xfrm>
            <a:off x="585448" y="382588"/>
            <a:ext cx="2192114" cy="334105"/>
          </a:xfrm>
          <a:prstGeom prst="rect">
            <a:avLst/>
          </a:prstGeom>
        </p:spPr>
        <p:txBody>
          <a:bodyPr/>
          <a:lstStyle>
            <a:lvl1pPr marL="0" indent="0">
              <a:buNone/>
              <a:defRPr sz="2000" b="1">
                <a:solidFill>
                  <a:schemeClr val="tx1"/>
                </a:solidFill>
              </a:defRPr>
            </a:lvl1pPr>
          </a:lstStyle>
          <a:p>
            <a:pPr lvl="0"/>
            <a:r>
              <a:rPr lang="en-US" altLang="zh-CN" dirty="0"/>
              <a:t>Part One </a:t>
            </a:r>
            <a:r>
              <a:rPr lang="zh-CN" altLang="en-US" dirty="0"/>
              <a:t>选题背景</a:t>
            </a:r>
          </a:p>
        </p:txBody>
      </p:sp>
      <p:sp>
        <p:nvSpPr>
          <p:cNvPr id="5" name="灯片编号占位符 5"/>
          <p:cNvSpPr>
            <a:spLocks noGrp="1"/>
          </p:cNvSpPr>
          <p:nvPr>
            <p:ph type="sldNum" sz="quarter" idx="12"/>
          </p:nvPr>
        </p:nvSpPr>
        <p:spPr>
          <a:xfrm>
            <a:off x="6457950" y="6356355"/>
            <a:ext cx="2057400" cy="365125"/>
          </a:xfrm>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366329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24" tIns="45712" rIns="91424" bIns="45712"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30"/>
            <a:ext cx="7886700" cy="4351339"/>
          </a:xfrm>
          <a:prstGeom prst="rect">
            <a:avLst/>
          </a:prstGeom>
        </p:spPr>
        <p:txBody>
          <a:bodyPr vert="horz" lIns="91424" tIns="45712" rIns="91424"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5"/>
            <a:ext cx="2057400" cy="365125"/>
          </a:xfrm>
          <a:prstGeom prst="rect">
            <a:avLst/>
          </a:prstGeom>
        </p:spPr>
        <p:txBody>
          <a:bodyPr vert="horz" lIns="91424" tIns="45712" rIns="91424" bIns="45712" rtlCol="0" anchor="ctr"/>
          <a:lstStyle>
            <a:lvl1pPr algn="l">
              <a:defRPr sz="1200">
                <a:solidFill>
                  <a:schemeClr val="tx1">
                    <a:tint val="75000"/>
                  </a:schemeClr>
                </a:solidFill>
              </a:defRPr>
            </a:lvl1pPr>
          </a:lstStyle>
          <a:p>
            <a:pPr defTabSz="914244"/>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5"/>
            <a:ext cx="3086100" cy="365125"/>
          </a:xfrm>
          <a:prstGeom prst="rect">
            <a:avLst/>
          </a:prstGeom>
        </p:spPr>
        <p:txBody>
          <a:bodyPr vert="horz" lIns="91424" tIns="45712" rIns="91424" bIns="45712" rtlCol="0" anchor="ctr"/>
          <a:lstStyle>
            <a:lvl1pPr algn="ctr">
              <a:defRPr sz="1200">
                <a:solidFill>
                  <a:schemeClr val="tx1">
                    <a:tint val="75000"/>
                  </a:schemeClr>
                </a:solidFill>
              </a:defRPr>
            </a:lvl1pPr>
          </a:lstStyle>
          <a:p>
            <a:pPr defTabSz="914244"/>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5"/>
            <a:ext cx="2057400" cy="365125"/>
          </a:xfrm>
          <a:prstGeom prst="rect">
            <a:avLst/>
          </a:prstGeom>
        </p:spPr>
        <p:txBody>
          <a:bodyPr vert="horz" lIns="91424" tIns="45712" rIns="91424" bIns="45712" rtlCol="0" anchor="ctr"/>
          <a:lstStyle>
            <a:lvl1pPr algn="r">
              <a:defRPr sz="1200">
                <a:solidFill>
                  <a:schemeClr val="tx1">
                    <a:tint val="75000"/>
                  </a:schemeClr>
                </a:solidFill>
              </a:defRPr>
            </a:lvl1pPr>
          </a:lstStyle>
          <a:p>
            <a:pPr defTabSz="914244"/>
            <a:fld id="{565CE74E-AB26-4998-AD42-012C4C1AD076}" type="slidenum">
              <a:rPr lang="zh-CN" altLang="en-US" smtClean="0">
                <a:solidFill>
                  <a:prstClr val="black">
                    <a:tint val="75000"/>
                  </a:prstClr>
                </a:solidFill>
              </a:rPr>
              <a:pPr defTabSz="914244"/>
              <a:t>‹#›</a:t>
            </a:fld>
            <a:endParaRPr lang="zh-CN" altLang="en-US">
              <a:solidFill>
                <a:prstClr val="black">
                  <a:tint val="75000"/>
                </a:prstClr>
              </a:solidFill>
            </a:endParaRPr>
          </a:p>
        </p:txBody>
      </p:sp>
    </p:spTree>
    <p:extLst>
      <p:ext uri="{BB962C8B-B14F-4D97-AF65-F5344CB8AC3E}">
        <p14:creationId xmlns:p14="http://schemas.microsoft.com/office/powerpoint/2010/main" val="386661858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4" r:id="rId12"/>
    <p:sldLayoutId id="2147483715" r:id="rId13"/>
    <p:sldLayoutId id="2147483836" r:id="rId14"/>
  </p:sldLayoutIdLst>
  <p:hf hdr="0" ftr="0" dt="0"/>
  <p:txStyles>
    <p:titleStyle>
      <a:lvl1pPr algn="l" defTabSz="91424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61" indent="-228561" algn="l" defTabSz="91424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84" indent="-228561" algn="l" defTabSz="91424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05" indent="-228561" algn="l" defTabSz="91424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28"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051"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172"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295"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8417"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542" indent="-228561" algn="l" defTabSz="914244"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4244" rtl="0" eaLnBrk="1" latinLnBrk="0" hangingPunct="1">
        <a:defRPr sz="1900" kern="1200">
          <a:solidFill>
            <a:schemeClr val="tx1"/>
          </a:solidFill>
          <a:latin typeface="+mn-lt"/>
          <a:ea typeface="+mn-ea"/>
          <a:cs typeface="+mn-cs"/>
        </a:defRPr>
      </a:lvl1pPr>
      <a:lvl2pPr marL="457123" algn="l" defTabSz="914244" rtl="0" eaLnBrk="1" latinLnBrk="0" hangingPunct="1">
        <a:defRPr sz="1900" kern="1200">
          <a:solidFill>
            <a:schemeClr val="tx1"/>
          </a:solidFill>
          <a:latin typeface="+mn-lt"/>
          <a:ea typeface="+mn-ea"/>
          <a:cs typeface="+mn-cs"/>
        </a:defRPr>
      </a:lvl2pPr>
      <a:lvl3pPr marL="914244" algn="l" defTabSz="914244" rtl="0" eaLnBrk="1" latinLnBrk="0" hangingPunct="1">
        <a:defRPr sz="1900" kern="1200">
          <a:solidFill>
            <a:schemeClr val="tx1"/>
          </a:solidFill>
          <a:latin typeface="+mn-lt"/>
          <a:ea typeface="+mn-ea"/>
          <a:cs typeface="+mn-cs"/>
        </a:defRPr>
      </a:lvl3pPr>
      <a:lvl4pPr marL="1371367" algn="l" defTabSz="914244" rtl="0" eaLnBrk="1" latinLnBrk="0" hangingPunct="1">
        <a:defRPr sz="1900" kern="1200">
          <a:solidFill>
            <a:schemeClr val="tx1"/>
          </a:solidFill>
          <a:latin typeface="+mn-lt"/>
          <a:ea typeface="+mn-ea"/>
          <a:cs typeface="+mn-cs"/>
        </a:defRPr>
      </a:lvl4pPr>
      <a:lvl5pPr marL="1828489" algn="l" defTabSz="914244" rtl="0" eaLnBrk="1" latinLnBrk="0" hangingPunct="1">
        <a:defRPr sz="1900" kern="1200">
          <a:solidFill>
            <a:schemeClr val="tx1"/>
          </a:solidFill>
          <a:latin typeface="+mn-lt"/>
          <a:ea typeface="+mn-ea"/>
          <a:cs typeface="+mn-cs"/>
        </a:defRPr>
      </a:lvl5pPr>
      <a:lvl6pPr marL="2285612" algn="l" defTabSz="914244" rtl="0" eaLnBrk="1" latinLnBrk="0" hangingPunct="1">
        <a:defRPr sz="1900" kern="1200">
          <a:solidFill>
            <a:schemeClr val="tx1"/>
          </a:solidFill>
          <a:latin typeface="+mn-lt"/>
          <a:ea typeface="+mn-ea"/>
          <a:cs typeface="+mn-cs"/>
        </a:defRPr>
      </a:lvl6pPr>
      <a:lvl7pPr marL="2742733" algn="l" defTabSz="914244" rtl="0" eaLnBrk="1" latinLnBrk="0" hangingPunct="1">
        <a:defRPr sz="1900" kern="1200">
          <a:solidFill>
            <a:schemeClr val="tx1"/>
          </a:solidFill>
          <a:latin typeface="+mn-lt"/>
          <a:ea typeface="+mn-ea"/>
          <a:cs typeface="+mn-cs"/>
        </a:defRPr>
      </a:lvl7pPr>
      <a:lvl8pPr marL="3199856" algn="l" defTabSz="914244" rtl="0" eaLnBrk="1" latinLnBrk="0" hangingPunct="1">
        <a:defRPr sz="1900" kern="1200">
          <a:solidFill>
            <a:schemeClr val="tx1"/>
          </a:solidFill>
          <a:latin typeface="+mn-lt"/>
          <a:ea typeface="+mn-ea"/>
          <a:cs typeface="+mn-cs"/>
        </a:defRPr>
      </a:lvl8pPr>
      <a:lvl9pPr marL="3656979" algn="l" defTabSz="91424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1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33"/>
            <a:ext cx="9213574" cy="610902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2" rIns="91420" bIns="45712" rtlCol="0" anchor="ctr"/>
          <a:lstStyle/>
          <a:p>
            <a:pPr algn="ctr" defTabSz="914200"/>
            <a:endParaRPr lang="zh-CN" altLang="en-US">
              <a:solidFill>
                <a:prstClr val="white"/>
              </a:solidFill>
            </a:endParaRPr>
          </a:p>
        </p:txBody>
      </p:sp>
      <p:sp>
        <p:nvSpPr>
          <p:cNvPr id="43209" name="Line 41161"/>
          <p:cNvSpPr>
            <a:spLocks noChangeShapeType="1"/>
          </p:cNvSpPr>
          <p:nvPr/>
        </p:nvSpPr>
        <p:spPr bwMode="auto">
          <a:xfrm flipV="1">
            <a:off x="-5005388" y="5982766"/>
            <a:ext cx="14149388" cy="29633"/>
          </a:xfrm>
          <a:prstGeom prst="line">
            <a:avLst/>
          </a:prstGeom>
          <a:noFill/>
          <a:ln w="25400">
            <a:solidFill>
              <a:srgbClr val="EDE8C7"/>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0" tIns="45712" rIns="91420" bIns="45712"/>
          <a:lstStyle/>
          <a:p>
            <a:pPr defTabSz="914200"/>
            <a:endParaRPr lang="zh-CN" altLang="en-US" sz="2400">
              <a:solidFill>
                <a:prstClr val="black"/>
              </a:solidFill>
            </a:endParaRPr>
          </a:p>
        </p:txBody>
      </p:sp>
      <p:sp>
        <p:nvSpPr>
          <p:cNvPr id="7187" name="Rectangle 40985"/>
          <p:cNvSpPr>
            <a:spLocks noChangeArrowheads="1"/>
          </p:cNvSpPr>
          <p:nvPr/>
        </p:nvSpPr>
        <p:spPr bwMode="auto">
          <a:xfrm>
            <a:off x="0" y="6118229"/>
            <a:ext cx="9213574" cy="738717"/>
          </a:xfrm>
          <a:prstGeom prst="rect">
            <a:avLst/>
          </a:prstGeom>
          <a:solidFill>
            <a:srgbClr val="EDE8C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0" tIns="45712" rIns="91420" bIns="45712" anchor="ct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defTabSz="914200" eaLnBrk="1" hangingPunct="1"/>
            <a:endParaRPr lang="zh-CN" altLang="en-US"/>
          </a:p>
        </p:txBody>
      </p:sp>
      <p:sp>
        <p:nvSpPr>
          <p:cNvPr id="43207" name="Rectangle 41159"/>
          <p:cNvSpPr>
            <a:spLocks noChangeArrowheads="1"/>
          </p:cNvSpPr>
          <p:nvPr/>
        </p:nvSpPr>
        <p:spPr bwMode="auto">
          <a:xfrm>
            <a:off x="401935" y="1115155"/>
            <a:ext cx="8433952" cy="1323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0" tIns="45712" rIns="91420" bIns="45712">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defTabSz="914200" eaLnBrk="1" hangingPunct="1"/>
            <a:r>
              <a:rPr lang="zh-TW" altLang="en-US" sz="4000" dirty="0">
                <a:solidFill>
                  <a:schemeClr val="bg2">
                    <a:lumMod val="25000"/>
                  </a:schemeClr>
                </a:solidFill>
                <a:latin typeface="Berlin Sans FB Demi" panose="020E0802020502020306" pitchFamily="34" charset="0"/>
                <a:ea typeface="微软雅黑" panose="020B0503020204020204" pitchFamily="34" charset="-122"/>
              </a:rPr>
              <a:t>運用跨域協力及數據分析等創新思維加強查核國軍對美軍事採購執行情形</a:t>
            </a:r>
            <a:endParaRPr lang="zh-CN" altLang="en-US" sz="4000" dirty="0">
              <a:solidFill>
                <a:schemeClr val="bg2">
                  <a:lumMod val="25000"/>
                </a:schemeClr>
              </a:solidFill>
              <a:latin typeface="Berlin Sans FB Demi" panose="020E0802020502020306" pitchFamily="34" charset="0"/>
              <a:ea typeface="微软雅黑" panose="020B0503020204020204" pitchFamily="34" charset="-122"/>
            </a:endParaRPr>
          </a:p>
        </p:txBody>
      </p:sp>
      <p:grpSp>
        <p:nvGrpSpPr>
          <p:cNvPr id="3" name="群組 2"/>
          <p:cNvGrpSpPr/>
          <p:nvPr/>
        </p:nvGrpSpPr>
        <p:grpSpPr>
          <a:xfrm>
            <a:off x="4798353" y="3647634"/>
            <a:ext cx="4037533" cy="636544"/>
            <a:chOff x="2918535" y="309307"/>
            <a:chExt cx="3043632" cy="477407"/>
          </a:xfrm>
        </p:grpSpPr>
        <p:grpSp>
          <p:nvGrpSpPr>
            <p:cNvPr id="190" name="组合 60"/>
            <p:cNvGrpSpPr>
              <a:grpSpLocks/>
            </p:cNvGrpSpPr>
            <p:nvPr/>
          </p:nvGrpSpPr>
          <p:grpSpPr bwMode="auto">
            <a:xfrm>
              <a:off x="2918535" y="309307"/>
              <a:ext cx="478800" cy="477407"/>
              <a:chOff x="0" y="0"/>
              <a:chExt cx="650875" cy="620712"/>
            </a:xfrm>
          </p:grpSpPr>
          <p:sp>
            <p:nvSpPr>
              <p:cNvPr id="196" name="Oval 11"/>
              <p:cNvSpPr>
                <a:spLocks noChangeArrowheads="1"/>
              </p:cNvSpPr>
              <p:nvPr/>
            </p:nvSpPr>
            <p:spPr bwMode="auto">
              <a:xfrm>
                <a:off x="0" y="0"/>
                <a:ext cx="650875" cy="620712"/>
              </a:xfrm>
              <a:prstGeom prst="ellipse">
                <a:avLst/>
              </a:prstGeom>
              <a:solidFill>
                <a:srgbClr val="00A7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1218903" fontAlgn="base">
                  <a:spcBef>
                    <a:spcPct val="0"/>
                  </a:spcBef>
                  <a:spcAft>
                    <a:spcPct val="0"/>
                  </a:spcAft>
                  <a:buNone/>
                  <a:defRPr/>
                </a:pPr>
                <a:endParaRPr lang="zh-CN" altLang="en-US" sz="2400" kern="0">
                  <a:solidFill>
                    <a:srgbClr val="007DA7"/>
                  </a:solidFill>
                  <a:ea typeface="宋体" panose="02010600030101010101" pitchFamily="2" charset="-122"/>
                </a:endParaRPr>
              </a:p>
            </p:txBody>
          </p:sp>
          <p:sp>
            <p:nvSpPr>
              <p:cNvPr id="197" name="Freeform 12"/>
              <p:cNvSpPr>
                <a:spLocks noEditPoints="1"/>
              </p:cNvSpPr>
              <p:nvPr/>
            </p:nvSpPr>
            <p:spPr bwMode="auto">
              <a:xfrm>
                <a:off x="98425" y="88900"/>
                <a:ext cx="469900" cy="425450"/>
              </a:xfrm>
              <a:custGeom>
                <a:avLst/>
                <a:gdLst>
                  <a:gd name="T0" fmla="*/ 160731222 w 573"/>
                  <a:gd name="T1" fmla="*/ 301044517 h 545"/>
                  <a:gd name="T2" fmla="*/ 160731222 w 573"/>
                  <a:gd name="T3" fmla="*/ 316279530 h 545"/>
                  <a:gd name="T4" fmla="*/ 233362345 w 573"/>
                  <a:gd name="T5" fmla="*/ 308357573 h 545"/>
                  <a:gd name="T6" fmla="*/ 224619581 w 573"/>
                  <a:gd name="T7" fmla="*/ 277277865 h 545"/>
                  <a:gd name="T8" fmla="*/ 160731222 w 573"/>
                  <a:gd name="T9" fmla="*/ 277277865 h 545"/>
                  <a:gd name="T10" fmla="*/ 160731222 w 573"/>
                  <a:gd name="T11" fmla="*/ 292512878 h 545"/>
                  <a:gd name="T12" fmla="*/ 233362345 w 573"/>
                  <a:gd name="T13" fmla="*/ 285200603 h 545"/>
                  <a:gd name="T14" fmla="*/ 192339173 w 573"/>
                  <a:gd name="T15" fmla="*/ 332124225 h 545"/>
                  <a:gd name="T16" fmla="*/ 220584837 w 573"/>
                  <a:gd name="T17" fmla="*/ 322982905 h 545"/>
                  <a:gd name="T18" fmla="*/ 192339173 w 573"/>
                  <a:gd name="T19" fmla="*/ 332124225 h 545"/>
                  <a:gd name="T20" fmla="*/ 193684087 w 573"/>
                  <a:gd name="T21" fmla="*/ 88972914 h 545"/>
                  <a:gd name="T22" fmla="*/ 102894979 w 573"/>
                  <a:gd name="T23" fmla="*/ 165757662 h 545"/>
                  <a:gd name="T24" fmla="*/ 156695659 w 573"/>
                  <a:gd name="T25" fmla="*/ 268746226 h 545"/>
                  <a:gd name="T26" fmla="*/ 193684087 w 573"/>
                  <a:gd name="T27" fmla="*/ 271184172 h 545"/>
                  <a:gd name="T28" fmla="*/ 238742823 w 573"/>
                  <a:gd name="T29" fmla="*/ 246198157 h 545"/>
                  <a:gd name="T30" fmla="*/ 193684087 w 573"/>
                  <a:gd name="T31" fmla="*/ 88972914 h 545"/>
                  <a:gd name="T32" fmla="*/ 75994229 w 573"/>
                  <a:gd name="T33" fmla="*/ 179773312 h 545"/>
                  <a:gd name="T34" fmla="*/ 14795699 w 573"/>
                  <a:gd name="T35" fmla="*/ 168804508 h 545"/>
                  <a:gd name="T36" fmla="*/ 14795699 w 573"/>
                  <a:gd name="T37" fmla="*/ 190742896 h 545"/>
                  <a:gd name="T38" fmla="*/ 75994229 w 573"/>
                  <a:gd name="T39" fmla="*/ 179773312 h 545"/>
                  <a:gd name="T40" fmla="*/ 370555103 w 573"/>
                  <a:gd name="T41" fmla="*/ 168804508 h 545"/>
                  <a:gd name="T42" fmla="*/ 309356574 w 573"/>
                  <a:gd name="T43" fmla="*/ 179773312 h 545"/>
                  <a:gd name="T44" fmla="*/ 370555103 w 573"/>
                  <a:gd name="T45" fmla="*/ 190742896 h 545"/>
                  <a:gd name="T46" fmla="*/ 370555103 w 573"/>
                  <a:gd name="T47" fmla="*/ 168804508 h 545"/>
                  <a:gd name="T48" fmla="*/ 294561694 w 573"/>
                  <a:gd name="T49" fmla="*/ 101161081 h 545"/>
                  <a:gd name="T50" fmla="*/ 329531931 w 573"/>
                  <a:gd name="T51" fmla="*/ 54236678 h 545"/>
                  <a:gd name="T52" fmla="*/ 277748623 w 573"/>
                  <a:gd name="T53" fmla="*/ 85926068 h 545"/>
                  <a:gd name="T54" fmla="*/ 294561694 w 573"/>
                  <a:gd name="T55" fmla="*/ 101161081 h 545"/>
                  <a:gd name="T56" fmla="*/ 191666716 w 573"/>
                  <a:gd name="T57" fmla="*/ 68862791 h 545"/>
                  <a:gd name="T58" fmla="*/ 203771766 w 573"/>
                  <a:gd name="T59" fmla="*/ 13406749 h 545"/>
                  <a:gd name="T60" fmla="*/ 179561665 w 573"/>
                  <a:gd name="T61" fmla="*/ 13406749 h 545"/>
                  <a:gd name="T62" fmla="*/ 191666716 w 573"/>
                  <a:gd name="T63" fmla="*/ 68862791 h 545"/>
                  <a:gd name="T64" fmla="*/ 86754365 w 573"/>
                  <a:gd name="T65" fmla="*/ 96894871 h 545"/>
                  <a:gd name="T66" fmla="*/ 103567436 w 573"/>
                  <a:gd name="T67" fmla="*/ 81659858 h 545"/>
                  <a:gd name="T68" fmla="*/ 51783308 w 573"/>
                  <a:gd name="T69" fmla="*/ 49971249 h 545"/>
                  <a:gd name="T70" fmla="*/ 86754365 w 573"/>
                  <a:gd name="T71" fmla="*/ 96894871 h 545"/>
                  <a:gd name="T72" fmla="*/ 90789108 w 573"/>
                  <a:gd name="T73" fmla="*/ 258386324 h 545"/>
                  <a:gd name="T74" fmla="*/ 55818872 w 573"/>
                  <a:gd name="T75" fmla="*/ 304701045 h 545"/>
                  <a:gd name="T76" fmla="*/ 107602180 w 573"/>
                  <a:gd name="T77" fmla="*/ 273621337 h 545"/>
                  <a:gd name="T78" fmla="*/ 90789108 w 573"/>
                  <a:gd name="T79" fmla="*/ 258386324 h 545"/>
                  <a:gd name="T80" fmla="*/ 298596438 w 573"/>
                  <a:gd name="T81" fmla="*/ 262652533 h 545"/>
                  <a:gd name="T82" fmla="*/ 281783367 w 573"/>
                  <a:gd name="T83" fmla="*/ 277887547 h 545"/>
                  <a:gd name="T84" fmla="*/ 333567495 w 573"/>
                  <a:gd name="T85" fmla="*/ 309576155 h 545"/>
                  <a:gd name="T86" fmla="*/ 298596438 w 573"/>
                  <a:gd name="T87" fmla="*/ 262652533 h 54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3" h="545">
                    <a:moveTo>
                      <a:pt x="334" y="494"/>
                    </a:moveTo>
                    <a:lnTo>
                      <a:pt x="239" y="494"/>
                    </a:lnTo>
                    <a:cubicBezTo>
                      <a:pt x="232" y="494"/>
                      <a:pt x="226" y="499"/>
                      <a:pt x="226" y="506"/>
                    </a:cubicBezTo>
                    <a:cubicBezTo>
                      <a:pt x="226" y="513"/>
                      <a:pt x="232" y="519"/>
                      <a:pt x="239" y="519"/>
                    </a:cubicBezTo>
                    <a:lnTo>
                      <a:pt x="334" y="519"/>
                    </a:lnTo>
                    <a:cubicBezTo>
                      <a:pt x="341" y="519"/>
                      <a:pt x="347" y="513"/>
                      <a:pt x="347" y="506"/>
                    </a:cubicBezTo>
                    <a:cubicBezTo>
                      <a:pt x="347" y="499"/>
                      <a:pt x="341" y="494"/>
                      <a:pt x="334" y="494"/>
                    </a:cubicBezTo>
                    <a:close/>
                    <a:moveTo>
                      <a:pt x="334" y="455"/>
                    </a:moveTo>
                    <a:lnTo>
                      <a:pt x="334" y="455"/>
                    </a:lnTo>
                    <a:lnTo>
                      <a:pt x="239" y="455"/>
                    </a:lnTo>
                    <a:cubicBezTo>
                      <a:pt x="232" y="455"/>
                      <a:pt x="226" y="461"/>
                      <a:pt x="226" y="468"/>
                    </a:cubicBezTo>
                    <a:cubicBezTo>
                      <a:pt x="226" y="475"/>
                      <a:pt x="232" y="480"/>
                      <a:pt x="239" y="480"/>
                    </a:cubicBezTo>
                    <a:lnTo>
                      <a:pt x="334" y="480"/>
                    </a:lnTo>
                    <a:cubicBezTo>
                      <a:pt x="341" y="480"/>
                      <a:pt x="347" y="475"/>
                      <a:pt x="347" y="468"/>
                    </a:cubicBezTo>
                    <a:cubicBezTo>
                      <a:pt x="347" y="461"/>
                      <a:pt x="341" y="455"/>
                      <a:pt x="334" y="455"/>
                    </a:cubicBezTo>
                    <a:close/>
                    <a:moveTo>
                      <a:pt x="286" y="545"/>
                    </a:moveTo>
                    <a:lnTo>
                      <a:pt x="286" y="545"/>
                    </a:lnTo>
                    <a:lnTo>
                      <a:pt x="328" y="530"/>
                    </a:lnTo>
                    <a:lnTo>
                      <a:pt x="245" y="530"/>
                    </a:lnTo>
                    <a:lnTo>
                      <a:pt x="286" y="545"/>
                    </a:lnTo>
                    <a:close/>
                    <a:moveTo>
                      <a:pt x="288" y="146"/>
                    </a:moveTo>
                    <a:lnTo>
                      <a:pt x="288" y="146"/>
                    </a:lnTo>
                    <a:lnTo>
                      <a:pt x="285" y="146"/>
                    </a:lnTo>
                    <a:cubicBezTo>
                      <a:pt x="215" y="146"/>
                      <a:pt x="153" y="203"/>
                      <a:pt x="153" y="272"/>
                    </a:cubicBezTo>
                    <a:cubicBezTo>
                      <a:pt x="153" y="342"/>
                      <a:pt x="211" y="382"/>
                      <a:pt x="217" y="404"/>
                    </a:cubicBezTo>
                    <a:cubicBezTo>
                      <a:pt x="223" y="425"/>
                      <a:pt x="217" y="436"/>
                      <a:pt x="233" y="441"/>
                    </a:cubicBezTo>
                    <a:cubicBezTo>
                      <a:pt x="249" y="446"/>
                      <a:pt x="285" y="445"/>
                      <a:pt x="285" y="445"/>
                    </a:cubicBezTo>
                    <a:lnTo>
                      <a:pt x="288" y="445"/>
                    </a:lnTo>
                    <a:cubicBezTo>
                      <a:pt x="288" y="445"/>
                      <a:pt x="324" y="446"/>
                      <a:pt x="340" y="441"/>
                    </a:cubicBezTo>
                    <a:cubicBezTo>
                      <a:pt x="355" y="436"/>
                      <a:pt x="349" y="425"/>
                      <a:pt x="355" y="404"/>
                    </a:cubicBezTo>
                    <a:cubicBezTo>
                      <a:pt x="361" y="382"/>
                      <a:pt x="420" y="342"/>
                      <a:pt x="420" y="272"/>
                    </a:cubicBezTo>
                    <a:cubicBezTo>
                      <a:pt x="420" y="203"/>
                      <a:pt x="358" y="146"/>
                      <a:pt x="288" y="146"/>
                    </a:cubicBezTo>
                    <a:close/>
                    <a:moveTo>
                      <a:pt x="113" y="295"/>
                    </a:moveTo>
                    <a:lnTo>
                      <a:pt x="113" y="295"/>
                    </a:lnTo>
                    <a:cubicBezTo>
                      <a:pt x="113" y="285"/>
                      <a:pt x="103" y="277"/>
                      <a:pt x="91" y="277"/>
                    </a:cubicBezTo>
                    <a:lnTo>
                      <a:pt x="22" y="277"/>
                    </a:lnTo>
                    <a:cubicBezTo>
                      <a:pt x="10" y="277"/>
                      <a:pt x="0" y="285"/>
                      <a:pt x="0" y="295"/>
                    </a:cubicBezTo>
                    <a:cubicBezTo>
                      <a:pt x="0" y="305"/>
                      <a:pt x="10" y="313"/>
                      <a:pt x="22" y="313"/>
                    </a:cubicBezTo>
                    <a:lnTo>
                      <a:pt x="91" y="313"/>
                    </a:lnTo>
                    <a:cubicBezTo>
                      <a:pt x="103" y="313"/>
                      <a:pt x="113" y="305"/>
                      <a:pt x="113" y="295"/>
                    </a:cubicBezTo>
                    <a:close/>
                    <a:moveTo>
                      <a:pt x="551" y="277"/>
                    </a:moveTo>
                    <a:lnTo>
                      <a:pt x="551" y="277"/>
                    </a:lnTo>
                    <a:lnTo>
                      <a:pt x="482" y="277"/>
                    </a:lnTo>
                    <a:cubicBezTo>
                      <a:pt x="470" y="277"/>
                      <a:pt x="460" y="285"/>
                      <a:pt x="460" y="295"/>
                    </a:cubicBezTo>
                    <a:cubicBezTo>
                      <a:pt x="460" y="305"/>
                      <a:pt x="470" y="313"/>
                      <a:pt x="482" y="313"/>
                    </a:cubicBezTo>
                    <a:lnTo>
                      <a:pt x="551" y="313"/>
                    </a:lnTo>
                    <a:cubicBezTo>
                      <a:pt x="563" y="313"/>
                      <a:pt x="573" y="305"/>
                      <a:pt x="573" y="295"/>
                    </a:cubicBezTo>
                    <a:cubicBezTo>
                      <a:pt x="573" y="285"/>
                      <a:pt x="563" y="277"/>
                      <a:pt x="551" y="277"/>
                    </a:cubicBezTo>
                    <a:close/>
                    <a:moveTo>
                      <a:pt x="438" y="166"/>
                    </a:moveTo>
                    <a:lnTo>
                      <a:pt x="438" y="166"/>
                    </a:lnTo>
                    <a:lnTo>
                      <a:pt x="487" y="117"/>
                    </a:lnTo>
                    <a:cubicBezTo>
                      <a:pt x="495" y="109"/>
                      <a:pt x="497" y="96"/>
                      <a:pt x="490" y="89"/>
                    </a:cubicBezTo>
                    <a:cubicBezTo>
                      <a:pt x="483" y="82"/>
                      <a:pt x="470" y="84"/>
                      <a:pt x="462" y="92"/>
                    </a:cubicBezTo>
                    <a:lnTo>
                      <a:pt x="413" y="141"/>
                    </a:lnTo>
                    <a:cubicBezTo>
                      <a:pt x="405" y="149"/>
                      <a:pt x="403" y="162"/>
                      <a:pt x="410" y="169"/>
                    </a:cubicBezTo>
                    <a:cubicBezTo>
                      <a:pt x="417" y="176"/>
                      <a:pt x="430" y="175"/>
                      <a:pt x="438" y="166"/>
                    </a:cubicBezTo>
                    <a:close/>
                    <a:moveTo>
                      <a:pt x="285" y="113"/>
                    </a:moveTo>
                    <a:lnTo>
                      <a:pt x="285" y="113"/>
                    </a:lnTo>
                    <a:cubicBezTo>
                      <a:pt x="295" y="113"/>
                      <a:pt x="303" y="103"/>
                      <a:pt x="303" y="91"/>
                    </a:cubicBezTo>
                    <a:lnTo>
                      <a:pt x="303" y="22"/>
                    </a:lnTo>
                    <a:cubicBezTo>
                      <a:pt x="303" y="10"/>
                      <a:pt x="295" y="0"/>
                      <a:pt x="285" y="0"/>
                    </a:cubicBezTo>
                    <a:cubicBezTo>
                      <a:pt x="275" y="0"/>
                      <a:pt x="267" y="10"/>
                      <a:pt x="267" y="22"/>
                    </a:cubicBezTo>
                    <a:lnTo>
                      <a:pt x="267" y="91"/>
                    </a:lnTo>
                    <a:cubicBezTo>
                      <a:pt x="267" y="103"/>
                      <a:pt x="275" y="113"/>
                      <a:pt x="285" y="113"/>
                    </a:cubicBezTo>
                    <a:close/>
                    <a:moveTo>
                      <a:pt x="129" y="159"/>
                    </a:moveTo>
                    <a:lnTo>
                      <a:pt x="129" y="159"/>
                    </a:lnTo>
                    <a:cubicBezTo>
                      <a:pt x="137" y="168"/>
                      <a:pt x="150" y="169"/>
                      <a:pt x="157" y="162"/>
                    </a:cubicBezTo>
                    <a:cubicBezTo>
                      <a:pt x="164" y="155"/>
                      <a:pt x="162" y="142"/>
                      <a:pt x="154" y="134"/>
                    </a:cubicBezTo>
                    <a:lnTo>
                      <a:pt x="105" y="85"/>
                    </a:lnTo>
                    <a:cubicBezTo>
                      <a:pt x="97" y="77"/>
                      <a:pt x="84" y="75"/>
                      <a:pt x="77" y="82"/>
                    </a:cubicBezTo>
                    <a:cubicBezTo>
                      <a:pt x="70" y="89"/>
                      <a:pt x="71" y="102"/>
                      <a:pt x="80" y="110"/>
                    </a:cubicBezTo>
                    <a:lnTo>
                      <a:pt x="129" y="159"/>
                    </a:lnTo>
                    <a:close/>
                    <a:moveTo>
                      <a:pt x="135" y="424"/>
                    </a:moveTo>
                    <a:lnTo>
                      <a:pt x="135" y="424"/>
                    </a:lnTo>
                    <a:lnTo>
                      <a:pt x="86" y="472"/>
                    </a:lnTo>
                    <a:cubicBezTo>
                      <a:pt x="77" y="481"/>
                      <a:pt x="76" y="493"/>
                      <a:pt x="83" y="500"/>
                    </a:cubicBezTo>
                    <a:cubicBezTo>
                      <a:pt x="90" y="507"/>
                      <a:pt x="103" y="506"/>
                      <a:pt x="111" y="498"/>
                    </a:cubicBezTo>
                    <a:lnTo>
                      <a:pt x="160" y="449"/>
                    </a:lnTo>
                    <a:cubicBezTo>
                      <a:pt x="168" y="440"/>
                      <a:pt x="169" y="428"/>
                      <a:pt x="163" y="421"/>
                    </a:cubicBezTo>
                    <a:cubicBezTo>
                      <a:pt x="156" y="414"/>
                      <a:pt x="143" y="415"/>
                      <a:pt x="135" y="424"/>
                    </a:cubicBezTo>
                    <a:close/>
                    <a:moveTo>
                      <a:pt x="444" y="431"/>
                    </a:moveTo>
                    <a:lnTo>
                      <a:pt x="444" y="431"/>
                    </a:lnTo>
                    <a:cubicBezTo>
                      <a:pt x="436" y="422"/>
                      <a:pt x="423" y="421"/>
                      <a:pt x="416" y="428"/>
                    </a:cubicBezTo>
                    <a:cubicBezTo>
                      <a:pt x="409" y="435"/>
                      <a:pt x="410" y="448"/>
                      <a:pt x="419" y="456"/>
                    </a:cubicBezTo>
                    <a:lnTo>
                      <a:pt x="468" y="505"/>
                    </a:lnTo>
                    <a:cubicBezTo>
                      <a:pt x="476" y="513"/>
                      <a:pt x="489" y="514"/>
                      <a:pt x="496" y="508"/>
                    </a:cubicBezTo>
                    <a:cubicBezTo>
                      <a:pt x="503" y="501"/>
                      <a:pt x="501" y="488"/>
                      <a:pt x="493" y="480"/>
                    </a:cubicBezTo>
                    <a:lnTo>
                      <a:pt x="444" y="4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8903" eaLnBrk="0" fontAlgn="base" hangingPunct="0">
                  <a:spcBef>
                    <a:spcPct val="0"/>
                  </a:spcBef>
                  <a:spcAft>
                    <a:spcPct val="0"/>
                  </a:spcAft>
                  <a:defRPr/>
                </a:pPr>
                <a:endParaRPr lang="zh-CN" altLang="en-US" sz="2400" kern="0">
                  <a:solidFill>
                    <a:srgbClr val="007DA7"/>
                  </a:solidFill>
                  <a:latin typeface="Arial" panose="020B0604020202020204" pitchFamily="34" charset="0"/>
                </a:endParaRPr>
              </a:p>
            </p:txBody>
          </p:sp>
        </p:grpSp>
        <p:sp>
          <p:nvSpPr>
            <p:cNvPr id="191" name="文字方塊 190"/>
            <p:cNvSpPr txBox="1"/>
            <p:nvPr/>
          </p:nvSpPr>
          <p:spPr>
            <a:xfrm>
              <a:off x="3423280" y="400136"/>
              <a:ext cx="2538887" cy="380872"/>
            </a:xfrm>
            <a:prstGeom prst="rect">
              <a:avLst/>
            </a:prstGeom>
            <a:noFill/>
          </p:spPr>
          <p:txBody>
            <a:bodyPr wrap="square" rtlCol="0">
              <a:spAutoFit/>
            </a:bodyPr>
            <a:lstStyle/>
            <a:p>
              <a:pPr defTabSz="1218903"/>
              <a:r>
                <a:rPr lang="zh-TW" altLang="en-US" sz="2700" dirty="0">
                  <a:solidFill>
                    <a:schemeClr val="bg2">
                      <a:lumMod val="25000"/>
                    </a:schemeClr>
                  </a:solidFill>
                  <a:latin typeface="Microsoft YaHei" panose="020B0503020204020204" pitchFamily="34" charset="-122"/>
                  <a:ea typeface="Microsoft YaHei" panose="020B0503020204020204" pitchFamily="34" charset="-122"/>
                </a:rPr>
                <a:t>第二</a:t>
              </a:r>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廳</a:t>
              </a:r>
              <a:endParaRPr lang="zh-TW" altLang="en-US" sz="2700" dirty="0">
                <a:solidFill>
                  <a:schemeClr val="bg2">
                    <a:lumMod val="25000"/>
                  </a:schemeClr>
                </a:solidFill>
                <a:latin typeface="Microsoft YaHei" panose="020B0503020204020204" pitchFamily="34" charset="-122"/>
                <a:ea typeface="Microsoft YaHei" panose="020B0503020204020204" pitchFamily="34" charset="-122"/>
              </a:endParaRPr>
            </a:p>
          </p:txBody>
        </p:sp>
      </p:grpSp>
      <p:grpSp>
        <p:nvGrpSpPr>
          <p:cNvPr id="4" name="群組 3"/>
          <p:cNvGrpSpPr/>
          <p:nvPr/>
        </p:nvGrpSpPr>
        <p:grpSpPr>
          <a:xfrm>
            <a:off x="4867926" y="4497822"/>
            <a:ext cx="3242415" cy="638400"/>
            <a:chOff x="5589070" y="301823"/>
            <a:chExt cx="2822165" cy="478800"/>
          </a:xfrm>
        </p:grpSpPr>
        <p:grpSp>
          <p:nvGrpSpPr>
            <p:cNvPr id="192" name="组合 48"/>
            <p:cNvGrpSpPr/>
            <p:nvPr/>
          </p:nvGrpSpPr>
          <p:grpSpPr>
            <a:xfrm>
              <a:off x="5589070" y="301823"/>
              <a:ext cx="478800" cy="478800"/>
              <a:chOff x="6084168" y="1274820"/>
              <a:chExt cx="432048" cy="432834"/>
            </a:xfrm>
          </p:grpSpPr>
          <p:sp>
            <p:nvSpPr>
              <p:cNvPr id="194" name="椭圆 22"/>
              <p:cNvSpPr>
                <a:spLocks noChangeArrowheads="1"/>
              </p:cNvSpPr>
              <p:nvPr/>
            </p:nvSpPr>
            <p:spPr bwMode="auto">
              <a:xfrm>
                <a:off x="6084168" y="1274820"/>
                <a:ext cx="432048" cy="432834"/>
              </a:xfrm>
              <a:prstGeom prst="ellipse">
                <a:avLst/>
              </a:prstGeom>
              <a:solidFill>
                <a:srgbClr val="92D05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defTabSz="1218903" eaLnBrk="1" hangingPunct="1"/>
                <a:endParaRPr lang="zh-CN" altLang="en-US" sz="2400">
                  <a:solidFill>
                    <a:srgbClr val="FFFFFF"/>
                  </a:solidFill>
                  <a:latin typeface="Calibri" pitchFamily="34" charset="0"/>
                </a:endParaRPr>
              </a:p>
            </p:txBody>
          </p:sp>
          <p:sp>
            <p:nvSpPr>
              <p:cNvPr id="195"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pPr defTabSz="1218903"/>
                <a:endParaRPr lang="en-US" sz="2400">
                  <a:solidFill>
                    <a:prstClr val="black"/>
                  </a:solidFill>
                  <a:latin typeface="Roboto Light"/>
                </a:endParaRPr>
              </a:p>
            </p:txBody>
          </p:sp>
        </p:grpSp>
        <p:sp>
          <p:nvSpPr>
            <p:cNvPr id="193" name="文字方塊 192"/>
            <p:cNvSpPr txBox="1"/>
            <p:nvPr/>
          </p:nvSpPr>
          <p:spPr>
            <a:xfrm>
              <a:off x="6067870" y="341168"/>
              <a:ext cx="2343365" cy="380873"/>
            </a:xfrm>
            <a:prstGeom prst="rect">
              <a:avLst/>
            </a:prstGeom>
            <a:noFill/>
          </p:spPr>
          <p:txBody>
            <a:bodyPr wrap="square" rtlCol="0">
              <a:spAutoFit/>
            </a:bodyPr>
            <a:lstStyle/>
            <a:p>
              <a:pPr defTabSz="1218903"/>
              <a:r>
                <a:rPr lang="en-US" altLang="zh-TW" sz="2700" dirty="0" smtClean="0">
                  <a:solidFill>
                    <a:schemeClr val="bg2">
                      <a:lumMod val="25000"/>
                    </a:schemeClr>
                  </a:solidFill>
                  <a:latin typeface="Microsoft YaHei" panose="020B0503020204020204" pitchFamily="34" charset="-122"/>
                  <a:ea typeface="Microsoft YaHei" panose="020B0503020204020204" pitchFamily="34" charset="-122"/>
                </a:rPr>
                <a:t>114</a:t>
              </a:r>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年</a:t>
              </a:r>
              <a:r>
                <a:rPr lang="en-US" altLang="zh-TW" sz="2700" dirty="0">
                  <a:solidFill>
                    <a:schemeClr val="bg2">
                      <a:lumMod val="25000"/>
                    </a:schemeClr>
                  </a:solidFill>
                  <a:latin typeface="Microsoft YaHei" panose="020B0503020204020204" pitchFamily="34" charset="-122"/>
                  <a:ea typeface="Microsoft YaHei" panose="020B0503020204020204" pitchFamily="34" charset="-122"/>
                </a:rPr>
                <a:t>1</a:t>
              </a:r>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月</a:t>
              </a:r>
              <a:r>
                <a:rPr lang="en-US" altLang="zh-TW" sz="2700" dirty="0">
                  <a:solidFill>
                    <a:schemeClr val="bg2">
                      <a:lumMod val="25000"/>
                    </a:schemeClr>
                  </a:solidFill>
                  <a:latin typeface="Microsoft YaHei" panose="020B0503020204020204" pitchFamily="34" charset="-122"/>
                  <a:ea typeface="Microsoft YaHei" panose="020B0503020204020204" pitchFamily="34" charset="-122"/>
                </a:rPr>
                <a:t>3</a:t>
              </a:r>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日</a:t>
              </a:r>
              <a:endParaRPr lang="zh-TW" altLang="en-US" sz="2700" dirty="0">
                <a:solidFill>
                  <a:schemeClr val="bg2">
                    <a:lumMod val="25000"/>
                  </a:schemeClr>
                </a:solidFill>
                <a:latin typeface="Microsoft YaHei" panose="020B0503020204020204" pitchFamily="34" charset="-122"/>
                <a:ea typeface="Microsoft YaHei" panose="020B0503020204020204" pitchFamily="34" charset="-122"/>
              </a:endParaRPr>
            </a:p>
          </p:txBody>
        </p:sp>
      </p:grpSp>
      <p:sp>
        <p:nvSpPr>
          <p:cNvPr id="199" name="PA_01"/>
          <p:cNvSpPr/>
          <p:nvPr>
            <p:custDataLst>
              <p:tags r:id="rId1"/>
            </p:custDataLst>
          </p:nvPr>
        </p:nvSpPr>
        <p:spPr>
          <a:xfrm>
            <a:off x="107505" y="138832"/>
            <a:ext cx="3514091" cy="584771"/>
          </a:xfrm>
          <a:prstGeom prst="rect">
            <a:avLst/>
          </a:prstGeom>
          <a:noFill/>
        </p:spPr>
        <p:txBody>
          <a:bodyPr wrap="none" lIns="91434" tIns="45718" rIns="91434" bIns="45718">
            <a:spAutoFit/>
          </a:bodyPr>
          <a:lstStyle/>
          <a:p>
            <a:pPr algn="ctr"/>
            <a:r>
              <a:rPr lang="zh-TW" altLang="en-US" sz="3200" dirty="0" smtClean="0">
                <a:solidFill>
                  <a:schemeClr val="bg2">
                    <a:lumMod val="25000"/>
                  </a:schemeClr>
                </a:solidFill>
                <a:latin typeface="Berlin Sans FB Demi" panose="020E0802020502020306" pitchFamily="34" charset="0"/>
                <a:ea typeface="微软雅黑" panose="020B0503020204020204" pitchFamily="34" charset="-122"/>
              </a:rPr>
              <a:t>第</a:t>
            </a:r>
            <a:r>
              <a:rPr lang="en-US" altLang="zh-TW" sz="2700" dirty="0">
                <a:solidFill>
                  <a:schemeClr val="bg2">
                    <a:lumMod val="25000"/>
                  </a:schemeClr>
                </a:solidFill>
                <a:latin typeface="Microsoft YaHei" panose="020B0503020204020204" pitchFamily="34" charset="-122"/>
                <a:ea typeface="Microsoft YaHei" panose="020B0503020204020204" pitchFamily="34" charset="-122"/>
              </a:rPr>
              <a:t>2292</a:t>
            </a:r>
            <a:r>
              <a:rPr lang="zh-TW" altLang="en-US" sz="3200" dirty="0" smtClean="0">
                <a:solidFill>
                  <a:schemeClr val="bg2">
                    <a:lumMod val="25000"/>
                  </a:schemeClr>
                </a:solidFill>
                <a:latin typeface="Berlin Sans FB Demi" panose="020E0802020502020306" pitchFamily="34" charset="0"/>
                <a:ea typeface="微软雅黑" panose="020B0503020204020204" pitchFamily="34" charset="-122"/>
              </a:rPr>
              <a:t>次</a:t>
            </a:r>
            <a:r>
              <a:rPr lang="zh-TW" altLang="en-US" sz="3200" dirty="0">
                <a:solidFill>
                  <a:schemeClr val="bg2">
                    <a:lumMod val="25000"/>
                  </a:schemeClr>
                </a:solidFill>
                <a:latin typeface="Berlin Sans FB Demi" panose="020E0802020502020306" pitchFamily="34" charset="0"/>
                <a:ea typeface="微软雅黑" panose="020B0503020204020204" pitchFamily="34" charset="-122"/>
              </a:rPr>
              <a:t>審計會議</a:t>
            </a:r>
          </a:p>
        </p:txBody>
      </p:sp>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2636912"/>
            <a:ext cx="3643616" cy="336266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sp>
        <p:nvSpPr>
          <p:cNvPr id="5" name="投影片編號版面配置區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a:t>
            </a:fld>
            <a:endParaRPr lang="zh-CN" altLang="en-US">
              <a:solidFill>
                <a:prstClr val="black">
                  <a:tint val="75000"/>
                </a:prstClr>
              </a:solidFill>
            </a:endParaRPr>
          </a:p>
        </p:txBody>
      </p:sp>
      <p:sp>
        <p:nvSpPr>
          <p:cNvPr id="26" name="文字方塊 25"/>
          <p:cNvSpPr txBox="1"/>
          <p:nvPr/>
        </p:nvSpPr>
        <p:spPr>
          <a:xfrm>
            <a:off x="6506288" y="3363231"/>
            <a:ext cx="3367963" cy="507831"/>
          </a:xfrm>
          <a:prstGeom prst="rect">
            <a:avLst/>
          </a:prstGeom>
          <a:noFill/>
        </p:spPr>
        <p:txBody>
          <a:bodyPr wrap="square" rtlCol="0">
            <a:spAutoFit/>
          </a:bodyPr>
          <a:lstStyle/>
          <a:p>
            <a:pPr defTabSz="1218903"/>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簡任審計陳育如</a:t>
            </a:r>
            <a:endParaRPr lang="zh-TW" altLang="en-US" sz="2700" dirty="0">
              <a:solidFill>
                <a:schemeClr val="bg2">
                  <a:lumMod val="25000"/>
                </a:schemeClr>
              </a:solidFill>
              <a:latin typeface="Microsoft YaHei" panose="020B0503020204020204" pitchFamily="34" charset="-122"/>
              <a:ea typeface="Microsoft YaHei" panose="020B0503020204020204" pitchFamily="34" charset="-122"/>
            </a:endParaRPr>
          </a:p>
        </p:txBody>
      </p:sp>
      <p:sp>
        <p:nvSpPr>
          <p:cNvPr id="39" name="文字方塊 38"/>
          <p:cNvSpPr txBox="1"/>
          <p:nvPr/>
        </p:nvSpPr>
        <p:spPr>
          <a:xfrm>
            <a:off x="6596723" y="3936621"/>
            <a:ext cx="3367963" cy="507831"/>
          </a:xfrm>
          <a:prstGeom prst="rect">
            <a:avLst/>
          </a:prstGeom>
          <a:noFill/>
        </p:spPr>
        <p:txBody>
          <a:bodyPr wrap="square" rtlCol="0">
            <a:spAutoFit/>
          </a:bodyPr>
          <a:lstStyle/>
          <a:p>
            <a:pPr defTabSz="1218903"/>
            <a:r>
              <a:rPr lang="zh-TW" altLang="en-US" sz="2700" dirty="0" smtClean="0">
                <a:solidFill>
                  <a:schemeClr val="bg2">
                    <a:lumMod val="25000"/>
                  </a:schemeClr>
                </a:solidFill>
                <a:latin typeface="Microsoft YaHei" panose="020B0503020204020204" pitchFamily="34" charset="-122"/>
                <a:ea typeface="Microsoft YaHei" panose="020B0503020204020204" pitchFamily="34" charset="-122"/>
              </a:rPr>
              <a:t>審計陳宥芬</a:t>
            </a:r>
            <a:endParaRPr lang="zh-TW" altLang="en-US" sz="2700" dirty="0">
              <a:solidFill>
                <a:schemeClr val="bg2">
                  <a:lumMod val="2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84550340"/>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4"/>
          <p:cNvSpPr/>
          <p:nvPr/>
        </p:nvSpPr>
        <p:spPr>
          <a:xfrm>
            <a:off x="391012" y="1538447"/>
            <a:ext cx="5503474" cy="4460996"/>
          </a:xfrm>
          <a:prstGeom prst="roundRect">
            <a:avLst>
              <a:gd name="adj" fmla="val 6769"/>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21914" tIns="60957" rIns="121914" bIns="60957" rtlCol="0" anchor="ctr"/>
          <a:lstStyle/>
          <a:p>
            <a:pPr algn="ctr"/>
            <a:endParaRPr lang="zh-CN" altLang="en-US">
              <a:latin typeface="Microsoft YaHei" panose="020B0503020204020204" pitchFamily="34" charset="-122"/>
              <a:ea typeface="Microsoft YaHei" panose="020B0503020204020204" pitchFamily="34" charset="-122"/>
            </a:endParaRPr>
          </a:p>
        </p:txBody>
      </p:sp>
      <p:sp useBgFill="1">
        <p:nvSpPr>
          <p:cNvPr id="2" name="文本占位符 1"/>
          <p:cNvSpPr>
            <a:spLocks noGrp="1"/>
          </p:cNvSpPr>
          <p:nvPr>
            <p:ph type="body" sz="quarter" idx="10"/>
          </p:nvPr>
        </p:nvSpPr>
        <p:spPr>
          <a:xfrm>
            <a:off x="667428" y="442223"/>
            <a:ext cx="6459728" cy="791695"/>
          </a:xfrm>
        </p:spPr>
        <p:txBody>
          <a:bodyPr>
            <a:noAutofit/>
          </a:bodyPr>
          <a:lstStyle/>
          <a:p>
            <a:r>
              <a:rPr lang="zh-TW" altLang="en-US" sz="4800" b="0" dirty="0">
                <a:solidFill>
                  <a:schemeClr val="accent5">
                    <a:lumMod val="75000"/>
                  </a:schemeClr>
                </a:solidFill>
                <a:latin typeface="Microsoft YaHei" panose="020B0503020204020204" pitchFamily="34" charset="-122"/>
                <a:ea typeface="Microsoft YaHei" panose="020B0503020204020204" pitchFamily="34" charset="-122"/>
              </a:rPr>
              <a:t>報告大綱</a:t>
            </a:r>
            <a:endParaRPr lang="en-US" altLang="zh-CN" sz="4800" b="0" dirty="0">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1" name="矩形 10"/>
          <p:cNvSpPr/>
          <p:nvPr/>
        </p:nvSpPr>
        <p:spPr>
          <a:xfrm>
            <a:off x="1290776" y="2122164"/>
            <a:ext cx="3877985" cy="584775"/>
          </a:xfrm>
          <a:prstGeom prst="rect">
            <a:avLst/>
          </a:prstGeom>
          <a:noFill/>
        </p:spPr>
        <p:txBody>
          <a:bodyPr wrap="none">
            <a:spAutoFit/>
          </a:bodyPr>
          <a:lstStyle/>
          <a:p>
            <a:pPr defTabSz="609585"/>
            <a:r>
              <a:rPr lang="zh-TW" altLang="en-US" sz="3200" dirty="0" smtClean="0">
                <a:solidFill>
                  <a:schemeClr val="bg2">
                    <a:lumMod val="25000"/>
                  </a:schemeClr>
                </a:solidFill>
                <a:latin typeface="Microsoft YaHei" panose="020B0503020204020204" pitchFamily="34" charset="-122"/>
                <a:ea typeface="Microsoft YaHei" panose="020B0503020204020204" pitchFamily="34" charset="-122"/>
                <a:cs typeface="+mn-ea"/>
                <a:sym typeface="+mn-lt"/>
              </a:rPr>
              <a:t>對美軍購特性與概述</a:t>
            </a:r>
            <a:endParaRPr lang="en-US" altLang="zh-CN" sz="3200" dirty="0">
              <a:solidFill>
                <a:schemeClr val="bg2">
                  <a:lumMod val="25000"/>
                </a:schemeClr>
              </a:solidFill>
              <a:latin typeface="Microsoft YaHei" panose="020B0503020204020204" pitchFamily="34" charset="-122"/>
              <a:ea typeface="Microsoft YaHei" panose="020B0503020204020204" pitchFamily="34" charset="-122"/>
              <a:cs typeface="+mn-ea"/>
              <a:sym typeface="+mn-lt"/>
            </a:endParaRPr>
          </a:p>
        </p:txBody>
      </p:sp>
      <p:sp>
        <p:nvSpPr>
          <p:cNvPr id="17" name="矩形 16"/>
          <p:cNvSpPr/>
          <p:nvPr/>
        </p:nvSpPr>
        <p:spPr>
          <a:xfrm>
            <a:off x="1310838" y="2983016"/>
            <a:ext cx="2646878" cy="584775"/>
          </a:xfrm>
          <a:prstGeom prst="rect">
            <a:avLst/>
          </a:prstGeom>
          <a:noFill/>
        </p:spPr>
        <p:txBody>
          <a:bodyPr wrap="none">
            <a:spAutoFit/>
          </a:bodyPr>
          <a:lstStyle/>
          <a:p>
            <a:pPr defTabSz="609585"/>
            <a:r>
              <a:rPr lang="zh-TW" altLang="en-US" sz="3200" dirty="0" smtClean="0">
                <a:solidFill>
                  <a:schemeClr val="bg2">
                    <a:lumMod val="25000"/>
                  </a:schemeClr>
                </a:solidFill>
                <a:latin typeface="Microsoft YaHei" panose="020B0503020204020204" pitchFamily="34" charset="-122"/>
                <a:ea typeface="Microsoft YaHei" panose="020B0503020204020204" pitchFamily="34" charset="-122"/>
                <a:cs typeface="+mn-ea"/>
                <a:sym typeface="+mn-lt"/>
              </a:rPr>
              <a:t>近年查核成果</a:t>
            </a:r>
            <a:endParaRPr lang="en-US" altLang="zh-CN" sz="3200" dirty="0">
              <a:solidFill>
                <a:schemeClr val="bg2">
                  <a:lumMod val="25000"/>
                </a:schemeClr>
              </a:solidFill>
              <a:latin typeface="Microsoft YaHei" panose="020B0503020204020204" pitchFamily="34" charset="-122"/>
              <a:ea typeface="Microsoft YaHei" panose="020B0503020204020204" pitchFamily="34" charset="-122"/>
              <a:cs typeface="+mn-ea"/>
              <a:sym typeface="+mn-lt"/>
            </a:endParaRPr>
          </a:p>
        </p:txBody>
      </p:sp>
      <p:sp>
        <p:nvSpPr>
          <p:cNvPr id="20" name="矩形 19"/>
          <p:cNvSpPr/>
          <p:nvPr/>
        </p:nvSpPr>
        <p:spPr>
          <a:xfrm>
            <a:off x="527643" y="2030013"/>
            <a:ext cx="646331" cy="646331"/>
          </a:xfrm>
          <a:prstGeom prst="rect">
            <a:avLst/>
          </a:prstGeom>
          <a:noFill/>
        </p:spPr>
        <p:txBody>
          <a:bodyPr wrap="none">
            <a:spAutoFit/>
          </a:bodyPr>
          <a:lstStyle/>
          <a:p>
            <a:pPr algn="r" defTabSz="609585"/>
            <a:r>
              <a:rPr lang="en-US" altLang="zh-CN" sz="3600" dirty="0" smtClean="0">
                <a:solidFill>
                  <a:schemeClr val="bg2">
                    <a:lumMod val="25000"/>
                  </a:schemeClr>
                </a:solidFill>
                <a:latin typeface="Albertus Extra Bold" panose="020E0802040304020204" pitchFamily="34" charset="0"/>
                <a:ea typeface="Microsoft YaHei" panose="020B0503020204020204" pitchFamily="34" charset="-122"/>
                <a:cs typeface="+mn-ea"/>
                <a:sym typeface="+mn-lt"/>
              </a:rPr>
              <a:t>一</a:t>
            </a:r>
            <a:endParaRPr lang="en-US" altLang="zh-CN"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endParaRPr>
          </a:p>
        </p:txBody>
      </p:sp>
      <p:sp>
        <p:nvSpPr>
          <p:cNvPr id="22" name="矩形 21"/>
          <p:cNvSpPr/>
          <p:nvPr/>
        </p:nvSpPr>
        <p:spPr>
          <a:xfrm>
            <a:off x="536330" y="2952239"/>
            <a:ext cx="646332" cy="646331"/>
          </a:xfrm>
          <a:prstGeom prst="rect">
            <a:avLst/>
          </a:prstGeom>
          <a:noFill/>
        </p:spPr>
        <p:txBody>
          <a:bodyPr wrap="none">
            <a:spAutoFit/>
          </a:bodyPr>
          <a:lstStyle/>
          <a:p>
            <a:pPr algn="r" defTabSz="609585"/>
            <a:r>
              <a:rPr lang="zh-TW" altLang="en-US"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rPr>
              <a:t>二</a:t>
            </a:r>
            <a:endParaRPr lang="en-US" altLang="zh-CN"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endParaRPr>
          </a:p>
        </p:txBody>
      </p:sp>
      <p:sp>
        <p:nvSpPr>
          <p:cNvPr id="23" name="矩形 22"/>
          <p:cNvSpPr/>
          <p:nvPr/>
        </p:nvSpPr>
        <p:spPr>
          <a:xfrm>
            <a:off x="1352556" y="4033302"/>
            <a:ext cx="3467616" cy="584775"/>
          </a:xfrm>
          <a:prstGeom prst="rect">
            <a:avLst/>
          </a:prstGeom>
          <a:noFill/>
        </p:spPr>
        <p:txBody>
          <a:bodyPr wrap="none">
            <a:spAutoFit/>
          </a:bodyPr>
          <a:lstStyle/>
          <a:p>
            <a:pPr defTabSz="609585"/>
            <a:r>
              <a:rPr lang="zh-TW" altLang="en-US" sz="3200" dirty="0" smtClean="0">
                <a:solidFill>
                  <a:schemeClr val="bg2">
                    <a:lumMod val="25000"/>
                  </a:schemeClr>
                </a:solidFill>
                <a:latin typeface="Microsoft YaHei" panose="020B0503020204020204" pitchFamily="34" charset="-122"/>
                <a:ea typeface="Microsoft YaHei" panose="020B0503020204020204" pitchFamily="34" charset="-122"/>
                <a:cs typeface="+mn-ea"/>
                <a:sym typeface="+mn-lt"/>
              </a:rPr>
              <a:t>後續審計策進作為</a:t>
            </a:r>
            <a:endParaRPr lang="en-US" altLang="zh-CN" sz="3200" dirty="0">
              <a:solidFill>
                <a:schemeClr val="bg2">
                  <a:lumMod val="25000"/>
                </a:schemeClr>
              </a:solidFill>
              <a:latin typeface="Microsoft YaHei" panose="020B0503020204020204" pitchFamily="34" charset="-122"/>
              <a:ea typeface="Microsoft YaHei" panose="020B0503020204020204" pitchFamily="34" charset="-122"/>
              <a:cs typeface="+mn-ea"/>
              <a:sym typeface="+mn-lt"/>
            </a:endParaRPr>
          </a:p>
        </p:txBody>
      </p:sp>
      <p:sp>
        <p:nvSpPr>
          <p:cNvPr id="24" name="矩形 23"/>
          <p:cNvSpPr/>
          <p:nvPr/>
        </p:nvSpPr>
        <p:spPr>
          <a:xfrm>
            <a:off x="1366507" y="5016372"/>
            <a:ext cx="1005403" cy="584775"/>
          </a:xfrm>
          <a:prstGeom prst="rect">
            <a:avLst/>
          </a:prstGeom>
          <a:noFill/>
        </p:spPr>
        <p:txBody>
          <a:bodyPr wrap="none">
            <a:spAutoFit/>
          </a:bodyPr>
          <a:lstStyle/>
          <a:p>
            <a:pPr defTabSz="609585"/>
            <a:r>
              <a:rPr lang="zh-TW" altLang="en-US" sz="3200" dirty="0" smtClean="0">
                <a:solidFill>
                  <a:schemeClr val="bg2">
                    <a:lumMod val="25000"/>
                  </a:schemeClr>
                </a:solidFill>
                <a:latin typeface="Microsoft YaHei" panose="020B0503020204020204" pitchFamily="34" charset="-122"/>
                <a:ea typeface="Microsoft YaHei" panose="020B0503020204020204" pitchFamily="34" charset="-122"/>
                <a:cs typeface="+mn-ea"/>
                <a:sym typeface="+mn-lt"/>
              </a:rPr>
              <a:t>結語</a:t>
            </a:r>
            <a:endParaRPr lang="en-US" altLang="zh-CN" sz="3200" dirty="0">
              <a:solidFill>
                <a:schemeClr val="bg2">
                  <a:lumMod val="25000"/>
                </a:schemeClr>
              </a:solidFill>
              <a:latin typeface="Microsoft YaHei" panose="020B0503020204020204" pitchFamily="34" charset="-122"/>
              <a:ea typeface="Microsoft YaHei" panose="020B0503020204020204" pitchFamily="34" charset="-122"/>
              <a:cs typeface="+mn-ea"/>
              <a:sym typeface="+mn-lt"/>
            </a:endParaRPr>
          </a:p>
        </p:txBody>
      </p:sp>
      <p:sp>
        <p:nvSpPr>
          <p:cNvPr id="27" name="矩形 26"/>
          <p:cNvSpPr/>
          <p:nvPr/>
        </p:nvSpPr>
        <p:spPr>
          <a:xfrm>
            <a:off x="591843" y="3988101"/>
            <a:ext cx="646331" cy="646331"/>
          </a:xfrm>
          <a:prstGeom prst="rect">
            <a:avLst/>
          </a:prstGeom>
          <a:noFill/>
        </p:spPr>
        <p:txBody>
          <a:bodyPr wrap="none">
            <a:spAutoFit/>
          </a:bodyPr>
          <a:lstStyle/>
          <a:p>
            <a:pPr algn="r" defTabSz="609585"/>
            <a:r>
              <a:rPr lang="zh-TW" altLang="en-US" sz="3600" dirty="0" smtClean="0">
                <a:solidFill>
                  <a:schemeClr val="bg2">
                    <a:lumMod val="25000"/>
                  </a:schemeClr>
                </a:solidFill>
                <a:latin typeface="Albertus Extra Bold" panose="020E0802040304020204" pitchFamily="34" charset="0"/>
                <a:ea typeface="Microsoft YaHei" panose="020B0503020204020204" pitchFamily="34" charset="-122"/>
                <a:cs typeface="+mn-ea"/>
                <a:sym typeface="+mn-lt"/>
              </a:rPr>
              <a:t>三</a:t>
            </a:r>
            <a:endParaRPr lang="en-US" altLang="zh-CN"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endParaRPr>
          </a:p>
        </p:txBody>
      </p:sp>
      <p:sp>
        <p:nvSpPr>
          <p:cNvPr id="28" name="矩形 27"/>
          <p:cNvSpPr/>
          <p:nvPr/>
        </p:nvSpPr>
        <p:spPr>
          <a:xfrm>
            <a:off x="579738" y="5020188"/>
            <a:ext cx="646332" cy="646331"/>
          </a:xfrm>
          <a:prstGeom prst="rect">
            <a:avLst/>
          </a:prstGeom>
          <a:noFill/>
        </p:spPr>
        <p:txBody>
          <a:bodyPr wrap="none">
            <a:spAutoFit/>
          </a:bodyPr>
          <a:lstStyle/>
          <a:p>
            <a:pPr algn="r" defTabSz="609585"/>
            <a:r>
              <a:rPr lang="zh-TW" altLang="en-US"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rPr>
              <a:t>四</a:t>
            </a:r>
            <a:endParaRPr lang="en-US" altLang="zh-CN" sz="3600" dirty="0">
              <a:solidFill>
                <a:schemeClr val="bg2">
                  <a:lumMod val="25000"/>
                </a:schemeClr>
              </a:solidFill>
              <a:latin typeface="Albertus Extra Bold" panose="020E0802040304020204" pitchFamily="34" charset="0"/>
              <a:ea typeface="Microsoft YaHei" panose="020B0503020204020204" pitchFamily="34" charset="-122"/>
              <a:cs typeface="+mn-ea"/>
              <a:sym typeface="+mn-lt"/>
            </a:endParaRPr>
          </a:p>
        </p:txBody>
      </p:sp>
      <p:grpSp>
        <p:nvGrpSpPr>
          <p:cNvPr id="31" name="Group 2"/>
          <p:cNvGrpSpPr/>
          <p:nvPr/>
        </p:nvGrpSpPr>
        <p:grpSpPr>
          <a:xfrm>
            <a:off x="5483920" y="1493193"/>
            <a:ext cx="3398903" cy="4268844"/>
            <a:chOff x="6121705" y="1444037"/>
            <a:chExt cx="4228570" cy="4544744"/>
          </a:xfrm>
        </p:grpSpPr>
        <p:sp>
          <p:nvSpPr>
            <p:cNvPr id="32" name="Freeform: Shape 3"/>
            <p:cNvSpPr>
              <a:spLocks/>
            </p:cNvSpPr>
            <p:nvPr/>
          </p:nvSpPr>
          <p:spPr bwMode="auto">
            <a:xfrm>
              <a:off x="6968130" y="2344911"/>
              <a:ext cx="2211796" cy="2617032"/>
            </a:xfrm>
            <a:custGeom>
              <a:avLst/>
              <a:gdLst/>
              <a:ahLst/>
              <a:cxnLst>
                <a:cxn ang="0">
                  <a:pos x="1032" y="692"/>
                </a:cxn>
                <a:cxn ang="0">
                  <a:pos x="1034" y="692"/>
                </a:cxn>
                <a:cxn ang="0">
                  <a:pos x="693" y="631"/>
                </a:cxn>
                <a:cxn ang="0">
                  <a:pos x="1034" y="692"/>
                </a:cxn>
                <a:cxn ang="0">
                  <a:pos x="1030" y="688"/>
                </a:cxn>
                <a:cxn ang="0">
                  <a:pos x="1311" y="688"/>
                </a:cxn>
                <a:cxn ang="0">
                  <a:pos x="797" y="352"/>
                </a:cxn>
                <a:cxn ang="0">
                  <a:pos x="1070" y="423"/>
                </a:cxn>
                <a:cxn ang="0">
                  <a:pos x="1430" y="958"/>
                </a:cxn>
                <a:cxn ang="0">
                  <a:pos x="1258" y="1420"/>
                </a:cxn>
                <a:cxn ang="0">
                  <a:pos x="709" y="1686"/>
                </a:cxn>
                <a:cxn ang="0">
                  <a:pos x="320" y="1465"/>
                </a:cxn>
                <a:cxn ang="0">
                  <a:pos x="0" y="516"/>
                </a:cxn>
                <a:cxn ang="0">
                  <a:pos x="1108" y="159"/>
                </a:cxn>
                <a:cxn ang="0">
                  <a:pos x="1127" y="950"/>
                </a:cxn>
                <a:cxn ang="0">
                  <a:pos x="1258" y="1420"/>
                </a:cxn>
                <a:cxn ang="0">
                  <a:pos x="1430" y="958"/>
                </a:cxn>
                <a:cxn ang="0">
                  <a:pos x="543" y="218"/>
                </a:cxn>
                <a:cxn ang="0">
                  <a:pos x="797" y="352"/>
                </a:cxn>
                <a:cxn ang="0">
                  <a:pos x="370" y="444"/>
                </a:cxn>
                <a:cxn ang="0">
                  <a:pos x="800" y="355"/>
                </a:cxn>
                <a:cxn ang="0">
                  <a:pos x="800" y="355"/>
                </a:cxn>
                <a:cxn ang="0">
                  <a:pos x="370" y="447"/>
                </a:cxn>
                <a:cxn ang="0">
                  <a:pos x="424" y="673"/>
                </a:cxn>
                <a:cxn ang="0">
                  <a:pos x="361" y="450"/>
                </a:cxn>
                <a:cxn ang="0">
                  <a:pos x="213" y="694"/>
                </a:cxn>
                <a:cxn ang="0">
                  <a:pos x="364" y="450"/>
                </a:cxn>
                <a:cxn ang="0">
                  <a:pos x="372" y="448"/>
                </a:cxn>
                <a:cxn ang="0">
                  <a:pos x="372" y="448"/>
                </a:cxn>
                <a:cxn ang="0">
                  <a:pos x="453" y="901"/>
                </a:cxn>
                <a:cxn ang="0">
                  <a:pos x="244" y="124"/>
                </a:cxn>
                <a:cxn ang="0">
                  <a:pos x="774" y="1179"/>
                </a:cxn>
                <a:cxn ang="0">
                  <a:pos x="564" y="1180"/>
                </a:cxn>
                <a:cxn ang="0">
                  <a:pos x="744" y="1453"/>
                </a:cxn>
                <a:cxn ang="0">
                  <a:pos x="774" y="1179"/>
                </a:cxn>
                <a:cxn ang="0">
                  <a:pos x="805" y="941"/>
                </a:cxn>
                <a:cxn ang="0">
                  <a:pos x="564" y="1180"/>
                </a:cxn>
                <a:cxn ang="0">
                  <a:pos x="454" y="904"/>
                </a:cxn>
                <a:cxn ang="0">
                  <a:pos x="446" y="915"/>
                </a:cxn>
                <a:cxn ang="0">
                  <a:pos x="744" y="1459"/>
                </a:cxn>
                <a:cxn ang="0">
                  <a:pos x="744" y="1459"/>
                </a:cxn>
                <a:cxn ang="0">
                  <a:pos x="456" y="903"/>
                </a:cxn>
                <a:cxn ang="0">
                  <a:pos x="442" y="904"/>
                </a:cxn>
                <a:cxn ang="0">
                  <a:pos x="506" y="1416"/>
                </a:cxn>
                <a:cxn ang="0">
                  <a:pos x="501" y="1686"/>
                </a:cxn>
                <a:cxn ang="0">
                  <a:pos x="805" y="941"/>
                </a:cxn>
              </a:cxnLst>
              <a:rect l="0" t="0" r="r" b="b"/>
              <a:pathLst>
                <a:path w="1430" h="1692">
                  <a:moveTo>
                    <a:pt x="1032" y="694"/>
                  </a:moveTo>
                  <a:lnTo>
                    <a:pt x="1034" y="692"/>
                  </a:lnTo>
                  <a:lnTo>
                    <a:pt x="1032" y="692"/>
                  </a:lnTo>
                  <a:lnTo>
                    <a:pt x="1032" y="694"/>
                  </a:lnTo>
                  <a:lnTo>
                    <a:pt x="1127" y="950"/>
                  </a:lnTo>
                  <a:moveTo>
                    <a:pt x="1034" y="692"/>
                  </a:moveTo>
                  <a:lnTo>
                    <a:pt x="1030" y="688"/>
                  </a:lnTo>
                  <a:lnTo>
                    <a:pt x="1032" y="692"/>
                  </a:lnTo>
                  <a:lnTo>
                    <a:pt x="693" y="631"/>
                  </a:lnTo>
                  <a:lnTo>
                    <a:pt x="803" y="358"/>
                  </a:lnTo>
                  <a:lnTo>
                    <a:pt x="1030" y="688"/>
                  </a:lnTo>
                  <a:moveTo>
                    <a:pt x="1034" y="692"/>
                  </a:moveTo>
                  <a:lnTo>
                    <a:pt x="1290" y="451"/>
                  </a:lnTo>
                  <a:lnTo>
                    <a:pt x="1070" y="423"/>
                  </a:lnTo>
                  <a:lnTo>
                    <a:pt x="1030" y="688"/>
                  </a:lnTo>
                  <a:lnTo>
                    <a:pt x="1030" y="688"/>
                  </a:lnTo>
                  <a:moveTo>
                    <a:pt x="1034" y="692"/>
                  </a:moveTo>
                  <a:lnTo>
                    <a:pt x="1311" y="688"/>
                  </a:lnTo>
                  <a:lnTo>
                    <a:pt x="1290" y="451"/>
                  </a:lnTo>
                  <a:moveTo>
                    <a:pt x="1108" y="159"/>
                  </a:moveTo>
                  <a:lnTo>
                    <a:pt x="797" y="352"/>
                  </a:lnTo>
                  <a:lnTo>
                    <a:pt x="799" y="352"/>
                  </a:lnTo>
                  <a:lnTo>
                    <a:pt x="805" y="354"/>
                  </a:lnTo>
                  <a:lnTo>
                    <a:pt x="1070" y="423"/>
                  </a:lnTo>
                  <a:lnTo>
                    <a:pt x="1108" y="159"/>
                  </a:lnTo>
                  <a:moveTo>
                    <a:pt x="1311" y="688"/>
                  </a:moveTo>
                  <a:lnTo>
                    <a:pt x="1430" y="958"/>
                  </a:lnTo>
                  <a:lnTo>
                    <a:pt x="1311" y="1035"/>
                  </a:lnTo>
                  <a:lnTo>
                    <a:pt x="1300" y="1234"/>
                  </a:lnTo>
                  <a:lnTo>
                    <a:pt x="1258" y="1420"/>
                  </a:lnTo>
                  <a:lnTo>
                    <a:pt x="1049" y="1421"/>
                  </a:lnTo>
                  <a:lnTo>
                    <a:pt x="948" y="1688"/>
                  </a:lnTo>
                  <a:lnTo>
                    <a:pt x="709" y="1686"/>
                  </a:lnTo>
                  <a:lnTo>
                    <a:pt x="501" y="1686"/>
                  </a:lnTo>
                  <a:lnTo>
                    <a:pt x="309" y="1692"/>
                  </a:lnTo>
                  <a:lnTo>
                    <a:pt x="320" y="1465"/>
                  </a:lnTo>
                  <a:lnTo>
                    <a:pt x="276" y="1180"/>
                  </a:lnTo>
                  <a:lnTo>
                    <a:pt x="61" y="932"/>
                  </a:lnTo>
                  <a:lnTo>
                    <a:pt x="0" y="516"/>
                  </a:lnTo>
                  <a:lnTo>
                    <a:pt x="244" y="124"/>
                  </a:lnTo>
                  <a:lnTo>
                    <a:pt x="745" y="0"/>
                  </a:lnTo>
                  <a:lnTo>
                    <a:pt x="1108" y="159"/>
                  </a:lnTo>
                  <a:lnTo>
                    <a:pt x="1290" y="451"/>
                  </a:lnTo>
                  <a:moveTo>
                    <a:pt x="1311" y="1035"/>
                  </a:moveTo>
                  <a:lnTo>
                    <a:pt x="1127" y="950"/>
                  </a:lnTo>
                  <a:lnTo>
                    <a:pt x="1300" y="1234"/>
                  </a:lnTo>
                  <a:lnTo>
                    <a:pt x="1008" y="1179"/>
                  </a:lnTo>
                  <a:lnTo>
                    <a:pt x="1258" y="1420"/>
                  </a:lnTo>
                  <a:moveTo>
                    <a:pt x="1311" y="688"/>
                  </a:moveTo>
                  <a:lnTo>
                    <a:pt x="1127" y="950"/>
                  </a:lnTo>
                  <a:lnTo>
                    <a:pt x="1430" y="958"/>
                  </a:lnTo>
                  <a:moveTo>
                    <a:pt x="244" y="124"/>
                  </a:moveTo>
                  <a:lnTo>
                    <a:pt x="541" y="220"/>
                  </a:lnTo>
                  <a:lnTo>
                    <a:pt x="543" y="218"/>
                  </a:lnTo>
                  <a:lnTo>
                    <a:pt x="745" y="0"/>
                  </a:lnTo>
                  <a:lnTo>
                    <a:pt x="797" y="352"/>
                  </a:lnTo>
                  <a:moveTo>
                    <a:pt x="797" y="352"/>
                  </a:moveTo>
                  <a:lnTo>
                    <a:pt x="797" y="352"/>
                  </a:lnTo>
                  <a:lnTo>
                    <a:pt x="541" y="220"/>
                  </a:lnTo>
                  <a:lnTo>
                    <a:pt x="370" y="444"/>
                  </a:lnTo>
                  <a:lnTo>
                    <a:pt x="370" y="447"/>
                  </a:lnTo>
                  <a:lnTo>
                    <a:pt x="372" y="447"/>
                  </a:lnTo>
                  <a:lnTo>
                    <a:pt x="800" y="355"/>
                  </a:lnTo>
                  <a:lnTo>
                    <a:pt x="799" y="352"/>
                  </a:lnTo>
                  <a:lnTo>
                    <a:pt x="803" y="354"/>
                  </a:lnTo>
                  <a:lnTo>
                    <a:pt x="800" y="355"/>
                  </a:lnTo>
                  <a:lnTo>
                    <a:pt x="803" y="358"/>
                  </a:lnTo>
                  <a:lnTo>
                    <a:pt x="805" y="354"/>
                  </a:lnTo>
                  <a:moveTo>
                    <a:pt x="370" y="447"/>
                  </a:moveTo>
                  <a:lnTo>
                    <a:pt x="372" y="448"/>
                  </a:lnTo>
                  <a:lnTo>
                    <a:pt x="372" y="448"/>
                  </a:lnTo>
                  <a:lnTo>
                    <a:pt x="424" y="673"/>
                  </a:lnTo>
                  <a:lnTo>
                    <a:pt x="693" y="631"/>
                  </a:lnTo>
                  <a:lnTo>
                    <a:pt x="372" y="447"/>
                  </a:lnTo>
                  <a:moveTo>
                    <a:pt x="361" y="450"/>
                  </a:moveTo>
                  <a:lnTo>
                    <a:pt x="0" y="516"/>
                  </a:lnTo>
                  <a:lnTo>
                    <a:pt x="212" y="695"/>
                  </a:lnTo>
                  <a:lnTo>
                    <a:pt x="213" y="694"/>
                  </a:lnTo>
                  <a:lnTo>
                    <a:pt x="366" y="450"/>
                  </a:lnTo>
                  <a:lnTo>
                    <a:pt x="366" y="448"/>
                  </a:lnTo>
                  <a:lnTo>
                    <a:pt x="364" y="450"/>
                  </a:lnTo>
                  <a:lnTo>
                    <a:pt x="367" y="448"/>
                  </a:lnTo>
                  <a:lnTo>
                    <a:pt x="370" y="447"/>
                  </a:lnTo>
                  <a:moveTo>
                    <a:pt x="372" y="448"/>
                  </a:moveTo>
                  <a:lnTo>
                    <a:pt x="367" y="448"/>
                  </a:lnTo>
                  <a:moveTo>
                    <a:pt x="366" y="448"/>
                  </a:moveTo>
                  <a:lnTo>
                    <a:pt x="372" y="448"/>
                  </a:lnTo>
                  <a:moveTo>
                    <a:pt x="213" y="694"/>
                  </a:moveTo>
                  <a:lnTo>
                    <a:pt x="424" y="673"/>
                  </a:lnTo>
                  <a:lnTo>
                    <a:pt x="453" y="901"/>
                  </a:lnTo>
                  <a:lnTo>
                    <a:pt x="212" y="695"/>
                  </a:lnTo>
                  <a:lnTo>
                    <a:pt x="61" y="932"/>
                  </a:lnTo>
                  <a:moveTo>
                    <a:pt x="244" y="124"/>
                  </a:moveTo>
                  <a:lnTo>
                    <a:pt x="370" y="444"/>
                  </a:lnTo>
                  <a:moveTo>
                    <a:pt x="744" y="1453"/>
                  </a:moveTo>
                  <a:lnTo>
                    <a:pt x="774" y="1179"/>
                  </a:lnTo>
                  <a:lnTo>
                    <a:pt x="564" y="1180"/>
                  </a:lnTo>
                  <a:lnTo>
                    <a:pt x="744" y="1453"/>
                  </a:lnTo>
                  <a:moveTo>
                    <a:pt x="564" y="1180"/>
                  </a:moveTo>
                  <a:lnTo>
                    <a:pt x="506" y="1416"/>
                  </a:lnTo>
                  <a:lnTo>
                    <a:pt x="744" y="1459"/>
                  </a:lnTo>
                  <a:lnTo>
                    <a:pt x="744" y="1453"/>
                  </a:lnTo>
                  <a:moveTo>
                    <a:pt x="1008" y="1179"/>
                  </a:moveTo>
                  <a:lnTo>
                    <a:pt x="805" y="941"/>
                  </a:lnTo>
                  <a:lnTo>
                    <a:pt x="774" y="1179"/>
                  </a:lnTo>
                  <a:lnTo>
                    <a:pt x="1008" y="1179"/>
                  </a:lnTo>
                  <a:lnTo>
                    <a:pt x="1127" y="950"/>
                  </a:lnTo>
                  <a:lnTo>
                    <a:pt x="805" y="941"/>
                  </a:lnTo>
                  <a:lnTo>
                    <a:pt x="454" y="904"/>
                  </a:lnTo>
                  <a:lnTo>
                    <a:pt x="446" y="915"/>
                  </a:lnTo>
                  <a:lnTo>
                    <a:pt x="564" y="1180"/>
                  </a:lnTo>
                  <a:lnTo>
                    <a:pt x="805" y="941"/>
                  </a:lnTo>
                  <a:lnTo>
                    <a:pt x="693" y="631"/>
                  </a:lnTo>
                  <a:lnTo>
                    <a:pt x="454" y="904"/>
                  </a:lnTo>
                  <a:lnTo>
                    <a:pt x="454" y="903"/>
                  </a:lnTo>
                  <a:lnTo>
                    <a:pt x="442" y="904"/>
                  </a:lnTo>
                  <a:lnTo>
                    <a:pt x="446" y="915"/>
                  </a:lnTo>
                  <a:lnTo>
                    <a:pt x="276" y="1180"/>
                  </a:lnTo>
                  <a:lnTo>
                    <a:pt x="564" y="1180"/>
                  </a:lnTo>
                  <a:moveTo>
                    <a:pt x="744" y="1459"/>
                  </a:moveTo>
                  <a:lnTo>
                    <a:pt x="1049" y="1421"/>
                  </a:lnTo>
                  <a:lnTo>
                    <a:pt x="1008" y="1179"/>
                  </a:lnTo>
                  <a:lnTo>
                    <a:pt x="744" y="1459"/>
                  </a:lnTo>
                  <a:lnTo>
                    <a:pt x="948" y="1688"/>
                  </a:lnTo>
                  <a:moveTo>
                    <a:pt x="454" y="903"/>
                  </a:moveTo>
                  <a:lnTo>
                    <a:pt x="456" y="903"/>
                  </a:lnTo>
                  <a:lnTo>
                    <a:pt x="453" y="901"/>
                  </a:lnTo>
                  <a:lnTo>
                    <a:pt x="454" y="903"/>
                  </a:lnTo>
                  <a:moveTo>
                    <a:pt x="442" y="904"/>
                  </a:moveTo>
                  <a:lnTo>
                    <a:pt x="61" y="932"/>
                  </a:lnTo>
                  <a:moveTo>
                    <a:pt x="276" y="1180"/>
                  </a:moveTo>
                  <a:lnTo>
                    <a:pt x="506" y="1416"/>
                  </a:lnTo>
                  <a:moveTo>
                    <a:pt x="709" y="1686"/>
                  </a:moveTo>
                  <a:lnTo>
                    <a:pt x="744" y="1459"/>
                  </a:lnTo>
                  <a:lnTo>
                    <a:pt x="501" y="1686"/>
                  </a:lnTo>
                  <a:lnTo>
                    <a:pt x="506" y="1416"/>
                  </a:lnTo>
                  <a:lnTo>
                    <a:pt x="309" y="1692"/>
                  </a:lnTo>
                  <a:moveTo>
                    <a:pt x="805" y="941"/>
                  </a:moveTo>
                  <a:lnTo>
                    <a:pt x="1032" y="694"/>
                  </a:lnTo>
                </a:path>
              </a:pathLst>
            </a:custGeom>
            <a:noFill/>
            <a:ln w="9525" cap="rnd">
              <a:solidFill>
                <a:schemeClr val="bg1">
                  <a:lumMod val="65000"/>
                </a:schemeClr>
              </a:solidFill>
              <a:prstDash val="solid"/>
              <a:round/>
              <a:headEnd/>
              <a:tailEnd/>
            </a:ln>
          </p:spPr>
          <p:txBody>
            <a:bodyPr anchor="ctr"/>
            <a:lstStyle/>
            <a:p>
              <a:pPr algn="ctr"/>
              <a:endParaRPr/>
            </a:p>
          </p:txBody>
        </p:sp>
        <p:grpSp>
          <p:nvGrpSpPr>
            <p:cNvPr id="33" name="Group 4"/>
            <p:cNvGrpSpPr/>
            <p:nvPr/>
          </p:nvGrpSpPr>
          <p:grpSpPr>
            <a:xfrm>
              <a:off x="6893884" y="2267576"/>
              <a:ext cx="2337077" cy="2751595"/>
              <a:chOff x="3371851" y="1649413"/>
              <a:chExt cx="2398713" cy="2824162"/>
            </a:xfrm>
          </p:grpSpPr>
          <p:sp>
            <p:nvSpPr>
              <p:cNvPr id="41" name="Freeform: Shape 5"/>
              <p:cNvSpPr>
                <a:spLocks/>
              </p:cNvSpPr>
              <p:nvPr/>
            </p:nvSpPr>
            <p:spPr bwMode="auto">
              <a:xfrm>
                <a:off x="3775076" y="1862138"/>
                <a:ext cx="130175" cy="130175"/>
              </a:xfrm>
              <a:custGeom>
                <a:avLst/>
                <a:gdLst/>
                <a:ahLst/>
                <a:cxnLst>
                  <a:cxn ang="0">
                    <a:pos x="46" y="46"/>
                  </a:cxn>
                  <a:cxn ang="0">
                    <a:pos x="27" y="54"/>
                  </a:cxn>
                  <a:cxn ang="0">
                    <a:pos x="8" y="46"/>
                  </a:cxn>
                  <a:cxn ang="0">
                    <a:pos x="0" y="27"/>
                  </a:cxn>
                  <a:cxn ang="0">
                    <a:pos x="8" y="8"/>
                  </a:cxn>
                  <a:cxn ang="0">
                    <a:pos x="27" y="0"/>
                  </a:cxn>
                  <a:cxn ang="0">
                    <a:pos x="46" y="8"/>
                  </a:cxn>
                  <a:cxn ang="0">
                    <a:pos x="54" y="27"/>
                  </a:cxn>
                  <a:cxn ang="0">
                    <a:pos x="46" y="46"/>
                  </a:cxn>
                </a:cxnLst>
                <a:rect l="0" t="0" r="r" b="b"/>
                <a:pathLst>
                  <a:path w="54" h="54">
                    <a:moveTo>
                      <a:pt x="46" y="46"/>
                    </a:moveTo>
                    <a:cubicBezTo>
                      <a:pt x="41" y="51"/>
                      <a:pt x="34" y="54"/>
                      <a:pt x="27" y="54"/>
                    </a:cubicBezTo>
                    <a:cubicBezTo>
                      <a:pt x="20" y="54"/>
                      <a:pt x="13" y="51"/>
                      <a:pt x="8" y="46"/>
                    </a:cubicBezTo>
                    <a:cubicBezTo>
                      <a:pt x="3" y="41"/>
                      <a:pt x="0" y="34"/>
                      <a:pt x="0" y="27"/>
                    </a:cubicBezTo>
                    <a:cubicBezTo>
                      <a:pt x="0" y="20"/>
                      <a:pt x="3" y="13"/>
                      <a:pt x="8" y="8"/>
                    </a:cubicBezTo>
                    <a:cubicBezTo>
                      <a:pt x="13" y="3"/>
                      <a:pt x="20" y="0"/>
                      <a:pt x="27" y="0"/>
                    </a:cubicBezTo>
                    <a:cubicBezTo>
                      <a:pt x="34" y="0"/>
                      <a:pt x="41" y="3"/>
                      <a:pt x="46" y="8"/>
                    </a:cubicBezTo>
                    <a:cubicBezTo>
                      <a:pt x="51" y="13"/>
                      <a:pt x="54" y="20"/>
                      <a:pt x="54" y="27"/>
                    </a:cubicBezTo>
                    <a:cubicBezTo>
                      <a:pt x="54" y="34"/>
                      <a:pt x="51" y="41"/>
                      <a:pt x="46" y="46"/>
                    </a:cubicBezTo>
                    <a:close/>
                  </a:path>
                </a:pathLst>
              </a:custGeom>
              <a:solidFill>
                <a:schemeClr val="accent2"/>
              </a:solidFill>
              <a:ln w="9525">
                <a:noFill/>
                <a:round/>
                <a:headEnd/>
                <a:tailEnd/>
              </a:ln>
            </p:spPr>
            <p:txBody>
              <a:bodyPr anchor="ctr"/>
              <a:lstStyle/>
              <a:p>
                <a:pPr algn="ctr"/>
                <a:endParaRPr/>
              </a:p>
            </p:txBody>
          </p:sp>
          <p:sp>
            <p:nvSpPr>
              <p:cNvPr id="42" name="Freeform: Shape 6"/>
              <p:cNvSpPr>
                <a:spLocks/>
              </p:cNvSpPr>
              <p:nvPr/>
            </p:nvSpPr>
            <p:spPr bwMode="auto">
              <a:xfrm>
                <a:off x="4518026" y="1649413"/>
                <a:ext cx="188913" cy="188912"/>
              </a:xfrm>
              <a:custGeom>
                <a:avLst/>
                <a:gdLst/>
                <a:ahLst/>
                <a:cxnLst>
                  <a:cxn ang="0">
                    <a:pos x="11" y="11"/>
                  </a:cxn>
                  <a:cxn ang="0">
                    <a:pos x="39" y="0"/>
                  </a:cxn>
                  <a:cxn ang="0">
                    <a:pos x="66" y="11"/>
                  </a:cxn>
                  <a:cxn ang="0">
                    <a:pos x="78" y="39"/>
                  </a:cxn>
                  <a:cxn ang="0">
                    <a:pos x="66" y="66"/>
                  </a:cxn>
                  <a:cxn ang="0">
                    <a:pos x="39" y="78"/>
                  </a:cxn>
                  <a:cxn ang="0">
                    <a:pos x="11" y="66"/>
                  </a:cxn>
                  <a:cxn ang="0">
                    <a:pos x="0" y="39"/>
                  </a:cxn>
                  <a:cxn ang="0">
                    <a:pos x="11" y="11"/>
                  </a:cxn>
                </a:cxnLst>
                <a:rect l="0" t="0" r="r" b="b"/>
                <a:pathLst>
                  <a:path w="78" h="78">
                    <a:moveTo>
                      <a:pt x="11" y="11"/>
                    </a:moveTo>
                    <a:cubicBezTo>
                      <a:pt x="19" y="4"/>
                      <a:pt x="28" y="0"/>
                      <a:pt x="39" y="0"/>
                    </a:cubicBezTo>
                    <a:cubicBezTo>
                      <a:pt x="50" y="0"/>
                      <a:pt x="59" y="4"/>
                      <a:pt x="66" y="11"/>
                    </a:cubicBezTo>
                    <a:cubicBezTo>
                      <a:pt x="74" y="19"/>
                      <a:pt x="78" y="28"/>
                      <a:pt x="78" y="39"/>
                    </a:cubicBezTo>
                    <a:cubicBezTo>
                      <a:pt x="78" y="50"/>
                      <a:pt x="74" y="59"/>
                      <a:pt x="66" y="66"/>
                    </a:cubicBezTo>
                    <a:cubicBezTo>
                      <a:pt x="59" y="74"/>
                      <a:pt x="50" y="78"/>
                      <a:pt x="39" y="78"/>
                    </a:cubicBezTo>
                    <a:cubicBezTo>
                      <a:pt x="28" y="78"/>
                      <a:pt x="19" y="74"/>
                      <a:pt x="11" y="66"/>
                    </a:cubicBezTo>
                    <a:cubicBezTo>
                      <a:pt x="4" y="59"/>
                      <a:pt x="0" y="50"/>
                      <a:pt x="0" y="39"/>
                    </a:cubicBezTo>
                    <a:cubicBezTo>
                      <a:pt x="0" y="28"/>
                      <a:pt x="4" y="19"/>
                      <a:pt x="11" y="11"/>
                    </a:cubicBezTo>
                    <a:close/>
                  </a:path>
                </a:pathLst>
              </a:custGeom>
              <a:solidFill>
                <a:schemeClr val="accent1"/>
              </a:solidFill>
              <a:ln w="9525">
                <a:noFill/>
                <a:round/>
                <a:headEnd/>
                <a:tailEnd/>
              </a:ln>
            </p:spPr>
            <p:txBody>
              <a:bodyPr anchor="ctr"/>
              <a:lstStyle/>
              <a:p>
                <a:pPr algn="ctr"/>
                <a:endParaRPr/>
              </a:p>
            </p:txBody>
          </p:sp>
          <p:sp>
            <p:nvSpPr>
              <p:cNvPr id="43" name="Freeform: Shape 7"/>
              <p:cNvSpPr>
                <a:spLocks/>
              </p:cNvSpPr>
              <p:nvPr/>
            </p:nvSpPr>
            <p:spPr bwMode="auto">
              <a:xfrm>
                <a:off x="4252913" y="2024063"/>
                <a:ext cx="107950" cy="106362"/>
              </a:xfrm>
              <a:custGeom>
                <a:avLst/>
                <a:gdLst/>
                <a:ahLst/>
                <a:cxnLst>
                  <a:cxn ang="0">
                    <a:pos x="6" y="6"/>
                  </a:cxn>
                  <a:cxn ang="0">
                    <a:pos x="22" y="0"/>
                  </a:cxn>
                  <a:cxn ang="0">
                    <a:pos x="38" y="6"/>
                  </a:cxn>
                  <a:cxn ang="0">
                    <a:pos x="44" y="22"/>
                  </a:cxn>
                  <a:cxn ang="0">
                    <a:pos x="38" y="37"/>
                  </a:cxn>
                  <a:cxn ang="0">
                    <a:pos x="22" y="44"/>
                  </a:cxn>
                  <a:cxn ang="0">
                    <a:pos x="6" y="37"/>
                  </a:cxn>
                  <a:cxn ang="0">
                    <a:pos x="0" y="22"/>
                  </a:cxn>
                  <a:cxn ang="0">
                    <a:pos x="6" y="6"/>
                  </a:cxn>
                </a:cxnLst>
                <a:rect l="0" t="0" r="r" b="b"/>
                <a:pathLst>
                  <a:path w="44" h="44">
                    <a:moveTo>
                      <a:pt x="6" y="6"/>
                    </a:move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ubicBezTo>
                      <a:pt x="0" y="16"/>
                      <a:pt x="2" y="11"/>
                      <a:pt x="6" y="6"/>
                    </a:cubicBezTo>
                    <a:close/>
                  </a:path>
                </a:pathLst>
              </a:custGeom>
              <a:solidFill>
                <a:schemeClr val="accent5"/>
              </a:solidFill>
              <a:ln w="9525">
                <a:noFill/>
                <a:round/>
                <a:headEnd/>
                <a:tailEnd/>
              </a:ln>
            </p:spPr>
            <p:txBody>
              <a:bodyPr anchor="ctr"/>
              <a:lstStyle/>
              <a:p>
                <a:pPr algn="ctr"/>
                <a:endParaRPr/>
              </a:p>
            </p:txBody>
          </p:sp>
          <p:sp>
            <p:nvSpPr>
              <p:cNvPr id="44" name="Freeform: Shape 8"/>
              <p:cNvSpPr>
                <a:spLocks/>
              </p:cNvSpPr>
              <p:nvPr/>
            </p:nvSpPr>
            <p:spPr bwMode="auto">
              <a:xfrm>
                <a:off x="5154613" y="1927225"/>
                <a:ext cx="106363" cy="106362"/>
              </a:xfrm>
              <a:custGeom>
                <a:avLst/>
                <a:gdLst/>
                <a:ahLst/>
                <a:cxnLst>
                  <a:cxn ang="0">
                    <a:pos x="44" y="22"/>
                  </a:cxn>
                  <a:cxn ang="0">
                    <a:pos x="38" y="37"/>
                  </a:cxn>
                  <a:cxn ang="0">
                    <a:pos x="22" y="44"/>
                  </a:cxn>
                  <a:cxn ang="0">
                    <a:pos x="6" y="37"/>
                  </a:cxn>
                  <a:cxn ang="0">
                    <a:pos x="0" y="22"/>
                  </a:cxn>
                  <a:cxn ang="0">
                    <a:pos x="6" y="6"/>
                  </a:cxn>
                  <a:cxn ang="0">
                    <a:pos x="22" y="0"/>
                  </a:cxn>
                  <a:cxn ang="0">
                    <a:pos x="38" y="6"/>
                  </a:cxn>
                  <a:cxn ang="0">
                    <a:pos x="44" y="22"/>
                  </a:cxn>
                </a:cxnLst>
                <a:rect l="0" t="0" r="r" b="b"/>
                <a:pathLst>
                  <a:path w="44" h="44">
                    <a:moveTo>
                      <a:pt x="44" y="22"/>
                    </a:moveTo>
                    <a:cubicBezTo>
                      <a:pt x="44" y="28"/>
                      <a:pt x="42" y="33"/>
                      <a:pt x="38" y="37"/>
                    </a:cubicBezTo>
                    <a:cubicBezTo>
                      <a:pt x="33" y="42"/>
                      <a:pt x="28" y="44"/>
                      <a:pt x="22" y="44"/>
                    </a:cubicBezTo>
                    <a:cubicBezTo>
                      <a:pt x="16" y="44"/>
                      <a:pt x="11" y="42"/>
                      <a:pt x="6" y="37"/>
                    </a:cubicBezTo>
                    <a:cubicBezTo>
                      <a:pt x="2" y="33"/>
                      <a:pt x="0" y="28"/>
                      <a:pt x="0" y="22"/>
                    </a:cubicBezTo>
                    <a:cubicBezTo>
                      <a:pt x="0" y="16"/>
                      <a:pt x="2" y="11"/>
                      <a:pt x="6" y="6"/>
                    </a:cubicBezTo>
                    <a:cubicBezTo>
                      <a:pt x="11" y="2"/>
                      <a:pt x="16" y="0"/>
                      <a:pt x="22" y="0"/>
                    </a:cubicBezTo>
                    <a:cubicBezTo>
                      <a:pt x="28" y="0"/>
                      <a:pt x="33" y="2"/>
                      <a:pt x="38" y="6"/>
                    </a:cubicBezTo>
                    <a:cubicBezTo>
                      <a:pt x="42" y="11"/>
                      <a:pt x="44" y="16"/>
                      <a:pt x="44" y="22"/>
                    </a:cubicBezTo>
                    <a:close/>
                  </a:path>
                </a:pathLst>
              </a:custGeom>
              <a:solidFill>
                <a:schemeClr val="accent4"/>
              </a:solidFill>
              <a:ln w="9525">
                <a:noFill/>
                <a:round/>
                <a:headEnd/>
                <a:tailEnd/>
              </a:ln>
            </p:spPr>
            <p:txBody>
              <a:bodyPr anchor="ctr"/>
              <a:lstStyle/>
              <a:p>
                <a:pPr algn="ctr"/>
                <a:endParaRPr/>
              </a:p>
            </p:txBody>
          </p:sp>
          <p:sp>
            <p:nvSpPr>
              <p:cNvPr id="45" name="Freeform: Shape 9"/>
              <p:cNvSpPr>
                <a:spLocks/>
              </p:cNvSpPr>
              <p:nvPr/>
            </p:nvSpPr>
            <p:spPr bwMode="auto">
              <a:xfrm>
                <a:off x="5095876" y="2333625"/>
                <a:ext cx="106363" cy="106362"/>
              </a:xfrm>
              <a:custGeom>
                <a:avLst/>
                <a:gdLst/>
                <a:ahLst/>
                <a:cxnLst>
                  <a:cxn ang="0">
                    <a:pos x="6" y="37"/>
                  </a:cxn>
                  <a:cxn ang="0">
                    <a:pos x="0" y="22"/>
                  </a:cxn>
                  <a:cxn ang="0">
                    <a:pos x="6" y="6"/>
                  </a:cxn>
                  <a:cxn ang="0">
                    <a:pos x="22" y="0"/>
                  </a:cxn>
                  <a:cxn ang="0">
                    <a:pos x="38" y="6"/>
                  </a:cxn>
                  <a:cxn ang="0">
                    <a:pos x="44" y="22"/>
                  </a:cxn>
                  <a:cxn ang="0">
                    <a:pos x="38" y="37"/>
                  </a:cxn>
                  <a:cxn ang="0">
                    <a:pos x="22" y="44"/>
                  </a:cxn>
                  <a:cxn ang="0">
                    <a:pos x="6" y="37"/>
                  </a:cxn>
                </a:cxnLst>
                <a:rect l="0" t="0" r="r" b="b"/>
                <a:pathLst>
                  <a:path w="44" h="44">
                    <a:moveTo>
                      <a:pt x="6" y="37"/>
                    </a:moveTo>
                    <a:cubicBezTo>
                      <a:pt x="2" y="33"/>
                      <a:pt x="0" y="28"/>
                      <a:pt x="0" y="22"/>
                    </a:cubicBezTo>
                    <a:cubicBezTo>
                      <a:pt x="0" y="16"/>
                      <a:pt x="2" y="11"/>
                      <a:pt x="6" y="6"/>
                    </a:cubicBez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lose/>
                  </a:path>
                </a:pathLst>
              </a:custGeom>
              <a:solidFill>
                <a:schemeClr val="accent3"/>
              </a:solidFill>
              <a:ln w="9525">
                <a:noFill/>
                <a:round/>
                <a:headEnd/>
                <a:tailEnd/>
              </a:ln>
            </p:spPr>
            <p:txBody>
              <a:bodyPr anchor="ctr"/>
              <a:lstStyle/>
              <a:p>
                <a:pPr algn="ctr"/>
                <a:endParaRPr/>
              </a:p>
            </p:txBody>
          </p:sp>
          <p:sp>
            <p:nvSpPr>
              <p:cNvPr id="46" name="Freeform: Shape 10"/>
              <p:cNvSpPr>
                <a:spLocks/>
              </p:cNvSpPr>
              <p:nvPr/>
            </p:nvSpPr>
            <p:spPr bwMode="auto">
              <a:xfrm>
                <a:off x="5483226" y="2774950"/>
                <a:ext cx="106363" cy="106362"/>
              </a:xfrm>
              <a:custGeom>
                <a:avLst/>
                <a:gdLst/>
                <a:ahLst/>
                <a:cxnLst>
                  <a:cxn ang="0">
                    <a:pos x="0" y="22"/>
                  </a:cxn>
                  <a:cxn ang="0">
                    <a:pos x="6" y="6"/>
                  </a:cxn>
                  <a:cxn ang="0">
                    <a:pos x="22" y="0"/>
                  </a:cxn>
                  <a:cxn ang="0">
                    <a:pos x="38" y="6"/>
                  </a:cxn>
                  <a:cxn ang="0">
                    <a:pos x="44" y="22"/>
                  </a:cxn>
                  <a:cxn ang="0">
                    <a:pos x="38" y="37"/>
                  </a:cxn>
                  <a:cxn ang="0">
                    <a:pos x="22" y="44"/>
                  </a:cxn>
                  <a:cxn ang="0">
                    <a:pos x="6" y="37"/>
                  </a:cxn>
                  <a:cxn ang="0">
                    <a:pos x="0" y="22"/>
                  </a:cxn>
                </a:cxnLst>
                <a:rect l="0" t="0" r="r" b="b"/>
                <a:pathLst>
                  <a:path w="44" h="44">
                    <a:moveTo>
                      <a:pt x="0" y="22"/>
                    </a:moveTo>
                    <a:cubicBezTo>
                      <a:pt x="0" y="16"/>
                      <a:pt x="2" y="11"/>
                      <a:pt x="6" y="6"/>
                    </a:cubicBez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lose/>
                  </a:path>
                </a:pathLst>
              </a:custGeom>
              <a:solidFill>
                <a:schemeClr val="accent1"/>
              </a:solidFill>
              <a:ln w="9525">
                <a:noFill/>
                <a:round/>
                <a:headEnd/>
                <a:tailEnd/>
              </a:ln>
            </p:spPr>
            <p:txBody>
              <a:bodyPr anchor="ctr"/>
              <a:lstStyle/>
              <a:p>
                <a:pPr algn="ctr"/>
                <a:endParaRPr/>
              </a:p>
            </p:txBody>
          </p:sp>
          <p:sp>
            <p:nvSpPr>
              <p:cNvPr id="47" name="Freeform: Shape 11"/>
              <p:cNvSpPr>
                <a:spLocks/>
              </p:cNvSpPr>
              <p:nvPr/>
            </p:nvSpPr>
            <p:spPr bwMode="auto">
              <a:xfrm>
                <a:off x="5035551" y="2774950"/>
                <a:ext cx="106363" cy="106362"/>
              </a:xfrm>
              <a:custGeom>
                <a:avLst/>
                <a:gdLst/>
                <a:ahLst/>
                <a:cxnLst>
                  <a:cxn ang="0">
                    <a:pos x="6" y="6"/>
                  </a:cxn>
                  <a:cxn ang="0">
                    <a:pos x="22" y="0"/>
                  </a:cxn>
                  <a:cxn ang="0">
                    <a:pos x="38" y="6"/>
                  </a:cxn>
                  <a:cxn ang="0">
                    <a:pos x="44" y="22"/>
                  </a:cxn>
                  <a:cxn ang="0">
                    <a:pos x="38" y="37"/>
                  </a:cxn>
                  <a:cxn ang="0">
                    <a:pos x="22" y="44"/>
                  </a:cxn>
                  <a:cxn ang="0">
                    <a:pos x="6" y="37"/>
                  </a:cxn>
                  <a:cxn ang="0">
                    <a:pos x="0" y="22"/>
                  </a:cxn>
                  <a:cxn ang="0">
                    <a:pos x="6" y="6"/>
                  </a:cxn>
                </a:cxnLst>
                <a:rect l="0" t="0" r="r" b="b"/>
                <a:pathLst>
                  <a:path w="44" h="44">
                    <a:moveTo>
                      <a:pt x="6" y="6"/>
                    </a:move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ubicBezTo>
                      <a:pt x="0" y="16"/>
                      <a:pt x="2" y="11"/>
                      <a:pt x="6" y="6"/>
                    </a:cubicBezTo>
                    <a:close/>
                  </a:path>
                </a:pathLst>
              </a:custGeom>
              <a:solidFill>
                <a:schemeClr val="accent2"/>
              </a:solidFill>
              <a:ln w="9525">
                <a:noFill/>
                <a:round/>
                <a:headEnd/>
                <a:tailEnd/>
              </a:ln>
            </p:spPr>
            <p:txBody>
              <a:bodyPr anchor="ctr"/>
              <a:lstStyle/>
              <a:p>
                <a:pPr algn="ctr"/>
                <a:endParaRPr/>
              </a:p>
            </p:txBody>
          </p:sp>
          <p:sp>
            <p:nvSpPr>
              <p:cNvPr id="48" name="Freeform: Shape 12"/>
              <p:cNvSpPr>
                <a:spLocks/>
              </p:cNvSpPr>
              <p:nvPr/>
            </p:nvSpPr>
            <p:spPr bwMode="auto">
              <a:xfrm>
                <a:off x="3730626" y="2779713"/>
                <a:ext cx="106363" cy="106362"/>
              </a:xfrm>
              <a:custGeom>
                <a:avLst/>
                <a:gdLst/>
                <a:ahLst/>
                <a:cxnLst>
                  <a:cxn ang="0">
                    <a:pos x="38" y="6"/>
                  </a:cxn>
                  <a:cxn ang="0">
                    <a:pos x="44" y="22"/>
                  </a:cxn>
                  <a:cxn ang="0">
                    <a:pos x="38" y="37"/>
                  </a:cxn>
                  <a:cxn ang="0">
                    <a:pos x="22" y="44"/>
                  </a:cxn>
                  <a:cxn ang="0">
                    <a:pos x="6" y="37"/>
                  </a:cxn>
                  <a:cxn ang="0">
                    <a:pos x="0" y="22"/>
                  </a:cxn>
                  <a:cxn ang="0">
                    <a:pos x="6" y="6"/>
                  </a:cxn>
                  <a:cxn ang="0">
                    <a:pos x="22" y="0"/>
                  </a:cxn>
                  <a:cxn ang="0">
                    <a:pos x="38" y="6"/>
                  </a:cxn>
                </a:cxnLst>
                <a:rect l="0" t="0" r="r" b="b"/>
                <a:pathLst>
                  <a:path w="44" h="44">
                    <a:moveTo>
                      <a:pt x="38" y="6"/>
                    </a:move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ubicBezTo>
                      <a:pt x="0" y="16"/>
                      <a:pt x="2" y="11"/>
                      <a:pt x="6" y="6"/>
                    </a:cubicBezTo>
                    <a:cubicBezTo>
                      <a:pt x="11" y="2"/>
                      <a:pt x="16" y="0"/>
                      <a:pt x="22" y="0"/>
                    </a:cubicBezTo>
                    <a:cubicBezTo>
                      <a:pt x="28" y="0"/>
                      <a:pt x="33" y="2"/>
                      <a:pt x="38" y="6"/>
                    </a:cubicBezTo>
                    <a:close/>
                  </a:path>
                </a:pathLst>
              </a:custGeom>
              <a:solidFill>
                <a:schemeClr val="accent3"/>
              </a:solidFill>
              <a:ln w="9525">
                <a:noFill/>
                <a:round/>
                <a:headEnd/>
                <a:tailEnd/>
              </a:ln>
            </p:spPr>
            <p:txBody>
              <a:bodyPr anchor="ctr"/>
              <a:lstStyle/>
              <a:p>
                <a:pPr algn="ctr"/>
                <a:endParaRPr/>
              </a:p>
            </p:txBody>
          </p:sp>
          <p:sp>
            <p:nvSpPr>
              <p:cNvPr id="49" name="Freeform: Shape 13"/>
              <p:cNvSpPr>
                <a:spLocks/>
              </p:cNvSpPr>
              <p:nvPr/>
            </p:nvSpPr>
            <p:spPr bwMode="auto">
              <a:xfrm>
                <a:off x="4067176" y="2743200"/>
                <a:ext cx="106363" cy="106362"/>
              </a:xfrm>
              <a:custGeom>
                <a:avLst/>
                <a:gdLst/>
                <a:ahLst/>
                <a:cxnLst>
                  <a:cxn ang="0">
                    <a:pos x="6" y="37"/>
                  </a:cxn>
                  <a:cxn ang="0">
                    <a:pos x="0" y="22"/>
                  </a:cxn>
                  <a:cxn ang="0">
                    <a:pos x="6" y="6"/>
                  </a:cxn>
                  <a:cxn ang="0">
                    <a:pos x="22" y="0"/>
                  </a:cxn>
                  <a:cxn ang="0">
                    <a:pos x="38" y="6"/>
                  </a:cxn>
                  <a:cxn ang="0">
                    <a:pos x="44" y="22"/>
                  </a:cxn>
                  <a:cxn ang="0">
                    <a:pos x="38" y="37"/>
                  </a:cxn>
                  <a:cxn ang="0">
                    <a:pos x="22" y="44"/>
                  </a:cxn>
                  <a:cxn ang="0">
                    <a:pos x="6" y="37"/>
                  </a:cxn>
                </a:cxnLst>
                <a:rect l="0" t="0" r="r" b="b"/>
                <a:pathLst>
                  <a:path w="44" h="44">
                    <a:moveTo>
                      <a:pt x="6" y="37"/>
                    </a:moveTo>
                    <a:cubicBezTo>
                      <a:pt x="2" y="33"/>
                      <a:pt x="0" y="28"/>
                      <a:pt x="0" y="22"/>
                    </a:cubicBezTo>
                    <a:cubicBezTo>
                      <a:pt x="0" y="16"/>
                      <a:pt x="2" y="11"/>
                      <a:pt x="6" y="6"/>
                    </a:cubicBez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lose/>
                  </a:path>
                </a:pathLst>
              </a:custGeom>
              <a:solidFill>
                <a:schemeClr val="accent2"/>
              </a:solidFill>
              <a:ln w="9525">
                <a:noFill/>
                <a:round/>
                <a:headEnd/>
                <a:tailEnd/>
              </a:ln>
            </p:spPr>
            <p:txBody>
              <a:bodyPr anchor="ctr"/>
              <a:lstStyle/>
              <a:p>
                <a:pPr algn="ctr"/>
                <a:endParaRPr/>
              </a:p>
            </p:txBody>
          </p:sp>
          <p:sp>
            <p:nvSpPr>
              <p:cNvPr id="50" name="Freeform: Shape 14"/>
              <p:cNvSpPr>
                <a:spLocks/>
              </p:cNvSpPr>
              <p:nvPr/>
            </p:nvSpPr>
            <p:spPr bwMode="auto">
              <a:xfrm>
                <a:off x="4638676" y="3135313"/>
                <a:ext cx="174625" cy="174625"/>
              </a:xfrm>
              <a:custGeom>
                <a:avLst/>
                <a:gdLst/>
                <a:ahLst/>
                <a:cxnLst>
                  <a:cxn ang="0">
                    <a:pos x="0" y="36"/>
                  </a:cxn>
                  <a:cxn ang="0">
                    <a:pos x="11" y="10"/>
                  </a:cxn>
                  <a:cxn ang="0">
                    <a:pos x="36" y="0"/>
                  </a:cxn>
                  <a:cxn ang="0">
                    <a:pos x="62" y="10"/>
                  </a:cxn>
                  <a:cxn ang="0">
                    <a:pos x="72" y="36"/>
                  </a:cxn>
                  <a:cxn ang="0">
                    <a:pos x="62" y="61"/>
                  </a:cxn>
                  <a:cxn ang="0">
                    <a:pos x="36" y="72"/>
                  </a:cxn>
                  <a:cxn ang="0">
                    <a:pos x="11" y="61"/>
                  </a:cxn>
                  <a:cxn ang="0">
                    <a:pos x="0" y="36"/>
                  </a:cxn>
                </a:cxnLst>
                <a:rect l="0" t="0" r="r" b="b"/>
                <a:pathLst>
                  <a:path w="72" h="72">
                    <a:moveTo>
                      <a:pt x="0" y="36"/>
                    </a:moveTo>
                    <a:cubicBezTo>
                      <a:pt x="0" y="26"/>
                      <a:pt x="4" y="17"/>
                      <a:pt x="11" y="10"/>
                    </a:cubicBezTo>
                    <a:cubicBezTo>
                      <a:pt x="18" y="3"/>
                      <a:pt x="26" y="0"/>
                      <a:pt x="36" y="0"/>
                    </a:cubicBezTo>
                    <a:cubicBezTo>
                      <a:pt x="46" y="0"/>
                      <a:pt x="55" y="3"/>
                      <a:pt x="62" y="10"/>
                    </a:cubicBezTo>
                    <a:cubicBezTo>
                      <a:pt x="69" y="17"/>
                      <a:pt x="72" y="26"/>
                      <a:pt x="72" y="36"/>
                    </a:cubicBezTo>
                    <a:cubicBezTo>
                      <a:pt x="72" y="46"/>
                      <a:pt x="69" y="54"/>
                      <a:pt x="62" y="61"/>
                    </a:cubicBezTo>
                    <a:cubicBezTo>
                      <a:pt x="55" y="68"/>
                      <a:pt x="46" y="72"/>
                      <a:pt x="36" y="72"/>
                    </a:cubicBezTo>
                    <a:cubicBezTo>
                      <a:pt x="26" y="72"/>
                      <a:pt x="18" y="68"/>
                      <a:pt x="11" y="61"/>
                    </a:cubicBezTo>
                    <a:cubicBezTo>
                      <a:pt x="4" y="54"/>
                      <a:pt x="0" y="46"/>
                      <a:pt x="0" y="36"/>
                    </a:cubicBezTo>
                    <a:close/>
                  </a:path>
                </a:pathLst>
              </a:custGeom>
              <a:solidFill>
                <a:schemeClr val="accent6"/>
              </a:solidFill>
              <a:ln w="9525">
                <a:noFill/>
                <a:round/>
                <a:headEnd/>
                <a:tailEnd/>
              </a:ln>
            </p:spPr>
            <p:txBody>
              <a:bodyPr anchor="ctr"/>
              <a:lstStyle/>
              <a:p>
                <a:pPr algn="ctr"/>
                <a:endParaRPr/>
              </a:p>
            </p:txBody>
          </p:sp>
          <p:sp>
            <p:nvSpPr>
              <p:cNvPr id="51" name="Freeform: Shape 15"/>
              <p:cNvSpPr>
                <a:spLocks/>
              </p:cNvSpPr>
              <p:nvPr/>
            </p:nvSpPr>
            <p:spPr bwMode="auto">
              <a:xfrm>
                <a:off x="5183188" y="3182938"/>
                <a:ext cx="106363" cy="107950"/>
              </a:xfrm>
              <a:custGeom>
                <a:avLst/>
                <a:gdLst/>
                <a:ahLst/>
                <a:cxnLst>
                  <a:cxn ang="0">
                    <a:pos x="38" y="6"/>
                  </a:cxn>
                  <a:cxn ang="0">
                    <a:pos x="44" y="22"/>
                  </a:cxn>
                  <a:cxn ang="0">
                    <a:pos x="38" y="37"/>
                  </a:cxn>
                  <a:cxn ang="0">
                    <a:pos x="22" y="44"/>
                  </a:cxn>
                  <a:cxn ang="0">
                    <a:pos x="6" y="37"/>
                  </a:cxn>
                  <a:cxn ang="0">
                    <a:pos x="0" y="22"/>
                  </a:cxn>
                  <a:cxn ang="0">
                    <a:pos x="6" y="6"/>
                  </a:cxn>
                  <a:cxn ang="0">
                    <a:pos x="22" y="0"/>
                  </a:cxn>
                  <a:cxn ang="0">
                    <a:pos x="38" y="6"/>
                  </a:cxn>
                </a:cxnLst>
                <a:rect l="0" t="0" r="r" b="b"/>
                <a:pathLst>
                  <a:path w="44" h="44">
                    <a:moveTo>
                      <a:pt x="38" y="6"/>
                    </a:move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ubicBezTo>
                      <a:pt x="0" y="16"/>
                      <a:pt x="2" y="11"/>
                      <a:pt x="6" y="6"/>
                    </a:cubicBezTo>
                    <a:cubicBezTo>
                      <a:pt x="11" y="2"/>
                      <a:pt x="16" y="0"/>
                      <a:pt x="22" y="0"/>
                    </a:cubicBezTo>
                    <a:cubicBezTo>
                      <a:pt x="28" y="0"/>
                      <a:pt x="33" y="2"/>
                      <a:pt x="38" y="6"/>
                    </a:cubicBezTo>
                    <a:close/>
                  </a:path>
                </a:pathLst>
              </a:custGeom>
              <a:solidFill>
                <a:schemeClr val="accent5"/>
              </a:solidFill>
              <a:ln w="9525">
                <a:noFill/>
                <a:round/>
                <a:headEnd/>
                <a:tailEnd/>
              </a:ln>
            </p:spPr>
            <p:txBody>
              <a:bodyPr anchor="ctr"/>
              <a:lstStyle/>
              <a:p>
                <a:pPr algn="ctr"/>
                <a:endParaRPr/>
              </a:p>
            </p:txBody>
          </p:sp>
          <p:sp>
            <p:nvSpPr>
              <p:cNvPr id="52" name="Freeform: Shape 16"/>
              <p:cNvSpPr>
                <a:spLocks/>
              </p:cNvSpPr>
              <p:nvPr/>
            </p:nvSpPr>
            <p:spPr bwMode="auto">
              <a:xfrm>
                <a:off x="5491163" y="3333750"/>
                <a:ext cx="76200" cy="77787"/>
              </a:xfrm>
              <a:custGeom>
                <a:avLst/>
                <a:gdLst/>
                <a:ahLst/>
                <a:cxnLst>
                  <a:cxn ang="0">
                    <a:pos x="5" y="27"/>
                  </a:cxn>
                  <a:cxn ang="0">
                    <a:pos x="0" y="16"/>
                  </a:cxn>
                  <a:cxn ang="0">
                    <a:pos x="5" y="4"/>
                  </a:cxn>
                  <a:cxn ang="0">
                    <a:pos x="16" y="0"/>
                  </a:cxn>
                  <a:cxn ang="0">
                    <a:pos x="27" y="4"/>
                  </a:cxn>
                  <a:cxn ang="0">
                    <a:pos x="32" y="16"/>
                  </a:cxn>
                  <a:cxn ang="0">
                    <a:pos x="27" y="27"/>
                  </a:cxn>
                  <a:cxn ang="0">
                    <a:pos x="16" y="32"/>
                  </a:cxn>
                  <a:cxn ang="0">
                    <a:pos x="5" y="27"/>
                  </a:cxn>
                </a:cxnLst>
                <a:rect l="0" t="0" r="r" b="b"/>
                <a:pathLst>
                  <a:path w="32" h="32">
                    <a:moveTo>
                      <a:pt x="5" y="27"/>
                    </a:moveTo>
                    <a:cubicBezTo>
                      <a:pt x="1" y="24"/>
                      <a:pt x="0" y="20"/>
                      <a:pt x="0" y="16"/>
                    </a:cubicBezTo>
                    <a:cubicBezTo>
                      <a:pt x="0" y="11"/>
                      <a:pt x="1" y="8"/>
                      <a:pt x="5" y="4"/>
                    </a:cubicBezTo>
                    <a:cubicBezTo>
                      <a:pt x="8" y="1"/>
                      <a:pt x="12" y="0"/>
                      <a:pt x="16" y="0"/>
                    </a:cubicBezTo>
                    <a:cubicBezTo>
                      <a:pt x="20" y="0"/>
                      <a:pt x="24" y="1"/>
                      <a:pt x="27" y="4"/>
                    </a:cubicBezTo>
                    <a:cubicBezTo>
                      <a:pt x="30" y="8"/>
                      <a:pt x="32" y="11"/>
                      <a:pt x="32" y="16"/>
                    </a:cubicBezTo>
                    <a:cubicBezTo>
                      <a:pt x="32" y="20"/>
                      <a:pt x="30" y="24"/>
                      <a:pt x="27" y="27"/>
                    </a:cubicBezTo>
                    <a:cubicBezTo>
                      <a:pt x="24" y="30"/>
                      <a:pt x="20" y="32"/>
                      <a:pt x="16" y="32"/>
                    </a:cubicBezTo>
                    <a:cubicBezTo>
                      <a:pt x="12" y="32"/>
                      <a:pt x="8" y="30"/>
                      <a:pt x="5" y="27"/>
                    </a:cubicBezTo>
                    <a:close/>
                  </a:path>
                </a:pathLst>
              </a:custGeom>
              <a:solidFill>
                <a:schemeClr val="accent2"/>
              </a:solidFill>
              <a:ln w="9525">
                <a:noFill/>
                <a:round/>
                <a:headEnd/>
                <a:tailEnd/>
              </a:ln>
            </p:spPr>
            <p:txBody>
              <a:bodyPr anchor="ctr"/>
              <a:lstStyle/>
              <a:p>
                <a:pPr algn="ctr"/>
                <a:endParaRPr/>
              </a:p>
            </p:txBody>
          </p:sp>
          <p:sp>
            <p:nvSpPr>
              <p:cNvPr id="53" name="Freeform: Shape 17"/>
              <p:cNvSpPr>
                <a:spLocks/>
              </p:cNvSpPr>
              <p:nvPr/>
            </p:nvSpPr>
            <p:spPr bwMode="auto">
              <a:xfrm>
                <a:off x="3490913" y="3154363"/>
                <a:ext cx="106363" cy="106362"/>
              </a:xfrm>
              <a:custGeom>
                <a:avLst/>
                <a:gdLst/>
                <a:ahLst/>
                <a:cxnLst>
                  <a:cxn ang="0">
                    <a:pos x="0" y="22"/>
                  </a:cxn>
                  <a:cxn ang="0">
                    <a:pos x="6" y="6"/>
                  </a:cxn>
                  <a:cxn ang="0">
                    <a:pos x="22" y="0"/>
                  </a:cxn>
                  <a:cxn ang="0">
                    <a:pos x="38" y="6"/>
                  </a:cxn>
                  <a:cxn ang="0">
                    <a:pos x="44" y="22"/>
                  </a:cxn>
                  <a:cxn ang="0">
                    <a:pos x="38" y="37"/>
                  </a:cxn>
                  <a:cxn ang="0">
                    <a:pos x="22" y="44"/>
                  </a:cxn>
                  <a:cxn ang="0">
                    <a:pos x="6" y="37"/>
                  </a:cxn>
                  <a:cxn ang="0">
                    <a:pos x="0" y="22"/>
                  </a:cxn>
                </a:cxnLst>
                <a:rect l="0" t="0" r="r" b="b"/>
                <a:pathLst>
                  <a:path w="44" h="44">
                    <a:moveTo>
                      <a:pt x="0" y="22"/>
                    </a:moveTo>
                    <a:cubicBezTo>
                      <a:pt x="0" y="16"/>
                      <a:pt x="2" y="11"/>
                      <a:pt x="6" y="6"/>
                    </a:cubicBez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ubicBezTo>
                      <a:pt x="2" y="33"/>
                      <a:pt x="0" y="28"/>
                      <a:pt x="0" y="22"/>
                    </a:cubicBezTo>
                    <a:close/>
                  </a:path>
                </a:pathLst>
              </a:custGeom>
              <a:solidFill>
                <a:schemeClr val="accent4"/>
              </a:solidFill>
              <a:ln w="9525">
                <a:noFill/>
                <a:round/>
                <a:headEnd/>
                <a:tailEnd/>
              </a:ln>
            </p:spPr>
            <p:txBody>
              <a:bodyPr anchor="ctr"/>
              <a:lstStyle/>
              <a:p>
                <a:pPr algn="ctr"/>
                <a:endParaRPr/>
              </a:p>
            </p:txBody>
          </p:sp>
          <p:sp>
            <p:nvSpPr>
              <p:cNvPr id="54" name="Freeform: Shape 18"/>
              <p:cNvSpPr>
                <a:spLocks/>
              </p:cNvSpPr>
              <p:nvPr/>
            </p:nvSpPr>
            <p:spPr bwMode="auto">
              <a:xfrm>
                <a:off x="3810001" y="3529013"/>
                <a:ext cx="147638" cy="147637"/>
              </a:xfrm>
              <a:custGeom>
                <a:avLst/>
                <a:gdLst/>
                <a:ahLst/>
                <a:cxnLst>
                  <a:cxn ang="0">
                    <a:pos x="31" y="0"/>
                  </a:cxn>
                  <a:cxn ang="0">
                    <a:pos x="52" y="9"/>
                  </a:cxn>
                  <a:cxn ang="0">
                    <a:pos x="61" y="30"/>
                  </a:cxn>
                  <a:cxn ang="0">
                    <a:pos x="52" y="52"/>
                  </a:cxn>
                  <a:cxn ang="0">
                    <a:pos x="31" y="61"/>
                  </a:cxn>
                  <a:cxn ang="0">
                    <a:pos x="9" y="52"/>
                  </a:cxn>
                  <a:cxn ang="0">
                    <a:pos x="0" y="30"/>
                  </a:cxn>
                  <a:cxn ang="0">
                    <a:pos x="9" y="9"/>
                  </a:cxn>
                  <a:cxn ang="0">
                    <a:pos x="31" y="0"/>
                  </a:cxn>
                </a:cxnLst>
                <a:rect l="0" t="0" r="r" b="b"/>
                <a:pathLst>
                  <a:path w="61" h="61">
                    <a:moveTo>
                      <a:pt x="31" y="0"/>
                    </a:moveTo>
                    <a:cubicBezTo>
                      <a:pt x="39" y="0"/>
                      <a:pt x="46" y="3"/>
                      <a:pt x="52" y="9"/>
                    </a:cubicBezTo>
                    <a:cubicBezTo>
                      <a:pt x="58" y="15"/>
                      <a:pt x="61" y="22"/>
                      <a:pt x="61" y="30"/>
                    </a:cubicBezTo>
                    <a:cubicBezTo>
                      <a:pt x="61" y="39"/>
                      <a:pt x="58" y="46"/>
                      <a:pt x="52" y="52"/>
                    </a:cubicBezTo>
                    <a:cubicBezTo>
                      <a:pt x="46" y="58"/>
                      <a:pt x="39" y="61"/>
                      <a:pt x="31" y="61"/>
                    </a:cubicBezTo>
                    <a:cubicBezTo>
                      <a:pt x="22" y="61"/>
                      <a:pt x="15" y="58"/>
                      <a:pt x="9" y="52"/>
                    </a:cubicBezTo>
                    <a:cubicBezTo>
                      <a:pt x="3" y="46"/>
                      <a:pt x="0" y="39"/>
                      <a:pt x="0" y="30"/>
                    </a:cubicBezTo>
                    <a:cubicBezTo>
                      <a:pt x="0" y="22"/>
                      <a:pt x="3" y="15"/>
                      <a:pt x="9" y="9"/>
                    </a:cubicBezTo>
                    <a:cubicBezTo>
                      <a:pt x="15" y="3"/>
                      <a:pt x="22" y="0"/>
                      <a:pt x="31" y="0"/>
                    </a:cubicBezTo>
                    <a:close/>
                  </a:path>
                </a:pathLst>
              </a:custGeom>
              <a:solidFill>
                <a:schemeClr val="accent2"/>
              </a:solidFill>
              <a:ln w="9525">
                <a:noFill/>
                <a:round/>
                <a:headEnd/>
                <a:tailEnd/>
              </a:ln>
            </p:spPr>
            <p:txBody>
              <a:bodyPr anchor="ctr"/>
              <a:lstStyle/>
              <a:p>
                <a:pPr algn="ctr"/>
                <a:endParaRPr/>
              </a:p>
            </p:txBody>
          </p:sp>
          <p:sp>
            <p:nvSpPr>
              <p:cNvPr id="55" name="Freeform: Shape 19"/>
              <p:cNvSpPr>
                <a:spLocks/>
              </p:cNvSpPr>
              <p:nvPr/>
            </p:nvSpPr>
            <p:spPr bwMode="auto">
              <a:xfrm>
                <a:off x="4268788" y="3529013"/>
                <a:ext cx="147638" cy="147637"/>
              </a:xfrm>
              <a:custGeom>
                <a:avLst/>
                <a:gdLst/>
                <a:ahLst/>
                <a:cxnLst>
                  <a:cxn ang="0">
                    <a:pos x="31" y="0"/>
                  </a:cxn>
                  <a:cxn ang="0">
                    <a:pos x="52" y="9"/>
                  </a:cxn>
                  <a:cxn ang="0">
                    <a:pos x="61" y="30"/>
                  </a:cxn>
                  <a:cxn ang="0">
                    <a:pos x="52" y="52"/>
                  </a:cxn>
                  <a:cxn ang="0">
                    <a:pos x="31" y="61"/>
                  </a:cxn>
                  <a:cxn ang="0">
                    <a:pos x="9" y="52"/>
                  </a:cxn>
                  <a:cxn ang="0">
                    <a:pos x="0" y="30"/>
                  </a:cxn>
                  <a:cxn ang="0">
                    <a:pos x="9" y="9"/>
                  </a:cxn>
                  <a:cxn ang="0">
                    <a:pos x="31" y="0"/>
                  </a:cxn>
                </a:cxnLst>
                <a:rect l="0" t="0" r="r" b="b"/>
                <a:pathLst>
                  <a:path w="61" h="61">
                    <a:moveTo>
                      <a:pt x="31" y="0"/>
                    </a:moveTo>
                    <a:cubicBezTo>
                      <a:pt x="39" y="0"/>
                      <a:pt x="46" y="3"/>
                      <a:pt x="52" y="9"/>
                    </a:cubicBezTo>
                    <a:cubicBezTo>
                      <a:pt x="58" y="15"/>
                      <a:pt x="61" y="22"/>
                      <a:pt x="61" y="30"/>
                    </a:cubicBezTo>
                    <a:cubicBezTo>
                      <a:pt x="61" y="39"/>
                      <a:pt x="58" y="46"/>
                      <a:pt x="52" y="52"/>
                    </a:cubicBezTo>
                    <a:cubicBezTo>
                      <a:pt x="46" y="58"/>
                      <a:pt x="39" y="61"/>
                      <a:pt x="31" y="61"/>
                    </a:cubicBezTo>
                    <a:cubicBezTo>
                      <a:pt x="22" y="61"/>
                      <a:pt x="15" y="58"/>
                      <a:pt x="9" y="52"/>
                    </a:cubicBezTo>
                    <a:cubicBezTo>
                      <a:pt x="3" y="46"/>
                      <a:pt x="0" y="39"/>
                      <a:pt x="0" y="30"/>
                    </a:cubicBezTo>
                    <a:cubicBezTo>
                      <a:pt x="0" y="22"/>
                      <a:pt x="3" y="15"/>
                      <a:pt x="9" y="9"/>
                    </a:cubicBezTo>
                    <a:cubicBezTo>
                      <a:pt x="15" y="3"/>
                      <a:pt x="22" y="0"/>
                      <a:pt x="31" y="0"/>
                    </a:cubicBezTo>
                    <a:close/>
                  </a:path>
                </a:pathLst>
              </a:custGeom>
              <a:solidFill>
                <a:schemeClr val="accent1"/>
              </a:solidFill>
              <a:ln w="9525">
                <a:noFill/>
                <a:round/>
                <a:headEnd/>
                <a:tailEnd/>
              </a:ln>
            </p:spPr>
            <p:txBody>
              <a:bodyPr anchor="ctr"/>
              <a:lstStyle/>
              <a:p>
                <a:pPr algn="ctr"/>
                <a:endParaRPr/>
              </a:p>
            </p:txBody>
          </p:sp>
          <p:sp>
            <p:nvSpPr>
              <p:cNvPr id="56" name="Freeform: Shape 20"/>
              <p:cNvSpPr>
                <a:spLocks/>
              </p:cNvSpPr>
              <p:nvPr/>
            </p:nvSpPr>
            <p:spPr bwMode="auto">
              <a:xfrm>
                <a:off x="4081463" y="3079750"/>
                <a:ext cx="171450" cy="171450"/>
              </a:xfrm>
              <a:custGeom>
                <a:avLst/>
                <a:gdLst/>
                <a:ahLst/>
                <a:cxnLst>
                  <a:cxn ang="0">
                    <a:pos x="61" y="10"/>
                  </a:cxn>
                  <a:cxn ang="0">
                    <a:pos x="71" y="35"/>
                  </a:cxn>
                  <a:cxn ang="0">
                    <a:pos x="61" y="60"/>
                  </a:cxn>
                  <a:cxn ang="0">
                    <a:pos x="36" y="71"/>
                  </a:cxn>
                  <a:cxn ang="0">
                    <a:pos x="10" y="60"/>
                  </a:cxn>
                  <a:cxn ang="0">
                    <a:pos x="0" y="35"/>
                  </a:cxn>
                  <a:cxn ang="0">
                    <a:pos x="10" y="10"/>
                  </a:cxn>
                  <a:cxn ang="0">
                    <a:pos x="36" y="0"/>
                  </a:cxn>
                  <a:cxn ang="0">
                    <a:pos x="61" y="10"/>
                  </a:cxn>
                </a:cxnLst>
                <a:rect l="0" t="0" r="r" b="b"/>
                <a:pathLst>
                  <a:path w="71" h="71">
                    <a:moveTo>
                      <a:pt x="61" y="10"/>
                    </a:moveTo>
                    <a:cubicBezTo>
                      <a:pt x="68" y="17"/>
                      <a:pt x="71" y="26"/>
                      <a:pt x="71" y="35"/>
                    </a:cubicBezTo>
                    <a:cubicBezTo>
                      <a:pt x="71" y="45"/>
                      <a:pt x="68" y="54"/>
                      <a:pt x="61" y="60"/>
                    </a:cubicBezTo>
                    <a:cubicBezTo>
                      <a:pt x="54" y="68"/>
                      <a:pt x="45" y="71"/>
                      <a:pt x="36" y="71"/>
                    </a:cubicBezTo>
                    <a:cubicBezTo>
                      <a:pt x="26" y="71"/>
                      <a:pt x="17" y="68"/>
                      <a:pt x="10" y="60"/>
                    </a:cubicBezTo>
                    <a:cubicBezTo>
                      <a:pt x="3" y="54"/>
                      <a:pt x="0" y="45"/>
                      <a:pt x="0" y="35"/>
                    </a:cubicBezTo>
                    <a:cubicBezTo>
                      <a:pt x="0" y="26"/>
                      <a:pt x="3" y="17"/>
                      <a:pt x="10" y="10"/>
                    </a:cubicBezTo>
                    <a:cubicBezTo>
                      <a:pt x="17" y="3"/>
                      <a:pt x="26" y="0"/>
                      <a:pt x="36" y="0"/>
                    </a:cubicBezTo>
                    <a:cubicBezTo>
                      <a:pt x="45" y="0"/>
                      <a:pt x="54" y="3"/>
                      <a:pt x="61" y="10"/>
                    </a:cubicBezTo>
                    <a:close/>
                  </a:path>
                </a:pathLst>
              </a:custGeom>
              <a:solidFill>
                <a:schemeClr val="accent5"/>
              </a:solidFill>
              <a:ln w="9525">
                <a:noFill/>
                <a:round/>
                <a:headEnd/>
                <a:tailEnd/>
              </a:ln>
            </p:spPr>
            <p:txBody>
              <a:bodyPr anchor="ctr"/>
              <a:lstStyle/>
              <a:p>
                <a:pPr algn="ctr"/>
                <a:endParaRPr/>
              </a:p>
            </p:txBody>
          </p:sp>
          <p:sp>
            <p:nvSpPr>
              <p:cNvPr id="57" name="Freeform: Shape 21"/>
              <p:cNvSpPr>
                <a:spLocks/>
              </p:cNvSpPr>
              <p:nvPr/>
            </p:nvSpPr>
            <p:spPr bwMode="auto">
              <a:xfrm>
                <a:off x="5405438" y="3943350"/>
                <a:ext cx="77788" cy="77787"/>
              </a:xfrm>
              <a:custGeom>
                <a:avLst/>
                <a:gdLst/>
                <a:ahLst/>
                <a:cxnLst>
                  <a:cxn ang="0">
                    <a:pos x="0" y="16"/>
                  </a:cxn>
                  <a:cxn ang="0">
                    <a:pos x="5" y="4"/>
                  </a:cxn>
                  <a:cxn ang="0">
                    <a:pos x="16" y="0"/>
                  </a:cxn>
                  <a:cxn ang="0">
                    <a:pos x="27" y="4"/>
                  </a:cxn>
                  <a:cxn ang="0">
                    <a:pos x="32" y="16"/>
                  </a:cxn>
                  <a:cxn ang="0">
                    <a:pos x="27" y="27"/>
                  </a:cxn>
                  <a:cxn ang="0">
                    <a:pos x="16" y="32"/>
                  </a:cxn>
                  <a:cxn ang="0">
                    <a:pos x="5" y="27"/>
                  </a:cxn>
                  <a:cxn ang="0">
                    <a:pos x="0" y="16"/>
                  </a:cxn>
                </a:cxnLst>
                <a:rect l="0" t="0" r="r" b="b"/>
                <a:pathLst>
                  <a:path w="32" h="32">
                    <a:moveTo>
                      <a:pt x="0" y="16"/>
                    </a:moveTo>
                    <a:cubicBezTo>
                      <a:pt x="0" y="11"/>
                      <a:pt x="2" y="8"/>
                      <a:pt x="5" y="4"/>
                    </a:cubicBezTo>
                    <a:cubicBezTo>
                      <a:pt x="8" y="1"/>
                      <a:pt x="12" y="0"/>
                      <a:pt x="16" y="0"/>
                    </a:cubicBezTo>
                    <a:cubicBezTo>
                      <a:pt x="20" y="0"/>
                      <a:pt x="24" y="1"/>
                      <a:pt x="27" y="4"/>
                    </a:cubicBezTo>
                    <a:cubicBezTo>
                      <a:pt x="30" y="8"/>
                      <a:pt x="32" y="11"/>
                      <a:pt x="32" y="16"/>
                    </a:cubicBezTo>
                    <a:cubicBezTo>
                      <a:pt x="32" y="20"/>
                      <a:pt x="30" y="24"/>
                      <a:pt x="27" y="27"/>
                    </a:cubicBezTo>
                    <a:cubicBezTo>
                      <a:pt x="24" y="30"/>
                      <a:pt x="20" y="32"/>
                      <a:pt x="16" y="32"/>
                    </a:cubicBezTo>
                    <a:cubicBezTo>
                      <a:pt x="12" y="32"/>
                      <a:pt x="8" y="30"/>
                      <a:pt x="5" y="27"/>
                    </a:cubicBezTo>
                    <a:cubicBezTo>
                      <a:pt x="2" y="24"/>
                      <a:pt x="0" y="20"/>
                      <a:pt x="0" y="16"/>
                    </a:cubicBezTo>
                    <a:close/>
                  </a:path>
                </a:pathLst>
              </a:custGeom>
              <a:solidFill>
                <a:schemeClr val="accent1"/>
              </a:solidFill>
              <a:ln w="9525">
                <a:noFill/>
                <a:round/>
                <a:headEnd/>
                <a:tailEnd/>
              </a:ln>
            </p:spPr>
            <p:txBody>
              <a:bodyPr anchor="ctr"/>
              <a:lstStyle/>
              <a:p>
                <a:pPr algn="ctr"/>
                <a:endParaRPr/>
              </a:p>
            </p:txBody>
          </p:sp>
          <p:sp>
            <p:nvSpPr>
              <p:cNvPr id="58" name="Freeform: Shape 22"/>
              <p:cNvSpPr>
                <a:spLocks/>
              </p:cNvSpPr>
              <p:nvPr/>
            </p:nvSpPr>
            <p:spPr bwMode="auto">
              <a:xfrm>
                <a:off x="4638676" y="3560763"/>
                <a:ext cx="77788" cy="77787"/>
              </a:xfrm>
              <a:custGeom>
                <a:avLst/>
                <a:gdLst/>
                <a:ahLst/>
                <a:cxnLst>
                  <a:cxn ang="0">
                    <a:pos x="5" y="4"/>
                  </a:cxn>
                  <a:cxn ang="0">
                    <a:pos x="16" y="0"/>
                  </a:cxn>
                  <a:cxn ang="0">
                    <a:pos x="27" y="4"/>
                  </a:cxn>
                  <a:cxn ang="0">
                    <a:pos x="32" y="16"/>
                  </a:cxn>
                  <a:cxn ang="0">
                    <a:pos x="27" y="27"/>
                  </a:cxn>
                  <a:cxn ang="0">
                    <a:pos x="16" y="32"/>
                  </a:cxn>
                  <a:cxn ang="0">
                    <a:pos x="5" y="27"/>
                  </a:cxn>
                  <a:cxn ang="0">
                    <a:pos x="0" y="16"/>
                  </a:cxn>
                  <a:cxn ang="0">
                    <a:pos x="5" y="4"/>
                  </a:cxn>
                </a:cxnLst>
                <a:rect l="0" t="0" r="r" b="b"/>
                <a:pathLst>
                  <a:path w="32" h="32">
                    <a:moveTo>
                      <a:pt x="5" y="4"/>
                    </a:moveTo>
                    <a:cubicBezTo>
                      <a:pt x="8" y="1"/>
                      <a:pt x="12" y="0"/>
                      <a:pt x="16" y="0"/>
                    </a:cubicBezTo>
                    <a:cubicBezTo>
                      <a:pt x="20" y="0"/>
                      <a:pt x="24" y="1"/>
                      <a:pt x="27" y="4"/>
                    </a:cubicBezTo>
                    <a:cubicBezTo>
                      <a:pt x="30" y="8"/>
                      <a:pt x="32" y="11"/>
                      <a:pt x="32" y="16"/>
                    </a:cubicBezTo>
                    <a:cubicBezTo>
                      <a:pt x="32" y="20"/>
                      <a:pt x="30" y="24"/>
                      <a:pt x="27" y="27"/>
                    </a:cubicBezTo>
                    <a:cubicBezTo>
                      <a:pt x="24" y="30"/>
                      <a:pt x="20" y="32"/>
                      <a:pt x="16" y="32"/>
                    </a:cubicBezTo>
                    <a:cubicBezTo>
                      <a:pt x="12" y="32"/>
                      <a:pt x="8" y="30"/>
                      <a:pt x="5" y="27"/>
                    </a:cubicBezTo>
                    <a:cubicBezTo>
                      <a:pt x="2" y="24"/>
                      <a:pt x="0" y="20"/>
                      <a:pt x="0" y="16"/>
                    </a:cubicBezTo>
                    <a:cubicBezTo>
                      <a:pt x="0" y="11"/>
                      <a:pt x="2" y="8"/>
                      <a:pt x="5" y="4"/>
                    </a:cubicBezTo>
                    <a:close/>
                  </a:path>
                </a:pathLst>
              </a:custGeom>
              <a:solidFill>
                <a:schemeClr val="accent3"/>
              </a:solidFill>
              <a:ln w="9525">
                <a:noFill/>
                <a:round/>
                <a:headEnd/>
                <a:tailEnd/>
              </a:ln>
            </p:spPr>
            <p:txBody>
              <a:bodyPr anchor="ctr"/>
              <a:lstStyle/>
              <a:p>
                <a:pPr algn="ctr"/>
                <a:endParaRPr/>
              </a:p>
            </p:txBody>
          </p:sp>
          <p:sp>
            <p:nvSpPr>
              <p:cNvPr id="59" name="Freeform: Shape 23"/>
              <p:cNvSpPr>
                <a:spLocks/>
              </p:cNvSpPr>
              <p:nvPr/>
            </p:nvSpPr>
            <p:spPr bwMode="auto">
              <a:xfrm>
                <a:off x="4984751" y="3536950"/>
                <a:ext cx="125413" cy="125412"/>
              </a:xfrm>
              <a:custGeom>
                <a:avLst/>
                <a:gdLst/>
                <a:ahLst/>
                <a:cxnLst>
                  <a:cxn ang="0">
                    <a:pos x="44" y="7"/>
                  </a:cxn>
                  <a:cxn ang="0">
                    <a:pos x="52" y="26"/>
                  </a:cxn>
                  <a:cxn ang="0">
                    <a:pos x="44" y="44"/>
                  </a:cxn>
                  <a:cxn ang="0">
                    <a:pos x="26" y="52"/>
                  </a:cxn>
                  <a:cxn ang="0">
                    <a:pos x="7" y="44"/>
                  </a:cxn>
                  <a:cxn ang="0">
                    <a:pos x="0" y="26"/>
                  </a:cxn>
                  <a:cxn ang="0">
                    <a:pos x="7" y="7"/>
                  </a:cxn>
                  <a:cxn ang="0">
                    <a:pos x="26" y="0"/>
                  </a:cxn>
                  <a:cxn ang="0">
                    <a:pos x="44" y="7"/>
                  </a:cxn>
                </a:cxnLst>
                <a:rect l="0" t="0" r="r" b="b"/>
                <a:pathLst>
                  <a:path w="52" h="52">
                    <a:moveTo>
                      <a:pt x="44" y="7"/>
                    </a:moveTo>
                    <a:cubicBezTo>
                      <a:pt x="49" y="12"/>
                      <a:pt x="52" y="19"/>
                      <a:pt x="52" y="26"/>
                    </a:cubicBezTo>
                    <a:cubicBezTo>
                      <a:pt x="52" y="33"/>
                      <a:pt x="49" y="39"/>
                      <a:pt x="44" y="44"/>
                    </a:cubicBezTo>
                    <a:cubicBezTo>
                      <a:pt x="39" y="49"/>
                      <a:pt x="33" y="52"/>
                      <a:pt x="26" y="52"/>
                    </a:cubicBezTo>
                    <a:cubicBezTo>
                      <a:pt x="19" y="52"/>
                      <a:pt x="13" y="49"/>
                      <a:pt x="7" y="44"/>
                    </a:cubicBezTo>
                    <a:cubicBezTo>
                      <a:pt x="2" y="39"/>
                      <a:pt x="0" y="33"/>
                      <a:pt x="0" y="26"/>
                    </a:cubicBezTo>
                    <a:cubicBezTo>
                      <a:pt x="0" y="19"/>
                      <a:pt x="2" y="12"/>
                      <a:pt x="7" y="7"/>
                    </a:cubicBezTo>
                    <a:cubicBezTo>
                      <a:pt x="13" y="2"/>
                      <a:pt x="19" y="0"/>
                      <a:pt x="26" y="0"/>
                    </a:cubicBezTo>
                    <a:cubicBezTo>
                      <a:pt x="33" y="0"/>
                      <a:pt x="39" y="2"/>
                      <a:pt x="44" y="7"/>
                    </a:cubicBezTo>
                    <a:close/>
                  </a:path>
                </a:pathLst>
              </a:custGeom>
              <a:solidFill>
                <a:schemeClr val="accent4"/>
              </a:solidFill>
              <a:ln w="9525">
                <a:noFill/>
                <a:round/>
                <a:headEnd/>
                <a:tailEnd/>
              </a:ln>
            </p:spPr>
            <p:txBody>
              <a:bodyPr anchor="ctr"/>
              <a:lstStyle/>
              <a:p>
                <a:pPr algn="ctr"/>
                <a:endParaRPr/>
              </a:p>
            </p:txBody>
          </p:sp>
          <p:sp>
            <p:nvSpPr>
              <p:cNvPr id="60" name="Freeform: Shape 24"/>
              <p:cNvSpPr>
                <a:spLocks/>
              </p:cNvSpPr>
              <p:nvPr/>
            </p:nvSpPr>
            <p:spPr bwMode="auto">
              <a:xfrm>
                <a:off x="5049838" y="3921125"/>
                <a:ext cx="125413" cy="127000"/>
              </a:xfrm>
              <a:custGeom>
                <a:avLst/>
                <a:gdLst/>
                <a:ahLst/>
                <a:cxnLst>
                  <a:cxn ang="0">
                    <a:pos x="44" y="44"/>
                  </a:cxn>
                  <a:cxn ang="0">
                    <a:pos x="26" y="52"/>
                  </a:cxn>
                  <a:cxn ang="0">
                    <a:pos x="7" y="44"/>
                  </a:cxn>
                  <a:cxn ang="0">
                    <a:pos x="0" y="26"/>
                  </a:cxn>
                  <a:cxn ang="0">
                    <a:pos x="7" y="7"/>
                  </a:cxn>
                  <a:cxn ang="0">
                    <a:pos x="26" y="0"/>
                  </a:cxn>
                  <a:cxn ang="0">
                    <a:pos x="44" y="7"/>
                  </a:cxn>
                  <a:cxn ang="0">
                    <a:pos x="52" y="26"/>
                  </a:cxn>
                  <a:cxn ang="0">
                    <a:pos x="44" y="44"/>
                  </a:cxn>
                </a:cxnLst>
                <a:rect l="0" t="0" r="r" b="b"/>
                <a:pathLst>
                  <a:path w="52" h="52">
                    <a:moveTo>
                      <a:pt x="44" y="44"/>
                    </a:moveTo>
                    <a:cubicBezTo>
                      <a:pt x="39" y="49"/>
                      <a:pt x="33" y="52"/>
                      <a:pt x="26" y="52"/>
                    </a:cubicBezTo>
                    <a:cubicBezTo>
                      <a:pt x="19" y="52"/>
                      <a:pt x="13" y="49"/>
                      <a:pt x="7" y="44"/>
                    </a:cubicBezTo>
                    <a:cubicBezTo>
                      <a:pt x="2" y="39"/>
                      <a:pt x="0" y="33"/>
                      <a:pt x="0" y="26"/>
                    </a:cubicBezTo>
                    <a:cubicBezTo>
                      <a:pt x="0" y="19"/>
                      <a:pt x="2" y="12"/>
                      <a:pt x="7" y="7"/>
                    </a:cubicBezTo>
                    <a:cubicBezTo>
                      <a:pt x="13" y="2"/>
                      <a:pt x="19" y="0"/>
                      <a:pt x="26" y="0"/>
                    </a:cubicBezTo>
                    <a:cubicBezTo>
                      <a:pt x="33" y="0"/>
                      <a:pt x="39" y="2"/>
                      <a:pt x="44" y="7"/>
                    </a:cubicBezTo>
                    <a:cubicBezTo>
                      <a:pt x="49" y="12"/>
                      <a:pt x="52" y="19"/>
                      <a:pt x="52" y="26"/>
                    </a:cubicBezTo>
                    <a:cubicBezTo>
                      <a:pt x="52" y="33"/>
                      <a:pt x="49" y="39"/>
                      <a:pt x="44" y="44"/>
                    </a:cubicBezTo>
                    <a:close/>
                  </a:path>
                </a:pathLst>
              </a:custGeom>
              <a:solidFill>
                <a:schemeClr val="accent1"/>
              </a:solidFill>
              <a:ln w="9525">
                <a:noFill/>
                <a:round/>
                <a:headEnd/>
                <a:tailEnd/>
              </a:ln>
            </p:spPr>
            <p:txBody>
              <a:bodyPr anchor="ctr"/>
              <a:lstStyle/>
              <a:p>
                <a:pPr algn="ctr"/>
                <a:endParaRPr/>
              </a:p>
            </p:txBody>
          </p:sp>
          <p:sp>
            <p:nvSpPr>
              <p:cNvPr id="61" name="Freeform: Shape 25"/>
              <p:cNvSpPr>
                <a:spLocks/>
              </p:cNvSpPr>
              <p:nvPr/>
            </p:nvSpPr>
            <p:spPr bwMode="auto">
              <a:xfrm>
                <a:off x="4551363" y="3967163"/>
                <a:ext cx="155575" cy="155575"/>
              </a:xfrm>
              <a:custGeom>
                <a:avLst/>
                <a:gdLst/>
                <a:ahLst/>
                <a:cxnLst>
                  <a:cxn ang="0">
                    <a:pos x="32" y="64"/>
                  </a:cxn>
                  <a:cxn ang="0">
                    <a:pos x="9" y="54"/>
                  </a:cxn>
                  <a:cxn ang="0">
                    <a:pos x="0" y="32"/>
                  </a:cxn>
                  <a:cxn ang="0">
                    <a:pos x="9" y="9"/>
                  </a:cxn>
                  <a:cxn ang="0">
                    <a:pos x="32" y="0"/>
                  </a:cxn>
                  <a:cxn ang="0">
                    <a:pos x="54" y="9"/>
                  </a:cxn>
                  <a:cxn ang="0">
                    <a:pos x="64" y="32"/>
                  </a:cxn>
                  <a:cxn ang="0">
                    <a:pos x="54" y="54"/>
                  </a:cxn>
                  <a:cxn ang="0">
                    <a:pos x="32" y="64"/>
                  </a:cxn>
                </a:cxnLst>
                <a:rect l="0" t="0" r="r" b="b"/>
                <a:pathLst>
                  <a:path w="64" h="64">
                    <a:moveTo>
                      <a:pt x="32" y="64"/>
                    </a:moveTo>
                    <a:cubicBezTo>
                      <a:pt x="23" y="64"/>
                      <a:pt x="16" y="61"/>
                      <a:pt x="9" y="54"/>
                    </a:cubicBezTo>
                    <a:cubicBezTo>
                      <a:pt x="3" y="48"/>
                      <a:pt x="0" y="40"/>
                      <a:pt x="0" y="32"/>
                    </a:cubicBezTo>
                    <a:cubicBezTo>
                      <a:pt x="0" y="23"/>
                      <a:pt x="3" y="15"/>
                      <a:pt x="9" y="9"/>
                    </a:cubicBezTo>
                    <a:cubicBezTo>
                      <a:pt x="16" y="3"/>
                      <a:pt x="23" y="0"/>
                      <a:pt x="32" y="0"/>
                    </a:cubicBezTo>
                    <a:cubicBezTo>
                      <a:pt x="41" y="0"/>
                      <a:pt x="48" y="3"/>
                      <a:pt x="54" y="9"/>
                    </a:cubicBezTo>
                    <a:cubicBezTo>
                      <a:pt x="61" y="15"/>
                      <a:pt x="64" y="23"/>
                      <a:pt x="64" y="32"/>
                    </a:cubicBezTo>
                    <a:cubicBezTo>
                      <a:pt x="64" y="40"/>
                      <a:pt x="61" y="48"/>
                      <a:pt x="54" y="54"/>
                    </a:cubicBezTo>
                    <a:cubicBezTo>
                      <a:pt x="48" y="61"/>
                      <a:pt x="41" y="64"/>
                      <a:pt x="32" y="64"/>
                    </a:cubicBezTo>
                    <a:close/>
                  </a:path>
                </a:pathLst>
              </a:custGeom>
              <a:solidFill>
                <a:schemeClr val="accent2"/>
              </a:solidFill>
              <a:ln w="9525">
                <a:noFill/>
                <a:round/>
                <a:headEnd/>
                <a:tailEnd/>
              </a:ln>
            </p:spPr>
            <p:txBody>
              <a:bodyPr anchor="ctr"/>
              <a:lstStyle/>
              <a:p>
                <a:pPr algn="ctr"/>
                <a:endParaRPr/>
              </a:p>
            </p:txBody>
          </p:sp>
          <p:sp>
            <p:nvSpPr>
              <p:cNvPr id="62" name="Freeform: Shape 26"/>
              <p:cNvSpPr>
                <a:spLocks/>
              </p:cNvSpPr>
              <p:nvPr/>
            </p:nvSpPr>
            <p:spPr bwMode="auto">
              <a:xfrm>
                <a:off x="5451476" y="3625850"/>
                <a:ext cx="120650" cy="122237"/>
              </a:xfrm>
              <a:custGeom>
                <a:avLst/>
                <a:gdLst/>
                <a:ahLst/>
                <a:cxnLst>
                  <a:cxn ang="0">
                    <a:pos x="42" y="7"/>
                  </a:cxn>
                  <a:cxn ang="0">
                    <a:pos x="50" y="25"/>
                  </a:cxn>
                  <a:cxn ang="0">
                    <a:pos x="42" y="42"/>
                  </a:cxn>
                  <a:cxn ang="0">
                    <a:pos x="25" y="50"/>
                  </a:cxn>
                  <a:cxn ang="0">
                    <a:pos x="7" y="42"/>
                  </a:cxn>
                  <a:cxn ang="0">
                    <a:pos x="0" y="25"/>
                  </a:cxn>
                  <a:cxn ang="0">
                    <a:pos x="7" y="7"/>
                  </a:cxn>
                  <a:cxn ang="0">
                    <a:pos x="25" y="0"/>
                  </a:cxn>
                  <a:cxn ang="0">
                    <a:pos x="42" y="7"/>
                  </a:cxn>
                </a:cxnLst>
                <a:rect l="0" t="0" r="r" b="b"/>
                <a:pathLst>
                  <a:path w="50" h="50">
                    <a:moveTo>
                      <a:pt x="42" y="7"/>
                    </a:moveTo>
                    <a:cubicBezTo>
                      <a:pt x="47" y="12"/>
                      <a:pt x="50" y="18"/>
                      <a:pt x="50" y="25"/>
                    </a:cubicBezTo>
                    <a:cubicBezTo>
                      <a:pt x="50" y="32"/>
                      <a:pt x="47" y="37"/>
                      <a:pt x="42" y="42"/>
                    </a:cubicBezTo>
                    <a:cubicBezTo>
                      <a:pt x="38" y="47"/>
                      <a:pt x="32" y="50"/>
                      <a:pt x="25" y="50"/>
                    </a:cubicBezTo>
                    <a:cubicBezTo>
                      <a:pt x="18" y="50"/>
                      <a:pt x="12" y="47"/>
                      <a:pt x="7" y="42"/>
                    </a:cubicBezTo>
                    <a:cubicBezTo>
                      <a:pt x="2" y="37"/>
                      <a:pt x="0" y="32"/>
                      <a:pt x="0" y="25"/>
                    </a:cubicBezTo>
                    <a:cubicBezTo>
                      <a:pt x="0" y="18"/>
                      <a:pt x="2" y="12"/>
                      <a:pt x="7" y="7"/>
                    </a:cubicBezTo>
                    <a:cubicBezTo>
                      <a:pt x="12" y="2"/>
                      <a:pt x="18" y="0"/>
                      <a:pt x="25" y="0"/>
                    </a:cubicBezTo>
                    <a:cubicBezTo>
                      <a:pt x="32" y="0"/>
                      <a:pt x="38" y="2"/>
                      <a:pt x="42" y="7"/>
                    </a:cubicBezTo>
                    <a:close/>
                  </a:path>
                </a:pathLst>
              </a:custGeom>
              <a:solidFill>
                <a:schemeClr val="accent3"/>
              </a:solidFill>
              <a:ln w="9525">
                <a:noFill/>
                <a:round/>
                <a:headEnd/>
                <a:tailEnd/>
              </a:ln>
            </p:spPr>
            <p:txBody>
              <a:bodyPr anchor="ctr"/>
              <a:lstStyle/>
              <a:p>
                <a:pPr algn="ctr"/>
                <a:endParaRPr/>
              </a:p>
            </p:txBody>
          </p:sp>
          <p:sp>
            <p:nvSpPr>
              <p:cNvPr id="63" name="Freeform: Shape 27"/>
              <p:cNvSpPr>
                <a:spLocks/>
              </p:cNvSpPr>
              <p:nvPr/>
            </p:nvSpPr>
            <p:spPr bwMode="auto">
              <a:xfrm>
                <a:off x="4192588" y="3921125"/>
                <a:ext cx="114300" cy="114300"/>
              </a:xfrm>
              <a:custGeom>
                <a:avLst/>
                <a:gdLst/>
                <a:ahLst/>
                <a:cxnLst>
                  <a:cxn ang="0">
                    <a:pos x="40" y="6"/>
                  </a:cxn>
                  <a:cxn ang="0">
                    <a:pos x="47" y="23"/>
                  </a:cxn>
                  <a:cxn ang="0">
                    <a:pos x="40" y="40"/>
                  </a:cxn>
                  <a:cxn ang="0">
                    <a:pos x="24" y="47"/>
                  </a:cxn>
                  <a:cxn ang="0">
                    <a:pos x="7" y="40"/>
                  </a:cxn>
                  <a:cxn ang="0">
                    <a:pos x="0" y="23"/>
                  </a:cxn>
                  <a:cxn ang="0">
                    <a:pos x="7" y="6"/>
                  </a:cxn>
                  <a:cxn ang="0">
                    <a:pos x="24" y="0"/>
                  </a:cxn>
                  <a:cxn ang="0">
                    <a:pos x="40" y="6"/>
                  </a:cxn>
                </a:cxnLst>
                <a:rect l="0" t="0" r="r" b="b"/>
                <a:pathLst>
                  <a:path w="47" h="47">
                    <a:moveTo>
                      <a:pt x="40" y="6"/>
                    </a:moveTo>
                    <a:cubicBezTo>
                      <a:pt x="45" y="11"/>
                      <a:pt x="47" y="17"/>
                      <a:pt x="47" y="23"/>
                    </a:cubicBezTo>
                    <a:cubicBezTo>
                      <a:pt x="47" y="30"/>
                      <a:pt x="45" y="35"/>
                      <a:pt x="40" y="40"/>
                    </a:cubicBezTo>
                    <a:cubicBezTo>
                      <a:pt x="36" y="45"/>
                      <a:pt x="30" y="47"/>
                      <a:pt x="24" y="47"/>
                    </a:cubicBezTo>
                    <a:cubicBezTo>
                      <a:pt x="17" y="47"/>
                      <a:pt x="12" y="45"/>
                      <a:pt x="7" y="40"/>
                    </a:cubicBezTo>
                    <a:cubicBezTo>
                      <a:pt x="2" y="35"/>
                      <a:pt x="0" y="30"/>
                      <a:pt x="0" y="23"/>
                    </a:cubicBezTo>
                    <a:cubicBezTo>
                      <a:pt x="0" y="17"/>
                      <a:pt x="2" y="11"/>
                      <a:pt x="7" y="6"/>
                    </a:cubicBezTo>
                    <a:cubicBezTo>
                      <a:pt x="12" y="2"/>
                      <a:pt x="17" y="0"/>
                      <a:pt x="24" y="0"/>
                    </a:cubicBezTo>
                    <a:cubicBezTo>
                      <a:pt x="30" y="0"/>
                      <a:pt x="36" y="2"/>
                      <a:pt x="40" y="6"/>
                    </a:cubicBezTo>
                    <a:close/>
                  </a:path>
                </a:pathLst>
              </a:custGeom>
              <a:solidFill>
                <a:schemeClr val="accent3"/>
              </a:solidFill>
              <a:ln w="9525">
                <a:noFill/>
                <a:round/>
                <a:headEnd/>
                <a:tailEnd/>
              </a:ln>
            </p:spPr>
            <p:txBody>
              <a:bodyPr anchor="ctr"/>
              <a:lstStyle/>
              <a:p>
                <a:pPr algn="ctr"/>
                <a:endParaRPr/>
              </a:p>
            </p:txBody>
          </p:sp>
          <p:sp>
            <p:nvSpPr>
              <p:cNvPr id="64" name="Freeform: Shape 28"/>
              <p:cNvSpPr>
                <a:spLocks/>
              </p:cNvSpPr>
              <p:nvPr/>
            </p:nvSpPr>
            <p:spPr bwMode="auto">
              <a:xfrm>
                <a:off x="4895851" y="4352925"/>
                <a:ext cx="112713" cy="112712"/>
              </a:xfrm>
              <a:custGeom>
                <a:avLst/>
                <a:gdLst/>
                <a:ahLst/>
                <a:cxnLst>
                  <a:cxn ang="0">
                    <a:pos x="47" y="23"/>
                  </a:cxn>
                  <a:cxn ang="0">
                    <a:pos x="40" y="40"/>
                  </a:cxn>
                  <a:cxn ang="0">
                    <a:pos x="24" y="47"/>
                  </a:cxn>
                  <a:cxn ang="0">
                    <a:pos x="7" y="40"/>
                  </a:cxn>
                  <a:cxn ang="0">
                    <a:pos x="0" y="23"/>
                  </a:cxn>
                  <a:cxn ang="0">
                    <a:pos x="7" y="6"/>
                  </a:cxn>
                  <a:cxn ang="0">
                    <a:pos x="24" y="0"/>
                  </a:cxn>
                  <a:cxn ang="0">
                    <a:pos x="40" y="6"/>
                  </a:cxn>
                  <a:cxn ang="0">
                    <a:pos x="47" y="23"/>
                  </a:cxn>
                </a:cxnLst>
                <a:rect l="0" t="0" r="r" b="b"/>
                <a:pathLst>
                  <a:path w="47" h="47">
                    <a:moveTo>
                      <a:pt x="47" y="23"/>
                    </a:moveTo>
                    <a:cubicBezTo>
                      <a:pt x="47" y="30"/>
                      <a:pt x="45" y="35"/>
                      <a:pt x="40" y="40"/>
                    </a:cubicBezTo>
                    <a:cubicBezTo>
                      <a:pt x="35" y="45"/>
                      <a:pt x="30" y="47"/>
                      <a:pt x="24" y="47"/>
                    </a:cubicBezTo>
                    <a:cubicBezTo>
                      <a:pt x="17" y="47"/>
                      <a:pt x="11" y="45"/>
                      <a:pt x="7" y="40"/>
                    </a:cubicBezTo>
                    <a:cubicBezTo>
                      <a:pt x="2" y="35"/>
                      <a:pt x="0" y="30"/>
                      <a:pt x="0" y="23"/>
                    </a:cubicBezTo>
                    <a:cubicBezTo>
                      <a:pt x="0" y="17"/>
                      <a:pt x="2" y="11"/>
                      <a:pt x="7" y="6"/>
                    </a:cubicBezTo>
                    <a:cubicBezTo>
                      <a:pt x="11" y="2"/>
                      <a:pt x="17" y="0"/>
                      <a:pt x="24" y="0"/>
                    </a:cubicBezTo>
                    <a:cubicBezTo>
                      <a:pt x="30" y="0"/>
                      <a:pt x="35" y="2"/>
                      <a:pt x="40" y="6"/>
                    </a:cubicBezTo>
                    <a:cubicBezTo>
                      <a:pt x="45" y="11"/>
                      <a:pt x="47" y="17"/>
                      <a:pt x="47" y="23"/>
                    </a:cubicBezTo>
                    <a:close/>
                  </a:path>
                </a:pathLst>
              </a:custGeom>
              <a:solidFill>
                <a:schemeClr val="accent3"/>
              </a:solidFill>
              <a:ln w="9525">
                <a:noFill/>
                <a:round/>
                <a:headEnd/>
                <a:tailEnd/>
              </a:ln>
            </p:spPr>
            <p:txBody>
              <a:bodyPr anchor="ctr"/>
              <a:lstStyle/>
              <a:p>
                <a:pPr algn="ctr"/>
                <a:endParaRPr/>
              </a:p>
            </p:txBody>
          </p:sp>
          <p:sp>
            <p:nvSpPr>
              <p:cNvPr id="65" name="Freeform: Shape 29"/>
              <p:cNvSpPr>
                <a:spLocks/>
              </p:cNvSpPr>
              <p:nvPr/>
            </p:nvSpPr>
            <p:spPr bwMode="auto">
              <a:xfrm>
                <a:off x="3905251" y="4006850"/>
                <a:ext cx="98425" cy="98425"/>
              </a:xfrm>
              <a:custGeom>
                <a:avLst/>
                <a:gdLst/>
                <a:ahLst/>
                <a:cxnLst>
                  <a:cxn ang="0">
                    <a:pos x="41" y="20"/>
                  </a:cxn>
                  <a:cxn ang="0">
                    <a:pos x="35" y="35"/>
                  </a:cxn>
                  <a:cxn ang="0">
                    <a:pos x="21" y="41"/>
                  </a:cxn>
                  <a:cxn ang="0">
                    <a:pos x="6" y="35"/>
                  </a:cxn>
                  <a:cxn ang="0">
                    <a:pos x="0" y="20"/>
                  </a:cxn>
                  <a:cxn ang="0">
                    <a:pos x="6" y="6"/>
                  </a:cxn>
                  <a:cxn ang="0">
                    <a:pos x="21" y="0"/>
                  </a:cxn>
                  <a:cxn ang="0">
                    <a:pos x="35" y="6"/>
                  </a:cxn>
                  <a:cxn ang="0">
                    <a:pos x="41" y="20"/>
                  </a:cxn>
                </a:cxnLst>
                <a:rect l="0" t="0" r="r" b="b"/>
                <a:pathLst>
                  <a:path w="41" h="41">
                    <a:moveTo>
                      <a:pt x="41" y="20"/>
                    </a:moveTo>
                    <a:cubicBezTo>
                      <a:pt x="41" y="26"/>
                      <a:pt x="39" y="31"/>
                      <a:pt x="35" y="35"/>
                    </a:cubicBezTo>
                    <a:cubicBezTo>
                      <a:pt x="31" y="39"/>
                      <a:pt x="26" y="41"/>
                      <a:pt x="21" y="41"/>
                    </a:cubicBezTo>
                    <a:cubicBezTo>
                      <a:pt x="15" y="41"/>
                      <a:pt x="10" y="39"/>
                      <a:pt x="6" y="35"/>
                    </a:cubicBezTo>
                    <a:cubicBezTo>
                      <a:pt x="2" y="31"/>
                      <a:pt x="0" y="26"/>
                      <a:pt x="0" y="20"/>
                    </a:cubicBezTo>
                    <a:cubicBezTo>
                      <a:pt x="0" y="15"/>
                      <a:pt x="2" y="10"/>
                      <a:pt x="6" y="6"/>
                    </a:cubicBezTo>
                    <a:cubicBezTo>
                      <a:pt x="10" y="2"/>
                      <a:pt x="15" y="0"/>
                      <a:pt x="21" y="0"/>
                    </a:cubicBezTo>
                    <a:cubicBezTo>
                      <a:pt x="26" y="0"/>
                      <a:pt x="31" y="2"/>
                      <a:pt x="35" y="6"/>
                    </a:cubicBezTo>
                    <a:cubicBezTo>
                      <a:pt x="39" y="10"/>
                      <a:pt x="41" y="15"/>
                      <a:pt x="41" y="20"/>
                    </a:cubicBezTo>
                    <a:close/>
                  </a:path>
                </a:pathLst>
              </a:custGeom>
              <a:solidFill>
                <a:schemeClr val="accent4"/>
              </a:solidFill>
              <a:ln w="9525">
                <a:noFill/>
                <a:round/>
                <a:headEnd/>
                <a:tailEnd/>
              </a:ln>
            </p:spPr>
            <p:txBody>
              <a:bodyPr anchor="ctr"/>
              <a:lstStyle/>
              <a:p>
                <a:pPr algn="ctr"/>
                <a:endParaRPr/>
              </a:p>
            </p:txBody>
          </p:sp>
          <p:sp>
            <p:nvSpPr>
              <p:cNvPr id="66" name="Freeform: Shape 30"/>
              <p:cNvSpPr>
                <a:spLocks/>
              </p:cNvSpPr>
              <p:nvPr/>
            </p:nvSpPr>
            <p:spPr bwMode="auto">
              <a:xfrm>
                <a:off x="4192588" y="4367213"/>
                <a:ext cx="100013" cy="98425"/>
              </a:xfrm>
              <a:custGeom>
                <a:avLst/>
                <a:gdLst/>
                <a:ahLst/>
                <a:cxnLst>
                  <a:cxn ang="0">
                    <a:pos x="35" y="6"/>
                  </a:cxn>
                  <a:cxn ang="0">
                    <a:pos x="41" y="20"/>
                  </a:cxn>
                  <a:cxn ang="0">
                    <a:pos x="35" y="35"/>
                  </a:cxn>
                  <a:cxn ang="0">
                    <a:pos x="21" y="41"/>
                  </a:cxn>
                  <a:cxn ang="0">
                    <a:pos x="6" y="35"/>
                  </a:cxn>
                  <a:cxn ang="0">
                    <a:pos x="0" y="20"/>
                  </a:cxn>
                  <a:cxn ang="0">
                    <a:pos x="6" y="6"/>
                  </a:cxn>
                  <a:cxn ang="0">
                    <a:pos x="21" y="0"/>
                  </a:cxn>
                  <a:cxn ang="0">
                    <a:pos x="35" y="6"/>
                  </a:cxn>
                </a:cxnLst>
                <a:rect l="0" t="0" r="r" b="b"/>
                <a:pathLst>
                  <a:path w="41" h="41">
                    <a:moveTo>
                      <a:pt x="35" y="6"/>
                    </a:moveTo>
                    <a:cubicBezTo>
                      <a:pt x="39" y="10"/>
                      <a:pt x="41" y="15"/>
                      <a:pt x="41" y="20"/>
                    </a:cubicBezTo>
                    <a:cubicBezTo>
                      <a:pt x="41" y="26"/>
                      <a:pt x="39" y="31"/>
                      <a:pt x="35" y="35"/>
                    </a:cubicBezTo>
                    <a:cubicBezTo>
                      <a:pt x="31" y="39"/>
                      <a:pt x="26" y="41"/>
                      <a:pt x="21" y="41"/>
                    </a:cubicBezTo>
                    <a:cubicBezTo>
                      <a:pt x="15" y="41"/>
                      <a:pt x="10" y="39"/>
                      <a:pt x="6" y="35"/>
                    </a:cubicBezTo>
                    <a:cubicBezTo>
                      <a:pt x="2" y="31"/>
                      <a:pt x="0" y="26"/>
                      <a:pt x="0" y="20"/>
                    </a:cubicBezTo>
                    <a:cubicBezTo>
                      <a:pt x="0" y="15"/>
                      <a:pt x="2" y="10"/>
                      <a:pt x="6" y="6"/>
                    </a:cubicBezTo>
                    <a:cubicBezTo>
                      <a:pt x="10" y="2"/>
                      <a:pt x="15" y="0"/>
                      <a:pt x="21" y="0"/>
                    </a:cubicBezTo>
                    <a:cubicBezTo>
                      <a:pt x="26" y="0"/>
                      <a:pt x="31" y="2"/>
                      <a:pt x="35" y="6"/>
                    </a:cubicBezTo>
                    <a:close/>
                  </a:path>
                </a:pathLst>
              </a:custGeom>
              <a:solidFill>
                <a:schemeClr val="accent6"/>
              </a:solidFill>
              <a:ln w="9525">
                <a:noFill/>
                <a:round/>
                <a:headEnd/>
                <a:tailEnd/>
              </a:ln>
            </p:spPr>
            <p:txBody>
              <a:bodyPr anchor="ctr"/>
              <a:lstStyle/>
              <a:p>
                <a:pPr algn="ctr"/>
                <a:endParaRPr/>
              </a:p>
            </p:txBody>
          </p:sp>
          <p:sp>
            <p:nvSpPr>
              <p:cNvPr id="67" name="Freeform: Shape 31"/>
              <p:cNvSpPr>
                <a:spLocks/>
              </p:cNvSpPr>
              <p:nvPr/>
            </p:nvSpPr>
            <p:spPr bwMode="auto">
              <a:xfrm>
                <a:off x="4522788" y="4367213"/>
                <a:ext cx="98425" cy="98425"/>
              </a:xfrm>
              <a:custGeom>
                <a:avLst/>
                <a:gdLst/>
                <a:ahLst/>
                <a:cxnLst>
                  <a:cxn ang="0">
                    <a:pos x="0" y="20"/>
                  </a:cxn>
                  <a:cxn ang="0">
                    <a:pos x="6" y="6"/>
                  </a:cxn>
                  <a:cxn ang="0">
                    <a:pos x="21" y="0"/>
                  </a:cxn>
                  <a:cxn ang="0">
                    <a:pos x="35" y="6"/>
                  </a:cxn>
                  <a:cxn ang="0">
                    <a:pos x="41" y="20"/>
                  </a:cxn>
                  <a:cxn ang="0">
                    <a:pos x="35" y="35"/>
                  </a:cxn>
                  <a:cxn ang="0">
                    <a:pos x="21" y="41"/>
                  </a:cxn>
                  <a:cxn ang="0">
                    <a:pos x="6" y="35"/>
                  </a:cxn>
                  <a:cxn ang="0">
                    <a:pos x="0" y="20"/>
                  </a:cxn>
                </a:cxnLst>
                <a:rect l="0" t="0" r="r" b="b"/>
                <a:pathLst>
                  <a:path w="41" h="41">
                    <a:moveTo>
                      <a:pt x="0" y="20"/>
                    </a:moveTo>
                    <a:cubicBezTo>
                      <a:pt x="0" y="15"/>
                      <a:pt x="2" y="10"/>
                      <a:pt x="6" y="6"/>
                    </a:cubicBezTo>
                    <a:cubicBezTo>
                      <a:pt x="10" y="2"/>
                      <a:pt x="15" y="0"/>
                      <a:pt x="21" y="0"/>
                    </a:cubicBezTo>
                    <a:cubicBezTo>
                      <a:pt x="26" y="0"/>
                      <a:pt x="31" y="2"/>
                      <a:pt x="35" y="6"/>
                    </a:cubicBezTo>
                    <a:cubicBezTo>
                      <a:pt x="39" y="10"/>
                      <a:pt x="41" y="15"/>
                      <a:pt x="41" y="20"/>
                    </a:cubicBezTo>
                    <a:cubicBezTo>
                      <a:pt x="41" y="26"/>
                      <a:pt x="39" y="31"/>
                      <a:pt x="35" y="35"/>
                    </a:cubicBezTo>
                    <a:cubicBezTo>
                      <a:pt x="31" y="39"/>
                      <a:pt x="26" y="41"/>
                      <a:pt x="21" y="41"/>
                    </a:cubicBezTo>
                    <a:cubicBezTo>
                      <a:pt x="15" y="41"/>
                      <a:pt x="10" y="39"/>
                      <a:pt x="6" y="35"/>
                    </a:cubicBezTo>
                    <a:cubicBezTo>
                      <a:pt x="2" y="31"/>
                      <a:pt x="0" y="26"/>
                      <a:pt x="0" y="20"/>
                    </a:cubicBezTo>
                    <a:close/>
                  </a:path>
                </a:pathLst>
              </a:custGeom>
              <a:solidFill>
                <a:schemeClr val="accent1"/>
              </a:solidFill>
              <a:ln w="9525">
                <a:noFill/>
                <a:round/>
                <a:headEnd/>
                <a:tailEnd/>
              </a:ln>
            </p:spPr>
            <p:txBody>
              <a:bodyPr anchor="ctr"/>
              <a:lstStyle/>
              <a:p>
                <a:pPr algn="ctr"/>
                <a:endParaRPr/>
              </a:p>
            </p:txBody>
          </p:sp>
          <p:sp>
            <p:nvSpPr>
              <p:cNvPr id="68" name="Freeform: Shape 32"/>
              <p:cNvSpPr>
                <a:spLocks/>
              </p:cNvSpPr>
              <p:nvPr/>
            </p:nvSpPr>
            <p:spPr bwMode="auto">
              <a:xfrm>
                <a:off x="5664201" y="3195638"/>
                <a:ext cx="106363" cy="106362"/>
              </a:xfrm>
              <a:custGeom>
                <a:avLst/>
                <a:gdLst/>
                <a:ahLst/>
                <a:cxnLst>
                  <a:cxn ang="0">
                    <a:pos x="6" y="37"/>
                  </a:cxn>
                  <a:cxn ang="0">
                    <a:pos x="0" y="22"/>
                  </a:cxn>
                  <a:cxn ang="0">
                    <a:pos x="6" y="6"/>
                  </a:cxn>
                  <a:cxn ang="0">
                    <a:pos x="22" y="0"/>
                  </a:cxn>
                  <a:cxn ang="0">
                    <a:pos x="38" y="6"/>
                  </a:cxn>
                  <a:cxn ang="0">
                    <a:pos x="44" y="22"/>
                  </a:cxn>
                  <a:cxn ang="0">
                    <a:pos x="38" y="37"/>
                  </a:cxn>
                  <a:cxn ang="0">
                    <a:pos x="22" y="44"/>
                  </a:cxn>
                  <a:cxn ang="0">
                    <a:pos x="6" y="37"/>
                  </a:cxn>
                </a:cxnLst>
                <a:rect l="0" t="0" r="r" b="b"/>
                <a:pathLst>
                  <a:path w="44" h="44">
                    <a:moveTo>
                      <a:pt x="6" y="37"/>
                    </a:moveTo>
                    <a:cubicBezTo>
                      <a:pt x="2" y="33"/>
                      <a:pt x="0" y="28"/>
                      <a:pt x="0" y="22"/>
                    </a:cubicBezTo>
                    <a:cubicBezTo>
                      <a:pt x="0" y="16"/>
                      <a:pt x="2" y="11"/>
                      <a:pt x="6" y="6"/>
                    </a:cubicBezTo>
                    <a:cubicBezTo>
                      <a:pt x="11" y="2"/>
                      <a:pt x="16" y="0"/>
                      <a:pt x="22" y="0"/>
                    </a:cubicBezTo>
                    <a:cubicBezTo>
                      <a:pt x="28" y="0"/>
                      <a:pt x="33" y="2"/>
                      <a:pt x="38" y="6"/>
                    </a:cubicBezTo>
                    <a:cubicBezTo>
                      <a:pt x="42" y="11"/>
                      <a:pt x="44" y="16"/>
                      <a:pt x="44" y="22"/>
                    </a:cubicBezTo>
                    <a:cubicBezTo>
                      <a:pt x="44" y="28"/>
                      <a:pt x="42" y="33"/>
                      <a:pt x="38" y="37"/>
                    </a:cubicBezTo>
                    <a:cubicBezTo>
                      <a:pt x="33" y="42"/>
                      <a:pt x="28" y="44"/>
                      <a:pt x="22" y="44"/>
                    </a:cubicBezTo>
                    <a:cubicBezTo>
                      <a:pt x="16" y="44"/>
                      <a:pt x="11" y="42"/>
                      <a:pt x="6" y="37"/>
                    </a:cubicBezTo>
                    <a:close/>
                  </a:path>
                </a:pathLst>
              </a:custGeom>
              <a:solidFill>
                <a:schemeClr val="accent6"/>
              </a:solidFill>
              <a:ln w="9525">
                <a:noFill/>
                <a:round/>
                <a:headEnd/>
                <a:tailEnd/>
              </a:ln>
            </p:spPr>
            <p:txBody>
              <a:bodyPr anchor="ctr"/>
              <a:lstStyle/>
              <a:p>
                <a:pPr algn="ctr"/>
                <a:endParaRPr/>
              </a:p>
            </p:txBody>
          </p:sp>
          <p:sp>
            <p:nvSpPr>
              <p:cNvPr id="69" name="Freeform: Shape 33"/>
              <p:cNvSpPr>
                <a:spLocks/>
              </p:cNvSpPr>
              <p:nvPr/>
            </p:nvSpPr>
            <p:spPr bwMode="auto">
              <a:xfrm>
                <a:off x="5422901" y="2373313"/>
                <a:ext cx="144463" cy="144462"/>
              </a:xfrm>
              <a:custGeom>
                <a:avLst/>
                <a:gdLst/>
                <a:ahLst/>
                <a:cxnLst>
                  <a:cxn ang="0">
                    <a:pos x="9" y="51"/>
                  </a:cxn>
                  <a:cxn ang="0">
                    <a:pos x="0" y="30"/>
                  </a:cxn>
                  <a:cxn ang="0">
                    <a:pos x="9" y="8"/>
                  </a:cxn>
                  <a:cxn ang="0">
                    <a:pos x="30" y="0"/>
                  </a:cxn>
                  <a:cxn ang="0">
                    <a:pos x="51" y="8"/>
                  </a:cxn>
                  <a:cxn ang="0">
                    <a:pos x="60" y="30"/>
                  </a:cxn>
                  <a:cxn ang="0">
                    <a:pos x="51" y="51"/>
                  </a:cxn>
                  <a:cxn ang="0">
                    <a:pos x="30" y="60"/>
                  </a:cxn>
                  <a:cxn ang="0">
                    <a:pos x="9" y="51"/>
                  </a:cxn>
                </a:cxnLst>
                <a:rect l="0" t="0" r="r" b="b"/>
                <a:pathLst>
                  <a:path w="60" h="60">
                    <a:moveTo>
                      <a:pt x="9" y="51"/>
                    </a:moveTo>
                    <a:cubicBezTo>
                      <a:pt x="3" y="45"/>
                      <a:pt x="0" y="38"/>
                      <a:pt x="0" y="30"/>
                    </a:cubicBezTo>
                    <a:cubicBezTo>
                      <a:pt x="0" y="22"/>
                      <a:pt x="3" y="14"/>
                      <a:pt x="9" y="8"/>
                    </a:cubicBezTo>
                    <a:cubicBezTo>
                      <a:pt x="15" y="3"/>
                      <a:pt x="22" y="0"/>
                      <a:pt x="30" y="0"/>
                    </a:cubicBezTo>
                    <a:cubicBezTo>
                      <a:pt x="38" y="0"/>
                      <a:pt x="45" y="3"/>
                      <a:pt x="51" y="8"/>
                    </a:cubicBezTo>
                    <a:cubicBezTo>
                      <a:pt x="57" y="14"/>
                      <a:pt x="60" y="22"/>
                      <a:pt x="60" y="30"/>
                    </a:cubicBezTo>
                    <a:cubicBezTo>
                      <a:pt x="60" y="38"/>
                      <a:pt x="57" y="45"/>
                      <a:pt x="51" y="51"/>
                    </a:cubicBezTo>
                    <a:cubicBezTo>
                      <a:pt x="45" y="57"/>
                      <a:pt x="38" y="60"/>
                      <a:pt x="30" y="60"/>
                    </a:cubicBezTo>
                    <a:cubicBezTo>
                      <a:pt x="22" y="60"/>
                      <a:pt x="15" y="57"/>
                      <a:pt x="9" y="51"/>
                    </a:cubicBezTo>
                    <a:close/>
                  </a:path>
                </a:pathLst>
              </a:custGeom>
              <a:solidFill>
                <a:schemeClr val="accent5"/>
              </a:solidFill>
              <a:ln w="9525">
                <a:noFill/>
                <a:round/>
                <a:headEnd/>
                <a:tailEnd/>
              </a:ln>
            </p:spPr>
            <p:txBody>
              <a:bodyPr anchor="ctr"/>
              <a:lstStyle/>
              <a:p>
                <a:pPr algn="ctr"/>
                <a:endParaRPr/>
              </a:p>
            </p:txBody>
          </p:sp>
          <p:sp>
            <p:nvSpPr>
              <p:cNvPr id="70" name="Freeform: Shape 34"/>
              <p:cNvSpPr>
                <a:spLocks/>
              </p:cNvSpPr>
              <p:nvPr/>
            </p:nvSpPr>
            <p:spPr bwMode="auto">
              <a:xfrm>
                <a:off x="4624388" y="2185988"/>
                <a:ext cx="203200" cy="203200"/>
              </a:xfrm>
              <a:custGeom>
                <a:avLst/>
                <a:gdLst/>
                <a:ahLst/>
                <a:cxnLst>
                  <a:cxn ang="0">
                    <a:pos x="72" y="12"/>
                  </a:cxn>
                  <a:cxn ang="0">
                    <a:pos x="84" y="42"/>
                  </a:cxn>
                  <a:cxn ang="0">
                    <a:pos x="72" y="71"/>
                  </a:cxn>
                  <a:cxn ang="0">
                    <a:pos x="42" y="84"/>
                  </a:cxn>
                  <a:cxn ang="0">
                    <a:pos x="12" y="71"/>
                  </a:cxn>
                  <a:cxn ang="0">
                    <a:pos x="0" y="42"/>
                  </a:cxn>
                  <a:cxn ang="0">
                    <a:pos x="12" y="12"/>
                  </a:cxn>
                  <a:cxn ang="0">
                    <a:pos x="42" y="0"/>
                  </a:cxn>
                  <a:cxn ang="0">
                    <a:pos x="72" y="12"/>
                  </a:cxn>
                </a:cxnLst>
                <a:rect l="0" t="0" r="r" b="b"/>
                <a:pathLst>
                  <a:path w="84" h="84">
                    <a:moveTo>
                      <a:pt x="72" y="12"/>
                    </a:moveTo>
                    <a:cubicBezTo>
                      <a:pt x="80" y="20"/>
                      <a:pt x="84" y="30"/>
                      <a:pt x="84" y="42"/>
                    </a:cubicBezTo>
                    <a:cubicBezTo>
                      <a:pt x="84" y="53"/>
                      <a:pt x="80" y="63"/>
                      <a:pt x="72" y="71"/>
                    </a:cubicBezTo>
                    <a:cubicBezTo>
                      <a:pt x="64" y="80"/>
                      <a:pt x="54" y="84"/>
                      <a:pt x="42" y="84"/>
                    </a:cubicBezTo>
                    <a:cubicBezTo>
                      <a:pt x="31" y="84"/>
                      <a:pt x="21" y="80"/>
                      <a:pt x="12" y="71"/>
                    </a:cubicBezTo>
                    <a:cubicBezTo>
                      <a:pt x="4" y="63"/>
                      <a:pt x="0" y="53"/>
                      <a:pt x="0" y="42"/>
                    </a:cubicBezTo>
                    <a:cubicBezTo>
                      <a:pt x="0" y="30"/>
                      <a:pt x="4" y="20"/>
                      <a:pt x="12" y="12"/>
                    </a:cubicBezTo>
                    <a:cubicBezTo>
                      <a:pt x="21" y="4"/>
                      <a:pt x="31" y="0"/>
                      <a:pt x="42" y="0"/>
                    </a:cubicBezTo>
                    <a:cubicBezTo>
                      <a:pt x="54" y="0"/>
                      <a:pt x="64" y="4"/>
                      <a:pt x="72" y="12"/>
                    </a:cubicBezTo>
                    <a:close/>
                  </a:path>
                </a:pathLst>
              </a:custGeom>
              <a:solidFill>
                <a:schemeClr val="accent6"/>
              </a:solidFill>
              <a:ln w="9525">
                <a:noFill/>
                <a:round/>
                <a:headEnd/>
                <a:tailEnd/>
              </a:ln>
            </p:spPr>
            <p:txBody>
              <a:bodyPr anchor="ctr"/>
              <a:lstStyle/>
              <a:p>
                <a:pPr algn="ctr"/>
                <a:endParaRPr/>
              </a:p>
            </p:txBody>
          </p:sp>
          <p:sp>
            <p:nvSpPr>
              <p:cNvPr id="71" name="Freeform: Shape 35"/>
              <p:cNvSpPr>
                <a:spLocks/>
              </p:cNvSpPr>
              <p:nvPr/>
            </p:nvSpPr>
            <p:spPr bwMode="auto">
              <a:xfrm>
                <a:off x="3937001" y="2338388"/>
                <a:ext cx="203200" cy="203200"/>
              </a:xfrm>
              <a:custGeom>
                <a:avLst/>
                <a:gdLst/>
                <a:ahLst/>
                <a:cxnLst>
                  <a:cxn ang="0">
                    <a:pos x="84" y="42"/>
                  </a:cxn>
                  <a:cxn ang="0">
                    <a:pos x="72" y="71"/>
                  </a:cxn>
                  <a:cxn ang="0">
                    <a:pos x="42" y="84"/>
                  </a:cxn>
                  <a:cxn ang="0">
                    <a:pos x="12" y="71"/>
                  </a:cxn>
                  <a:cxn ang="0">
                    <a:pos x="0" y="42"/>
                  </a:cxn>
                  <a:cxn ang="0">
                    <a:pos x="12" y="12"/>
                  </a:cxn>
                  <a:cxn ang="0">
                    <a:pos x="42" y="0"/>
                  </a:cxn>
                  <a:cxn ang="0">
                    <a:pos x="72" y="12"/>
                  </a:cxn>
                  <a:cxn ang="0">
                    <a:pos x="84" y="42"/>
                  </a:cxn>
                </a:cxnLst>
                <a:rect l="0" t="0" r="r" b="b"/>
                <a:pathLst>
                  <a:path w="84" h="84">
                    <a:moveTo>
                      <a:pt x="84" y="42"/>
                    </a:moveTo>
                    <a:cubicBezTo>
                      <a:pt x="84" y="53"/>
                      <a:pt x="80" y="63"/>
                      <a:pt x="72" y="71"/>
                    </a:cubicBezTo>
                    <a:cubicBezTo>
                      <a:pt x="64" y="80"/>
                      <a:pt x="54" y="84"/>
                      <a:pt x="42" y="84"/>
                    </a:cubicBezTo>
                    <a:cubicBezTo>
                      <a:pt x="31" y="84"/>
                      <a:pt x="21" y="80"/>
                      <a:pt x="12" y="71"/>
                    </a:cubicBezTo>
                    <a:cubicBezTo>
                      <a:pt x="4" y="63"/>
                      <a:pt x="0" y="53"/>
                      <a:pt x="0" y="42"/>
                    </a:cubicBezTo>
                    <a:cubicBezTo>
                      <a:pt x="0" y="30"/>
                      <a:pt x="4" y="20"/>
                      <a:pt x="12" y="12"/>
                    </a:cubicBezTo>
                    <a:cubicBezTo>
                      <a:pt x="21" y="4"/>
                      <a:pt x="31" y="0"/>
                      <a:pt x="42" y="0"/>
                    </a:cubicBezTo>
                    <a:cubicBezTo>
                      <a:pt x="54" y="0"/>
                      <a:pt x="64" y="4"/>
                      <a:pt x="72" y="12"/>
                    </a:cubicBezTo>
                    <a:cubicBezTo>
                      <a:pt x="80" y="20"/>
                      <a:pt x="84" y="30"/>
                      <a:pt x="84" y="42"/>
                    </a:cubicBezTo>
                    <a:close/>
                  </a:path>
                </a:pathLst>
              </a:custGeom>
              <a:solidFill>
                <a:schemeClr val="accent4"/>
              </a:solidFill>
              <a:ln w="9525">
                <a:noFill/>
                <a:round/>
                <a:headEnd/>
                <a:tailEnd/>
              </a:ln>
            </p:spPr>
            <p:txBody>
              <a:bodyPr anchor="ctr"/>
              <a:lstStyle/>
              <a:p>
                <a:pPr algn="ctr"/>
                <a:endParaRPr/>
              </a:p>
            </p:txBody>
          </p:sp>
          <p:sp>
            <p:nvSpPr>
              <p:cNvPr id="72" name="Freeform: Shape 36"/>
              <p:cNvSpPr>
                <a:spLocks/>
              </p:cNvSpPr>
              <p:nvPr/>
            </p:nvSpPr>
            <p:spPr bwMode="auto">
              <a:xfrm>
                <a:off x="3371851" y="2474913"/>
                <a:ext cx="147638" cy="147637"/>
              </a:xfrm>
              <a:custGeom>
                <a:avLst/>
                <a:gdLst/>
                <a:ahLst/>
                <a:cxnLst>
                  <a:cxn ang="0">
                    <a:pos x="9" y="52"/>
                  </a:cxn>
                  <a:cxn ang="0">
                    <a:pos x="0" y="30"/>
                  </a:cxn>
                  <a:cxn ang="0">
                    <a:pos x="9" y="8"/>
                  </a:cxn>
                  <a:cxn ang="0">
                    <a:pos x="31" y="0"/>
                  </a:cxn>
                  <a:cxn ang="0">
                    <a:pos x="52" y="8"/>
                  </a:cxn>
                  <a:cxn ang="0">
                    <a:pos x="61" y="30"/>
                  </a:cxn>
                  <a:cxn ang="0">
                    <a:pos x="52" y="52"/>
                  </a:cxn>
                  <a:cxn ang="0">
                    <a:pos x="31" y="61"/>
                  </a:cxn>
                  <a:cxn ang="0">
                    <a:pos x="9" y="52"/>
                  </a:cxn>
                </a:cxnLst>
                <a:rect l="0" t="0" r="r" b="b"/>
                <a:pathLst>
                  <a:path w="61" h="61">
                    <a:moveTo>
                      <a:pt x="9" y="52"/>
                    </a:moveTo>
                    <a:cubicBezTo>
                      <a:pt x="3" y="46"/>
                      <a:pt x="0" y="39"/>
                      <a:pt x="0" y="30"/>
                    </a:cubicBezTo>
                    <a:cubicBezTo>
                      <a:pt x="0" y="22"/>
                      <a:pt x="3" y="15"/>
                      <a:pt x="9" y="8"/>
                    </a:cubicBezTo>
                    <a:cubicBezTo>
                      <a:pt x="15" y="3"/>
                      <a:pt x="22" y="0"/>
                      <a:pt x="31" y="0"/>
                    </a:cubicBezTo>
                    <a:cubicBezTo>
                      <a:pt x="39" y="0"/>
                      <a:pt x="46" y="3"/>
                      <a:pt x="52" y="8"/>
                    </a:cubicBezTo>
                    <a:cubicBezTo>
                      <a:pt x="58" y="15"/>
                      <a:pt x="61" y="22"/>
                      <a:pt x="61" y="30"/>
                    </a:cubicBezTo>
                    <a:cubicBezTo>
                      <a:pt x="61" y="39"/>
                      <a:pt x="58" y="46"/>
                      <a:pt x="52" y="52"/>
                    </a:cubicBezTo>
                    <a:cubicBezTo>
                      <a:pt x="46" y="58"/>
                      <a:pt x="39" y="61"/>
                      <a:pt x="31" y="61"/>
                    </a:cubicBezTo>
                    <a:cubicBezTo>
                      <a:pt x="22" y="61"/>
                      <a:pt x="15" y="58"/>
                      <a:pt x="9" y="52"/>
                    </a:cubicBezTo>
                    <a:close/>
                  </a:path>
                </a:pathLst>
              </a:custGeom>
              <a:solidFill>
                <a:schemeClr val="accent3"/>
              </a:solidFill>
              <a:ln w="9525">
                <a:noFill/>
                <a:round/>
                <a:headEnd/>
                <a:tailEnd/>
              </a:ln>
            </p:spPr>
            <p:txBody>
              <a:bodyPr anchor="ctr"/>
              <a:lstStyle/>
              <a:p>
                <a:pPr algn="ctr"/>
                <a:endParaRPr/>
              </a:p>
            </p:txBody>
          </p:sp>
          <p:sp>
            <p:nvSpPr>
              <p:cNvPr id="73" name="Freeform: Shape 37"/>
              <p:cNvSpPr>
                <a:spLocks/>
              </p:cNvSpPr>
              <p:nvPr/>
            </p:nvSpPr>
            <p:spPr bwMode="auto">
              <a:xfrm>
                <a:off x="4446588" y="2628900"/>
                <a:ext cx="204788" cy="203200"/>
              </a:xfrm>
              <a:custGeom>
                <a:avLst/>
                <a:gdLst/>
                <a:ahLst/>
                <a:cxnLst>
                  <a:cxn ang="0">
                    <a:pos x="12" y="71"/>
                  </a:cxn>
                  <a:cxn ang="0">
                    <a:pos x="0" y="42"/>
                  </a:cxn>
                  <a:cxn ang="0">
                    <a:pos x="12" y="12"/>
                  </a:cxn>
                  <a:cxn ang="0">
                    <a:pos x="42" y="0"/>
                  </a:cxn>
                  <a:cxn ang="0">
                    <a:pos x="72" y="12"/>
                  </a:cxn>
                  <a:cxn ang="0">
                    <a:pos x="84" y="42"/>
                  </a:cxn>
                  <a:cxn ang="0">
                    <a:pos x="72" y="71"/>
                  </a:cxn>
                  <a:cxn ang="0">
                    <a:pos x="42" y="84"/>
                  </a:cxn>
                  <a:cxn ang="0">
                    <a:pos x="12" y="71"/>
                  </a:cxn>
                </a:cxnLst>
                <a:rect l="0" t="0" r="r" b="b"/>
                <a:pathLst>
                  <a:path w="84" h="84">
                    <a:moveTo>
                      <a:pt x="12" y="71"/>
                    </a:moveTo>
                    <a:cubicBezTo>
                      <a:pt x="4" y="63"/>
                      <a:pt x="0" y="53"/>
                      <a:pt x="0" y="42"/>
                    </a:cubicBezTo>
                    <a:cubicBezTo>
                      <a:pt x="0" y="30"/>
                      <a:pt x="4" y="20"/>
                      <a:pt x="12" y="12"/>
                    </a:cubicBezTo>
                    <a:cubicBezTo>
                      <a:pt x="21" y="4"/>
                      <a:pt x="31" y="0"/>
                      <a:pt x="42" y="0"/>
                    </a:cubicBezTo>
                    <a:cubicBezTo>
                      <a:pt x="54" y="0"/>
                      <a:pt x="64" y="4"/>
                      <a:pt x="72" y="12"/>
                    </a:cubicBezTo>
                    <a:cubicBezTo>
                      <a:pt x="80" y="20"/>
                      <a:pt x="84" y="30"/>
                      <a:pt x="84" y="42"/>
                    </a:cubicBezTo>
                    <a:cubicBezTo>
                      <a:pt x="84" y="53"/>
                      <a:pt x="80" y="63"/>
                      <a:pt x="72" y="71"/>
                    </a:cubicBezTo>
                    <a:cubicBezTo>
                      <a:pt x="64" y="80"/>
                      <a:pt x="54" y="84"/>
                      <a:pt x="42" y="84"/>
                    </a:cubicBezTo>
                    <a:cubicBezTo>
                      <a:pt x="31" y="84"/>
                      <a:pt x="21" y="80"/>
                      <a:pt x="12" y="71"/>
                    </a:cubicBezTo>
                    <a:close/>
                  </a:path>
                </a:pathLst>
              </a:custGeom>
              <a:solidFill>
                <a:schemeClr val="accent1"/>
              </a:solidFill>
              <a:ln w="9525">
                <a:noFill/>
                <a:round/>
                <a:headEnd/>
                <a:tailEnd/>
              </a:ln>
            </p:spPr>
            <p:txBody>
              <a:bodyPr anchor="ctr"/>
              <a:lstStyle/>
              <a:p>
                <a:pPr algn="ctr"/>
                <a:endParaRPr/>
              </a:p>
            </p:txBody>
          </p:sp>
          <p:sp>
            <p:nvSpPr>
              <p:cNvPr id="74" name="Freeform: Shape 38"/>
              <p:cNvSpPr>
                <a:spLocks/>
              </p:cNvSpPr>
              <p:nvPr/>
            </p:nvSpPr>
            <p:spPr bwMode="auto">
              <a:xfrm>
                <a:off x="3881438" y="4359275"/>
                <a:ext cx="112713" cy="114300"/>
              </a:xfrm>
              <a:custGeom>
                <a:avLst/>
                <a:gdLst/>
                <a:ahLst/>
                <a:cxnLst>
                  <a:cxn ang="0">
                    <a:pos x="47" y="23"/>
                  </a:cxn>
                  <a:cxn ang="0">
                    <a:pos x="40" y="40"/>
                  </a:cxn>
                  <a:cxn ang="0">
                    <a:pos x="24" y="47"/>
                  </a:cxn>
                  <a:cxn ang="0">
                    <a:pos x="7" y="40"/>
                  </a:cxn>
                  <a:cxn ang="0">
                    <a:pos x="0" y="23"/>
                  </a:cxn>
                  <a:cxn ang="0">
                    <a:pos x="7" y="6"/>
                  </a:cxn>
                  <a:cxn ang="0">
                    <a:pos x="24" y="0"/>
                  </a:cxn>
                  <a:cxn ang="0">
                    <a:pos x="40" y="6"/>
                  </a:cxn>
                  <a:cxn ang="0">
                    <a:pos x="47" y="23"/>
                  </a:cxn>
                </a:cxnLst>
                <a:rect l="0" t="0" r="r" b="b"/>
                <a:pathLst>
                  <a:path w="47" h="47">
                    <a:moveTo>
                      <a:pt x="47" y="23"/>
                    </a:moveTo>
                    <a:cubicBezTo>
                      <a:pt x="47" y="30"/>
                      <a:pt x="45" y="35"/>
                      <a:pt x="40" y="40"/>
                    </a:cubicBezTo>
                    <a:cubicBezTo>
                      <a:pt x="35" y="45"/>
                      <a:pt x="30" y="47"/>
                      <a:pt x="24" y="47"/>
                    </a:cubicBezTo>
                    <a:cubicBezTo>
                      <a:pt x="17" y="47"/>
                      <a:pt x="11" y="45"/>
                      <a:pt x="7" y="40"/>
                    </a:cubicBezTo>
                    <a:cubicBezTo>
                      <a:pt x="2" y="35"/>
                      <a:pt x="0" y="30"/>
                      <a:pt x="0" y="23"/>
                    </a:cubicBezTo>
                    <a:cubicBezTo>
                      <a:pt x="0" y="17"/>
                      <a:pt x="2" y="11"/>
                      <a:pt x="7" y="6"/>
                    </a:cubicBezTo>
                    <a:cubicBezTo>
                      <a:pt x="11" y="2"/>
                      <a:pt x="17" y="0"/>
                      <a:pt x="24" y="0"/>
                    </a:cubicBezTo>
                    <a:cubicBezTo>
                      <a:pt x="30" y="0"/>
                      <a:pt x="35" y="2"/>
                      <a:pt x="40" y="6"/>
                    </a:cubicBezTo>
                    <a:cubicBezTo>
                      <a:pt x="45" y="11"/>
                      <a:pt x="47" y="17"/>
                      <a:pt x="47" y="23"/>
                    </a:cubicBezTo>
                    <a:close/>
                  </a:path>
                </a:pathLst>
              </a:custGeom>
              <a:solidFill>
                <a:schemeClr val="accent5"/>
              </a:solidFill>
              <a:ln w="9525">
                <a:noFill/>
                <a:round/>
                <a:headEnd/>
                <a:tailEnd/>
              </a:ln>
            </p:spPr>
            <p:txBody>
              <a:bodyPr anchor="ctr"/>
              <a:lstStyle/>
              <a:p>
                <a:pPr algn="ctr"/>
                <a:endParaRPr/>
              </a:p>
            </p:txBody>
          </p:sp>
        </p:grpSp>
        <p:sp>
          <p:nvSpPr>
            <p:cNvPr id="34" name="Arc 78"/>
            <p:cNvSpPr/>
            <p:nvPr/>
          </p:nvSpPr>
          <p:spPr>
            <a:xfrm>
              <a:off x="6121705" y="1692052"/>
              <a:ext cx="4077806" cy="4077803"/>
            </a:xfrm>
            <a:prstGeom prst="arc">
              <a:avLst>
                <a:gd name="adj1" fmla="val 16200000"/>
                <a:gd name="adj2" fmla="val 5686778"/>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35" name="Oval 79"/>
            <p:cNvSpPr/>
            <p:nvPr/>
          </p:nvSpPr>
          <p:spPr>
            <a:xfrm>
              <a:off x="7908839" y="1444037"/>
              <a:ext cx="437851" cy="4378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6" name="Oval 80"/>
            <p:cNvSpPr/>
            <p:nvPr/>
          </p:nvSpPr>
          <p:spPr>
            <a:xfrm>
              <a:off x="9247998" y="1956186"/>
              <a:ext cx="437851" cy="4378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7" name="Oval 81"/>
            <p:cNvSpPr/>
            <p:nvPr/>
          </p:nvSpPr>
          <p:spPr>
            <a:xfrm>
              <a:off x="9895763" y="2934207"/>
              <a:ext cx="437851" cy="4378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8" name="Oval 82"/>
            <p:cNvSpPr/>
            <p:nvPr/>
          </p:nvSpPr>
          <p:spPr>
            <a:xfrm>
              <a:off x="9912424" y="4065364"/>
              <a:ext cx="437851" cy="4378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9" name="Oval 83"/>
            <p:cNvSpPr/>
            <p:nvPr/>
          </p:nvSpPr>
          <p:spPr>
            <a:xfrm>
              <a:off x="9123580" y="5131779"/>
              <a:ext cx="437851" cy="4378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0" name="Oval 84"/>
            <p:cNvSpPr/>
            <p:nvPr/>
          </p:nvSpPr>
          <p:spPr>
            <a:xfrm>
              <a:off x="7908839" y="5550930"/>
              <a:ext cx="437851" cy="4378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2</a:t>
            </a:fld>
            <a:endParaRPr lang="zh-CN" altLang="en-US">
              <a:solidFill>
                <a:prstClr val="black">
                  <a:tint val="75000"/>
                </a:prstClr>
              </a:solidFill>
            </a:endParaRPr>
          </a:p>
        </p:txBody>
      </p:sp>
    </p:spTree>
    <p:extLst>
      <p:ext uri="{BB962C8B-B14F-4D97-AF65-F5344CB8AC3E}">
        <p14:creationId xmlns:p14="http://schemas.microsoft.com/office/powerpoint/2010/main" val="244004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ppt_w</p:attrName>
                                        </p:attrNameLst>
                                      </p:cBhvr>
                                      <p:tavLst>
                                        <p:tav tm="0">
                                          <p:val>
                                            <p:fltVal val="0"/>
                                          </p:val>
                                        </p:tav>
                                        <p:tav tm="100000">
                                          <p:val>
                                            <p:strVal val="#ppt_w"/>
                                          </p:val>
                                        </p:tav>
                                      </p:tavLst>
                                    </p:anim>
                                    <p:anim calcmode="lin" valueType="num">
                                      <p:cBhvr>
                                        <p:cTn id="8" dur="1000" fill="hold"/>
                                        <p:tgtEl>
                                          <p:spTgt spid="31"/>
                                        </p:tgtEl>
                                        <p:attrNameLst>
                                          <p:attrName>ppt_h</p:attrName>
                                        </p:attrNameLst>
                                      </p:cBhvr>
                                      <p:tavLst>
                                        <p:tav tm="0">
                                          <p:val>
                                            <p:fltVal val="0"/>
                                          </p:val>
                                        </p:tav>
                                        <p:tav tm="100000">
                                          <p:val>
                                            <p:strVal val="#ppt_h"/>
                                          </p:val>
                                        </p:tav>
                                      </p:tavLst>
                                    </p:anim>
                                    <p:anim calcmode="lin" valueType="num">
                                      <p:cBhvr>
                                        <p:cTn id="9" dur="1000" fill="hold"/>
                                        <p:tgtEl>
                                          <p:spTgt spid="31"/>
                                        </p:tgtEl>
                                        <p:attrNameLst>
                                          <p:attrName>style.rotation</p:attrName>
                                        </p:attrNameLst>
                                      </p:cBhvr>
                                      <p:tavLst>
                                        <p:tav tm="0">
                                          <p:val>
                                            <p:fltVal val="90"/>
                                          </p:val>
                                        </p:tav>
                                        <p:tav tm="100000">
                                          <p:val>
                                            <p:fltVal val="0"/>
                                          </p:val>
                                        </p:tav>
                                      </p:tavLst>
                                    </p:anim>
                                    <p:animEffect transition="in" filter="fade">
                                      <p:cBhvr>
                                        <p:cTn id="1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800647" y="281817"/>
            <a:ext cx="7632121" cy="916823"/>
          </a:xfrm>
        </p:spPr>
        <p:txBody>
          <a:bodyPr>
            <a:noAutofit/>
          </a:bodyPr>
          <a:lstStyle/>
          <a:p>
            <a:pPr defTabSz="609585"/>
            <a:r>
              <a:rPr lang="zh-TW" altLang="en-US" sz="3600" b="0" dirty="0" smtClean="0">
                <a:solidFill>
                  <a:srgbClr val="5B9BD5">
                    <a:lumMod val="50000"/>
                  </a:srgbClr>
                </a:solidFill>
              </a:rPr>
              <a:t>一</a:t>
            </a:r>
            <a:r>
              <a:rPr lang="zh-TW" altLang="en-US" sz="3600" b="0" dirty="0" smtClean="0">
                <a:solidFill>
                  <a:schemeClr val="accent5">
                    <a:lumMod val="50000"/>
                  </a:schemeClr>
                </a:solidFill>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對美軍</a:t>
            </a:r>
            <a:r>
              <a:rPr lang="zh-TW" altLang="en-US" sz="3600" b="0" dirty="0" smtClean="0">
                <a:solidFill>
                  <a:schemeClr val="accent5">
                    <a:lumMod val="50000"/>
                  </a:schemeClr>
                </a:solidFill>
                <a:latin typeface="Microsoft YaHei" panose="020B0503020204020204" pitchFamily="34" charset="-122"/>
                <a:ea typeface="Microsoft YaHei" panose="020B0503020204020204" pitchFamily="34" charset="-122"/>
                <a:cs typeface="+mn-ea"/>
                <a:sym typeface="+mn-lt"/>
              </a:rPr>
              <a:t>購特性與概述</a:t>
            </a:r>
            <a:endParaRPr lang="en-US" altLang="zh-CN"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endParaRPr>
          </a:p>
        </p:txBody>
      </p:sp>
      <p:sp>
        <p:nvSpPr>
          <p:cNvPr id="19" name="矩形 18">
            <a:extLst>
              <a:ext uri="{FF2B5EF4-FFF2-40B4-BE49-F238E27FC236}">
                <a16:creationId xmlns:a16="http://schemas.microsoft.com/office/drawing/2014/main" id="{DA7B6109-6704-484F-9752-E46A4FDDA8D2}"/>
              </a:ext>
            </a:extLst>
          </p:cNvPr>
          <p:cNvSpPr/>
          <p:nvPr/>
        </p:nvSpPr>
        <p:spPr>
          <a:xfrm>
            <a:off x="379707" y="1294616"/>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rgbClr val="087885"/>
                </a:solidFill>
                <a:latin typeface="Microsoft YaHei" panose="020B0503020204020204" pitchFamily="34" charset="-122"/>
                <a:ea typeface="Microsoft YaHei" panose="020B0503020204020204" pitchFamily="34" charset="-122"/>
                <a:cs typeface="+mj-cs"/>
              </a:rPr>
              <a:t>與美</a:t>
            </a:r>
            <a:r>
              <a:rPr lang="zh-TW" altLang="en-US" sz="2800" dirty="0" smtClean="0">
                <a:solidFill>
                  <a:srgbClr val="087885"/>
                </a:solidFill>
                <a:latin typeface="Microsoft YaHei" panose="020B0503020204020204" pitchFamily="34" charset="-122"/>
                <a:ea typeface="Microsoft YaHei" panose="020B0503020204020204" pitchFamily="34" charset="-122"/>
                <a:cs typeface="+mj-cs"/>
              </a:rPr>
              <a:t>政府之採購協定，不適用我國政府採購法</a:t>
            </a:r>
            <a:r>
              <a:rPr lang="zh-TW" altLang="en-US" sz="2400" dirty="0">
                <a:solidFill>
                  <a:srgbClr val="087885"/>
                </a:solidFill>
                <a:latin typeface="Microsoft YaHei" panose="020B0503020204020204" pitchFamily="34" charset="-122"/>
                <a:ea typeface="Microsoft YaHei" panose="020B0503020204020204" pitchFamily="34" charset="-122"/>
                <a:cs typeface="+mj-cs"/>
              </a:rPr>
              <a:t>招標、決標之規定</a:t>
            </a:r>
            <a:endParaRPr lang="en-US" altLang="zh-TW" sz="2400" dirty="0" smtClean="0">
              <a:solidFill>
                <a:srgbClr val="087885"/>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400" b="1" dirty="0">
              <a:solidFill>
                <a:srgbClr val="087885"/>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pic>
        <p:nvPicPr>
          <p:cNvPr id="5" name="圖片 4"/>
          <p:cNvPicPr>
            <a:picLocks noChangeAspect="1"/>
          </p:cNvPicPr>
          <p:nvPr/>
        </p:nvPicPr>
        <p:blipFill rotWithShape="1">
          <a:blip r:embed="rId2">
            <a:extLst>
              <a:ext uri="{28A0092B-C50C-407E-A947-70E740481C1C}">
                <a14:useLocalDpi xmlns:a14="http://schemas.microsoft.com/office/drawing/2010/main" val="0"/>
              </a:ext>
            </a:extLst>
          </a:blip>
          <a:srcRect r="13589" b="11667"/>
          <a:stretch/>
        </p:blipFill>
        <p:spPr>
          <a:xfrm>
            <a:off x="7178041" y="2661025"/>
            <a:ext cx="1479886" cy="1396451"/>
          </a:xfrm>
          <a:prstGeom prst="rect">
            <a:avLst/>
          </a:prstGeom>
        </p:spPr>
      </p:pic>
      <p:sp>
        <p:nvSpPr>
          <p:cNvPr id="21" name="矩形 20">
            <a:extLst>
              <a:ext uri="{FF2B5EF4-FFF2-40B4-BE49-F238E27FC236}">
                <a16:creationId xmlns:a16="http://schemas.microsoft.com/office/drawing/2014/main" id="{DA7B6109-6704-484F-9752-E46A4FDDA8D2}"/>
              </a:ext>
            </a:extLst>
          </p:cNvPr>
          <p:cNvSpPr/>
          <p:nvPr/>
        </p:nvSpPr>
        <p:spPr>
          <a:xfrm>
            <a:off x="808482" y="2106638"/>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chemeClr val="accent2">
                    <a:lumMod val="50000"/>
                  </a:schemeClr>
                </a:solidFill>
                <a:latin typeface="Microsoft YaHei" panose="020B0503020204020204" pitchFamily="34" charset="-122"/>
                <a:ea typeface="Microsoft YaHei" panose="020B0503020204020204" pitchFamily="34" charset="-122"/>
                <a:cs typeface="+mj-cs"/>
              </a:rPr>
              <a:t>涉及</a:t>
            </a:r>
            <a:r>
              <a:rPr lang="zh-TW" altLang="en-US" sz="2800" dirty="0">
                <a:solidFill>
                  <a:schemeClr val="accent2">
                    <a:lumMod val="50000"/>
                  </a:schemeClr>
                </a:solidFill>
                <a:latin typeface="Microsoft YaHei" panose="020B0503020204020204" pitchFamily="34" charset="-122"/>
                <a:ea typeface="Microsoft YaHei" panose="020B0503020204020204" pitchFamily="34" charset="-122"/>
                <a:cs typeface="+mj-cs"/>
              </a:rPr>
              <a:t>跨國、跨域</a:t>
            </a:r>
            <a:r>
              <a:rPr lang="zh-TW" altLang="en-US" sz="2400" dirty="0">
                <a:solidFill>
                  <a:schemeClr val="accent2">
                    <a:lumMod val="50000"/>
                  </a:schemeClr>
                </a:solidFill>
                <a:latin typeface="Microsoft YaHei" panose="020B0503020204020204" pitchFamily="34" charset="-122"/>
                <a:ea typeface="Microsoft YaHei" panose="020B0503020204020204" pitchFamily="34" charset="-122"/>
                <a:cs typeface="+mj-cs"/>
              </a:rPr>
              <a:t>執行事項，具有較</a:t>
            </a:r>
            <a:r>
              <a:rPr lang="zh-TW" altLang="en-US" sz="2800" dirty="0">
                <a:solidFill>
                  <a:schemeClr val="accent2">
                    <a:lumMod val="50000"/>
                  </a:schemeClr>
                </a:solidFill>
                <a:latin typeface="Microsoft YaHei" panose="020B0503020204020204" pitchFamily="34" charset="-122"/>
                <a:ea typeface="Microsoft YaHei" panose="020B0503020204020204" pitchFamily="34" charset="-122"/>
                <a:cs typeface="+mj-cs"/>
              </a:rPr>
              <a:t>高之複雜性、特殊性及機敏性</a:t>
            </a:r>
            <a:endParaRPr lang="zh-TW" altLang="en-US" sz="2400"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22" name="矩形 21">
            <a:extLst>
              <a:ext uri="{FF2B5EF4-FFF2-40B4-BE49-F238E27FC236}">
                <a16:creationId xmlns:a16="http://schemas.microsoft.com/office/drawing/2014/main" id="{DA7B6109-6704-484F-9752-E46A4FDDA8D2}"/>
              </a:ext>
            </a:extLst>
          </p:cNvPr>
          <p:cNvSpPr/>
          <p:nvPr/>
        </p:nvSpPr>
        <p:spPr>
          <a:xfrm>
            <a:off x="1145517" y="4839456"/>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1">
                    <a:lumMod val="75000"/>
                  </a:schemeClr>
                </a:solidFill>
                <a:latin typeface="Microsoft YaHei" panose="020B0503020204020204" pitchFamily="34" charset="-122"/>
                <a:ea typeface="Microsoft YaHei" panose="020B0503020204020204" pitchFamily="34" charset="-122"/>
                <a:cs typeface="+mj-cs"/>
              </a:rPr>
              <a:t>高單價武器裝備採購</a:t>
            </a:r>
            <a:r>
              <a:rPr lang="zh-TW" altLang="en-US" sz="2400" dirty="0" smtClean="0">
                <a:solidFill>
                  <a:schemeClr val="accent1">
                    <a:lumMod val="75000"/>
                  </a:schemeClr>
                </a:solidFill>
                <a:latin typeface="Microsoft YaHei" panose="020B0503020204020204" pitchFamily="34" charset="-122"/>
                <a:ea typeface="Microsoft YaHei" panose="020B0503020204020204" pitchFamily="34" charset="-122"/>
                <a:cs typeface="+mj-cs"/>
              </a:rPr>
              <a:t>，</a:t>
            </a:r>
            <a:r>
              <a:rPr lang="zh-TW" altLang="en-US" sz="2800" dirty="0" smtClean="0">
                <a:solidFill>
                  <a:schemeClr val="accent1">
                    <a:lumMod val="75000"/>
                  </a:schemeClr>
                </a:solidFill>
                <a:latin typeface="Microsoft YaHei" panose="020B0503020204020204" pitchFamily="34" charset="-122"/>
                <a:ea typeface="Microsoft YaHei" panose="020B0503020204020204" pitchFamily="34" charset="-122"/>
                <a:cs typeface="+mj-cs"/>
              </a:rPr>
              <a:t>往往</a:t>
            </a:r>
            <a:r>
              <a:rPr lang="zh-TW" altLang="en-US" sz="2800" dirty="0">
                <a:solidFill>
                  <a:schemeClr val="accent1">
                    <a:lumMod val="75000"/>
                  </a:schemeClr>
                </a:solidFill>
                <a:latin typeface="Microsoft YaHei" panose="020B0503020204020204" pitchFamily="34" charset="-122"/>
                <a:ea typeface="Microsoft YaHei" panose="020B0503020204020204" pitchFamily="34" charset="-122"/>
                <a:cs typeface="+mj-cs"/>
              </a:rPr>
              <a:t>採多年期方式</a:t>
            </a:r>
            <a:r>
              <a:rPr lang="zh-TW" altLang="en-US" sz="2800" dirty="0" smtClean="0">
                <a:solidFill>
                  <a:schemeClr val="accent1">
                    <a:lumMod val="75000"/>
                  </a:schemeClr>
                </a:solidFill>
                <a:latin typeface="Microsoft YaHei" panose="020B0503020204020204" pitchFamily="34" charset="-122"/>
                <a:ea typeface="Microsoft YaHei" panose="020B0503020204020204" pitchFamily="34" charset="-122"/>
                <a:cs typeface="+mj-cs"/>
              </a:rPr>
              <a:t>交貨</a:t>
            </a:r>
            <a:r>
              <a:rPr lang="zh-TW" altLang="en-US" sz="2400" dirty="0" smtClean="0">
                <a:solidFill>
                  <a:schemeClr val="accent1">
                    <a:lumMod val="75000"/>
                  </a:schemeClr>
                </a:solidFill>
                <a:latin typeface="Microsoft YaHei" panose="020B0503020204020204" pitchFamily="34" charset="-122"/>
                <a:ea typeface="Microsoft YaHei" panose="020B0503020204020204" pitchFamily="34" charset="-122"/>
                <a:cs typeface="+mj-cs"/>
              </a:rPr>
              <a:t>，使</a:t>
            </a:r>
            <a:r>
              <a:rPr lang="zh-TW" altLang="en-US" sz="2400" dirty="0">
                <a:solidFill>
                  <a:schemeClr val="accent1">
                    <a:lumMod val="75000"/>
                  </a:schemeClr>
                </a:solidFill>
                <a:latin typeface="Microsoft YaHei" panose="020B0503020204020204" pitchFamily="34" charset="-122"/>
                <a:ea typeface="Microsoft YaHei" panose="020B0503020204020204" pitchFamily="34" charset="-122"/>
                <a:cs typeface="+mj-cs"/>
              </a:rPr>
              <a:t>軍購案</a:t>
            </a:r>
            <a:r>
              <a:rPr lang="zh-TW" altLang="en-US" sz="2800" dirty="0">
                <a:solidFill>
                  <a:schemeClr val="accent1">
                    <a:lumMod val="75000"/>
                  </a:schemeClr>
                </a:solidFill>
                <a:latin typeface="Microsoft YaHei" panose="020B0503020204020204" pitchFamily="34" charset="-122"/>
                <a:ea typeface="Microsoft YaHei" panose="020B0503020204020204" pitchFamily="34" charset="-122"/>
                <a:cs typeface="+mj-cs"/>
              </a:rPr>
              <a:t>自開啟至結案所需時程較長</a:t>
            </a:r>
            <a:endParaRPr lang="zh-TW" altLang="en-US" sz="2400" spc="-200" dirty="0">
              <a:solidFill>
                <a:schemeClr val="accent1">
                  <a:lumMod val="75000"/>
                </a:schemeClr>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id="{DA7B6109-6704-484F-9752-E46A4FDDA8D2}"/>
              </a:ext>
            </a:extLst>
          </p:cNvPr>
          <p:cNvSpPr/>
          <p:nvPr/>
        </p:nvSpPr>
        <p:spPr>
          <a:xfrm>
            <a:off x="497817" y="3473047"/>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6">
                    <a:lumMod val="75000"/>
                  </a:schemeClr>
                </a:solidFill>
                <a:latin typeface="Microsoft YaHei" panose="020B0503020204020204" pitchFamily="34" charset="-122"/>
                <a:ea typeface="Microsoft YaHei" panose="020B0503020204020204" pitchFamily="34" charset="-122"/>
                <a:cs typeface="+mj-cs"/>
              </a:rPr>
              <a:t>採購</a:t>
            </a: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合約可能涉及其他軍購國，帳務處理程序繁瑣複雜</a:t>
            </a:r>
            <a:endParaRPr lang="zh-TW" altLang="en-US" sz="2400" spc="-200" dirty="0">
              <a:solidFill>
                <a:schemeClr val="accent6">
                  <a:lumMod val="75000"/>
                </a:schemeClr>
              </a:solidFill>
              <a:latin typeface="Microsoft YaHei" panose="020B0503020204020204" pitchFamily="34" charset="-122"/>
              <a:ea typeface="Microsoft YaHei" panose="020B0503020204020204" pitchFamily="34" charset="-122"/>
            </a:endParaRPr>
          </a:p>
        </p:txBody>
      </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3</a:t>
            </a:fld>
            <a:endParaRPr lang="zh-CN" altLang="en-US">
              <a:solidFill>
                <a:prstClr val="black">
                  <a:tint val="75000"/>
                </a:prstClr>
              </a:solidFill>
            </a:endParaRPr>
          </a:p>
        </p:txBody>
      </p:sp>
    </p:spTree>
    <p:extLst>
      <p:ext uri="{BB962C8B-B14F-4D97-AF65-F5344CB8AC3E}">
        <p14:creationId xmlns:p14="http://schemas.microsoft.com/office/powerpoint/2010/main" val="26365229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53513" y="235267"/>
            <a:ext cx="7632121" cy="916823"/>
          </a:xfrm>
        </p:spPr>
        <p:txBody>
          <a:bodyPr>
            <a:noAutofit/>
          </a:bodyPr>
          <a:lstStyle/>
          <a:p>
            <a:pPr defTabSz="609585"/>
            <a:r>
              <a:rPr lang="zh-TW" altLang="en-US" sz="3600" b="0" dirty="0" smtClean="0">
                <a:solidFill>
                  <a:srgbClr val="5B9BD5">
                    <a:lumMod val="50000"/>
                  </a:srgbClr>
                </a:solidFill>
              </a:rPr>
              <a:t>一</a:t>
            </a:r>
            <a:r>
              <a:rPr lang="zh-TW" altLang="en-US" sz="3600" b="0" dirty="0" smtClean="0">
                <a:solidFill>
                  <a:schemeClr val="accent5">
                    <a:lumMod val="50000"/>
                  </a:schemeClr>
                </a:solidFill>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對美軍購特性與</a:t>
            </a:r>
            <a:r>
              <a:rPr lang="zh-TW" altLang="en-US" sz="3600" b="0" dirty="0" smtClean="0">
                <a:solidFill>
                  <a:schemeClr val="accent5">
                    <a:lumMod val="50000"/>
                  </a:schemeClr>
                </a:solidFill>
                <a:latin typeface="Microsoft YaHei" panose="020B0503020204020204" pitchFamily="34" charset="-122"/>
                <a:ea typeface="Microsoft YaHei" panose="020B0503020204020204" pitchFamily="34" charset="-122"/>
                <a:cs typeface="+mn-ea"/>
                <a:sym typeface="+mn-lt"/>
              </a:rPr>
              <a:t>概述</a:t>
            </a:r>
            <a:r>
              <a:rPr lang="en-US" altLang="zh-TW"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續</a:t>
            </a:r>
            <a:r>
              <a:rPr lang="en-US" altLang="zh-TW"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endPar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endParaRPr>
          </a:p>
        </p:txBody>
      </p:sp>
      <p:sp>
        <p:nvSpPr>
          <p:cNvPr id="8" name="矩形 7">
            <a:extLst>
              <a:ext uri="{FF2B5EF4-FFF2-40B4-BE49-F238E27FC236}">
                <a16:creationId xmlns:a16="http://schemas.microsoft.com/office/drawing/2014/main" id="{DA7B6109-6704-484F-9752-E46A4FDDA8D2}"/>
              </a:ext>
            </a:extLst>
          </p:cNvPr>
          <p:cNvSpPr/>
          <p:nvPr/>
        </p:nvSpPr>
        <p:spPr>
          <a:xfrm>
            <a:off x="33808" y="67676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tx1"/>
                </a:solidFill>
                <a:latin typeface="Microsoft YaHei" panose="020B0503020204020204" pitchFamily="34" charset="-122"/>
                <a:ea typeface="Microsoft YaHei" panose="020B0503020204020204" pitchFamily="34" charset="-122"/>
                <a:cs typeface="+mj-cs"/>
              </a:rPr>
              <a:t>對美軍</a:t>
            </a:r>
            <a:r>
              <a:rPr lang="zh-TW" altLang="en-US" sz="2800" dirty="0">
                <a:solidFill>
                  <a:schemeClr val="tx1"/>
                </a:solidFill>
                <a:latin typeface="Microsoft YaHei" panose="020B0503020204020204" pitchFamily="34" charset="-122"/>
                <a:ea typeface="Microsoft YaHei" panose="020B0503020204020204" pitchFamily="34" charset="-122"/>
                <a:cs typeface="+mj-cs"/>
              </a:rPr>
              <a:t>購案件</a:t>
            </a:r>
            <a:r>
              <a:rPr lang="zh-TW" altLang="en-US" sz="2800" dirty="0" smtClean="0">
                <a:solidFill>
                  <a:schemeClr val="tx1"/>
                </a:solidFill>
                <a:latin typeface="Microsoft YaHei" panose="020B0503020204020204" pitchFamily="34" charset="-122"/>
                <a:ea typeface="Microsoft YaHei" panose="020B0503020204020204" pitchFamily="34" charset="-122"/>
                <a:cs typeface="+mj-cs"/>
              </a:rPr>
              <a:t>規模</a:t>
            </a:r>
            <a:endParaRPr lang="en-US" altLang="zh-TW" sz="2800"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en-US" altLang="zh-TW" sz="2400" dirty="0" smtClean="0">
                <a:solidFill>
                  <a:schemeClr val="accent2">
                    <a:lumMod val="75000"/>
                  </a:schemeClr>
                </a:solidFill>
                <a:latin typeface="Microsoft YaHei" panose="020B0503020204020204" pitchFamily="34" charset="-122"/>
                <a:ea typeface="Microsoft YaHei" panose="020B0503020204020204" pitchFamily="34" charset="-122"/>
              </a:rPr>
              <a:t>(</a:t>
            </a:r>
            <a:r>
              <a:rPr lang="zh-TW" altLang="en-US" sz="2400" dirty="0">
                <a:solidFill>
                  <a:schemeClr val="accent2">
                    <a:lumMod val="75000"/>
                  </a:schemeClr>
                </a:solidFill>
                <a:latin typeface="Microsoft YaHei" panose="020B0503020204020204" pitchFamily="34" charset="-122"/>
                <a:ea typeface="Microsoft YaHei" panose="020B0503020204020204" pitchFamily="34" charset="-122"/>
              </a:rPr>
              <a:t>一</a:t>
            </a:r>
            <a:r>
              <a:rPr lang="en-US" altLang="zh-TW" sz="2400" dirty="0">
                <a:solidFill>
                  <a:schemeClr val="accent2">
                    <a:lumMod val="75000"/>
                  </a:schemeClr>
                </a:solidFill>
                <a:latin typeface="Microsoft YaHei" panose="020B0503020204020204" pitchFamily="34" charset="-122"/>
                <a:ea typeface="Microsoft YaHei" panose="020B0503020204020204" pitchFamily="34" charset="-122"/>
              </a:rPr>
              <a:t>)</a:t>
            </a: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我國對美採購武器裝備預算</a:t>
            </a:r>
            <a:r>
              <a:rPr lang="zh-TW" altLang="en-US" sz="2400" dirty="0">
                <a:solidFill>
                  <a:schemeClr val="accent2">
                    <a:lumMod val="75000"/>
                  </a:schemeClr>
                </a:solidFill>
                <a:latin typeface="Microsoft YaHei" panose="020B0503020204020204" pitchFamily="34" charset="-122"/>
                <a:ea typeface="Microsoft YaHei" panose="020B0503020204020204" pitchFamily="34" charset="-122"/>
                <a:cs typeface="+mj-cs"/>
              </a:rPr>
              <a:t>編列</a:t>
            </a: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金額</a:t>
            </a:r>
            <a:endParaRPr lang="zh-TW" altLang="en-US" sz="2400"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586" name="矩形 585">
            <a:extLst>
              <a:ext uri="{FF2B5EF4-FFF2-40B4-BE49-F238E27FC236}">
                <a16:creationId xmlns:a16="http://schemas.microsoft.com/office/drawing/2014/main" id="{DA7B6109-6704-484F-9752-E46A4FDDA8D2}"/>
              </a:ext>
            </a:extLst>
          </p:cNvPr>
          <p:cNvSpPr/>
          <p:nvPr/>
        </p:nvSpPr>
        <p:spPr>
          <a:xfrm>
            <a:off x="3353245" y="2766320"/>
            <a:ext cx="3076578" cy="83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400" b="1" dirty="0">
              <a:solidFill>
                <a:srgbClr val="087885"/>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87" name="矩形 586">
            <a:extLst>
              <a:ext uri="{FF2B5EF4-FFF2-40B4-BE49-F238E27FC236}">
                <a16:creationId xmlns:a16="http://schemas.microsoft.com/office/drawing/2014/main" id="{DA7B6109-6704-484F-9752-E46A4FDDA8D2}"/>
              </a:ext>
            </a:extLst>
          </p:cNvPr>
          <p:cNvSpPr/>
          <p:nvPr/>
        </p:nvSpPr>
        <p:spPr>
          <a:xfrm>
            <a:off x="3248833" y="1911595"/>
            <a:ext cx="3252031"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en-US" altLang="zh-TW" sz="2000" b="1" dirty="0" smtClean="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583" name="ValueShape">
            <a:extLst>
              <a:ext uri="{FF2B5EF4-FFF2-40B4-BE49-F238E27FC236}">
                <a16:creationId xmlns:a16="http://schemas.microsoft.com/office/drawing/2014/main" id="{9988E5CB-687E-4510-864C-8F46D15792EC}"/>
              </a:ext>
            </a:extLst>
          </p:cNvPr>
          <p:cNvSpPr/>
          <p:nvPr/>
        </p:nvSpPr>
        <p:spPr bwMode="auto">
          <a:xfrm>
            <a:off x="866162" y="2178773"/>
            <a:ext cx="1081711" cy="947957"/>
          </a:xfrm>
          <a:custGeom>
            <a:avLst/>
            <a:gdLst>
              <a:gd name="connsiteX0" fmla="*/ 1239894 w 2414702"/>
              <a:gd name="connsiteY0" fmla="*/ 2079643 h 3221081"/>
              <a:gd name="connsiteX1" fmla="*/ 1241482 w 2414702"/>
              <a:gd name="connsiteY1" fmla="*/ 2079643 h 3221081"/>
              <a:gd name="connsiteX2" fmla="*/ 1398644 w 2414702"/>
              <a:gd name="connsiteY2" fmla="*/ 2207763 h 3221081"/>
              <a:gd name="connsiteX3" fmla="*/ 1449444 w 2414702"/>
              <a:gd name="connsiteY3" fmla="*/ 2327974 h 3221081"/>
              <a:gd name="connsiteX4" fmla="*/ 1387532 w 2414702"/>
              <a:gd name="connsiteY4" fmla="*/ 2457676 h 3221081"/>
              <a:gd name="connsiteX5" fmla="*/ 1239894 w 2414702"/>
              <a:gd name="connsiteY5" fmla="*/ 2513036 h 3221081"/>
              <a:gd name="connsiteX6" fmla="*/ 1239894 w 2414702"/>
              <a:gd name="connsiteY6" fmla="*/ 2079643 h 3221081"/>
              <a:gd name="connsiteX7" fmla="*/ 1131944 w 2414702"/>
              <a:gd name="connsiteY7" fmla="*/ 1206524 h 3221081"/>
              <a:gd name="connsiteX8" fmla="*/ 1131944 w 2414702"/>
              <a:gd name="connsiteY8" fmla="*/ 1590698 h 3221081"/>
              <a:gd name="connsiteX9" fmla="*/ 958907 w 2414702"/>
              <a:gd name="connsiteY9" fmla="*/ 1365273 h 3221081"/>
              <a:gd name="connsiteX10" fmla="*/ 1012882 w 2414702"/>
              <a:gd name="connsiteY10" fmla="*/ 1258911 h 3221081"/>
              <a:gd name="connsiteX11" fmla="*/ 1131944 w 2414702"/>
              <a:gd name="connsiteY11" fmla="*/ 1206524 h 3221081"/>
              <a:gd name="connsiteX12" fmla="*/ 1153482 w 2414702"/>
              <a:gd name="connsiteY12" fmla="*/ 973759 h 3221081"/>
              <a:gd name="connsiteX13" fmla="*/ 1131301 w 2414702"/>
              <a:gd name="connsiteY13" fmla="*/ 995931 h 3221081"/>
              <a:gd name="connsiteX14" fmla="*/ 1131301 w 2414702"/>
              <a:gd name="connsiteY14" fmla="*/ 1065615 h 3221081"/>
              <a:gd name="connsiteX15" fmla="*/ 1112288 w 2414702"/>
              <a:gd name="connsiteY15" fmla="*/ 1086203 h 3221081"/>
              <a:gd name="connsiteX16" fmla="*/ 846113 w 2414702"/>
              <a:gd name="connsiteY16" fmla="*/ 1206567 h 3221081"/>
              <a:gd name="connsiteX17" fmla="*/ 720947 w 2414702"/>
              <a:gd name="connsiteY17" fmla="*/ 1486886 h 3221081"/>
              <a:gd name="connsiteX18" fmla="*/ 809672 w 2414702"/>
              <a:gd name="connsiteY18" fmla="*/ 1729196 h 3221081"/>
              <a:gd name="connsiteX19" fmla="*/ 1121795 w 2414702"/>
              <a:gd name="connsiteY19" fmla="*/ 1996845 h 3221081"/>
              <a:gd name="connsiteX20" fmla="*/ 1131301 w 2414702"/>
              <a:gd name="connsiteY20" fmla="*/ 2014266 h 3221081"/>
              <a:gd name="connsiteX21" fmla="*/ 1131301 w 2414702"/>
              <a:gd name="connsiteY21" fmla="*/ 2486216 h 3221081"/>
              <a:gd name="connsiteX22" fmla="*/ 1104367 w 2414702"/>
              <a:gd name="connsiteY22" fmla="*/ 2506805 h 3221081"/>
              <a:gd name="connsiteX23" fmla="*/ 850866 w 2414702"/>
              <a:gd name="connsiteY23" fmla="*/ 2148883 h 3221081"/>
              <a:gd name="connsiteX24" fmla="*/ 830269 w 2414702"/>
              <a:gd name="connsiteY24" fmla="*/ 2129878 h 3221081"/>
              <a:gd name="connsiteX25" fmla="*/ 785906 w 2414702"/>
              <a:gd name="connsiteY25" fmla="*/ 2129878 h 3221081"/>
              <a:gd name="connsiteX26" fmla="*/ 763725 w 2414702"/>
              <a:gd name="connsiteY26" fmla="*/ 2147299 h 3221081"/>
              <a:gd name="connsiteX27" fmla="*/ 709856 w 2414702"/>
              <a:gd name="connsiteY27" fmla="*/ 2443456 h 3221081"/>
              <a:gd name="connsiteX28" fmla="*/ 716193 w 2414702"/>
              <a:gd name="connsiteY28" fmla="*/ 2462460 h 3221081"/>
              <a:gd name="connsiteX29" fmla="*/ 1112288 w 2414702"/>
              <a:gd name="connsiteY29" fmla="*/ 2633503 h 3221081"/>
              <a:gd name="connsiteX30" fmla="*/ 1131301 w 2414702"/>
              <a:gd name="connsiteY30" fmla="*/ 2654091 h 3221081"/>
              <a:gd name="connsiteX31" fmla="*/ 1131301 w 2414702"/>
              <a:gd name="connsiteY31" fmla="*/ 2771287 h 3221081"/>
              <a:gd name="connsiteX32" fmla="*/ 1153482 w 2414702"/>
              <a:gd name="connsiteY32" fmla="*/ 2791875 h 3221081"/>
              <a:gd name="connsiteX33" fmla="*/ 1220026 w 2414702"/>
              <a:gd name="connsiteY33" fmla="*/ 2791875 h 3221081"/>
              <a:gd name="connsiteX34" fmla="*/ 1240623 w 2414702"/>
              <a:gd name="connsiteY34" fmla="*/ 2771287 h 3221081"/>
              <a:gd name="connsiteX35" fmla="*/ 1240623 w 2414702"/>
              <a:gd name="connsiteY35" fmla="*/ 2655675 h 3221081"/>
              <a:gd name="connsiteX36" fmla="*/ 1261220 w 2414702"/>
              <a:gd name="connsiteY36" fmla="*/ 2633503 h 3221081"/>
              <a:gd name="connsiteX37" fmla="*/ 1567005 w 2414702"/>
              <a:gd name="connsiteY37" fmla="*/ 2524226 h 3221081"/>
              <a:gd name="connsiteX38" fmla="*/ 1703262 w 2414702"/>
              <a:gd name="connsiteY38" fmla="*/ 2234404 h 3221081"/>
              <a:gd name="connsiteX39" fmla="*/ 1608199 w 2414702"/>
              <a:gd name="connsiteY39" fmla="*/ 1966754 h 3221081"/>
              <a:gd name="connsiteX40" fmla="*/ 1250129 w 2414702"/>
              <a:gd name="connsiteY40" fmla="*/ 1673765 h 3221081"/>
              <a:gd name="connsiteX41" fmla="*/ 1240623 w 2414702"/>
              <a:gd name="connsiteY41" fmla="*/ 1656344 h 3221081"/>
              <a:gd name="connsiteX42" fmla="*/ 1240623 w 2414702"/>
              <a:gd name="connsiteY42" fmla="*/ 1228739 h 3221081"/>
              <a:gd name="connsiteX43" fmla="*/ 1265973 w 2414702"/>
              <a:gd name="connsiteY43" fmla="*/ 1208150 h 3221081"/>
              <a:gd name="connsiteX44" fmla="*/ 1413320 w 2414702"/>
              <a:gd name="connsiteY44" fmla="*/ 1290504 h 3221081"/>
              <a:gd name="connsiteX45" fmla="*/ 1495708 w 2414702"/>
              <a:gd name="connsiteY45" fmla="*/ 1542316 h 3221081"/>
              <a:gd name="connsiteX46" fmla="*/ 1517889 w 2414702"/>
              <a:gd name="connsiteY46" fmla="*/ 1562905 h 3221081"/>
              <a:gd name="connsiteX47" fmla="*/ 1562252 w 2414702"/>
              <a:gd name="connsiteY47" fmla="*/ 1562905 h 3221081"/>
              <a:gd name="connsiteX48" fmla="*/ 1582849 w 2414702"/>
              <a:gd name="connsiteY48" fmla="*/ 1543900 h 3221081"/>
              <a:gd name="connsiteX49" fmla="*/ 1616121 w 2414702"/>
              <a:gd name="connsiteY49" fmla="*/ 1249327 h 3221081"/>
              <a:gd name="connsiteX50" fmla="*/ 1608199 w 2414702"/>
              <a:gd name="connsiteY50" fmla="*/ 1231906 h 3221081"/>
              <a:gd name="connsiteX51" fmla="*/ 1261220 w 2414702"/>
              <a:gd name="connsiteY51" fmla="*/ 1086203 h 3221081"/>
              <a:gd name="connsiteX52" fmla="*/ 1240623 w 2414702"/>
              <a:gd name="connsiteY52" fmla="*/ 1064031 h 3221081"/>
              <a:gd name="connsiteX53" fmla="*/ 1240623 w 2414702"/>
              <a:gd name="connsiteY53" fmla="*/ 995931 h 3221081"/>
              <a:gd name="connsiteX54" fmla="*/ 1220026 w 2414702"/>
              <a:gd name="connsiteY54" fmla="*/ 973759 h 3221081"/>
              <a:gd name="connsiteX55" fmla="*/ 1153482 w 2414702"/>
              <a:gd name="connsiteY55" fmla="*/ 973759 h 3221081"/>
              <a:gd name="connsiteX56" fmla="*/ 941176 w 2414702"/>
              <a:gd name="connsiteY56" fmla="*/ 558823 h 3221081"/>
              <a:gd name="connsiteX57" fmla="*/ 1487786 w 2414702"/>
              <a:gd name="connsiteY57" fmla="*/ 558823 h 3221081"/>
              <a:gd name="connsiteX58" fmla="*/ 1495708 w 2414702"/>
              <a:gd name="connsiteY58" fmla="*/ 560407 h 3221081"/>
              <a:gd name="connsiteX59" fmla="*/ 2305326 w 2414702"/>
              <a:gd name="connsiteY59" fmla="*/ 1566072 h 3221081"/>
              <a:gd name="connsiteX60" fmla="*/ 2305326 w 2414702"/>
              <a:gd name="connsiteY60" fmla="*/ 1570823 h 3221081"/>
              <a:gd name="connsiteX61" fmla="*/ 2305326 w 2414702"/>
              <a:gd name="connsiteY61" fmla="*/ 1575574 h 3221081"/>
              <a:gd name="connsiteX62" fmla="*/ 2359194 w 2414702"/>
              <a:gd name="connsiteY62" fmla="*/ 1879650 h 3221081"/>
              <a:gd name="connsiteX63" fmla="*/ 2414648 w 2414702"/>
              <a:gd name="connsiteY63" fmla="*/ 2489384 h 3221081"/>
              <a:gd name="connsiteX64" fmla="*/ 2318001 w 2414702"/>
              <a:gd name="connsiteY64" fmla="*/ 2931243 h 3221081"/>
              <a:gd name="connsiteX65" fmla="*/ 1207351 w 2414702"/>
              <a:gd name="connsiteY65" fmla="*/ 3221064 h 3221081"/>
              <a:gd name="connsiteX66" fmla="*/ 96701 w 2414702"/>
              <a:gd name="connsiteY66" fmla="*/ 2931243 h 3221081"/>
              <a:gd name="connsiteX67" fmla="*/ 54 w 2414702"/>
              <a:gd name="connsiteY67" fmla="*/ 2489384 h 3221081"/>
              <a:gd name="connsiteX68" fmla="*/ 107792 w 2414702"/>
              <a:gd name="connsiteY68" fmla="*/ 1575574 h 3221081"/>
              <a:gd name="connsiteX69" fmla="*/ 109376 w 2414702"/>
              <a:gd name="connsiteY69" fmla="*/ 1570823 h 3221081"/>
              <a:gd name="connsiteX70" fmla="*/ 109376 w 2414702"/>
              <a:gd name="connsiteY70" fmla="*/ 1566072 h 3221081"/>
              <a:gd name="connsiteX71" fmla="*/ 904735 w 2414702"/>
              <a:gd name="connsiteY71" fmla="*/ 566742 h 3221081"/>
              <a:gd name="connsiteX72" fmla="*/ 941176 w 2414702"/>
              <a:gd name="connsiteY72" fmla="*/ 558823 h 3221081"/>
              <a:gd name="connsiteX73" fmla="*/ 1041158 w 2414702"/>
              <a:gd name="connsiteY73" fmla="*/ 374673 h 3221081"/>
              <a:gd name="connsiteX74" fmla="*/ 1371955 w 2414702"/>
              <a:gd name="connsiteY74" fmla="*/ 374673 h 3221081"/>
              <a:gd name="connsiteX75" fmla="*/ 1435266 w 2414702"/>
              <a:gd name="connsiteY75" fmla="*/ 384198 h 3221081"/>
              <a:gd name="connsiteX76" fmla="*/ 1460590 w 2414702"/>
              <a:gd name="connsiteY76" fmla="*/ 396898 h 3221081"/>
              <a:gd name="connsiteX77" fmla="*/ 1470086 w 2414702"/>
              <a:gd name="connsiteY77" fmla="*/ 403248 h 3221081"/>
              <a:gd name="connsiteX78" fmla="*/ 1471669 w 2414702"/>
              <a:gd name="connsiteY78" fmla="*/ 408011 h 3221081"/>
              <a:gd name="connsiteX79" fmla="*/ 1471669 w 2414702"/>
              <a:gd name="connsiteY79" fmla="*/ 442936 h 3221081"/>
              <a:gd name="connsiteX80" fmla="*/ 1470086 w 2414702"/>
              <a:gd name="connsiteY80" fmla="*/ 447698 h 3221081"/>
              <a:gd name="connsiteX81" fmla="*/ 1422604 w 2414702"/>
              <a:gd name="connsiteY81" fmla="*/ 469923 h 3221081"/>
              <a:gd name="connsiteX82" fmla="*/ 1398862 w 2414702"/>
              <a:gd name="connsiteY82" fmla="*/ 473098 h 3221081"/>
              <a:gd name="connsiteX83" fmla="*/ 1020582 w 2414702"/>
              <a:gd name="connsiteY83" fmla="*/ 473098 h 3221081"/>
              <a:gd name="connsiteX84" fmla="*/ 992092 w 2414702"/>
              <a:gd name="connsiteY84" fmla="*/ 468336 h 3221081"/>
              <a:gd name="connsiteX85" fmla="*/ 979430 w 2414702"/>
              <a:gd name="connsiteY85" fmla="*/ 465161 h 3221081"/>
              <a:gd name="connsiteX86" fmla="*/ 947775 w 2414702"/>
              <a:gd name="connsiteY86" fmla="*/ 449286 h 3221081"/>
              <a:gd name="connsiteX87" fmla="*/ 944610 w 2414702"/>
              <a:gd name="connsiteY87" fmla="*/ 447698 h 3221081"/>
              <a:gd name="connsiteX88" fmla="*/ 941444 w 2414702"/>
              <a:gd name="connsiteY88" fmla="*/ 442936 h 3221081"/>
              <a:gd name="connsiteX89" fmla="*/ 941444 w 2414702"/>
              <a:gd name="connsiteY89" fmla="*/ 408011 h 3221081"/>
              <a:gd name="connsiteX90" fmla="*/ 944610 w 2414702"/>
              <a:gd name="connsiteY90" fmla="*/ 403248 h 3221081"/>
              <a:gd name="connsiteX91" fmla="*/ 1041158 w 2414702"/>
              <a:gd name="connsiteY91" fmla="*/ 374673 h 3221081"/>
              <a:gd name="connsiteX92" fmla="*/ 877750 w 2414702"/>
              <a:gd name="connsiteY92" fmla="*/ 24 h 3221081"/>
              <a:gd name="connsiteX93" fmla="*/ 1438619 w 2414702"/>
              <a:gd name="connsiteY93" fmla="*/ 79399 h 3221081"/>
              <a:gd name="connsiteX94" fmla="*/ 1538434 w 2414702"/>
              <a:gd name="connsiteY94" fmla="*/ 68286 h 3221081"/>
              <a:gd name="connsiteX95" fmla="*/ 1566953 w 2414702"/>
              <a:gd name="connsiteY95" fmla="*/ 119086 h 3221081"/>
              <a:gd name="connsiteX96" fmla="*/ 1432281 w 2414702"/>
              <a:gd name="connsiteY96" fmla="*/ 258786 h 3221081"/>
              <a:gd name="connsiteX97" fmla="*/ 1384750 w 2414702"/>
              <a:gd name="connsiteY97" fmla="*/ 277836 h 3221081"/>
              <a:gd name="connsiteX98" fmla="*/ 1012422 w 2414702"/>
              <a:gd name="connsiteY98" fmla="*/ 277836 h 3221081"/>
              <a:gd name="connsiteX99" fmla="*/ 966475 w 2414702"/>
              <a:gd name="connsiteY99" fmla="*/ 261961 h 3221081"/>
              <a:gd name="connsiteX100" fmla="*/ 884088 w 2414702"/>
              <a:gd name="connsiteY100" fmla="*/ 187349 h 3221081"/>
              <a:gd name="connsiteX101" fmla="*/ 808038 w 2414702"/>
              <a:gd name="connsiteY101" fmla="*/ 100036 h 3221081"/>
              <a:gd name="connsiteX102" fmla="*/ 779519 w 2414702"/>
              <a:gd name="connsiteY102" fmla="*/ 42886 h 3221081"/>
              <a:gd name="connsiteX103" fmla="*/ 779519 w 2414702"/>
              <a:gd name="connsiteY103" fmla="*/ 41299 h 3221081"/>
              <a:gd name="connsiteX104" fmla="*/ 877750 w 2414702"/>
              <a:gd name="connsiteY104" fmla="*/ 24 h 322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14702" h="3221081">
                <a:moveTo>
                  <a:pt x="1239894" y="2079643"/>
                </a:moveTo>
                <a:cubicBezTo>
                  <a:pt x="1239894" y="2079643"/>
                  <a:pt x="1239894" y="2078061"/>
                  <a:pt x="1241482" y="2079643"/>
                </a:cubicBezTo>
                <a:cubicBezTo>
                  <a:pt x="1316094" y="2128676"/>
                  <a:pt x="1370069" y="2171383"/>
                  <a:pt x="1398644" y="2207763"/>
                </a:cubicBezTo>
                <a:cubicBezTo>
                  <a:pt x="1433569" y="2248888"/>
                  <a:pt x="1449444" y="2288431"/>
                  <a:pt x="1449444" y="2327974"/>
                </a:cubicBezTo>
                <a:cubicBezTo>
                  <a:pt x="1449444" y="2380171"/>
                  <a:pt x="1428807" y="2421296"/>
                  <a:pt x="1387532" y="2457676"/>
                </a:cubicBezTo>
                <a:cubicBezTo>
                  <a:pt x="1349432" y="2487729"/>
                  <a:pt x="1300219" y="2506709"/>
                  <a:pt x="1239894" y="2513036"/>
                </a:cubicBezTo>
                <a:cubicBezTo>
                  <a:pt x="1239894" y="2513036"/>
                  <a:pt x="1239894" y="2513036"/>
                  <a:pt x="1239894" y="2079643"/>
                </a:cubicBezTo>
                <a:close/>
                <a:moveTo>
                  <a:pt x="1131944" y="1206524"/>
                </a:moveTo>
                <a:cubicBezTo>
                  <a:pt x="1131944" y="1206524"/>
                  <a:pt x="1131944" y="1206524"/>
                  <a:pt x="1131944" y="1590698"/>
                </a:cubicBezTo>
                <a:cubicBezTo>
                  <a:pt x="1012882" y="1504973"/>
                  <a:pt x="958907" y="1427186"/>
                  <a:pt x="958907" y="1365273"/>
                </a:cubicBezTo>
                <a:cubicBezTo>
                  <a:pt x="960495" y="1323998"/>
                  <a:pt x="976370" y="1290661"/>
                  <a:pt x="1012882" y="1258911"/>
                </a:cubicBezTo>
                <a:cubicBezTo>
                  <a:pt x="1044632" y="1230336"/>
                  <a:pt x="1084319" y="1212874"/>
                  <a:pt x="1131944" y="1206524"/>
                </a:cubicBezTo>
                <a:close/>
                <a:moveTo>
                  <a:pt x="1153482" y="973759"/>
                </a:moveTo>
                <a:cubicBezTo>
                  <a:pt x="1140807" y="973759"/>
                  <a:pt x="1131301" y="984845"/>
                  <a:pt x="1131301" y="995931"/>
                </a:cubicBezTo>
                <a:cubicBezTo>
                  <a:pt x="1131301" y="995931"/>
                  <a:pt x="1131301" y="995931"/>
                  <a:pt x="1131301" y="1065615"/>
                </a:cubicBezTo>
                <a:cubicBezTo>
                  <a:pt x="1131301" y="1076701"/>
                  <a:pt x="1123379" y="1086203"/>
                  <a:pt x="1112288" y="1086203"/>
                </a:cubicBezTo>
                <a:cubicBezTo>
                  <a:pt x="1009304" y="1098873"/>
                  <a:pt x="920579" y="1138466"/>
                  <a:pt x="846113" y="1206567"/>
                </a:cubicBezTo>
                <a:cubicBezTo>
                  <a:pt x="763725" y="1284169"/>
                  <a:pt x="719362" y="1379193"/>
                  <a:pt x="720947" y="1486886"/>
                </a:cubicBezTo>
                <a:cubicBezTo>
                  <a:pt x="719362" y="1573991"/>
                  <a:pt x="751050" y="1656344"/>
                  <a:pt x="809672" y="1729196"/>
                </a:cubicBezTo>
                <a:cubicBezTo>
                  <a:pt x="866710" y="1800463"/>
                  <a:pt x="969694" y="1887568"/>
                  <a:pt x="1121795" y="1996845"/>
                </a:cubicBezTo>
                <a:cubicBezTo>
                  <a:pt x="1128132" y="2000013"/>
                  <a:pt x="1131301" y="2007931"/>
                  <a:pt x="1131301" y="2014266"/>
                </a:cubicBezTo>
                <a:cubicBezTo>
                  <a:pt x="1131301" y="2014266"/>
                  <a:pt x="1131301" y="2014266"/>
                  <a:pt x="1131301" y="2486216"/>
                </a:cubicBezTo>
                <a:cubicBezTo>
                  <a:pt x="1131301" y="2498886"/>
                  <a:pt x="1118626" y="2509972"/>
                  <a:pt x="1104367" y="2506805"/>
                </a:cubicBezTo>
                <a:cubicBezTo>
                  <a:pt x="958604" y="2475130"/>
                  <a:pt x="876216" y="2362686"/>
                  <a:pt x="850866" y="2148883"/>
                </a:cubicBezTo>
                <a:cubicBezTo>
                  <a:pt x="849282" y="2137797"/>
                  <a:pt x="841360" y="2129878"/>
                  <a:pt x="830269" y="2129878"/>
                </a:cubicBezTo>
                <a:cubicBezTo>
                  <a:pt x="830269" y="2129878"/>
                  <a:pt x="830269" y="2129878"/>
                  <a:pt x="785906" y="2129878"/>
                </a:cubicBezTo>
                <a:cubicBezTo>
                  <a:pt x="774815" y="2129878"/>
                  <a:pt x="766894" y="2137797"/>
                  <a:pt x="763725" y="2147299"/>
                </a:cubicBezTo>
                <a:cubicBezTo>
                  <a:pt x="763725" y="2147299"/>
                  <a:pt x="763725" y="2147299"/>
                  <a:pt x="709856" y="2443456"/>
                </a:cubicBezTo>
                <a:cubicBezTo>
                  <a:pt x="709856" y="2449791"/>
                  <a:pt x="711440" y="2456125"/>
                  <a:pt x="716193" y="2462460"/>
                </a:cubicBezTo>
                <a:cubicBezTo>
                  <a:pt x="816010" y="2563819"/>
                  <a:pt x="949097" y="2620833"/>
                  <a:pt x="1112288" y="2633503"/>
                </a:cubicBezTo>
                <a:cubicBezTo>
                  <a:pt x="1123379" y="2633503"/>
                  <a:pt x="1131301" y="2643005"/>
                  <a:pt x="1131301" y="2654091"/>
                </a:cubicBezTo>
                <a:cubicBezTo>
                  <a:pt x="1131301" y="2654091"/>
                  <a:pt x="1131301" y="2654091"/>
                  <a:pt x="1131301" y="2771287"/>
                </a:cubicBezTo>
                <a:cubicBezTo>
                  <a:pt x="1131301" y="2782373"/>
                  <a:pt x="1140807" y="2791875"/>
                  <a:pt x="1153482" y="2791875"/>
                </a:cubicBezTo>
                <a:cubicBezTo>
                  <a:pt x="1153482" y="2791875"/>
                  <a:pt x="1153482" y="2791875"/>
                  <a:pt x="1220026" y="2791875"/>
                </a:cubicBezTo>
                <a:cubicBezTo>
                  <a:pt x="1231117" y="2791875"/>
                  <a:pt x="1240623" y="2782373"/>
                  <a:pt x="1240623" y="2771287"/>
                </a:cubicBezTo>
                <a:cubicBezTo>
                  <a:pt x="1240623" y="2771287"/>
                  <a:pt x="1240623" y="2771287"/>
                  <a:pt x="1240623" y="2655675"/>
                </a:cubicBezTo>
                <a:cubicBezTo>
                  <a:pt x="1240623" y="2644589"/>
                  <a:pt x="1250129" y="2635086"/>
                  <a:pt x="1261220" y="2633503"/>
                </a:cubicBezTo>
                <a:cubicBezTo>
                  <a:pt x="1383217" y="2627168"/>
                  <a:pt x="1484617" y="2590742"/>
                  <a:pt x="1567005" y="2524226"/>
                </a:cubicBezTo>
                <a:cubicBezTo>
                  <a:pt x="1657315" y="2449791"/>
                  <a:pt x="1703262" y="2350016"/>
                  <a:pt x="1703262" y="2234404"/>
                </a:cubicBezTo>
                <a:cubicBezTo>
                  <a:pt x="1703262" y="2137797"/>
                  <a:pt x="1671574" y="2047524"/>
                  <a:pt x="1608199" y="1966754"/>
                </a:cubicBezTo>
                <a:cubicBezTo>
                  <a:pt x="1546408" y="1889152"/>
                  <a:pt x="1427580" y="1792545"/>
                  <a:pt x="1250129" y="1673765"/>
                </a:cubicBezTo>
                <a:cubicBezTo>
                  <a:pt x="1245376" y="1670598"/>
                  <a:pt x="1240623" y="1662679"/>
                  <a:pt x="1240623" y="1656344"/>
                </a:cubicBezTo>
                <a:cubicBezTo>
                  <a:pt x="1240623" y="1656344"/>
                  <a:pt x="1240623" y="1656344"/>
                  <a:pt x="1240623" y="1228739"/>
                </a:cubicBezTo>
                <a:cubicBezTo>
                  <a:pt x="1240623" y="1216069"/>
                  <a:pt x="1253298" y="1204983"/>
                  <a:pt x="1265973" y="1208150"/>
                </a:cubicBezTo>
                <a:cubicBezTo>
                  <a:pt x="1327764" y="1217653"/>
                  <a:pt x="1375295" y="1244576"/>
                  <a:pt x="1413320" y="1290504"/>
                </a:cubicBezTo>
                <a:cubicBezTo>
                  <a:pt x="1460852" y="1345934"/>
                  <a:pt x="1489371" y="1429872"/>
                  <a:pt x="1495708" y="1542316"/>
                </a:cubicBezTo>
                <a:cubicBezTo>
                  <a:pt x="1497293" y="1553402"/>
                  <a:pt x="1506799" y="1562905"/>
                  <a:pt x="1517889" y="1562905"/>
                </a:cubicBezTo>
                <a:cubicBezTo>
                  <a:pt x="1517889" y="1562905"/>
                  <a:pt x="1517889" y="1562905"/>
                  <a:pt x="1562252" y="1562905"/>
                </a:cubicBezTo>
                <a:cubicBezTo>
                  <a:pt x="1573343" y="1562905"/>
                  <a:pt x="1581265" y="1554986"/>
                  <a:pt x="1582849" y="1543900"/>
                </a:cubicBezTo>
                <a:cubicBezTo>
                  <a:pt x="1582849" y="1543900"/>
                  <a:pt x="1582849" y="1543900"/>
                  <a:pt x="1616121" y="1249327"/>
                </a:cubicBezTo>
                <a:cubicBezTo>
                  <a:pt x="1616121" y="1242992"/>
                  <a:pt x="1614537" y="1236657"/>
                  <a:pt x="1608199" y="1231906"/>
                </a:cubicBezTo>
                <a:cubicBezTo>
                  <a:pt x="1514721" y="1146385"/>
                  <a:pt x="1397477" y="1097290"/>
                  <a:pt x="1261220" y="1086203"/>
                </a:cubicBezTo>
                <a:cubicBezTo>
                  <a:pt x="1250129" y="1084620"/>
                  <a:pt x="1240623" y="1075117"/>
                  <a:pt x="1240623" y="1064031"/>
                </a:cubicBezTo>
                <a:cubicBezTo>
                  <a:pt x="1240623" y="1064031"/>
                  <a:pt x="1240623" y="1064031"/>
                  <a:pt x="1240623" y="995931"/>
                </a:cubicBezTo>
                <a:cubicBezTo>
                  <a:pt x="1240623" y="984845"/>
                  <a:pt x="1231117" y="973759"/>
                  <a:pt x="1220026" y="973759"/>
                </a:cubicBezTo>
                <a:cubicBezTo>
                  <a:pt x="1220026" y="973759"/>
                  <a:pt x="1220026" y="973759"/>
                  <a:pt x="1153482" y="973759"/>
                </a:cubicBezTo>
                <a:close/>
                <a:moveTo>
                  <a:pt x="941176" y="558823"/>
                </a:moveTo>
                <a:cubicBezTo>
                  <a:pt x="941176" y="558823"/>
                  <a:pt x="941176" y="558823"/>
                  <a:pt x="1487786" y="558823"/>
                </a:cubicBezTo>
                <a:cubicBezTo>
                  <a:pt x="1490955" y="558823"/>
                  <a:pt x="1492539" y="560407"/>
                  <a:pt x="1495708" y="560407"/>
                </a:cubicBezTo>
                <a:cubicBezTo>
                  <a:pt x="1948840" y="761540"/>
                  <a:pt x="2305326" y="1128964"/>
                  <a:pt x="2305326" y="1566072"/>
                </a:cubicBezTo>
                <a:cubicBezTo>
                  <a:pt x="2305326" y="1566072"/>
                  <a:pt x="2305326" y="1566072"/>
                  <a:pt x="2305326" y="1570823"/>
                </a:cubicBezTo>
                <a:cubicBezTo>
                  <a:pt x="2305326" y="1570823"/>
                  <a:pt x="2305326" y="1570823"/>
                  <a:pt x="2305326" y="1575574"/>
                </a:cubicBezTo>
                <a:cubicBezTo>
                  <a:pt x="2305326" y="1575574"/>
                  <a:pt x="2332260" y="1702272"/>
                  <a:pt x="2359194" y="1879650"/>
                </a:cubicBezTo>
                <a:cubicBezTo>
                  <a:pt x="2387713" y="2057027"/>
                  <a:pt x="2414648" y="2286667"/>
                  <a:pt x="2414648" y="2489384"/>
                </a:cubicBezTo>
                <a:cubicBezTo>
                  <a:pt x="2416232" y="2693684"/>
                  <a:pt x="2382960" y="2869478"/>
                  <a:pt x="2318001" y="2931243"/>
                </a:cubicBezTo>
                <a:cubicBezTo>
                  <a:pt x="2134213" y="3116539"/>
                  <a:pt x="1669990" y="3222648"/>
                  <a:pt x="1207351" y="3221064"/>
                </a:cubicBezTo>
                <a:cubicBezTo>
                  <a:pt x="743128" y="3222648"/>
                  <a:pt x="278905" y="3116539"/>
                  <a:pt x="96701" y="2931243"/>
                </a:cubicBezTo>
                <a:cubicBezTo>
                  <a:pt x="31742" y="2869478"/>
                  <a:pt x="-1530" y="2693684"/>
                  <a:pt x="54" y="2489384"/>
                </a:cubicBezTo>
                <a:cubicBezTo>
                  <a:pt x="54" y="2083950"/>
                  <a:pt x="107792" y="1575574"/>
                  <a:pt x="107792" y="1575574"/>
                </a:cubicBezTo>
                <a:cubicBezTo>
                  <a:pt x="107792" y="1575574"/>
                  <a:pt x="107792" y="1575574"/>
                  <a:pt x="109376" y="1570823"/>
                </a:cubicBezTo>
                <a:cubicBezTo>
                  <a:pt x="109376" y="1570823"/>
                  <a:pt x="109376" y="1570823"/>
                  <a:pt x="109376" y="1566072"/>
                </a:cubicBezTo>
                <a:cubicBezTo>
                  <a:pt x="107792" y="1132132"/>
                  <a:pt x="457940" y="769459"/>
                  <a:pt x="904735" y="566742"/>
                </a:cubicBezTo>
                <a:cubicBezTo>
                  <a:pt x="915825" y="561991"/>
                  <a:pt x="928500" y="558823"/>
                  <a:pt x="941176" y="558823"/>
                </a:cubicBezTo>
                <a:close/>
                <a:moveTo>
                  <a:pt x="1041158" y="374673"/>
                </a:moveTo>
                <a:cubicBezTo>
                  <a:pt x="1041158" y="374673"/>
                  <a:pt x="1041158" y="374673"/>
                  <a:pt x="1371955" y="374673"/>
                </a:cubicBezTo>
                <a:cubicBezTo>
                  <a:pt x="1395697" y="374673"/>
                  <a:pt x="1419438" y="379436"/>
                  <a:pt x="1435266" y="384198"/>
                </a:cubicBezTo>
                <a:cubicBezTo>
                  <a:pt x="1444762" y="388961"/>
                  <a:pt x="1452676" y="393723"/>
                  <a:pt x="1460590" y="396898"/>
                </a:cubicBezTo>
                <a:cubicBezTo>
                  <a:pt x="1460590" y="396898"/>
                  <a:pt x="1460590" y="396898"/>
                  <a:pt x="1470086" y="403248"/>
                </a:cubicBezTo>
                <a:cubicBezTo>
                  <a:pt x="1470086" y="403248"/>
                  <a:pt x="1470086" y="403248"/>
                  <a:pt x="1471669" y="408011"/>
                </a:cubicBezTo>
                <a:cubicBezTo>
                  <a:pt x="1471669" y="408011"/>
                  <a:pt x="1471669" y="408011"/>
                  <a:pt x="1471669" y="442936"/>
                </a:cubicBezTo>
                <a:cubicBezTo>
                  <a:pt x="1471669" y="442936"/>
                  <a:pt x="1471669" y="442936"/>
                  <a:pt x="1470086" y="447698"/>
                </a:cubicBezTo>
                <a:cubicBezTo>
                  <a:pt x="1465338" y="454048"/>
                  <a:pt x="1446345" y="463573"/>
                  <a:pt x="1422604" y="469923"/>
                </a:cubicBezTo>
                <a:cubicBezTo>
                  <a:pt x="1414690" y="469923"/>
                  <a:pt x="1406776" y="471511"/>
                  <a:pt x="1398862" y="473098"/>
                </a:cubicBezTo>
                <a:cubicBezTo>
                  <a:pt x="1398862" y="473098"/>
                  <a:pt x="1398862" y="473098"/>
                  <a:pt x="1020582" y="473098"/>
                </a:cubicBezTo>
                <a:cubicBezTo>
                  <a:pt x="1011086" y="471511"/>
                  <a:pt x="1001589" y="469923"/>
                  <a:pt x="992092" y="468336"/>
                </a:cubicBezTo>
                <a:cubicBezTo>
                  <a:pt x="992092" y="468336"/>
                  <a:pt x="992092" y="468336"/>
                  <a:pt x="979430" y="465161"/>
                </a:cubicBezTo>
                <a:cubicBezTo>
                  <a:pt x="968351" y="458811"/>
                  <a:pt x="958854" y="454048"/>
                  <a:pt x="947775" y="449286"/>
                </a:cubicBezTo>
                <a:cubicBezTo>
                  <a:pt x="947775" y="449286"/>
                  <a:pt x="947775" y="449286"/>
                  <a:pt x="944610" y="447698"/>
                </a:cubicBezTo>
                <a:cubicBezTo>
                  <a:pt x="944610" y="447698"/>
                  <a:pt x="944610" y="447698"/>
                  <a:pt x="941444" y="442936"/>
                </a:cubicBezTo>
                <a:cubicBezTo>
                  <a:pt x="941444" y="442936"/>
                  <a:pt x="941444" y="442936"/>
                  <a:pt x="941444" y="408011"/>
                </a:cubicBezTo>
                <a:cubicBezTo>
                  <a:pt x="941444" y="408011"/>
                  <a:pt x="941444" y="408011"/>
                  <a:pt x="944610" y="403248"/>
                </a:cubicBezTo>
                <a:cubicBezTo>
                  <a:pt x="952523" y="392136"/>
                  <a:pt x="993675" y="374673"/>
                  <a:pt x="1041158" y="374673"/>
                </a:cubicBezTo>
                <a:close/>
                <a:moveTo>
                  <a:pt x="877750" y="24"/>
                </a:moveTo>
                <a:cubicBezTo>
                  <a:pt x="1023513" y="-1564"/>
                  <a:pt x="1227897" y="79399"/>
                  <a:pt x="1438619" y="79399"/>
                </a:cubicBezTo>
                <a:cubicBezTo>
                  <a:pt x="1449709" y="79399"/>
                  <a:pt x="1495656" y="74636"/>
                  <a:pt x="1538434" y="68286"/>
                </a:cubicBezTo>
                <a:cubicBezTo>
                  <a:pt x="1566953" y="65111"/>
                  <a:pt x="1584381" y="96861"/>
                  <a:pt x="1566953" y="119086"/>
                </a:cubicBezTo>
                <a:cubicBezTo>
                  <a:pt x="1533681" y="157186"/>
                  <a:pt x="1467137" y="222274"/>
                  <a:pt x="1432281" y="258786"/>
                </a:cubicBezTo>
                <a:cubicBezTo>
                  <a:pt x="1419606" y="271486"/>
                  <a:pt x="1403763" y="277836"/>
                  <a:pt x="1384750" y="277836"/>
                </a:cubicBezTo>
                <a:cubicBezTo>
                  <a:pt x="1384750" y="277836"/>
                  <a:pt x="1384750" y="277836"/>
                  <a:pt x="1012422" y="277836"/>
                </a:cubicBezTo>
                <a:cubicBezTo>
                  <a:pt x="996578" y="277836"/>
                  <a:pt x="979150" y="273074"/>
                  <a:pt x="966475" y="261961"/>
                </a:cubicBezTo>
                <a:cubicBezTo>
                  <a:pt x="945878" y="242911"/>
                  <a:pt x="914191" y="215924"/>
                  <a:pt x="884088" y="187349"/>
                </a:cubicBezTo>
                <a:cubicBezTo>
                  <a:pt x="855569" y="158774"/>
                  <a:pt x="828635" y="127024"/>
                  <a:pt x="808038" y="100036"/>
                </a:cubicBezTo>
                <a:cubicBezTo>
                  <a:pt x="787441" y="73049"/>
                  <a:pt x="779519" y="47649"/>
                  <a:pt x="779519" y="42886"/>
                </a:cubicBezTo>
                <a:cubicBezTo>
                  <a:pt x="779519" y="42886"/>
                  <a:pt x="779519" y="42886"/>
                  <a:pt x="779519" y="41299"/>
                </a:cubicBezTo>
                <a:cubicBezTo>
                  <a:pt x="793778" y="14311"/>
                  <a:pt x="819128" y="1611"/>
                  <a:pt x="877750" y="24"/>
                </a:cubicBezTo>
                <a:close/>
              </a:path>
            </a:pathLst>
          </a:custGeom>
          <a:solidFill>
            <a:srgbClr val="CCA604"/>
          </a:solidFill>
          <a:ln>
            <a:noFill/>
          </a:ln>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84" name="矩形 583"/>
          <p:cNvSpPr/>
          <p:nvPr/>
        </p:nvSpPr>
        <p:spPr>
          <a:xfrm>
            <a:off x="391137" y="3516772"/>
            <a:ext cx="2540071"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109</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年</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lgn="ctr">
              <a:spcBef>
                <a:spcPts val="600"/>
              </a:spcBef>
              <a:buSzPct val="50000"/>
            </a:pPr>
            <a:r>
              <a:rPr lang="zh-TW" altLang="en-US" sz="2000" b="1" dirty="0">
                <a:solidFill>
                  <a:schemeClr val="tx1"/>
                </a:solidFill>
                <a:latin typeface="Microsoft YaHei" panose="020B0503020204020204" pitchFamily="34" charset="-122"/>
                <a:ea typeface="Microsoft YaHei" panose="020B0503020204020204" pitchFamily="34" charset="-122"/>
                <a:cs typeface="+mj-cs"/>
              </a:rPr>
              <a:t>  </a:t>
            </a:r>
            <a:r>
              <a:rPr lang="en-US" altLang="zh-TW" sz="2000" dirty="0">
                <a:solidFill>
                  <a:schemeClr val="tx1"/>
                </a:solidFill>
                <a:latin typeface="Microsoft YaHei" panose="020B0503020204020204" pitchFamily="34" charset="-122"/>
                <a:ea typeface="Microsoft YaHei" panose="020B0503020204020204" pitchFamily="34" charset="-122"/>
                <a:cs typeface="+mj-cs"/>
              </a:rPr>
              <a:t>233</a:t>
            </a:r>
            <a:r>
              <a:rPr lang="zh-TW" altLang="en-US" sz="2000" dirty="0">
                <a:solidFill>
                  <a:schemeClr val="tx1"/>
                </a:solidFill>
                <a:latin typeface="Microsoft YaHei" panose="020B0503020204020204" pitchFamily="34" charset="-122"/>
                <a:ea typeface="Microsoft YaHei" panose="020B0503020204020204" pitchFamily="34" charset="-122"/>
                <a:cs typeface="+mj-cs"/>
              </a:rPr>
              <a:t>億餘</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元</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90" name="ValueShape">
            <a:extLst>
              <a:ext uri="{FF2B5EF4-FFF2-40B4-BE49-F238E27FC236}">
                <a16:creationId xmlns:a16="http://schemas.microsoft.com/office/drawing/2014/main" id="{9988E5CB-687E-4510-864C-8F46D15792EC}"/>
              </a:ext>
            </a:extLst>
          </p:cNvPr>
          <p:cNvSpPr/>
          <p:nvPr/>
        </p:nvSpPr>
        <p:spPr bwMode="auto">
          <a:xfrm>
            <a:off x="2545447" y="2043174"/>
            <a:ext cx="1140782" cy="1083556"/>
          </a:xfrm>
          <a:custGeom>
            <a:avLst/>
            <a:gdLst>
              <a:gd name="connsiteX0" fmla="*/ 1239894 w 2414702"/>
              <a:gd name="connsiteY0" fmla="*/ 2079643 h 3221081"/>
              <a:gd name="connsiteX1" fmla="*/ 1241482 w 2414702"/>
              <a:gd name="connsiteY1" fmla="*/ 2079643 h 3221081"/>
              <a:gd name="connsiteX2" fmla="*/ 1398644 w 2414702"/>
              <a:gd name="connsiteY2" fmla="*/ 2207763 h 3221081"/>
              <a:gd name="connsiteX3" fmla="*/ 1449444 w 2414702"/>
              <a:gd name="connsiteY3" fmla="*/ 2327974 h 3221081"/>
              <a:gd name="connsiteX4" fmla="*/ 1387532 w 2414702"/>
              <a:gd name="connsiteY4" fmla="*/ 2457676 h 3221081"/>
              <a:gd name="connsiteX5" fmla="*/ 1239894 w 2414702"/>
              <a:gd name="connsiteY5" fmla="*/ 2513036 h 3221081"/>
              <a:gd name="connsiteX6" fmla="*/ 1239894 w 2414702"/>
              <a:gd name="connsiteY6" fmla="*/ 2079643 h 3221081"/>
              <a:gd name="connsiteX7" fmla="*/ 1131944 w 2414702"/>
              <a:gd name="connsiteY7" fmla="*/ 1206524 h 3221081"/>
              <a:gd name="connsiteX8" fmla="*/ 1131944 w 2414702"/>
              <a:gd name="connsiteY8" fmla="*/ 1590698 h 3221081"/>
              <a:gd name="connsiteX9" fmla="*/ 958907 w 2414702"/>
              <a:gd name="connsiteY9" fmla="*/ 1365273 h 3221081"/>
              <a:gd name="connsiteX10" fmla="*/ 1012882 w 2414702"/>
              <a:gd name="connsiteY10" fmla="*/ 1258911 h 3221081"/>
              <a:gd name="connsiteX11" fmla="*/ 1131944 w 2414702"/>
              <a:gd name="connsiteY11" fmla="*/ 1206524 h 3221081"/>
              <a:gd name="connsiteX12" fmla="*/ 1153482 w 2414702"/>
              <a:gd name="connsiteY12" fmla="*/ 973759 h 3221081"/>
              <a:gd name="connsiteX13" fmla="*/ 1131301 w 2414702"/>
              <a:gd name="connsiteY13" fmla="*/ 995931 h 3221081"/>
              <a:gd name="connsiteX14" fmla="*/ 1131301 w 2414702"/>
              <a:gd name="connsiteY14" fmla="*/ 1065615 h 3221081"/>
              <a:gd name="connsiteX15" fmla="*/ 1112288 w 2414702"/>
              <a:gd name="connsiteY15" fmla="*/ 1086203 h 3221081"/>
              <a:gd name="connsiteX16" fmla="*/ 846113 w 2414702"/>
              <a:gd name="connsiteY16" fmla="*/ 1206567 h 3221081"/>
              <a:gd name="connsiteX17" fmla="*/ 720947 w 2414702"/>
              <a:gd name="connsiteY17" fmla="*/ 1486886 h 3221081"/>
              <a:gd name="connsiteX18" fmla="*/ 809672 w 2414702"/>
              <a:gd name="connsiteY18" fmla="*/ 1729196 h 3221081"/>
              <a:gd name="connsiteX19" fmla="*/ 1121795 w 2414702"/>
              <a:gd name="connsiteY19" fmla="*/ 1996845 h 3221081"/>
              <a:gd name="connsiteX20" fmla="*/ 1131301 w 2414702"/>
              <a:gd name="connsiteY20" fmla="*/ 2014266 h 3221081"/>
              <a:gd name="connsiteX21" fmla="*/ 1131301 w 2414702"/>
              <a:gd name="connsiteY21" fmla="*/ 2486216 h 3221081"/>
              <a:gd name="connsiteX22" fmla="*/ 1104367 w 2414702"/>
              <a:gd name="connsiteY22" fmla="*/ 2506805 h 3221081"/>
              <a:gd name="connsiteX23" fmla="*/ 850866 w 2414702"/>
              <a:gd name="connsiteY23" fmla="*/ 2148883 h 3221081"/>
              <a:gd name="connsiteX24" fmla="*/ 830269 w 2414702"/>
              <a:gd name="connsiteY24" fmla="*/ 2129878 h 3221081"/>
              <a:gd name="connsiteX25" fmla="*/ 785906 w 2414702"/>
              <a:gd name="connsiteY25" fmla="*/ 2129878 h 3221081"/>
              <a:gd name="connsiteX26" fmla="*/ 763725 w 2414702"/>
              <a:gd name="connsiteY26" fmla="*/ 2147299 h 3221081"/>
              <a:gd name="connsiteX27" fmla="*/ 709856 w 2414702"/>
              <a:gd name="connsiteY27" fmla="*/ 2443456 h 3221081"/>
              <a:gd name="connsiteX28" fmla="*/ 716193 w 2414702"/>
              <a:gd name="connsiteY28" fmla="*/ 2462460 h 3221081"/>
              <a:gd name="connsiteX29" fmla="*/ 1112288 w 2414702"/>
              <a:gd name="connsiteY29" fmla="*/ 2633503 h 3221081"/>
              <a:gd name="connsiteX30" fmla="*/ 1131301 w 2414702"/>
              <a:gd name="connsiteY30" fmla="*/ 2654091 h 3221081"/>
              <a:gd name="connsiteX31" fmla="*/ 1131301 w 2414702"/>
              <a:gd name="connsiteY31" fmla="*/ 2771287 h 3221081"/>
              <a:gd name="connsiteX32" fmla="*/ 1153482 w 2414702"/>
              <a:gd name="connsiteY32" fmla="*/ 2791875 h 3221081"/>
              <a:gd name="connsiteX33" fmla="*/ 1220026 w 2414702"/>
              <a:gd name="connsiteY33" fmla="*/ 2791875 h 3221081"/>
              <a:gd name="connsiteX34" fmla="*/ 1240623 w 2414702"/>
              <a:gd name="connsiteY34" fmla="*/ 2771287 h 3221081"/>
              <a:gd name="connsiteX35" fmla="*/ 1240623 w 2414702"/>
              <a:gd name="connsiteY35" fmla="*/ 2655675 h 3221081"/>
              <a:gd name="connsiteX36" fmla="*/ 1261220 w 2414702"/>
              <a:gd name="connsiteY36" fmla="*/ 2633503 h 3221081"/>
              <a:gd name="connsiteX37" fmla="*/ 1567005 w 2414702"/>
              <a:gd name="connsiteY37" fmla="*/ 2524226 h 3221081"/>
              <a:gd name="connsiteX38" fmla="*/ 1703262 w 2414702"/>
              <a:gd name="connsiteY38" fmla="*/ 2234404 h 3221081"/>
              <a:gd name="connsiteX39" fmla="*/ 1608199 w 2414702"/>
              <a:gd name="connsiteY39" fmla="*/ 1966754 h 3221081"/>
              <a:gd name="connsiteX40" fmla="*/ 1250129 w 2414702"/>
              <a:gd name="connsiteY40" fmla="*/ 1673765 h 3221081"/>
              <a:gd name="connsiteX41" fmla="*/ 1240623 w 2414702"/>
              <a:gd name="connsiteY41" fmla="*/ 1656344 h 3221081"/>
              <a:gd name="connsiteX42" fmla="*/ 1240623 w 2414702"/>
              <a:gd name="connsiteY42" fmla="*/ 1228739 h 3221081"/>
              <a:gd name="connsiteX43" fmla="*/ 1265973 w 2414702"/>
              <a:gd name="connsiteY43" fmla="*/ 1208150 h 3221081"/>
              <a:gd name="connsiteX44" fmla="*/ 1413320 w 2414702"/>
              <a:gd name="connsiteY44" fmla="*/ 1290504 h 3221081"/>
              <a:gd name="connsiteX45" fmla="*/ 1495708 w 2414702"/>
              <a:gd name="connsiteY45" fmla="*/ 1542316 h 3221081"/>
              <a:gd name="connsiteX46" fmla="*/ 1517889 w 2414702"/>
              <a:gd name="connsiteY46" fmla="*/ 1562905 h 3221081"/>
              <a:gd name="connsiteX47" fmla="*/ 1562252 w 2414702"/>
              <a:gd name="connsiteY47" fmla="*/ 1562905 h 3221081"/>
              <a:gd name="connsiteX48" fmla="*/ 1582849 w 2414702"/>
              <a:gd name="connsiteY48" fmla="*/ 1543900 h 3221081"/>
              <a:gd name="connsiteX49" fmla="*/ 1616121 w 2414702"/>
              <a:gd name="connsiteY49" fmla="*/ 1249327 h 3221081"/>
              <a:gd name="connsiteX50" fmla="*/ 1608199 w 2414702"/>
              <a:gd name="connsiteY50" fmla="*/ 1231906 h 3221081"/>
              <a:gd name="connsiteX51" fmla="*/ 1261220 w 2414702"/>
              <a:gd name="connsiteY51" fmla="*/ 1086203 h 3221081"/>
              <a:gd name="connsiteX52" fmla="*/ 1240623 w 2414702"/>
              <a:gd name="connsiteY52" fmla="*/ 1064031 h 3221081"/>
              <a:gd name="connsiteX53" fmla="*/ 1240623 w 2414702"/>
              <a:gd name="connsiteY53" fmla="*/ 995931 h 3221081"/>
              <a:gd name="connsiteX54" fmla="*/ 1220026 w 2414702"/>
              <a:gd name="connsiteY54" fmla="*/ 973759 h 3221081"/>
              <a:gd name="connsiteX55" fmla="*/ 1153482 w 2414702"/>
              <a:gd name="connsiteY55" fmla="*/ 973759 h 3221081"/>
              <a:gd name="connsiteX56" fmla="*/ 941176 w 2414702"/>
              <a:gd name="connsiteY56" fmla="*/ 558823 h 3221081"/>
              <a:gd name="connsiteX57" fmla="*/ 1487786 w 2414702"/>
              <a:gd name="connsiteY57" fmla="*/ 558823 h 3221081"/>
              <a:gd name="connsiteX58" fmla="*/ 1495708 w 2414702"/>
              <a:gd name="connsiteY58" fmla="*/ 560407 h 3221081"/>
              <a:gd name="connsiteX59" fmla="*/ 2305326 w 2414702"/>
              <a:gd name="connsiteY59" fmla="*/ 1566072 h 3221081"/>
              <a:gd name="connsiteX60" fmla="*/ 2305326 w 2414702"/>
              <a:gd name="connsiteY60" fmla="*/ 1570823 h 3221081"/>
              <a:gd name="connsiteX61" fmla="*/ 2305326 w 2414702"/>
              <a:gd name="connsiteY61" fmla="*/ 1575574 h 3221081"/>
              <a:gd name="connsiteX62" fmla="*/ 2359194 w 2414702"/>
              <a:gd name="connsiteY62" fmla="*/ 1879650 h 3221081"/>
              <a:gd name="connsiteX63" fmla="*/ 2414648 w 2414702"/>
              <a:gd name="connsiteY63" fmla="*/ 2489384 h 3221081"/>
              <a:gd name="connsiteX64" fmla="*/ 2318001 w 2414702"/>
              <a:gd name="connsiteY64" fmla="*/ 2931243 h 3221081"/>
              <a:gd name="connsiteX65" fmla="*/ 1207351 w 2414702"/>
              <a:gd name="connsiteY65" fmla="*/ 3221064 h 3221081"/>
              <a:gd name="connsiteX66" fmla="*/ 96701 w 2414702"/>
              <a:gd name="connsiteY66" fmla="*/ 2931243 h 3221081"/>
              <a:gd name="connsiteX67" fmla="*/ 54 w 2414702"/>
              <a:gd name="connsiteY67" fmla="*/ 2489384 h 3221081"/>
              <a:gd name="connsiteX68" fmla="*/ 107792 w 2414702"/>
              <a:gd name="connsiteY68" fmla="*/ 1575574 h 3221081"/>
              <a:gd name="connsiteX69" fmla="*/ 109376 w 2414702"/>
              <a:gd name="connsiteY69" fmla="*/ 1570823 h 3221081"/>
              <a:gd name="connsiteX70" fmla="*/ 109376 w 2414702"/>
              <a:gd name="connsiteY70" fmla="*/ 1566072 h 3221081"/>
              <a:gd name="connsiteX71" fmla="*/ 904735 w 2414702"/>
              <a:gd name="connsiteY71" fmla="*/ 566742 h 3221081"/>
              <a:gd name="connsiteX72" fmla="*/ 941176 w 2414702"/>
              <a:gd name="connsiteY72" fmla="*/ 558823 h 3221081"/>
              <a:gd name="connsiteX73" fmla="*/ 1041158 w 2414702"/>
              <a:gd name="connsiteY73" fmla="*/ 374673 h 3221081"/>
              <a:gd name="connsiteX74" fmla="*/ 1371955 w 2414702"/>
              <a:gd name="connsiteY74" fmla="*/ 374673 h 3221081"/>
              <a:gd name="connsiteX75" fmla="*/ 1435266 w 2414702"/>
              <a:gd name="connsiteY75" fmla="*/ 384198 h 3221081"/>
              <a:gd name="connsiteX76" fmla="*/ 1460590 w 2414702"/>
              <a:gd name="connsiteY76" fmla="*/ 396898 h 3221081"/>
              <a:gd name="connsiteX77" fmla="*/ 1470086 w 2414702"/>
              <a:gd name="connsiteY77" fmla="*/ 403248 h 3221081"/>
              <a:gd name="connsiteX78" fmla="*/ 1471669 w 2414702"/>
              <a:gd name="connsiteY78" fmla="*/ 408011 h 3221081"/>
              <a:gd name="connsiteX79" fmla="*/ 1471669 w 2414702"/>
              <a:gd name="connsiteY79" fmla="*/ 442936 h 3221081"/>
              <a:gd name="connsiteX80" fmla="*/ 1470086 w 2414702"/>
              <a:gd name="connsiteY80" fmla="*/ 447698 h 3221081"/>
              <a:gd name="connsiteX81" fmla="*/ 1422604 w 2414702"/>
              <a:gd name="connsiteY81" fmla="*/ 469923 h 3221081"/>
              <a:gd name="connsiteX82" fmla="*/ 1398862 w 2414702"/>
              <a:gd name="connsiteY82" fmla="*/ 473098 h 3221081"/>
              <a:gd name="connsiteX83" fmla="*/ 1020582 w 2414702"/>
              <a:gd name="connsiteY83" fmla="*/ 473098 h 3221081"/>
              <a:gd name="connsiteX84" fmla="*/ 992092 w 2414702"/>
              <a:gd name="connsiteY84" fmla="*/ 468336 h 3221081"/>
              <a:gd name="connsiteX85" fmla="*/ 979430 w 2414702"/>
              <a:gd name="connsiteY85" fmla="*/ 465161 h 3221081"/>
              <a:gd name="connsiteX86" fmla="*/ 947775 w 2414702"/>
              <a:gd name="connsiteY86" fmla="*/ 449286 h 3221081"/>
              <a:gd name="connsiteX87" fmla="*/ 944610 w 2414702"/>
              <a:gd name="connsiteY87" fmla="*/ 447698 h 3221081"/>
              <a:gd name="connsiteX88" fmla="*/ 941444 w 2414702"/>
              <a:gd name="connsiteY88" fmla="*/ 442936 h 3221081"/>
              <a:gd name="connsiteX89" fmla="*/ 941444 w 2414702"/>
              <a:gd name="connsiteY89" fmla="*/ 408011 h 3221081"/>
              <a:gd name="connsiteX90" fmla="*/ 944610 w 2414702"/>
              <a:gd name="connsiteY90" fmla="*/ 403248 h 3221081"/>
              <a:gd name="connsiteX91" fmla="*/ 1041158 w 2414702"/>
              <a:gd name="connsiteY91" fmla="*/ 374673 h 3221081"/>
              <a:gd name="connsiteX92" fmla="*/ 877750 w 2414702"/>
              <a:gd name="connsiteY92" fmla="*/ 24 h 3221081"/>
              <a:gd name="connsiteX93" fmla="*/ 1438619 w 2414702"/>
              <a:gd name="connsiteY93" fmla="*/ 79399 h 3221081"/>
              <a:gd name="connsiteX94" fmla="*/ 1538434 w 2414702"/>
              <a:gd name="connsiteY94" fmla="*/ 68286 h 3221081"/>
              <a:gd name="connsiteX95" fmla="*/ 1566953 w 2414702"/>
              <a:gd name="connsiteY95" fmla="*/ 119086 h 3221081"/>
              <a:gd name="connsiteX96" fmla="*/ 1432281 w 2414702"/>
              <a:gd name="connsiteY96" fmla="*/ 258786 h 3221081"/>
              <a:gd name="connsiteX97" fmla="*/ 1384750 w 2414702"/>
              <a:gd name="connsiteY97" fmla="*/ 277836 h 3221081"/>
              <a:gd name="connsiteX98" fmla="*/ 1012422 w 2414702"/>
              <a:gd name="connsiteY98" fmla="*/ 277836 h 3221081"/>
              <a:gd name="connsiteX99" fmla="*/ 966475 w 2414702"/>
              <a:gd name="connsiteY99" fmla="*/ 261961 h 3221081"/>
              <a:gd name="connsiteX100" fmla="*/ 884088 w 2414702"/>
              <a:gd name="connsiteY100" fmla="*/ 187349 h 3221081"/>
              <a:gd name="connsiteX101" fmla="*/ 808038 w 2414702"/>
              <a:gd name="connsiteY101" fmla="*/ 100036 h 3221081"/>
              <a:gd name="connsiteX102" fmla="*/ 779519 w 2414702"/>
              <a:gd name="connsiteY102" fmla="*/ 42886 h 3221081"/>
              <a:gd name="connsiteX103" fmla="*/ 779519 w 2414702"/>
              <a:gd name="connsiteY103" fmla="*/ 41299 h 3221081"/>
              <a:gd name="connsiteX104" fmla="*/ 877750 w 2414702"/>
              <a:gd name="connsiteY104" fmla="*/ 24 h 322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14702" h="3221081">
                <a:moveTo>
                  <a:pt x="1239894" y="2079643"/>
                </a:moveTo>
                <a:cubicBezTo>
                  <a:pt x="1239894" y="2079643"/>
                  <a:pt x="1239894" y="2078061"/>
                  <a:pt x="1241482" y="2079643"/>
                </a:cubicBezTo>
                <a:cubicBezTo>
                  <a:pt x="1316094" y="2128676"/>
                  <a:pt x="1370069" y="2171383"/>
                  <a:pt x="1398644" y="2207763"/>
                </a:cubicBezTo>
                <a:cubicBezTo>
                  <a:pt x="1433569" y="2248888"/>
                  <a:pt x="1449444" y="2288431"/>
                  <a:pt x="1449444" y="2327974"/>
                </a:cubicBezTo>
                <a:cubicBezTo>
                  <a:pt x="1449444" y="2380171"/>
                  <a:pt x="1428807" y="2421296"/>
                  <a:pt x="1387532" y="2457676"/>
                </a:cubicBezTo>
                <a:cubicBezTo>
                  <a:pt x="1349432" y="2487729"/>
                  <a:pt x="1300219" y="2506709"/>
                  <a:pt x="1239894" y="2513036"/>
                </a:cubicBezTo>
                <a:cubicBezTo>
                  <a:pt x="1239894" y="2513036"/>
                  <a:pt x="1239894" y="2513036"/>
                  <a:pt x="1239894" y="2079643"/>
                </a:cubicBezTo>
                <a:close/>
                <a:moveTo>
                  <a:pt x="1131944" y="1206524"/>
                </a:moveTo>
                <a:cubicBezTo>
                  <a:pt x="1131944" y="1206524"/>
                  <a:pt x="1131944" y="1206524"/>
                  <a:pt x="1131944" y="1590698"/>
                </a:cubicBezTo>
                <a:cubicBezTo>
                  <a:pt x="1012882" y="1504973"/>
                  <a:pt x="958907" y="1427186"/>
                  <a:pt x="958907" y="1365273"/>
                </a:cubicBezTo>
                <a:cubicBezTo>
                  <a:pt x="960495" y="1323998"/>
                  <a:pt x="976370" y="1290661"/>
                  <a:pt x="1012882" y="1258911"/>
                </a:cubicBezTo>
                <a:cubicBezTo>
                  <a:pt x="1044632" y="1230336"/>
                  <a:pt x="1084319" y="1212874"/>
                  <a:pt x="1131944" y="1206524"/>
                </a:cubicBezTo>
                <a:close/>
                <a:moveTo>
                  <a:pt x="1153482" y="973759"/>
                </a:moveTo>
                <a:cubicBezTo>
                  <a:pt x="1140807" y="973759"/>
                  <a:pt x="1131301" y="984845"/>
                  <a:pt x="1131301" y="995931"/>
                </a:cubicBezTo>
                <a:cubicBezTo>
                  <a:pt x="1131301" y="995931"/>
                  <a:pt x="1131301" y="995931"/>
                  <a:pt x="1131301" y="1065615"/>
                </a:cubicBezTo>
                <a:cubicBezTo>
                  <a:pt x="1131301" y="1076701"/>
                  <a:pt x="1123379" y="1086203"/>
                  <a:pt x="1112288" y="1086203"/>
                </a:cubicBezTo>
                <a:cubicBezTo>
                  <a:pt x="1009304" y="1098873"/>
                  <a:pt x="920579" y="1138466"/>
                  <a:pt x="846113" y="1206567"/>
                </a:cubicBezTo>
                <a:cubicBezTo>
                  <a:pt x="763725" y="1284169"/>
                  <a:pt x="719362" y="1379193"/>
                  <a:pt x="720947" y="1486886"/>
                </a:cubicBezTo>
                <a:cubicBezTo>
                  <a:pt x="719362" y="1573991"/>
                  <a:pt x="751050" y="1656344"/>
                  <a:pt x="809672" y="1729196"/>
                </a:cubicBezTo>
                <a:cubicBezTo>
                  <a:pt x="866710" y="1800463"/>
                  <a:pt x="969694" y="1887568"/>
                  <a:pt x="1121795" y="1996845"/>
                </a:cubicBezTo>
                <a:cubicBezTo>
                  <a:pt x="1128132" y="2000013"/>
                  <a:pt x="1131301" y="2007931"/>
                  <a:pt x="1131301" y="2014266"/>
                </a:cubicBezTo>
                <a:cubicBezTo>
                  <a:pt x="1131301" y="2014266"/>
                  <a:pt x="1131301" y="2014266"/>
                  <a:pt x="1131301" y="2486216"/>
                </a:cubicBezTo>
                <a:cubicBezTo>
                  <a:pt x="1131301" y="2498886"/>
                  <a:pt x="1118626" y="2509972"/>
                  <a:pt x="1104367" y="2506805"/>
                </a:cubicBezTo>
                <a:cubicBezTo>
                  <a:pt x="958604" y="2475130"/>
                  <a:pt x="876216" y="2362686"/>
                  <a:pt x="850866" y="2148883"/>
                </a:cubicBezTo>
                <a:cubicBezTo>
                  <a:pt x="849282" y="2137797"/>
                  <a:pt x="841360" y="2129878"/>
                  <a:pt x="830269" y="2129878"/>
                </a:cubicBezTo>
                <a:cubicBezTo>
                  <a:pt x="830269" y="2129878"/>
                  <a:pt x="830269" y="2129878"/>
                  <a:pt x="785906" y="2129878"/>
                </a:cubicBezTo>
                <a:cubicBezTo>
                  <a:pt x="774815" y="2129878"/>
                  <a:pt x="766894" y="2137797"/>
                  <a:pt x="763725" y="2147299"/>
                </a:cubicBezTo>
                <a:cubicBezTo>
                  <a:pt x="763725" y="2147299"/>
                  <a:pt x="763725" y="2147299"/>
                  <a:pt x="709856" y="2443456"/>
                </a:cubicBezTo>
                <a:cubicBezTo>
                  <a:pt x="709856" y="2449791"/>
                  <a:pt x="711440" y="2456125"/>
                  <a:pt x="716193" y="2462460"/>
                </a:cubicBezTo>
                <a:cubicBezTo>
                  <a:pt x="816010" y="2563819"/>
                  <a:pt x="949097" y="2620833"/>
                  <a:pt x="1112288" y="2633503"/>
                </a:cubicBezTo>
                <a:cubicBezTo>
                  <a:pt x="1123379" y="2633503"/>
                  <a:pt x="1131301" y="2643005"/>
                  <a:pt x="1131301" y="2654091"/>
                </a:cubicBezTo>
                <a:cubicBezTo>
                  <a:pt x="1131301" y="2654091"/>
                  <a:pt x="1131301" y="2654091"/>
                  <a:pt x="1131301" y="2771287"/>
                </a:cubicBezTo>
                <a:cubicBezTo>
                  <a:pt x="1131301" y="2782373"/>
                  <a:pt x="1140807" y="2791875"/>
                  <a:pt x="1153482" y="2791875"/>
                </a:cubicBezTo>
                <a:cubicBezTo>
                  <a:pt x="1153482" y="2791875"/>
                  <a:pt x="1153482" y="2791875"/>
                  <a:pt x="1220026" y="2791875"/>
                </a:cubicBezTo>
                <a:cubicBezTo>
                  <a:pt x="1231117" y="2791875"/>
                  <a:pt x="1240623" y="2782373"/>
                  <a:pt x="1240623" y="2771287"/>
                </a:cubicBezTo>
                <a:cubicBezTo>
                  <a:pt x="1240623" y="2771287"/>
                  <a:pt x="1240623" y="2771287"/>
                  <a:pt x="1240623" y="2655675"/>
                </a:cubicBezTo>
                <a:cubicBezTo>
                  <a:pt x="1240623" y="2644589"/>
                  <a:pt x="1250129" y="2635086"/>
                  <a:pt x="1261220" y="2633503"/>
                </a:cubicBezTo>
                <a:cubicBezTo>
                  <a:pt x="1383217" y="2627168"/>
                  <a:pt x="1484617" y="2590742"/>
                  <a:pt x="1567005" y="2524226"/>
                </a:cubicBezTo>
                <a:cubicBezTo>
                  <a:pt x="1657315" y="2449791"/>
                  <a:pt x="1703262" y="2350016"/>
                  <a:pt x="1703262" y="2234404"/>
                </a:cubicBezTo>
                <a:cubicBezTo>
                  <a:pt x="1703262" y="2137797"/>
                  <a:pt x="1671574" y="2047524"/>
                  <a:pt x="1608199" y="1966754"/>
                </a:cubicBezTo>
                <a:cubicBezTo>
                  <a:pt x="1546408" y="1889152"/>
                  <a:pt x="1427580" y="1792545"/>
                  <a:pt x="1250129" y="1673765"/>
                </a:cubicBezTo>
                <a:cubicBezTo>
                  <a:pt x="1245376" y="1670598"/>
                  <a:pt x="1240623" y="1662679"/>
                  <a:pt x="1240623" y="1656344"/>
                </a:cubicBezTo>
                <a:cubicBezTo>
                  <a:pt x="1240623" y="1656344"/>
                  <a:pt x="1240623" y="1656344"/>
                  <a:pt x="1240623" y="1228739"/>
                </a:cubicBezTo>
                <a:cubicBezTo>
                  <a:pt x="1240623" y="1216069"/>
                  <a:pt x="1253298" y="1204983"/>
                  <a:pt x="1265973" y="1208150"/>
                </a:cubicBezTo>
                <a:cubicBezTo>
                  <a:pt x="1327764" y="1217653"/>
                  <a:pt x="1375295" y="1244576"/>
                  <a:pt x="1413320" y="1290504"/>
                </a:cubicBezTo>
                <a:cubicBezTo>
                  <a:pt x="1460852" y="1345934"/>
                  <a:pt x="1489371" y="1429872"/>
                  <a:pt x="1495708" y="1542316"/>
                </a:cubicBezTo>
                <a:cubicBezTo>
                  <a:pt x="1497293" y="1553402"/>
                  <a:pt x="1506799" y="1562905"/>
                  <a:pt x="1517889" y="1562905"/>
                </a:cubicBezTo>
                <a:cubicBezTo>
                  <a:pt x="1517889" y="1562905"/>
                  <a:pt x="1517889" y="1562905"/>
                  <a:pt x="1562252" y="1562905"/>
                </a:cubicBezTo>
                <a:cubicBezTo>
                  <a:pt x="1573343" y="1562905"/>
                  <a:pt x="1581265" y="1554986"/>
                  <a:pt x="1582849" y="1543900"/>
                </a:cubicBezTo>
                <a:cubicBezTo>
                  <a:pt x="1582849" y="1543900"/>
                  <a:pt x="1582849" y="1543900"/>
                  <a:pt x="1616121" y="1249327"/>
                </a:cubicBezTo>
                <a:cubicBezTo>
                  <a:pt x="1616121" y="1242992"/>
                  <a:pt x="1614537" y="1236657"/>
                  <a:pt x="1608199" y="1231906"/>
                </a:cubicBezTo>
                <a:cubicBezTo>
                  <a:pt x="1514721" y="1146385"/>
                  <a:pt x="1397477" y="1097290"/>
                  <a:pt x="1261220" y="1086203"/>
                </a:cubicBezTo>
                <a:cubicBezTo>
                  <a:pt x="1250129" y="1084620"/>
                  <a:pt x="1240623" y="1075117"/>
                  <a:pt x="1240623" y="1064031"/>
                </a:cubicBezTo>
                <a:cubicBezTo>
                  <a:pt x="1240623" y="1064031"/>
                  <a:pt x="1240623" y="1064031"/>
                  <a:pt x="1240623" y="995931"/>
                </a:cubicBezTo>
                <a:cubicBezTo>
                  <a:pt x="1240623" y="984845"/>
                  <a:pt x="1231117" y="973759"/>
                  <a:pt x="1220026" y="973759"/>
                </a:cubicBezTo>
                <a:cubicBezTo>
                  <a:pt x="1220026" y="973759"/>
                  <a:pt x="1220026" y="973759"/>
                  <a:pt x="1153482" y="973759"/>
                </a:cubicBezTo>
                <a:close/>
                <a:moveTo>
                  <a:pt x="941176" y="558823"/>
                </a:moveTo>
                <a:cubicBezTo>
                  <a:pt x="941176" y="558823"/>
                  <a:pt x="941176" y="558823"/>
                  <a:pt x="1487786" y="558823"/>
                </a:cubicBezTo>
                <a:cubicBezTo>
                  <a:pt x="1490955" y="558823"/>
                  <a:pt x="1492539" y="560407"/>
                  <a:pt x="1495708" y="560407"/>
                </a:cubicBezTo>
                <a:cubicBezTo>
                  <a:pt x="1948840" y="761540"/>
                  <a:pt x="2305326" y="1128964"/>
                  <a:pt x="2305326" y="1566072"/>
                </a:cubicBezTo>
                <a:cubicBezTo>
                  <a:pt x="2305326" y="1566072"/>
                  <a:pt x="2305326" y="1566072"/>
                  <a:pt x="2305326" y="1570823"/>
                </a:cubicBezTo>
                <a:cubicBezTo>
                  <a:pt x="2305326" y="1570823"/>
                  <a:pt x="2305326" y="1570823"/>
                  <a:pt x="2305326" y="1575574"/>
                </a:cubicBezTo>
                <a:cubicBezTo>
                  <a:pt x="2305326" y="1575574"/>
                  <a:pt x="2332260" y="1702272"/>
                  <a:pt x="2359194" y="1879650"/>
                </a:cubicBezTo>
                <a:cubicBezTo>
                  <a:pt x="2387713" y="2057027"/>
                  <a:pt x="2414648" y="2286667"/>
                  <a:pt x="2414648" y="2489384"/>
                </a:cubicBezTo>
                <a:cubicBezTo>
                  <a:pt x="2416232" y="2693684"/>
                  <a:pt x="2382960" y="2869478"/>
                  <a:pt x="2318001" y="2931243"/>
                </a:cubicBezTo>
                <a:cubicBezTo>
                  <a:pt x="2134213" y="3116539"/>
                  <a:pt x="1669990" y="3222648"/>
                  <a:pt x="1207351" y="3221064"/>
                </a:cubicBezTo>
                <a:cubicBezTo>
                  <a:pt x="743128" y="3222648"/>
                  <a:pt x="278905" y="3116539"/>
                  <a:pt x="96701" y="2931243"/>
                </a:cubicBezTo>
                <a:cubicBezTo>
                  <a:pt x="31742" y="2869478"/>
                  <a:pt x="-1530" y="2693684"/>
                  <a:pt x="54" y="2489384"/>
                </a:cubicBezTo>
                <a:cubicBezTo>
                  <a:pt x="54" y="2083950"/>
                  <a:pt x="107792" y="1575574"/>
                  <a:pt x="107792" y="1575574"/>
                </a:cubicBezTo>
                <a:cubicBezTo>
                  <a:pt x="107792" y="1575574"/>
                  <a:pt x="107792" y="1575574"/>
                  <a:pt x="109376" y="1570823"/>
                </a:cubicBezTo>
                <a:cubicBezTo>
                  <a:pt x="109376" y="1570823"/>
                  <a:pt x="109376" y="1570823"/>
                  <a:pt x="109376" y="1566072"/>
                </a:cubicBezTo>
                <a:cubicBezTo>
                  <a:pt x="107792" y="1132132"/>
                  <a:pt x="457940" y="769459"/>
                  <a:pt x="904735" y="566742"/>
                </a:cubicBezTo>
                <a:cubicBezTo>
                  <a:pt x="915825" y="561991"/>
                  <a:pt x="928500" y="558823"/>
                  <a:pt x="941176" y="558823"/>
                </a:cubicBezTo>
                <a:close/>
                <a:moveTo>
                  <a:pt x="1041158" y="374673"/>
                </a:moveTo>
                <a:cubicBezTo>
                  <a:pt x="1041158" y="374673"/>
                  <a:pt x="1041158" y="374673"/>
                  <a:pt x="1371955" y="374673"/>
                </a:cubicBezTo>
                <a:cubicBezTo>
                  <a:pt x="1395697" y="374673"/>
                  <a:pt x="1419438" y="379436"/>
                  <a:pt x="1435266" y="384198"/>
                </a:cubicBezTo>
                <a:cubicBezTo>
                  <a:pt x="1444762" y="388961"/>
                  <a:pt x="1452676" y="393723"/>
                  <a:pt x="1460590" y="396898"/>
                </a:cubicBezTo>
                <a:cubicBezTo>
                  <a:pt x="1460590" y="396898"/>
                  <a:pt x="1460590" y="396898"/>
                  <a:pt x="1470086" y="403248"/>
                </a:cubicBezTo>
                <a:cubicBezTo>
                  <a:pt x="1470086" y="403248"/>
                  <a:pt x="1470086" y="403248"/>
                  <a:pt x="1471669" y="408011"/>
                </a:cubicBezTo>
                <a:cubicBezTo>
                  <a:pt x="1471669" y="408011"/>
                  <a:pt x="1471669" y="408011"/>
                  <a:pt x="1471669" y="442936"/>
                </a:cubicBezTo>
                <a:cubicBezTo>
                  <a:pt x="1471669" y="442936"/>
                  <a:pt x="1471669" y="442936"/>
                  <a:pt x="1470086" y="447698"/>
                </a:cubicBezTo>
                <a:cubicBezTo>
                  <a:pt x="1465338" y="454048"/>
                  <a:pt x="1446345" y="463573"/>
                  <a:pt x="1422604" y="469923"/>
                </a:cubicBezTo>
                <a:cubicBezTo>
                  <a:pt x="1414690" y="469923"/>
                  <a:pt x="1406776" y="471511"/>
                  <a:pt x="1398862" y="473098"/>
                </a:cubicBezTo>
                <a:cubicBezTo>
                  <a:pt x="1398862" y="473098"/>
                  <a:pt x="1398862" y="473098"/>
                  <a:pt x="1020582" y="473098"/>
                </a:cubicBezTo>
                <a:cubicBezTo>
                  <a:pt x="1011086" y="471511"/>
                  <a:pt x="1001589" y="469923"/>
                  <a:pt x="992092" y="468336"/>
                </a:cubicBezTo>
                <a:cubicBezTo>
                  <a:pt x="992092" y="468336"/>
                  <a:pt x="992092" y="468336"/>
                  <a:pt x="979430" y="465161"/>
                </a:cubicBezTo>
                <a:cubicBezTo>
                  <a:pt x="968351" y="458811"/>
                  <a:pt x="958854" y="454048"/>
                  <a:pt x="947775" y="449286"/>
                </a:cubicBezTo>
                <a:cubicBezTo>
                  <a:pt x="947775" y="449286"/>
                  <a:pt x="947775" y="449286"/>
                  <a:pt x="944610" y="447698"/>
                </a:cubicBezTo>
                <a:cubicBezTo>
                  <a:pt x="944610" y="447698"/>
                  <a:pt x="944610" y="447698"/>
                  <a:pt x="941444" y="442936"/>
                </a:cubicBezTo>
                <a:cubicBezTo>
                  <a:pt x="941444" y="442936"/>
                  <a:pt x="941444" y="442936"/>
                  <a:pt x="941444" y="408011"/>
                </a:cubicBezTo>
                <a:cubicBezTo>
                  <a:pt x="941444" y="408011"/>
                  <a:pt x="941444" y="408011"/>
                  <a:pt x="944610" y="403248"/>
                </a:cubicBezTo>
                <a:cubicBezTo>
                  <a:pt x="952523" y="392136"/>
                  <a:pt x="993675" y="374673"/>
                  <a:pt x="1041158" y="374673"/>
                </a:cubicBezTo>
                <a:close/>
                <a:moveTo>
                  <a:pt x="877750" y="24"/>
                </a:moveTo>
                <a:cubicBezTo>
                  <a:pt x="1023513" y="-1564"/>
                  <a:pt x="1227897" y="79399"/>
                  <a:pt x="1438619" y="79399"/>
                </a:cubicBezTo>
                <a:cubicBezTo>
                  <a:pt x="1449709" y="79399"/>
                  <a:pt x="1495656" y="74636"/>
                  <a:pt x="1538434" y="68286"/>
                </a:cubicBezTo>
                <a:cubicBezTo>
                  <a:pt x="1566953" y="65111"/>
                  <a:pt x="1584381" y="96861"/>
                  <a:pt x="1566953" y="119086"/>
                </a:cubicBezTo>
                <a:cubicBezTo>
                  <a:pt x="1533681" y="157186"/>
                  <a:pt x="1467137" y="222274"/>
                  <a:pt x="1432281" y="258786"/>
                </a:cubicBezTo>
                <a:cubicBezTo>
                  <a:pt x="1419606" y="271486"/>
                  <a:pt x="1403763" y="277836"/>
                  <a:pt x="1384750" y="277836"/>
                </a:cubicBezTo>
                <a:cubicBezTo>
                  <a:pt x="1384750" y="277836"/>
                  <a:pt x="1384750" y="277836"/>
                  <a:pt x="1012422" y="277836"/>
                </a:cubicBezTo>
                <a:cubicBezTo>
                  <a:pt x="996578" y="277836"/>
                  <a:pt x="979150" y="273074"/>
                  <a:pt x="966475" y="261961"/>
                </a:cubicBezTo>
                <a:cubicBezTo>
                  <a:pt x="945878" y="242911"/>
                  <a:pt x="914191" y="215924"/>
                  <a:pt x="884088" y="187349"/>
                </a:cubicBezTo>
                <a:cubicBezTo>
                  <a:pt x="855569" y="158774"/>
                  <a:pt x="828635" y="127024"/>
                  <a:pt x="808038" y="100036"/>
                </a:cubicBezTo>
                <a:cubicBezTo>
                  <a:pt x="787441" y="73049"/>
                  <a:pt x="779519" y="47649"/>
                  <a:pt x="779519" y="42886"/>
                </a:cubicBezTo>
                <a:cubicBezTo>
                  <a:pt x="779519" y="42886"/>
                  <a:pt x="779519" y="42886"/>
                  <a:pt x="779519" y="41299"/>
                </a:cubicBezTo>
                <a:cubicBezTo>
                  <a:pt x="793778" y="14311"/>
                  <a:pt x="819128" y="1611"/>
                  <a:pt x="877750" y="24"/>
                </a:cubicBezTo>
                <a:close/>
              </a:path>
            </a:pathLst>
          </a:custGeom>
          <a:solidFill>
            <a:srgbClr val="CCA604"/>
          </a:solidFill>
          <a:ln>
            <a:noFill/>
          </a:ln>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91" name="矩形 590"/>
          <p:cNvSpPr/>
          <p:nvPr/>
        </p:nvSpPr>
        <p:spPr>
          <a:xfrm>
            <a:off x="2070422" y="3516772"/>
            <a:ext cx="2540071"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110</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年</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lgn="ctr">
              <a:spcBef>
                <a:spcPts val="600"/>
              </a:spcBef>
              <a:buSzPct val="50000"/>
            </a:pPr>
            <a:r>
              <a:rPr lang="zh-TW" altLang="en-US" sz="2000" b="1" dirty="0">
                <a:solidFill>
                  <a:schemeClr val="tx1"/>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469</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億餘元</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92" name="ValueShape">
            <a:extLst>
              <a:ext uri="{FF2B5EF4-FFF2-40B4-BE49-F238E27FC236}">
                <a16:creationId xmlns:a16="http://schemas.microsoft.com/office/drawing/2014/main" id="{9988E5CB-687E-4510-864C-8F46D15792EC}"/>
              </a:ext>
            </a:extLst>
          </p:cNvPr>
          <p:cNvSpPr/>
          <p:nvPr/>
        </p:nvSpPr>
        <p:spPr bwMode="auto">
          <a:xfrm>
            <a:off x="4153739" y="1986162"/>
            <a:ext cx="1237268" cy="1140568"/>
          </a:xfrm>
          <a:custGeom>
            <a:avLst/>
            <a:gdLst>
              <a:gd name="connsiteX0" fmla="*/ 1239894 w 2414702"/>
              <a:gd name="connsiteY0" fmla="*/ 2079643 h 3221081"/>
              <a:gd name="connsiteX1" fmla="*/ 1241482 w 2414702"/>
              <a:gd name="connsiteY1" fmla="*/ 2079643 h 3221081"/>
              <a:gd name="connsiteX2" fmla="*/ 1398644 w 2414702"/>
              <a:gd name="connsiteY2" fmla="*/ 2207763 h 3221081"/>
              <a:gd name="connsiteX3" fmla="*/ 1449444 w 2414702"/>
              <a:gd name="connsiteY3" fmla="*/ 2327974 h 3221081"/>
              <a:gd name="connsiteX4" fmla="*/ 1387532 w 2414702"/>
              <a:gd name="connsiteY4" fmla="*/ 2457676 h 3221081"/>
              <a:gd name="connsiteX5" fmla="*/ 1239894 w 2414702"/>
              <a:gd name="connsiteY5" fmla="*/ 2513036 h 3221081"/>
              <a:gd name="connsiteX6" fmla="*/ 1239894 w 2414702"/>
              <a:gd name="connsiteY6" fmla="*/ 2079643 h 3221081"/>
              <a:gd name="connsiteX7" fmla="*/ 1131944 w 2414702"/>
              <a:gd name="connsiteY7" fmla="*/ 1206524 h 3221081"/>
              <a:gd name="connsiteX8" fmla="*/ 1131944 w 2414702"/>
              <a:gd name="connsiteY8" fmla="*/ 1590698 h 3221081"/>
              <a:gd name="connsiteX9" fmla="*/ 958907 w 2414702"/>
              <a:gd name="connsiteY9" fmla="*/ 1365273 h 3221081"/>
              <a:gd name="connsiteX10" fmla="*/ 1012882 w 2414702"/>
              <a:gd name="connsiteY10" fmla="*/ 1258911 h 3221081"/>
              <a:gd name="connsiteX11" fmla="*/ 1131944 w 2414702"/>
              <a:gd name="connsiteY11" fmla="*/ 1206524 h 3221081"/>
              <a:gd name="connsiteX12" fmla="*/ 1153482 w 2414702"/>
              <a:gd name="connsiteY12" fmla="*/ 973759 h 3221081"/>
              <a:gd name="connsiteX13" fmla="*/ 1131301 w 2414702"/>
              <a:gd name="connsiteY13" fmla="*/ 995931 h 3221081"/>
              <a:gd name="connsiteX14" fmla="*/ 1131301 w 2414702"/>
              <a:gd name="connsiteY14" fmla="*/ 1065615 h 3221081"/>
              <a:gd name="connsiteX15" fmla="*/ 1112288 w 2414702"/>
              <a:gd name="connsiteY15" fmla="*/ 1086203 h 3221081"/>
              <a:gd name="connsiteX16" fmla="*/ 846113 w 2414702"/>
              <a:gd name="connsiteY16" fmla="*/ 1206567 h 3221081"/>
              <a:gd name="connsiteX17" fmla="*/ 720947 w 2414702"/>
              <a:gd name="connsiteY17" fmla="*/ 1486886 h 3221081"/>
              <a:gd name="connsiteX18" fmla="*/ 809672 w 2414702"/>
              <a:gd name="connsiteY18" fmla="*/ 1729196 h 3221081"/>
              <a:gd name="connsiteX19" fmla="*/ 1121795 w 2414702"/>
              <a:gd name="connsiteY19" fmla="*/ 1996845 h 3221081"/>
              <a:gd name="connsiteX20" fmla="*/ 1131301 w 2414702"/>
              <a:gd name="connsiteY20" fmla="*/ 2014266 h 3221081"/>
              <a:gd name="connsiteX21" fmla="*/ 1131301 w 2414702"/>
              <a:gd name="connsiteY21" fmla="*/ 2486216 h 3221081"/>
              <a:gd name="connsiteX22" fmla="*/ 1104367 w 2414702"/>
              <a:gd name="connsiteY22" fmla="*/ 2506805 h 3221081"/>
              <a:gd name="connsiteX23" fmla="*/ 850866 w 2414702"/>
              <a:gd name="connsiteY23" fmla="*/ 2148883 h 3221081"/>
              <a:gd name="connsiteX24" fmla="*/ 830269 w 2414702"/>
              <a:gd name="connsiteY24" fmla="*/ 2129878 h 3221081"/>
              <a:gd name="connsiteX25" fmla="*/ 785906 w 2414702"/>
              <a:gd name="connsiteY25" fmla="*/ 2129878 h 3221081"/>
              <a:gd name="connsiteX26" fmla="*/ 763725 w 2414702"/>
              <a:gd name="connsiteY26" fmla="*/ 2147299 h 3221081"/>
              <a:gd name="connsiteX27" fmla="*/ 709856 w 2414702"/>
              <a:gd name="connsiteY27" fmla="*/ 2443456 h 3221081"/>
              <a:gd name="connsiteX28" fmla="*/ 716193 w 2414702"/>
              <a:gd name="connsiteY28" fmla="*/ 2462460 h 3221081"/>
              <a:gd name="connsiteX29" fmla="*/ 1112288 w 2414702"/>
              <a:gd name="connsiteY29" fmla="*/ 2633503 h 3221081"/>
              <a:gd name="connsiteX30" fmla="*/ 1131301 w 2414702"/>
              <a:gd name="connsiteY30" fmla="*/ 2654091 h 3221081"/>
              <a:gd name="connsiteX31" fmla="*/ 1131301 w 2414702"/>
              <a:gd name="connsiteY31" fmla="*/ 2771287 h 3221081"/>
              <a:gd name="connsiteX32" fmla="*/ 1153482 w 2414702"/>
              <a:gd name="connsiteY32" fmla="*/ 2791875 h 3221081"/>
              <a:gd name="connsiteX33" fmla="*/ 1220026 w 2414702"/>
              <a:gd name="connsiteY33" fmla="*/ 2791875 h 3221081"/>
              <a:gd name="connsiteX34" fmla="*/ 1240623 w 2414702"/>
              <a:gd name="connsiteY34" fmla="*/ 2771287 h 3221081"/>
              <a:gd name="connsiteX35" fmla="*/ 1240623 w 2414702"/>
              <a:gd name="connsiteY35" fmla="*/ 2655675 h 3221081"/>
              <a:gd name="connsiteX36" fmla="*/ 1261220 w 2414702"/>
              <a:gd name="connsiteY36" fmla="*/ 2633503 h 3221081"/>
              <a:gd name="connsiteX37" fmla="*/ 1567005 w 2414702"/>
              <a:gd name="connsiteY37" fmla="*/ 2524226 h 3221081"/>
              <a:gd name="connsiteX38" fmla="*/ 1703262 w 2414702"/>
              <a:gd name="connsiteY38" fmla="*/ 2234404 h 3221081"/>
              <a:gd name="connsiteX39" fmla="*/ 1608199 w 2414702"/>
              <a:gd name="connsiteY39" fmla="*/ 1966754 h 3221081"/>
              <a:gd name="connsiteX40" fmla="*/ 1250129 w 2414702"/>
              <a:gd name="connsiteY40" fmla="*/ 1673765 h 3221081"/>
              <a:gd name="connsiteX41" fmla="*/ 1240623 w 2414702"/>
              <a:gd name="connsiteY41" fmla="*/ 1656344 h 3221081"/>
              <a:gd name="connsiteX42" fmla="*/ 1240623 w 2414702"/>
              <a:gd name="connsiteY42" fmla="*/ 1228739 h 3221081"/>
              <a:gd name="connsiteX43" fmla="*/ 1265973 w 2414702"/>
              <a:gd name="connsiteY43" fmla="*/ 1208150 h 3221081"/>
              <a:gd name="connsiteX44" fmla="*/ 1413320 w 2414702"/>
              <a:gd name="connsiteY44" fmla="*/ 1290504 h 3221081"/>
              <a:gd name="connsiteX45" fmla="*/ 1495708 w 2414702"/>
              <a:gd name="connsiteY45" fmla="*/ 1542316 h 3221081"/>
              <a:gd name="connsiteX46" fmla="*/ 1517889 w 2414702"/>
              <a:gd name="connsiteY46" fmla="*/ 1562905 h 3221081"/>
              <a:gd name="connsiteX47" fmla="*/ 1562252 w 2414702"/>
              <a:gd name="connsiteY47" fmla="*/ 1562905 h 3221081"/>
              <a:gd name="connsiteX48" fmla="*/ 1582849 w 2414702"/>
              <a:gd name="connsiteY48" fmla="*/ 1543900 h 3221081"/>
              <a:gd name="connsiteX49" fmla="*/ 1616121 w 2414702"/>
              <a:gd name="connsiteY49" fmla="*/ 1249327 h 3221081"/>
              <a:gd name="connsiteX50" fmla="*/ 1608199 w 2414702"/>
              <a:gd name="connsiteY50" fmla="*/ 1231906 h 3221081"/>
              <a:gd name="connsiteX51" fmla="*/ 1261220 w 2414702"/>
              <a:gd name="connsiteY51" fmla="*/ 1086203 h 3221081"/>
              <a:gd name="connsiteX52" fmla="*/ 1240623 w 2414702"/>
              <a:gd name="connsiteY52" fmla="*/ 1064031 h 3221081"/>
              <a:gd name="connsiteX53" fmla="*/ 1240623 w 2414702"/>
              <a:gd name="connsiteY53" fmla="*/ 995931 h 3221081"/>
              <a:gd name="connsiteX54" fmla="*/ 1220026 w 2414702"/>
              <a:gd name="connsiteY54" fmla="*/ 973759 h 3221081"/>
              <a:gd name="connsiteX55" fmla="*/ 1153482 w 2414702"/>
              <a:gd name="connsiteY55" fmla="*/ 973759 h 3221081"/>
              <a:gd name="connsiteX56" fmla="*/ 941176 w 2414702"/>
              <a:gd name="connsiteY56" fmla="*/ 558823 h 3221081"/>
              <a:gd name="connsiteX57" fmla="*/ 1487786 w 2414702"/>
              <a:gd name="connsiteY57" fmla="*/ 558823 h 3221081"/>
              <a:gd name="connsiteX58" fmla="*/ 1495708 w 2414702"/>
              <a:gd name="connsiteY58" fmla="*/ 560407 h 3221081"/>
              <a:gd name="connsiteX59" fmla="*/ 2305326 w 2414702"/>
              <a:gd name="connsiteY59" fmla="*/ 1566072 h 3221081"/>
              <a:gd name="connsiteX60" fmla="*/ 2305326 w 2414702"/>
              <a:gd name="connsiteY60" fmla="*/ 1570823 h 3221081"/>
              <a:gd name="connsiteX61" fmla="*/ 2305326 w 2414702"/>
              <a:gd name="connsiteY61" fmla="*/ 1575574 h 3221081"/>
              <a:gd name="connsiteX62" fmla="*/ 2359194 w 2414702"/>
              <a:gd name="connsiteY62" fmla="*/ 1879650 h 3221081"/>
              <a:gd name="connsiteX63" fmla="*/ 2414648 w 2414702"/>
              <a:gd name="connsiteY63" fmla="*/ 2489384 h 3221081"/>
              <a:gd name="connsiteX64" fmla="*/ 2318001 w 2414702"/>
              <a:gd name="connsiteY64" fmla="*/ 2931243 h 3221081"/>
              <a:gd name="connsiteX65" fmla="*/ 1207351 w 2414702"/>
              <a:gd name="connsiteY65" fmla="*/ 3221064 h 3221081"/>
              <a:gd name="connsiteX66" fmla="*/ 96701 w 2414702"/>
              <a:gd name="connsiteY66" fmla="*/ 2931243 h 3221081"/>
              <a:gd name="connsiteX67" fmla="*/ 54 w 2414702"/>
              <a:gd name="connsiteY67" fmla="*/ 2489384 h 3221081"/>
              <a:gd name="connsiteX68" fmla="*/ 107792 w 2414702"/>
              <a:gd name="connsiteY68" fmla="*/ 1575574 h 3221081"/>
              <a:gd name="connsiteX69" fmla="*/ 109376 w 2414702"/>
              <a:gd name="connsiteY69" fmla="*/ 1570823 h 3221081"/>
              <a:gd name="connsiteX70" fmla="*/ 109376 w 2414702"/>
              <a:gd name="connsiteY70" fmla="*/ 1566072 h 3221081"/>
              <a:gd name="connsiteX71" fmla="*/ 904735 w 2414702"/>
              <a:gd name="connsiteY71" fmla="*/ 566742 h 3221081"/>
              <a:gd name="connsiteX72" fmla="*/ 941176 w 2414702"/>
              <a:gd name="connsiteY72" fmla="*/ 558823 h 3221081"/>
              <a:gd name="connsiteX73" fmla="*/ 1041158 w 2414702"/>
              <a:gd name="connsiteY73" fmla="*/ 374673 h 3221081"/>
              <a:gd name="connsiteX74" fmla="*/ 1371955 w 2414702"/>
              <a:gd name="connsiteY74" fmla="*/ 374673 h 3221081"/>
              <a:gd name="connsiteX75" fmla="*/ 1435266 w 2414702"/>
              <a:gd name="connsiteY75" fmla="*/ 384198 h 3221081"/>
              <a:gd name="connsiteX76" fmla="*/ 1460590 w 2414702"/>
              <a:gd name="connsiteY76" fmla="*/ 396898 h 3221081"/>
              <a:gd name="connsiteX77" fmla="*/ 1470086 w 2414702"/>
              <a:gd name="connsiteY77" fmla="*/ 403248 h 3221081"/>
              <a:gd name="connsiteX78" fmla="*/ 1471669 w 2414702"/>
              <a:gd name="connsiteY78" fmla="*/ 408011 h 3221081"/>
              <a:gd name="connsiteX79" fmla="*/ 1471669 w 2414702"/>
              <a:gd name="connsiteY79" fmla="*/ 442936 h 3221081"/>
              <a:gd name="connsiteX80" fmla="*/ 1470086 w 2414702"/>
              <a:gd name="connsiteY80" fmla="*/ 447698 h 3221081"/>
              <a:gd name="connsiteX81" fmla="*/ 1422604 w 2414702"/>
              <a:gd name="connsiteY81" fmla="*/ 469923 h 3221081"/>
              <a:gd name="connsiteX82" fmla="*/ 1398862 w 2414702"/>
              <a:gd name="connsiteY82" fmla="*/ 473098 h 3221081"/>
              <a:gd name="connsiteX83" fmla="*/ 1020582 w 2414702"/>
              <a:gd name="connsiteY83" fmla="*/ 473098 h 3221081"/>
              <a:gd name="connsiteX84" fmla="*/ 992092 w 2414702"/>
              <a:gd name="connsiteY84" fmla="*/ 468336 h 3221081"/>
              <a:gd name="connsiteX85" fmla="*/ 979430 w 2414702"/>
              <a:gd name="connsiteY85" fmla="*/ 465161 h 3221081"/>
              <a:gd name="connsiteX86" fmla="*/ 947775 w 2414702"/>
              <a:gd name="connsiteY86" fmla="*/ 449286 h 3221081"/>
              <a:gd name="connsiteX87" fmla="*/ 944610 w 2414702"/>
              <a:gd name="connsiteY87" fmla="*/ 447698 h 3221081"/>
              <a:gd name="connsiteX88" fmla="*/ 941444 w 2414702"/>
              <a:gd name="connsiteY88" fmla="*/ 442936 h 3221081"/>
              <a:gd name="connsiteX89" fmla="*/ 941444 w 2414702"/>
              <a:gd name="connsiteY89" fmla="*/ 408011 h 3221081"/>
              <a:gd name="connsiteX90" fmla="*/ 944610 w 2414702"/>
              <a:gd name="connsiteY90" fmla="*/ 403248 h 3221081"/>
              <a:gd name="connsiteX91" fmla="*/ 1041158 w 2414702"/>
              <a:gd name="connsiteY91" fmla="*/ 374673 h 3221081"/>
              <a:gd name="connsiteX92" fmla="*/ 877750 w 2414702"/>
              <a:gd name="connsiteY92" fmla="*/ 24 h 3221081"/>
              <a:gd name="connsiteX93" fmla="*/ 1438619 w 2414702"/>
              <a:gd name="connsiteY93" fmla="*/ 79399 h 3221081"/>
              <a:gd name="connsiteX94" fmla="*/ 1538434 w 2414702"/>
              <a:gd name="connsiteY94" fmla="*/ 68286 h 3221081"/>
              <a:gd name="connsiteX95" fmla="*/ 1566953 w 2414702"/>
              <a:gd name="connsiteY95" fmla="*/ 119086 h 3221081"/>
              <a:gd name="connsiteX96" fmla="*/ 1432281 w 2414702"/>
              <a:gd name="connsiteY96" fmla="*/ 258786 h 3221081"/>
              <a:gd name="connsiteX97" fmla="*/ 1384750 w 2414702"/>
              <a:gd name="connsiteY97" fmla="*/ 277836 h 3221081"/>
              <a:gd name="connsiteX98" fmla="*/ 1012422 w 2414702"/>
              <a:gd name="connsiteY98" fmla="*/ 277836 h 3221081"/>
              <a:gd name="connsiteX99" fmla="*/ 966475 w 2414702"/>
              <a:gd name="connsiteY99" fmla="*/ 261961 h 3221081"/>
              <a:gd name="connsiteX100" fmla="*/ 884088 w 2414702"/>
              <a:gd name="connsiteY100" fmla="*/ 187349 h 3221081"/>
              <a:gd name="connsiteX101" fmla="*/ 808038 w 2414702"/>
              <a:gd name="connsiteY101" fmla="*/ 100036 h 3221081"/>
              <a:gd name="connsiteX102" fmla="*/ 779519 w 2414702"/>
              <a:gd name="connsiteY102" fmla="*/ 42886 h 3221081"/>
              <a:gd name="connsiteX103" fmla="*/ 779519 w 2414702"/>
              <a:gd name="connsiteY103" fmla="*/ 41299 h 3221081"/>
              <a:gd name="connsiteX104" fmla="*/ 877750 w 2414702"/>
              <a:gd name="connsiteY104" fmla="*/ 24 h 322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14702" h="3221081">
                <a:moveTo>
                  <a:pt x="1239894" y="2079643"/>
                </a:moveTo>
                <a:cubicBezTo>
                  <a:pt x="1239894" y="2079643"/>
                  <a:pt x="1239894" y="2078061"/>
                  <a:pt x="1241482" y="2079643"/>
                </a:cubicBezTo>
                <a:cubicBezTo>
                  <a:pt x="1316094" y="2128676"/>
                  <a:pt x="1370069" y="2171383"/>
                  <a:pt x="1398644" y="2207763"/>
                </a:cubicBezTo>
                <a:cubicBezTo>
                  <a:pt x="1433569" y="2248888"/>
                  <a:pt x="1449444" y="2288431"/>
                  <a:pt x="1449444" y="2327974"/>
                </a:cubicBezTo>
                <a:cubicBezTo>
                  <a:pt x="1449444" y="2380171"/>
                  <a:pt x="1428807" y="2421296"/>
                  <a:pt x="1387532" y="2457676"/>
                </a:cubicBezTo>
                <a:cubicBezTo>
                  <a:pt x="1349432" y="2487729"/>
                  <a:pt x="1300219" y="2506709"/>
                  <a:pt x="1239894" y="2513036"/>
                </a:cubicBezTo>
                <a:cubicBezTo>
                  <a:pt x="1239894" y="2513036"/>
                  <a:pt x="1239894" y="2513036"/>
                  <a:pt x="1239894" y="2079643"/>
                </a:cubicBezTo>
                <a:close/>
                <a:moveTo>
                  <a:pt x="1131944" y="1206524"/>
                </a:moveTo>
                <a:cubicBezTo>
                  <a:pt x="1131944" y="1206524"/>
                  <a:pt x="1131944" y="1206524"/>
                  <a:pt x="1131944" y="1590698"/>
                </a:cubicBezTo>
                <a:cubicBezTo>
                  <a:pt x="1012882" y="1504973"/>
                  <a:pt x="958907" y="1427186"/>
                  <a:pt x="958907" y="1365273"/>
                </a:cubicBezTo>
                <a:cubicBezTo>
                  <a:pt x="960495" y="1323998"/>
                  <a:pt x="976370" y="1290661"/>
                  <a:pt x="1012882" y="1258911"/>
                </a:cubicBezTo>
                <a:cubicBezTo>
                  <a:pt x="1044632" y="1230336"/>
                  <a:pt x="1084319" y="1212874"/>
                  <a:pt x="1131944" y="1206524"/>
                </a:cubicBezTo>
                <a:close/>
                <a:moveTo>
                  <a:pt x="1153482" y="973759"/>
                </a:moveTo>
                <a:cubicBezTo>
                  <a:pt x="1140807" y="973759"/>
                  <a:pt x="1131301" y="984845"/>
                  <a:pt x="1131301" y="995931"/>
                </a:cubicBezTo>
                <a:cubicBezTo>
                  <a:pt x="1131301" y="995931"/>
                  <a:pt x="1131301" y="995931"/>
                  <a:pt x="1131301" y="1065615"/>
                </a:cubicBezTo>
                <a:cubicBezTo>
                  <a:pt x="1131301" y="1076701"/>
                  <a:pt x="1123379" y="1086203"/>
                  <a:pt x="1112288" y="1086203"/>
                </a:cubicBezTo>
                <a:cubicBezTo>
                  <a:pt x="1009304" y="1098873"/>
                  <a:pt x="920579" y="1138466"/>
                  <a:pt x="846113" y="1206567"/>
                </a:cubicBezTo>
                <a:cubicBezTo>
                  <a:pt x="763725" y="1284169"/>
                  <a:pt x="719362" y="1379193"/>
                  <a:pt x="720947" y="1486886"/>
                </a:cubicBezTo>
                <a:cubicBezTo>
                  <a:pt x="719362" y="1573991"/>
                  <a:pt x="751050" y="1656344"/>
                  <a:pt x="809672" y="1729196"/>
                </a:cubicBezTo>
                <a:cubicBezTo>
                  <a:pt x="866710" y="1800463"/>
                  <a:pt x="969694" y="1887568"/>
                  <a:pt x="1121795" y="1996845"/>
                </a:cubicBezTo>
                <a:cubicBezTo>
                  <a:pt x="1128132" y="2000013"/>
                  <a:pt x="1131301" y="2007931"/>
                  <a:pt x="1131301" y="2014266"/>
                </a:cubicBezTo>
                <a:cubicBezTo>
                  <a:pt x="1131301" y="2014266"/>
                  <a:pt x="1131301" y="2014266"/>
                  <a:pt x="1131301" y="2486216"/>
                </a:cubicBezTo>
                <a:cubicBezTo>
                  <a:pt x="1131301" y="2498886"/>
                  <a:pt x="1118626" y="2509972"/>
                  <a:pt x="1104367" y="2506805"/>
                </a:cubicBezTo>
                <a:cubicBezTo>
                  <a:pt x="958604" y="2475130"/>
                  <a:pt x="876216" y="2362686"/>
                  <a:pt x="850866" y="2148883"/>
                </a:cubicBezTo>
                <a:cubicBezTo>
                  <a:pt x="849282" y="2137797"/>
                  <a:pt x="841360" y="2129878"/>
                  <a:pt x="830269" y="2129878"/>
                </a:cubicBezTo>
                <a:cubicBezTo>
                  <a:pt x="830269" y="2129878"/>
                  <a:pt x="830269" y="2129878"/>
                  <a:pt x="785906" y="2129878"/>
                </a:cubicBezTo>
                <a:cubicBezTo>
                  <a:pt x="774815" y="2129878"/>
                  <a:pt x="766894" y="2137797"/>
                  <a:pt x="763725" y="2147299"/>
                </a:cubicBezTo>
                <a:cubicBezTo>
                  <a:pt x="763725" y="2147299"/>
                  <a:pt x="763725" y="2147299"/>
                  <a:pt x="709856" y="2443456"/>
                </a:cubicBezTo>
                <a:cubicBezTo>
                  <a:pt x="709856" y="2449791"/>
                  <a:pt x="711440" y="2456125"/>
                  <a:pt x="716193" y="2462460"/>
                </a:cubicBezTo>
                <a:cubicBezTo>
                  <a:pt x="816010" y="2563819"/>
                  <a:pt x="949097" y="2620833"/>
                  <a:pt x="1112288" y="2633503"/>
                </a:cubicBezTo>
                <a:cubicBezTo>
                  <a:pt x="1123379" y="2633503"/>
                  <a:pt x="1131301" y="2643005"/>
                  <a:pt x="1131301" y="2654091"/>
                </a:cubicBezTo>
                <a:cubicBezTo>
                  <a:pt x="1131301" y="2654091"/>
                  <a:pt x="1131301" y="2654091"/>
                  <a:pt x="1131301" y="2771287"/>
                </a:cubicBezTo>
                <a:cubicBezTo>
                  <a:pt x="1131301" y="2782373"/>
                  <a:pt x="1140807" y="2791875"/>
                  <a:pt x="1153482" y="2791875"/>
                </a:cubicBezTo>
                <a:cubicBezTo>
                  <a:pt x="1153482" y="2791875"/>
                  <a:pt x="1153482" y="2791875"/>
                  <a:pt x="1220026" y="2791875"/>
                </a:cubicBezTo>
                <a:cubicBezTo>
                  <a:pt x="1231117" y="2791875"/>
                  <a:pt x="1240623" y="2782373"/>
                  <a:pt x="1240623" y="2771287"/>
                </a:cubicBezTo>
                <a:cubicBezTo>
                  <a:pt x="1240623" y="2771287"/>
                  <a:pt x="1240623" y="2771287"/>
                  <a:pt x="1240623" y="2655675"/>
                </a:cubicBezTo>
                <a:cubicBezTo>
                  <a:pt x="1240623" y="2644589"/>
                  <a:pt x="1250129" y="2635086"/>
                  <a:pt x="1261220" y="2633503"/>
                </a:cubicBezTo>
                <a:cubicBezTo>
                  <a:pt x="1383217" y="2627168"/>
                  <a:pt x="1484617" y="2590742"/>
                  <a:pt x="1567005" y="2524226"/>
                </a:cubicBezTo>
                <a:cubicBezTo>
                  <a:pt x="1657315" y="2449791"/>
                  <a:pt x="1703262" y="2350016"/>
                  <a:pt x="1703262" y="2234404"/>
                </a:cubicBezTo>
                <a:cubicBezTo>
                  <a:pt x="1703262" y="2137797"/>
                  <a:pt x="1671574" y="2047524"/>
                  <a:pt x="1608199" y="1966754"/>
                </a:cubicBezTo>
                <a:cubicBezTo>
                  <a:pt x="1546408" y="1889152"/>
                  <a:pt x="1427580" y="1792545"/>
                  <a:pt x="1250129" y="1673765"/>
                </a:cubicBezTo>
                <a:cubicBezTo>
                  <a:pt x="1245376" y="1670598"/>
                  <a:pt x="1240623" y="1662679"/>
                  <a:pt x="1240623" y="1656344"/>
                </a:cubicBezTo>
                <a:cubicBezTo>
                  <a:pt x="1240623" y="1656344"/>
                  <a:pt x="1240623" y="1656344"/>
                  <a:pt x="1240623" y="1228739"/>
                </a:cubicBezTo>
                <a:cubicBezTo>
                  <a:pt x="1240623" y="1216069"/>
                  <a:pt x="1253298" y="1204983"/>
                  <a:pt x="1265973" y="1208150"/>
                </a:cubicBezTo>
                <a:cubicBezTo>
                  <a:pt x="1327764" y="1217653"/>
                  <a:pt x="1375295" y="1244576"/>
                  <a:pt x="1413320" y="1290504"/>
                </a:cubicBezTo>
                <a:cubicBezTo>
                  <a:pt x="1460852" y="1345934"/>
                  <a:pt x="1489371" y="1429872"/>
                  <a:pt x="1495708" y="1542316"/>
                </a:cubicBezTo>
                <a:cubicBezTo>
                  <a:pt x="1497293" y="1553402"/>
                  <a:pt x="1506799" y="1562905"/>
                  <a:pt x="1517889" y="1562905"/>
                </a:cubicBezTo>
                <a:cubicBezTo>
                  <a:pt x="1517889" y="1562905"/>
                  <a:pt x="1517889" y="1562905"/>
                  <a:pt x="1562252" y="1562905"/>
                </a:cubicBezTo>
                <a:cubicBezTo>
                  <a:pt x="1573343" y="1562905"/>
                  <a:pt x="1581265" y="1554986"/>
                  <a:pt x="1582849" y="1543900"/>
                </a:cubicBezTo>
                <a:cubicBezTo>
                  <a:pt x="1582849" y="1543900"/>
                  <a:pt x="1582849" y="1543900"/>
                  <a:pt x="1616121" y="1249327"/>
                </a:cubicBezTo>
                <a:cubicBezTo>
                  <a:pt x="1616121" y="1242992"/>
                  <a:pt x="1614537" y="1236657"/>
                  <a:pt x="1608199" y="1231906"/>
                </a:cubicBezTo>
                <a:cubicBezTo>
                  <a:pt x="1514721" y="1146385"/>
                  <a:pt x="1397477" y="1097290"/>
                  <a:pt x="1261220" y="1086203"/>
                </a:cubicBezTo>
                <a:cubicBezTo>
                  <a:pt x="1250129" y="1084620"/>
                  <a:pt x="1240623" y="1075117"/>
                  <a:pt x="1240623" y="1064031"/>
                </a:cubicBezTo>
                <a:cubicBezTo>
                  <a:pt x="1240623" y="1064031"/>
                  <a:pt x="1240623" y="1064031"/>
                  <a:pt x="1240623" y="995931"/>
                </a:cubicBezTo>
                <a:cubicBezTo>
                  <a:pt x="1240623" y="984845"/>
                  <a:pt x="1231117" y="973759"/>
                  <a:pt x="1220026" y="973759"/>
                </a:cubicBezTo>
                <a:cubicBezTo>
                  <a:pt x="1220026" y="973759"/>
                  <a:pt x="1220026" y="973759"/>
                  <a:pt x="1153482" y="973759"/>
                </a:cubicBezTo>
                <a:close/>
                <a:moveTo>
                  <a:pt x="941176" y="558823"/>
                </a:moveTo>
                <a:cubicBezTo>
                  <a:pt x="941176" y="558823"/>
                  <a:pt x="941176" y="558823"/>
                  <a:pt x="1487786" y="558823"/>
                </a:cubicBezTo>
                <a:cubicBezTo>
                  <a:pt x="1490955" y="558823"/>
                  <a:pt x="1492539" y="560407"/>
                  <a:pt x="1495708" y="560407"/>
                </a:cubicBezTo>
                <a:cubicBezTo>
                  <a:pt x="1948840" y="761540"/>
                  <a:pt x="2305326" y="1128964"/>
                  <a:pt x="2305326" y="1566072"/>
                </a:cubicBezTo>
                <a:cubicBezTo>
                  <a:pt x="2305326" y="1566072"/>
                  <a:pt x="2305326" y="1566072"/>
                  <a:pt x="2305326" y="1570823"/>
                </a:cubicBezTo>
                <a:cubicBezTo>
                  <a:pt x="2305326" y="1570823"/>
                  <a:pt x="2305326" y="1570823"/>
                  <a:pt x="2305326" y="1575574"/>
                </a:cubicBezTo>
                <a:cubicBezTo>
                  <a:pt x="2305326" y="1575574"/>
                  <a:pt x="2332260" y="1702272"/>
                  <a:pt x="2359194" y="1879650"/>
                </a:cubicBezTo>
                <a:cubicBezTo>
                  <a:pt x="2387713" y="2057027"/>
                  <a:pt x="2414648" y="2286667"/>
                  <a:pt x="2414648" y="2489384"/>
                </a:cubicBezTo>
                <a:cubicBezTo>
                  <a:pt x="2416232" y="2693684"/>
                  <a:pt x="2382960" y="2869478"/>
                  <a:pt x="2318001" y="2931243"/>
                </a:cubicBezTo>
                <a:cubicBezTo>
                  <a:pt x="2134213" y="3116539"/>
                  <a:pt x="1669990" y="3222648"/>
                  <a:pt x="1207351" y="3221064"/>
                </a:cubicBezTo>
                <a:cubicBezTo>
                  <a:pt x="743128" y="3222648"/>
                  <a:pt x="278905" y="3116539"/>
                  <a:pt x="96701" y="2931243"/>
                </a:cubicBezTo>
                <a:cubicBezTo>
                  <a:pt x="31742" y="2869478"/>
                  <a:pt x="-1530" y="2693684"/>
                  <a:pt x="54" y="2489384"/>
                </a:cubicBezTo>
                <a:cubicBezTo>
                  <a:pt x="54" y="2083950"/>
                  <a:pt x="107792" y="1575574"/>
                  <a:pt x="107792" y="1575574"/>
                </a:cubicBezTo>
                <a:cubicBezTo>
                  <a:pt x="107792" y="1575574"/>
                  <a:pt x="107792" y="1575574"/>
                  <a:pt x="109376" y="1570823"/>
                </a:cubicBezTo>
                <a:cubicBezTo>
                  <a:pt x="109376" y="1570823"/>
                  <a:pt x="109376" y="1570823"/>
                  <a:pt x="109376" y="1566072"/>
                </a:cubicBezTo>
                <a:cubicBezTo>
                  <a:pt x="107792" y="1132132"/>
                  <a:pt x="457940" y="769459"/>
                  <a:pt x="904735" y="566742"/>
                </a:cubicBezTo>
                <a:cubicBezTo>
                  <a:pt x="915825" y="561991"/>
                  <a:pt x="928500" y="558823"/>
                  <a:pt x="941176" y="558823"/>
                </a:cubicBezTo>
                <a:close/>
                <a:moveTo>
                  <a:pt x="1041158" y="374673"/>
                </a:moveTo>
                <a:cubicBezTo>
                  <a:pt x="1041158" y="374673"/>
                  <a:pt x="1041158" y="374673"/>
                  <a:pt x="1371955" y="374673"/>
                </a:cubicBezTo>
                <a:cubicBezTo>
                  <a:pt x="1395697" y="374673"/>
                  <a:pt x="1419438" y="379436"/>
                  <a:pt x="1435266" y="384198"/>
                </a:cubicBezTo>
                <a:cubicBezTo>
                  <a:pt x="1444762" y="388961"/>
                  <a:pt x="1452676" y="393723"/>
                  <a:pt x="1460590" y="396898"/>
                </a:cubicBezTo>
                <a:cubicBezTo>
                  <a:pt x="1460590" y="396898"/>
                  <a:pt x="1460590" y="396898"/>
                  <a:pt x="1470086" y="403248"/>
                </a:cubicBezTo>
                <a:cubicBezTo>
                  <a:pt x="1470086" y="403248"/>
                  <a:pt x="1470086" y="403248"/>
                  <a:pt x="1471669" y="408011"/>
                </a:cubicBezTo>
                <a:cubicBezTo>
                  <a:pt x="1471669" y="408011"/>
                  <a:pt x="1471669" y="408011"/>
                  <a:pt x="1471669" y="442936"/>
                </a:cubicBezTo>
                <a:cubicBezTo>
                  <a:pt x="1471669" y="442936"/>
                  <a:pt x="1471669" y="442936"/>
                  <a:pt x="1470086" y="447698"/>
                </a:cubicBezTo>
                <a:cubicBezTo>
                  <a:pt x="1465338" y="454048"/>
                  <a:pt x="1446345" y="463573"/>
                  <a:pt x="1422604" y="469923"/>
                </a:cubicBezTo>
                <a:cubicBezTo>
                  <a:pt x="1414690" y="469923"/>
                  <a:pt x="1406776" y="471511"/>
                  <a:pt x="1398862" y="473098"/>
                </a:cubicBezTo>
                <a:cubicBezTo>
                  <a:pt x="1398862" y="473098"/>
                  <a:pt x="1398862" y="473098"/>
                  <a:pt x="1020582" y="473098"/>
                </a:cubicBezTo>
                <a:cubicBezTo>
                  <a:pt x="1011086" y="471511"/>
                  <a:pt x="1001589" y="469923"/>
                  <a:pt x="992092" y="468336"/>
                </a:cubicBezTo>
                <a:cubicBezTo>
                  <a:pt x="992092" y="468336"/>
                  <a:pt x="992092" y="468336"/>
                  <a:pt x="979430" y="465161"/>
                </a:cubicBezTo>
                <a:cubicBezTo>
                  <a:pt x="968351" y="458811"/>
                  <a:pt x="958854" y="454048"/>
                  <a:pt x="947775" y="449286"/>
                </a:cubicBezTo>
                <a:cubicBezTo>
                  <a:pt x="947775" y="449286"/>
                  <a:pt x="947775" y="449286"/>
                  <a:pt x="944610" y="447698"/>
                </a:cubicBezTo>
                <a:cubicBezTo>
                  <a:pt x="944610" y="447698"/>
                  <a:pt x="944610" y="447698"/>
                  <a:pt x="941444" y="442936"/>
                </a:cubicBezTo>
                <a:cubicBezTo>
                  <a:pt x="941444" y="442936"/>
                  <a:pt x="941444" y="442936"/>
                  <a:pt x="941444" y="408011"/>
                </a:cubicBezTo>
                <a:cubicBezTo>
                  <a:pt x="941444" y="408011"/>
                  <a:pt x="941444" y="408011"/>
                  <a:pt x="944610" y="403248"/>
                </a:cubicBezTo>
                <a:cubicBezTo>
                  <a:pt x="952523" y="392136"/>
                  <a:pt x="993675" y="374673"/>
                  <a:pt x="1041158" y="374673"/>
                </a:cubicBezTo>
                <a:close/>
                <a:moveTo>
                  <a:pt x="877750" y="24"/>
                </a:moveTo>
                <a:cubicBezTo>
                  <a:pt x="1023513" y="-1564"/>
                  <a:pt x="1227897" y="79399"/>
                  <a:pt x="1438619" y="79399"/>
                </a:cubicBezTo>
                <a:cubicBezTo>
                  <a:pt x="1449709" y="79399"/>
                  <a:pt x="1495656" y="74636"/>
                  <a:pt x="1538434" y="68286"/>
                </a:cubicBezTo>
                <a:cubicBezTo>
                  <a:pt x="1566953" y="65111"/>
                  <a:pt x="1584381" y="96861"/>
                  <a:pt x="1566953" y="119086"/>
                </a:cubicBezTo>
                <a:cubicBezTo>
                  <a:pt x="1533681" y="157186"/>
                  <a:pt x="1467137" y="222274"/>
                  <a:pt x="1432281" y="258786"/>
                </a:cubicBezTo>
                <a:cubicBezTo>
                  <a:pt x="1419606" y="271486"/>
                  <a:pt x="1403763" y="277836"/>
                  <a:pt x="1384750" y="277836"/>
                </a:cubicBezTo>
                <a:cubicBezTo>
                  <a:pt x="1384750" y="277836"/>
                  <a:pt x="1384750" y="277836"/>
                  <a:pt x="1012422" y="277836"/>
                </a:cubicBezTo>
                <a:cubicBezTo>
                  <a:pt x="996578" y="277836"/>
                  <a:pt x="979150" y="273074"/>
                  <a:pt x="966475" y="261961"/>
                </a:cubicBezTo>
                <a:cubicBezTo>
                  <a:pt x="945878" y="242911"/>
                  <a:pt x="914191" y="215924"/>
                  <a:pt x="884088" y="187349"/>
                </a:cubicBezTo>
                <a:cubicBezTo>
                  <a:pt x="855569" y="158774"/>
                  <a:pt x="828635" y="127024"/>
                  <a:pt x="808038" y="100036"/>
                </a:cubicBezTo>
                <a:cubicBezTo>
                  <a:pt x="787441" y="73049"/>
                  <a:pt x="779519" y="47649"/>
                  <a:pt x="779519" y="42886"/>
                </a:cubicBezTo>
                <a:cubicBezTo>
                  <a:pt x="779519" y="42886"/>
                  <a:pt x="779519" y="42886"/>
                  <a:pt x="779519" y="41299"/>
                </a:cubicBezTo>
                <a:cubicBezTo>
                  <a:pt x="793778" y="14311"/>
                  <a:pt x="819128" y="1611"/>
                  <a:pt x="877750" y="24"/>
                </a:cubicBezTo>
                <a:close/>
              </a:path>
            </a:pathLst>
          </a:custGeom>
          <a:solidFill>
            <a:srgbClr val="CCA604"/>
          </a:solidFill>
          <a:ln>
            <a:noFill/>
          </a:ln>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93" name="矩形 592"/>
          <p:cNvSpPr/>
          <p:nvPr/>
        </p:nvSpPr>
        <p:spPr>
          <a:xfrm>
            <a:off x="3678714" y="3516772"/>
            <a:ext cx="2540071"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111</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年</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lgn="ctr">
              <a:spcBef>
                <a:spcPts val="600"/>
              </a:spcBef>
              <a:buSzPct val="50000"/>
            </a:pPr>
            <a:r>
              <a:rPr lang="zh-TW" altLang="en-US" sz="2000" dirty="0">
                <a:solidFill>
                  <a:schemeClr val="tx1"/>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652</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億餘元</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94" name="ValueShape">
            <a:extLst>
              <a:ext uri="{FF2B5EF4-FFF2-40B4-BE49-F238E27FC236}">
                <a16:creationId xmlns:a16="http://schemas.microsoft.com/office/drawing/2014/main" id="{9988E5CB-687E-4510-864C-8F46D15792EC}"/>
              </a:ext>
            </a:extLst>
          </p:cNvPr>
          <p:cNvSpPr/>
          <p:nvPr/>
        </p:nvSpPr>
        <p:spPr bwMode="auto">
          <a:xfrm>
            <a:off x="5878286" y="1972074"/>
            <a:ext cx="1261906" cy="1154656"/>
          </a:xfrm>
          <a:custGeom>
            <a:avLst/>
            <a:gdLst>
              <a:gd name="connsiteX0" fmla="*/ 1239894 w 2414702"/>
              <a:gd name="connsiteY0" fmla="*/ 2079643 h 3221081"/>
              <a:gd name="connsiteX1" fmla="*/ 1241482 w 2414702"/>
              <a:gd name="connsiteY1" fmla="*/ 2079643 h 3221081"/>
              <a:gd name="connsiteX2" fmla="*/ 1398644 w 2414702"/>
              <a:gd name="connsiteY2" fmla="*/ 2207763 h 3221081"/>
              <a:gd name="connsiteX3" fmla="*/ 1449444 w 2414702"/>
              <a:gd name="connsiteY3" fmla="*/ 2327974 h 3221081"/>
              <a:gd name="connsiteX4" fmla="*/ 1387532 w 2414702"/>
              <a:gd name="connsiteY4" fmla="*/ 2457676 h 3221081"/>
              <a:gd name="connsiteX5" fmla="*/ 1239894 w 2414702"/>
              <a:gd name="connsiteY5" fmla="*/ 2513036 h 3221081"/>
              <a:gd name="connsiteX6" fmla="*/ 1239894 w 2414702"/>
              <a:gd name="connsiteY6" fmla="*/ 2079643 h 3221081"/>
              <a:gd name="connsiteX7" fmla="*/ 1131944 w 2414702"/>
              <a:gd name="connsiteY7" fmla="*/ 1206524 h 3221081"/>
              <a:gd name="connsiteX8" fmla="*/ 1131944 w 2414702"/>
              <a:gd name="connsiteY8" fmla="*/ 1590698 h 3221081"/>
              <a:gd name="connsiteX9" fmla="*/ 958907 w 2414702"/>
              <a:gd name="connsiteY9" fmla="*/ 1365273 h 3221081"/>
              <a:gd name="connsiteX10" fmla="*/ 1012882 w 2414702"/>
              <a:gd name="connsiteY10" fmla="*/ 1258911 h 3221081"/>
              <a:gd name="connsiteX11" fmla="*/ 1131944 w 2414702"/>
              <a:gd name="connsiteY11" fmla="*/ 1206524 h 3221081"/>
              <a:gd name="connsiteX12" fmla="*/ 1153482 w 2414702"/>
              <a:gd name="connsiteY12" fmla="*/ 973759 h 3221081"/>
              <a:gd name="connsiteX13" fmla="*/ 1131301 w 2414702"/>
              <a:gd name="connsiteY13" fmla="*/ 995931 h 3221081"/>
              <a:gd name="connsiteX14" fmla="*/ 1131301 w 2414702"/>
              <a:gd name="connsiteY14" fmla="*/ 1065615 h 3221081"/>
              <a:gd name="connsiteX15" fmla="*/ 1112288 w 2414702"/>
              <a:gd name="connsiteY15" fmla="*/ 1086203 h 3221081"/>
              <a:gd name="connsiteX16" fmla="*/ 846113 w 2414702"/>
              <a:gd name="connsiteY16" fmla="*/ 1206567 h 3221081"/>
              <a:gd name="connsiteX17" fmla="*/ 720947 w 2414702"/>
              <a:gd name="connsiteY17" fmla="*/ 1486886 h 3221081"/>
              <a:gd name="connsiteX18" fmla="*/ 809672 w 2414702"/>
              <a:gd name="connsiteY18" fmla="*/ 1729196 h 3221081"/>
              <a:gd name="connsiteX19" fmla="*/ 1121795 w 2414702"/>
              <a:gd name="connsiteY19" fmla="*/ 1996845 h 3221081"/>
              <a:gd name="connsiteX20" fmla="*/ 1131301 w 2414702"/>
              <a:gd name="connsiteY20" fmla="*/ 2014266 h 3221081"/>
              <a:gd name="connsiteX21" fmla="*/ 1131301 w 2414702"/>
              <a:gd name="connsiteY21" fmla="*/ 2486216 h 3221081"/>
              <a:gd name="connsiteX22" fmla="*/ 1104367 w 2414702"/>
              <a:gd name="connsiteY22" fmla="*/ 2506805 h 3221081"/>
              <a:gd name="connsiteX23" fmla="*/ 850866 w 2414702"/>
              <a:gd name="connsiteY23" fmla="*/ 2148883 h 3221081"/>
              <a:gd name="connsiteX24" fmla="*/ 830269 w 2414702"/>
              <a:gd name="connsiteY24" fmla="*/ 2129878 h 3221081"/>
              <a:gd name="connsiteX25" fmla="*/ 785906 w 2414702"/>
              <a:gd name="connsiteY25" fmla="*/ 2129878 h 3221081"/>
              <a:gd name="connsiteX26" fmla="*/ 763725 w 2414702"/>
              <a:gd name="connsiteY26" fmla="*/ 2147299 h 3221081"/>
              <a:gd name="connsiteX27" fmla="*/ 709856 w 2414702"/>
              <a:gd name="connsiteY27" fmla="*/ 2443456 h 3221081"/>
              <a:gd name="connsiteX28" fmla="*/ 716193 w 2414702"/>
              <a:gd name="connsiteY28" fmla="*/ 2462460 h 3221081"/>
              <a:gd name="connsiteX29" fmla="*/ 1112288 w 2414702"/>
              <a:gd name="connsiteY29" fmla="*/ 2633503 h 3221081"/>
              <a:gd name="connsiteX30" fmla="*/ 1131301 w 2414702"/>
              <a:gd name="connsiteY30" fmla="*/ 2654091 h 3221081"/>
              <a:gd name="connsiteX31" fmla="*/ 1131301 w 2414702"/>
              <a:gd name="connsiteY31" fmla="*/ 2771287 h 3221081"/>
              <a:gd name="connsiteX32" fmla="*/ 1153482 w 2414702"/>
              <a:gd name="connsiteY32" fmla="*/ 2791875 h 3221081"/>
              <a:gd name="connsiteX33" fmla="*/ 1220026 w 2414702"/>
              <a:gd name="connsiteY33" fmla="*/ 2791875 h 3221081"/>
              <a:gd name="connsiteX34" fmla="*/ 1240623 w 2414702"/>
              <a:gd name="connsiteY34" fmla="*/ 2771287 h 3221081"/>
              <a:gd name="connsiteX35" fmla="*/ 1240623 w 2414702"/>
              <a:gd name="connsiteY35" fmla="*/ 2655675 h 3221081"/>
              <a:gd name="connsiteX36" fmla="*/ 1261220 w 2414702"/>
              <a:gd name="connsiteY36" fmla="*/ 2633503 h 3221081"/>
              <a:gd name="connsiteX37" fmla="*/ 1567005 w 2414702"/>
              <a:gd name="connsiteY37" fmla="*/ 2524226 h 3221081"/>
              <a:gd name="connsiteX38" fmla="*/ 1703262 w 2414702"/>
              <a:gd name="connsiteY38" fmla="*/ 2234404 h 3221081"/>
              <a:gd name="connsiteX39" fmla="*/ 1608199 w 2414702"/>
              <a:gd name="connsiteY39" fmla="*/ 1966754 h 3221081"/>
              <a:gd name="connsiteX40" fmla="*/ 1250129 w 2414702"/>
              <a:gd name="connsiteY40" fmla="*/ 1673765 h 3221081"/>
              <a:gd name="connsiteX41" fmla="*/ 1240623 w 2414702"/>
              <a:gd name="connsiteY41" fmla="*/ 1656344 h 3221081"/>
              <a:gd name="connsiteX42" fmla="*/ 1240623 w 2414702"/>
              <a:gd name="connsiteY42" fmla="*/ 1228739 h 3221081"/>
              <a:gd name="connsiteX43" fmla="*/ 1265973 w 2414702"/>
              <a:gd name="connsiteY43" fmla="*/ 1208150 h 3221081"/>
              <a:gd name="connsiteX44" fmla="*/ 1413320 w 2414702"/>
              <a:gd name="connsiteY44" fmla="*/ 1290504 h 3221081"/>
              <a:gd name="connsiteX45" fmla="*/ 1495708 w 2414702"/>
              <a:gd name="connsiteY45" fmla="*/ 1542316 h 3221081"/>
              <a:gd name="connsiteX46" fmla="*/ 1517889 w 2414702"/>
              <a:gd name="connsiteY46" fmla="*/ 1562905 h 3221081"/>
              <a:gd name="connsiteX47" fmla="*/ 1562252 w 2414702"/>
              <a:gd name="connsiteY47" fmla="*/ 1562905 h 3221081"/>
              <a:gd name="connsiteX48" fmla="*/ 1582849 w 2414702"/>
              <a:gd name="connsiteY48" fmla="*/ 1543900 h 3221081"/>
              <a:gd name="connsiteX49" fmla="*/ 1616121 w 2414702"/>
              <a:gd name="connsiteY49" fmla="*/ 1249327 h 3221081"/>
              <a:gd name="connsiteX50" fmla="*/ 1608199 w 2414702"/>
              <a:gd name="connsiteY50" fmla="*/ 1231906 h 3221081"/>
              <a:gd name="connsiteX51" fmla="*/ 1261220 w 2414702"/>
              <a:gd name="connsiteY51" fmla="*/ 1086203 h 3221081"/>
              <a:gd name="connsiteX52" fmla="*/ 1240623 w 2414702"/>
              <a:gd name="connsiteY52" fmla="*/ 1064031 h 3221081"/>
              <a:gd name="connsiteX53" fmla="*/ 1240623 w 2414702"/>
              <a:gd name="connsiteY53" fmla="*/ 995931 h 3221081"/>
              <a:gd name="connsiteX54" fmla="*/ 1220026 w 2414702"/>
              <a:gd name="connsiteY54" fmla="*/ 973759 h 3221081"/>
              <a:gd name="connsiteX55" fmla="*/ 1153482 w 2414702"/>
              <a:gd name="connsiteY55" fmla="*/ 973759 h 3221081"/>
              <a:gd name="connsiteX56" fmla="*/ 941176 w 2414702"/>
              <a:gd name="connsiteY56" fmla="*/ 558823 h 3221081"/>
              <a:gd name="connsiteX57" fmla="*/ 1487786 w 2414702"/>
              <a:gd name="connsiteY57" fmla="*/ 558823 h 3221081"/>
              <a:gd name="connsiteX58" fmla="*/ 1495708 w 2414702"/>
              <a:gd name="connsiteY58" fmla="*/ 560407 h 3221081"/>
              <a:gd name="connsiteX59" fmla="*/ 2305326 w 2414702"/>
              <a:gd name="connsiteY59" fmla="*/ 1566072 h 3221081"/>
              <a:gd name="connsiteX60" fmla="*/ 2305326 w 2414702"/>
              <a:gd name="connsiteY60" fmla="*/ 1570823 h 3221081"/>
              <a:gd name="connsiteX61" fmla="*/ 2305326 w 2414702"/>
              <a:gd name="connsiteY61" fmla="*/ 1575574 h 3221081"/>
              <a:gd name="connsiteX62" fmla="*/ 2359194 w 2414702"/>
              <a:gd name="connsiteY62" fmla="*/ 1879650 h 3221081"/>
              <a:gd name="connsiteX63" fmla="*/ 2414648 w 2414702"/>
              <a:gd name="connsiteY63" fmla="*/ 2489384 h 3221081"/>
              <a:gd name="connsiteX64" fmla="*/ 2318001 w 2414702"/>
              <a:gd name="connsiteY64" fmla="*/ 2931243 h 3221081"/>
              <a:gd name="connsiteX65" fmla="*/ 1207351 w 2414702"/>
              <a:gd name="connsiteY65" fmla="*/ 3221064 h 3221081"/>
              <a:gd name="connsiteX66" fmla="*/ 96701 w 2414702"/>
              <a:gd name="connsiteY66" fmla="*/ 2931243 h 3221081"/>
              <a:gd name="connsiteX67" fmla="*/ 54 w 2414702"/>
              <a:gd name="connsiteY67" fmla="*/ 2489384 h 3221081"/>
              <a:gd name="connsiteX68" fmla="*/ 107792 w 2414702"/>
              <a:gd name="connsiteY68" fmla="*/ 1575574 h 3221081"/>
              <a:gd name="connsiteX69" fmla="*/ 109376 w 2414702"/>
              <a:gd name="connsiteY69" fmla="*/ 1570823 h 3221081"/>
              <a:gd name="connsiteX70" fmla="*/ 109376 w 2414702"/>
              <a:gd name="connsiteY70" fmla="*/ 1566072 h 3221081"/>
              <a:gd name="connsiteX71" fmla="*/ 904735 w 2414702"/>
              <a:gd name="connsiteY71" fmla="*/ 566742 h 3221081"/>
              <a:gd name="connsiteX72" fmla="*/ 941176 w 2414702"/>
              <a:gd name="connsiteY72" fmla="*/ 558823 h 3221081"/>
              <a:gd name="connsiteX73" fmla="*/ 1041158 w 2414702"/>
              <a:gd name="connsiteY73" fmla="*/ 374673 h 3221081"/>
              <a:gd name="connsiteX74" fmla="*/ 1371955 w 2414702"/>
              <a:gd name="connsiteY74" fmla="*/ 374673 h 3221081"/>
              <a:gd name="connsiteX75" fmla="*/ 1435266 w 2414702"/>
              <a:gd name="connsiteY75" fmla="*/ 384198 h 3221081"/>
              <a:gd name="connsiteX76" fmla="*/ 1460590 w 2414702"/>
              <a:gd name="connsiteY76" fmla="*/ 396898 h 3221081"/>
              <a:gd name="connsiteX77" fmla="*/ 1470086 w 2414702"/>
              <a:gd name="connsiteY77" fmla="*/ 403248 h 3221081"/>
              <a:gd name="connsiteX78" fmla="*/ 1471669 w 2414702"/>
              <a:gd name="connsiteY78" fmla="*/ 408011 h 3221081"/>
              <a:gd name="connsiteX79" fmla="*/ 1471669 w 2414702"/>
              <a:gd name="connsiteY79" fmla="*/ 442936 h 3221081"/>
              <a:gd name="connsiteX80" fmla="*/ 1470086 w 2414702"/>
              <a:gd name="connsiteY80" fmla="*/ 447698 h 3221081"/>
              <a:gd name="connsiteX81" fmla="*/ 1422604 w 2414702"/>
              <a:gd name="connsiteY81" fmla="*/ 469923 h 3221081"/>
              <a:gd name="connsiteX82" fmla="*/ 1398862 w 2414702"/>
              <a:gd name="connsiteY82" fmla="*/ 473098 h 3221081"/>
              <a:gd name="connsiteX83" fmla="*/ 1020582 w 2414702"/>
              <a:gd name="connsiteY83" fmla="*/ 473098 h 3221081"/>
              <a:gd name="connsiteX84" fmla="*/ 992092 w 2414702"/>
              <a:gd name="connsiteY84" fmla="*/ 468336 h 3221081"/>
              <a:gd name="connsiteX85" fmla="*/ 979430 w 2414702"/>
              <a:gd name="connsiteY85" fmla="*/ 465161 h 3221081"/>
              <a:gd name="connsiteX86" fmla="*/ 947775 w 2414702"/>
              <a:gd name="connsiteY86" fmla="*/ 449286 h 3221081"/>
              <a:gd name="connsiteX87" fmla="*/ 944610 w 2414702"/>
              <a:gd name="connsiteY87" fmla="*/ 447698 h 3221081"/>
              <a:gd name="connsiteX88" fmla="*/ 941444 w 2414702"/>
              <a:gd name="connsiteY88" fmla="*/ 442936 h 3221081"/>
              <a:gd name="connsiteX89" fmla="*/ 941444 w 2414702"/>
              <a:gd name="connsiteY89" fmla="*/ 408011 h 3221081"/>
              <a:gd name="connsiteX90" fmla="*/ 944610 w 2414702"/>
              <a:gd name="connsiteY90" fmla="*/ 403248 h 3221081"/>
              <a:gd name="connsiteX91" fmla="*/ 1041158 w 2414702"/>
              <a:gd name="connsiteY91" fmla="*/ 374673 h 3221081"/>
              <a:gd name="connsiteX92" fmla="*/ 877750 w 2414702"/>
              <a:gd name="connsiteY92" fmla="*/ 24 h 3221081"/>
              <a:gd name="connsiteX93" fmla="*/ 1438619 w 2414702"/>
              <a:gd name="connsiteY93" fmla="*/ 79399 h 3221081"/>
              <a:gd name="connsiteX94" fmla="*/ 1538434 w 2414702"/>
              <a:gd name="connsiteY94" fmla="*/ 68286 h 3221081"/>
              <a:gd name="connsiteX95" fmla="*/ 1566953 w 2414702"/>
              <a:gd name="connsiteY95" fmla="*/ 119086 h 3221081"/>
              <a:gd name="connsiteX96" fmla="*/ 1432281 w 2414702"/>
              <a:gd name="connsiteY96" fmla="*/ 258786 h 3221081"/>
              <a:gd name="connsiteX97" fmla="*/ 1384750 w 2414702"/>
              <a:gd name="connsiteY97" fmla="*/ 277836 h 3221081"/>
              <a:gd name="connsiteX98" fmla="*/ 1012422 w 2414702"/>
              <a:gd name="connsiteY98" fmla="*/ 277836 h 3221081"/>
              <a:gd name="connsiteX99" fmla="*/ 966475 w 2414702"/>
              <a:gd name="connsiteY99" fmla="*/ 261961 h 3221081"/>
              <a:gd name="connsiteX100" fmla="*/ 884088 w 2414702"/>
              <a:gd name="connsiteY100" fmla="*/ 187349 h 3221081"/>
              <a:gd name="connsiteX101" fmla="*/ 808038 w 2414702"/>
              <a:gd name="connsiteY101" fmla="*/ 100036 h 3221081"/>
              <a:gd name="connsiteX102" fmla="*/ 779519 w 2414702"/>
              <a:gd name="connsiteY102" fmla="*/ 42886 h 3221081"/>
              <a:gd name="connsiteX103" fmla="*/ 779519 w 2414702"/>
              <a:gd name="connsiteY103" fmla="*/ 41299 h 3221081"/>
              <a:gd name="connsiteX104" fmla="*/ 877750 w 2414702"/>
              <a:gd name="connsiteY104" fmla="*/ 24 h 322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14702" h="3221081">
                <a:moveTo>
                  <a:pt x="1239894" y="2079643"/>
                </a:moveTo>
                <a:cubicBezTo>
                  <a:pt x="1239894" y="2079643"/>
                  <a:pt x="1239894" y="2078061"/>
                  <a:pt x="1241482" y="2079643"/>
                </a:cubicBezTo>
                <a:cubicBezTo>
                  <a:pt x="1316094" y="2128676"/>
                  <a:pt x="1370069" y="2171383"/>
                  <a:pt x="1398644" y="2207763"/>
                </a:cubicBezTo>
                <a:cubicBezTo>
                  <a:pt x="1433569" y="2248888"/>
                  <a:pt x="1449444" y="2288431"/>
                  <a:pt x="1449444" y="2327974"/>
                </a:cubicBezTo>
                <a:cubicBezTo>
                  <a:pt x="1449444" y="2380171"/>
                  <a:pt x="1428807" y="2421296"/>
                  <a:pt x="1387532" y="2457676"/>
                </a:cubicBezTo>
                <a:cubicBezTo>
                  <a:pt x="1349432" y="2487729"/>
                  <a:pt x="1300219" y="2506709"/>
                  <a:pt x="1239894" y="2513036"/>
                </a:cubicBezTo>
                <a:cubicBezTo>
                  <a:pt x="1239894" y="2513036"/>
                  <a:pt x="1239894" y="2513036"/>
                  <a:pt x="1239894" y="2079643"/>
                </a:cubicBezTo>
                <a:close/>
                <a:moveTo>
                  <a:pt x="1131944" y="1206524"/>
                </a:moveTo>
                <a:cubicBezTo>
                  <a:pt x="1131944" y="1206524"/>
                  <a:pt x="1131944" y="1206524"/>
                  <a:pt x="1131944" y="1590698"/>
                </a:cubicBezTo>
                <a:cubicBezTo>
                  <a:pt x="1012882" y="1504973"/>
                  <a:pt x="958907" y="1427186"/>
                  <a:pt x="958907" y="1365273"/>
                </a:cubicBezTo>
                <a:cubicBezTo>
                  <a:pt x="960495" y="1323998"/>
                  <a:pt x="976370" y="1290661"/>
                  <a:pt x="1012882" y="1258911"/>
                </a:cubicBezTo>
                <a:cubicBezTo>
                  <a:pt x="1044632" y="1230336"/>
                  <a:pt x="1084319" y="1212874"/>
                  <a:pt x="1131944" y="1206524"/>
                </a:cubicBezTo>
                <a:close/>
                <a:moveTo>
                  <a:pt x="1153482" y="973759"/>
                </a:moveTo>
                <a:cubicBezTo>
                  <a:pt x="1140807" y="973759"/>
                  <a:pt x="1131301" y="984845"/>
                  <a:pt x="1131301" y="995931"/>
                </a:cubicBezTo>
                <a:cubicBezTo>
                  <a:pt x="1131301" y="995931"/>
                  <a:pt x="1131301" y="995931"/>
                  <a:pt x="1131301" y="1065615"/>
                </a:cubicBezTo>
                <a:cubicBezTo>
                  <a:pt x="1131301" y="1076701"/>
                  <a:pt x="1123379" y="1086203"/>
                  <a:pt x="1112288" y="1086203"/>
                </a:cubicBezTo>
                <a:cubicBezTo>
                  <a:pt x="1009304" y="1098873"/>
                  <a:pt x="920579" y="1138466"/>
                  <a:pt x="846113" y="1206567"/>
                </a:cubicBezTo>
                <a:cubicBezTo>
                  <a:pt x="763725" y="1284169"/>
                  <a:pt x="719362" y="1379193"/>
                  <a:pt x="720947" y="1486886"/>
                </a:cubicBezTo>
                <a:cubicBezTo>
                  <a:pt x="719362" y="1573991"/>
                  <a:pt x="751050" y="1656344"/>
                  <a:pt x="809672" y="1729196"/>
                </a:cubicBezTo>
                <a:cubicBezTo>
                  <a:pt x="866710" y="1800463"/>
                  <a:pt x="969694" y="1887568"/>
                  <a:pt x="1121795" y="1996845"/>
                </a:cubicBezTo>
                <a:cubicBezTo>
                  <a:pt x="1128132" y="2000013"/>
                  <a:pt x="1131301" y="2007931"/>
                  <a:pt x="1131301" y="2014266"/>
                </a:cubicBezTo>
                <a:cubicBezTo>
                  <a:pt x="1131301" y="2014266"/>
                  <a:pt x="1131301" y="2014266"/>
                  <a:pt x="1131301" y="2486216"/>
                </a:cubicBezTo>
                <a:cubicBezTo>
                  <a:pt x="1131301" y="2498886"/>
                  <a:pt x="1118626" y="2509972"/>
                  <a:pt x="1104367" y="2506805"/>
                </a:cubicBezTo>
                <a:cubicBezTo>
                  <a:pt x="958604" y="2475130"/>
                  <a:pt x="876216" y="2362686"/>
                  <a:pt x="850866" y="2148883"/>
                </a:cubicBezTo>
                <a:cubicBezTo>
                  <a:pt x="849282" y="2137797"/>
                  <a:pt x="841360" y="2129878"/>
                  <a:pt x="830269" y="2129878"/>
                </a:cubicBezTo>
                <a:cubicBezTo>
                  <a:pt x="830269" y="2129878"/>
                  <a:pt x="830269" y="2129878"/>
                  <a:pt x="785906" y="2129878"/>
                </a:cubicBezTo>
                <a:cubicBezTo>
                  <a:pt x="774815" y="2129878"/>
                  <a:pt x="766894" y="2137797"/>
                  <a:pt x="763725" y="2147299"/>
                </a:cubicBezTo>
                <a:cubicBezTo>
                  <a:pt x="763725" y="2147299"/>
                  <a:pt x="763725" y="2147299"/>
                  <a:pt x="709856" y="2443456"/>
                </a:cubicBezTo>
                <a:cubicBezTo>
                  <a:pt x="709856" y="2449791"/>
                  <a:pt x="711440" y="2456125"/>
                  <a:pt x="716193" y="2462460"/>
                </a:cubicBezTo>
                <a:cubicBezTo>
                  <a:pt x="816010" y="2563819"/>
                  <a:pt x="949097" y="2620833"/>
                  <a:pt x="1112288" y="2633503"/>
                </a:cubicBezTo>
                <a:cubicBezTo>
                  <a:pt x="1123379" y="2633503"/>
                  <a:pt x="1131301" y="2643005"/>
                  <a:pt x="1131301" y="2654091"/>
                </a:cubicBezTo>
                <a:cubicBezTo>
                  <a:pt x="1131301" y="2654091"/>
                  <a:pt x="1131301" y="2654091"/>
                  <a:pt x="1131301" y="2771287"/>
                </a:cubicBezTo>
                <a:cubicBezTo>
                  <a:pt x="1131301" y="2782373"/>
                  <a:pt x="1140807" y="2791875"/>
                  <a:pt x="1153482" y="2791875"/>
                </a:cubicBezTo>
                <a:cubicBezTo>
                  <a:pt x="1153482" y="2791875"/>
                  <a:pt x="1153482" y="2791875"/>
                  <a:pt x="1220026" y="2791875"/>
                </a:cubicBezTo>
                <a:cubicBezTo>
                  <a:pt x="1231117" y="2791875"/>
                  <a:pt x="1240623" y="2782373"/>
                  <a:pt x="1240623" y="2771287"/>
                </a:cubicBezTo>
                <a:cubicBezTo>
                  <a:pt x="1240623" y="2771287"/>
                  <a:pt x="1240623" y="2771287"/>
                  <a:pt x="1240623" y="2655675"/>
                </a:cubicBezTo>
                <a:cubicBezTo>
                  <a:pt x="1240623" y="2644589"/>
                  <a:pt x="1250129" y="2635086"/>
                  <a:pt x="1261220" y="2633503"/>
                </a:cubicBezTo>
                <a:cubicBezTo>
                  <a:pt x="1383217" y="2627168"/>
                  <a:pt x="1484617" y="2590742"/>
                  <a:pt x="1567005" y="2524226"/>
                </a:cubicBezTo>
                <a:cubicBezTo>
                  <a:pt x="1657315" y="2449791"/>
                  <a:pt x="1703262" y="2350016"/>
                  <a:pt x="1703262" y="2234404"/>
                </a:cubicBezTo>
                <a:cubicBezTo>
                  <a:pt x="1703262" y="2137797"/>
                  <a:pt x="1671574" y="2047524"/>
                  <a:pt x="1608199" y="1966754"/>
                </a:cubicBezTo>
                <a:cubicBezTo>
                  <a:pt x="1546408" y="1889152"/>
                  <a:pt x="1427580" y="1792545"/>
                  <a:pt x="1250129" y="1673765"/>
                </a:cubicBezTo>
                <a:cubicBezTo>
                  <a:pt x="1245376" y="1670598"/>
                  <a:pt x="1240623" y="1662679"/>
                  <a:pt x="1240623" y="1656344"/>
                </a:cubicBezTo>
                <a:cubicBezTo>
                  <a:pt x="1240623" y="1656344"/>
                  <a:pt x="1240623" y="1656344"/>
                  <a:pt x="1240623" y="1228739"/>
                </a:cubicBezTo>
                <a:cubicBezTo>
                  <a:pt x="1240623" y="1216069"/>
                  <a:pt x="1253298" y="1204983"/>
                  <a:pt x="1265973" y="1208150"/>
                </a:cubicBezTo>
                <a:cubicBezTo>
                  <a:pt x="1327764" y="1217653"/>
                  <a:pt x="1375295" y="1244576"/>
                  <a:pt x="1413320" y="1290504"/>
                </a:cubicBezTo>
                <a:cubicBezTo>
                  <a:pt x="1460852" y="1345934"/>
                  <a:pt x="1489371" y="1429872"/>
                  <a:pt x="1495708" y="1542316"/>
                </a:cubicBezTo>
                <a:cubicBezTo>
                  <a:pt x="1497293" y="1553402"/>
                  <a:pt x="1506799" y="1562905"/>
                  <a:pt x="1517889" y="1562905"/>
                </a:cubicBezTo>
                <a:cubicBezTo>
                  <a:pt x="1517889" y="1562905"/>
                  <a:pt x="1517889" y="1562905"/>
                  <a:pt x="1562252" y="1562905"/>
                </a:cubicBezTo>
                <a:cubicBezTo>
                  <a:pt x="1573343" y="1562905"/>
                  <a:pt x="1581265" y="1554986"/>
                  <a:pt x="1582849" y="1543900"/>
                </a:cubicBezTo>
                <a:cubicBezTo>
                  <a:pt x="1582849" y="1543900"/>
                  <a:pt x="1582849" y="1543900"/>
                  <a:pt x="1616121" y="1249327"/>
                </a:cubicBezTo>
                <a:cubicBezTo>
                  <a:pt x="1616121" y="1242992"/>
                  <a:pt x="1614537" y="1236657"/>
                  <a:pt x="1608199" y="1231906"/>
                </a:cubicBezTo>
                <a:cubicBezTo>
                  <a:pt x="1514721" y="1146385"/>
                  <a:pt x="1397477" y="1097290"/>
                  <a:pt x="1261220" y="1086203"/>
                </a:cubicBezTo>
                <a:cubicBezTo>
                  <a:pt x="1250129" y="1084620"/>
                  <a:pt x="1240623" y="1075117"/>
                  <a:pt x="1240623" y="1064031"/>
                </a:cubicBezTo>
                <a:cubicBezTo>
                  <a:pt x="1240623" y="1064031"/>
                  <a:pt x="1240623" y="1064031"/>
                  <a:pt x="1240623" y="995931"/>
                </a:cubicBezTo>
                <a:cubicBezTo>
                  <a:pt x="1240623" y="984845"/>
                  <a:pt x="1231117" y="973759"/>
                  <a:pt x="1220026" y="973759"/>
                </a:cubicBezTo>
                <a:cubicBezTo>
                  <a:pt x="1220026" y="973759"/>
                  <a:pt x="1220026" y="973759"/>
                  <a:pt x="1153482" y="973759"/>
                </a:cubicBezTo>
                <a:close/>
                <a:moveTo>
                  <a:pt x="941176" y="558823"/>
                </a:moveTo>
                <a:cubicBezTo>
                  <a:pt x="941176" y="558823"/>
                  <a:pt x="941176" y="558823"/>
                  <a:pt x="1487786" y="558823"/>
                </a:cubicBezTo>
                <a:cubicBezTo>
                  <a:pt x="1490955" y="558823"/>
                  <a:pt x="1492539" y="560407"/>
                  <a:pt x="1495708" y="560407"/>
                </a:cubicBezTo>
                <a:cubicBezTo>
                  <a:pt x="1948840" y="761540"/>
                  <a:pt x="2305326" y="1128964"/>
                  <a:pt x="2305326" y="1566072"/>
                </a:cubicBezTo>
                <a:cubicBezTo>
                  <a:pt x="2305326" y="1566072"/>
                  <a:pt x="2305326" y="1566072"/>
                  <a:pt x="2305326" y="1570823"/>
                </a:cubicBezTo>
                <a:cubicBezTo>
                  <a:pt x="2305326" y="1570823"/>
                  <a:pt x="2305326" y="1570823"/>
                  <a:pt x="2305326" y="1575574"/>
                </a:cubicBezTo>
                <a:cubicBezTo>
                  <a:pt x="2305326" y="1575574"/>
                  <a:pt x="2332260" y="1702272"/>
                  <a:pt x="2359194" y="1879650"/>
                </a:cubicBezTo>
                <a:cubicBezTo>
                  <a:pt x="2387713" y="2057027"/>
                  <a:pt x="2414648" y="2286667"/>
                  <a:pt x="2414648" y="2489384"/>
                </a:cubicBezTo>
                <a:cubicBezTo>
                  <a:pt x="2416232" y="2693684"/>
                  <a:pt x="2382960" y="2869478"/>
                  <a:pt x="2318001" y="2931243"/>
                </a:cubicBezTo>
                <a:cubicBezTo>
                  <a:pt x="2134213" y="3116539"/>
                  <a:pt x="1669990" y="3222648"/>
                  <a:pt x="1207351" y="3221064"/>
                </a:cubicBezTo>
                <a:cubicBezTo>
                  <a:pt x="743128" y="3222648"/>
                  <a:pt x="278905" y="3116539"/>
                  <a:pt x="96701" y="2931243"/>
                </a:cubicBezTo>
                <a:cubicBezTo>
                  <a:pt x="31742" y="2869478"/>
                  <a:pt x="-1530" y="2693684"/>
                  <a:pt x="54" y="2489384"/>
                </a:cubicBezTo>
                <a:cubicBezTo>
                  <a:pt x="54" y="2083950"/>
                  <a:pt x="107792" y="1575574"/>
                  <a:pt x="107792" y="1575574"/>
                </a:cubicBezTo>
                <a:cubicBezTo>
                  <a:pt x="107792" y="1575574"/>
                  <a:pt x="107792" y="1575574"/>
                  <a:pt x="109376" y="1570823"/>
                </a:cubicBezTo>
                <a:cubicBezTo>
                  <a:pt x="109376" y="1570823"/>
                  <a:pt x="109376" y="1570823"/>
                  <a:pt x="109376" y="1566072"/>
                </a:cubicBezTo>
                <a:cubicBezTo>
                  <a:pt x="107792" y="1132132"/>
                  <a:pt x="457940" y="769459"/>
                  <a:pt x="904735" y="566742"/>
                </a:cubicBezTo>
                <a:cubicBezTo>
                  <a:pt x="915825" y="561991"/>
                  <a:pt x="928500" y="558823"/>
                  <a:pt x="941176" y="558823"/>
                </a:cubicBezTo>
                <a:close/>
                <a:moveTo>
                  <a:pt x="1041158" y="374673"/>
                </a:moveTo>
                <a:cubicBezTo>
                  <a:pt x="1041158" y="374673"/>
                  <a:pt x="1041158" y="374673"/>
                  <a:pt x="1371955" y="374673"/>
                </a:cubicBezTo>
                <a:cubicBezTo>
                  <a:pt x="1395697" y="374673"/>
                  <a:pt x="1419438" y="379436"/>
                  <a:pt x="1435266" y="384198"/>
                </a:cubicBezTo>
                <a:cubicBezTo>
                  <a:pt x="1444762" y="388961"/>
                  <a:pt x="1452676" y="393723"/>
                  <a:pt x="1460590" y="396898"/>
                </a:cubicBezTo>
                <a:cubicBezTo>
                  <a:pt x="1460590" y="396898"/>
                  <a:pt x="1460590" y="396898"/>
                  <a:pt x="1470086" y="403248"/>
                </a:cubicBezTo>
                <a:cubicBezTo>
                  <a:pt x="1470086" y="403248"/>
                  <a:pt x="1470086" y="403248"/>
                  <a:pt x="1471669" y="408011"/>
                </a:cubicBezTo>
                <a:cubicBezTo>
                  <a:pt x="1471669" y="408011"/>
                  <a:pt x="1471669" y="408011"/>
                  <a:pt x="1471669" y="442936"/>
                </a:cubicBezTo>
                <a:cubicBezTo>
                  <a:pt x="1471669" y="442936"/>
                  <a:pt x="1471669" y="442936"/>
                  <a:pt x="1470086" y="447698"/>
                </a:cubicBezTo>
                <a:cubicBezTo>
                  <a:pt x="1465338" y="454048"/>
                  <a:pt x="1446345" y="463573"/>
                  <a:pt x="1422604" y="469923"/>
                </a:cubicBezTo>
                <a:cubicBezTo>
                  <a:pt x="1414690" y="469923"/>
                  <a:pt x="1406776" y="471511"/>
                  <a:pt x="1398862" y="473098"/>
                </a:cubicBezTo>
                <a:cubicBezTo>
                  <a:pt x="1398862" y="473098"/>
                  <a:pt x="1398862" y="473098"/>
                  <a:pt x="1020582" y="473098"/>
                </a:cubicBezTo>
                <a:cubicBezTo>
                  <a:pt x="1011086" y="471511"/>
                  <a:pt x="1001589" y="469923"/>
                  <a:pt x="992092" y="468336"/>
                </a:cubicBezTo>
                <a:cubicBezTo>
                  <a:pt x="992092" y="468336"/>
                  <a:pt x="992092" y="468336"/>
                  <a:pt x="979430" y="465161"/>
                </a:cubicBezTo>
                <a:cubicBezTo>
                  <a:pt x="968351" y="458811"/>
                  <a:pt x="958854" y="454048"/>
                  <a:pt x="947775" y="449286"/>
                </a:cubicBezTo>
                <a:cubicBezTo>
                  <a:pt x="947775" y="449286"/>
                  <a:pt x="947775" y="449286"/>
                  <a:pt x="944610" y="447698"/>
                </a:cubicBezTo>
                <a:cubicBezTo>
                  <a:pt x="944610" y="447698"/>
                  <a:pt x="944610" y="447698"/>
                  <a:pt x="941444" y="442936"/>
                </a:cubicBezTo>
                <a:cubicBezTo>
                  <a:pt x="941444" y="442936"/>
                  <a:pt x="941444" y="442936"/>
                  <a:pt x="941444" y="408011"/>
                </a:cubicBezTo>
                <a:cubicBezTo>
                  <a:pt x="941444" y="408011"/>
                  <a:pt x="941444" y="408011"/>
                  <a:pt x="944610" y="403248"/>
                </a:cubicBezTo>
                <a:cubicBezTo>
                  <a:pt x="952523" y="392136"/>
                  <a:pt x="993675" y="374673"/>
                  <a:pt x="1041158" y="374673"/>
                </a:cubicBezTo>
                <a:close/>
                <a:moveTo>
                  <a:pt x="877750" y="24"/>
                </a:moveTo>
                <a:cubicBezTo>
                  <a:pt x="1023513" y="-1564"/>
                  <a:pt x="1227897" y="79399"/>
                  <a:pt x="1438619" y="79399"/>
                </a:cubicBezTo>
                <a:cubicBezTo>
                  <a:pt x="1449709" y="79399"/>
                  <a:pt x="1495656" y="74636"/>
                  <a:pt x="1538434" y="68286"/>
                </a:cubicBezTo>
                <a:cubicBezTo>
                  <a:pt x="1566953" y="65111"/>
                  <a:pt x="1584381" y="96861"/>
                  <a:pt x="1566953" y="119086"/>
                </a:cubicBezTo>
                <a:cubicBezTo>
                  <a:pt x="1533681" y="157186"/>
                  <a:pt x="1467137" y="222274"/>
                  <a:pt x="1432281" y="258786"/>
                </a:cubicBezTo>
                <a:cubicBezTo>
                  <a:pt x="1419606" y="271486"/>
                  <a:pt x="1403763" y="277836"/>
                  <a:pt x="1384750" y="277836"/>
                </a:cubicBezTo>
                <a:cubicBezTo>
                  <a:pt x="1384750" y="277836"/>
                  <a:pt x="1384750" y="277836"/>
                  <a:pt x="1012422" y="277836"/>
                </a:cubicBezTo>
                <a:cubicBezTo>
                  <a:pt x="996578" y="277836"/>
                  <a:pt x="979150" y="273074"/>
                  <a:pt x="966475" y="261961"/>
                </a:cubicBezTo>
                <a:cubicBezTo>
                  <a:pt x="945878" y="242911"/>
                  <a:pt x="914191" y="215924"/>
                  <a:pt x="884088" y="187349"/>
                </a:cubicBezTo>
                <a:cubicBezTo>
                  <a:pt x="855569" y="158774"/>
                  <a:pt x="828635" y="127024"/>
                  <a:pt x="808038" y="100036"/>
                </a:cubicBezTo>
                <a:cubicBezTo>
                  <a:pt x="787441" y="73049"/>
                  <a:pt x="779519" y="47649"/>
                  <a:pt x="779519" y="42886"/>
                </a:cubicBezTo>
                <a:cubicBezTo>
                  <a:pt x="779519" y="42886"/>
                  <a:pt x="779519" y="42886"/>
                  <a:pt x="779519" y="41299"/>
                </a:cubicBezTo>
                <a:cubicBezTo>
                  <a:pt x="793778" y="14311"/>
                  <a:pt x="819128" y="1611"/>
                  <a:pt x="877750" y="24"/>
                </a:cubicBezTo>
                <a:close/>
              </a:path>
            </a:pathLst>
          </a:custGeom>
          <a:solidFill>
            <a:srgbClr val="CCA604"/>
          </a:solidFill>
          <a:ln>
            <a:noFill/>
          </a:ln>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95" name="矩形 594"/>
          <p:cNvSpPr/>
          <p:nvPr/>
        </p:nvSpPr>
        <p:spPr>
          <a:xfrm>
            <a:off x="5391007" y="3502684"/>
            <a:ext cx="2540071"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112</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年</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lgn="ctr">
              <a:spcBef>
                <a:spcPts val="600"/>
              </a:spcBef>
              <a:buSzPct val="50000"/>
            </a:pPr>
            <a:r>
              <a:rPr lang="zh-TW" altLang="en-US" sz="2000" b="1" dirty="0">
                <a:solidFill>
                  <a:schemeClr val="tx1"/>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691</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億餘元</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96" name="ValueShape">
            <a:extLst>
              <a:ext uri="{FF2B5EF4-FFF2-40B4-BE49-F238E27FC236}">
                <a16:creationId xmlns:a16="http://schemas.microsoft.com/office/drawing/2014/main" id="{9988E5CB-687E-4510-864C-8F46D15792EC}"/>
              </a:ext>
            </a:extLst>
          </p:cNvPr>
          <p:cNvSpPr/>
          <p:nvPr/>
        </p:nvSpPr>
        <p:spPr bwMode="auto">
          <a:xfrm>
            <a:off x="7572839" y="1765640"/>
            <a:ext cx="1274160" cy="1361090"/>
          </a:xfrm>
          <a:custGeom>
            <a:avLst/>
            <a:gdLst>
              <a:gd name="connsiteX0" fmla="*/ 1239894 w 2414702"/>
              <a:gd name="connsiteY0" fmla="*/ 2079643 h 3221081"/>
              <a:gd name="connsiteX1" fmla="*/ 1241482 w 2414702"/>
              <a:gd name="connsiteY1" fmla="*/ 2079643 h 3221081"/>
              <a:gd name="connsiteX2" fmla="*/ 1398644 w 2414702"/>
              <a:gd name="connsiteY2" fmla="*/ 2207763 h 3221081"/>
              <a:gd name="connsiteX3" fmla="*/ 1449444 w 2414702"/>
              <a:gd name="connsiteY3" fmla="*/ 2327974 h 3221081"/>
              <a:gd name="connsiteX4" fmla="*/ 1387532 w 2414702"/>
              <a:gd name="connsiteY4" fmla="*/ 2457676 h 3221081"/>
              <a:gd name="connsiteX5" fmla="*/ 1239894 w 2414702"/>
              <a:gd name="connsiteY5" fmla="*/ 2513036 h 3221081"/>
              <a:gd name="connsiteX6" fmla="*/ 1239894 w 2414702"/>
              <a:gd name="connsiteY6" fmla="*/ 2079643 h 3221081"/>
              <a:gd name="connsiteX7" fmla="*/ 1131944 w 2414702"/>
              <a:gd name="connsiteY7" fmla="*/ 1206524 h 3221081"/>
              <a:gd name="connsiteX8" fmla="*/ 1131944 w 2414702"/>
              <a:gd name="connsiteY8" fmla="*/ 1590698 h 3221081"/>
              <a:gd name="connsiteX9" fmla="*/ 958907 w 2414702"/>
              <a:gd name="connsiteY9" fmla="*/ 1365273 h 3221081"/>
              <a:gd name="connsiteX10" fmla="*/ 1012882 w 2414702"/>
              <a:gd name="connsiteY10" fmla="*/ 1258911 h 3221081"/>
              <a:gd name="connsiteX11" fmla="*/ 1131944 w 2414702"/>
              <a:gd name="connsiteY11" fmla="*/ 1206524 h 3221081"/>
              <a:gd name="connsiteX12" fmla="*/ 1153482 w 2414702"/>
              <a:gd name="connsiteY12" fmla="*/ 973759 h 3221081"/>
              <a:gd name="connsiteX13" fmla="*/ 1131301 w 2414702"/>
              <a:gd name="connsiteY13" fmla="*/ 995931 h 3221081"/>
              <a:gd name="connsiteX14" fmla="*/ 1131301 w 2414702"/>
              <a:gd name="connsiteY14" fmla="*/ 1065615 h 3221081"/>
              <a:gd name="connsiteX15" fmla="*/ 1112288 w 2414702"/>
              <a:gd name="connsiteY15" fmla="*/ 1086203 h 3221081"/>
              <a:gd name="connsiteX16" fmla="*/ 846113 w 2414702"/>
              <a:gd name="connsiteY16" fmla="*/ 1206567 h 3221081"/>
              <a:gd name="connsiteX17" fmla="*/ 720947 w 2414702"/>
              <a:gd name="connsiteY17" fmla="*/ 1486886 h 3221081"/>
              <a:gd name="connsiteX18" fmla="*/ 809672 w 2414702"/>
              <a:gd name="connsiteY18" fmla="*/ 1729196 h 3221081"/>
              <a:gd name="connsiteX19" fmla="*/ 1121795 w 2414702"/>
              <a:gd name="connsiteY19" fmla="*/ 1996845 h 3221081"/>
              <a:gd name="connsiteX20" fmla="*/ 1131301 w 2414702"/>
              <a:gd name="connsiteY20" fmla="*/ 2014266 h 3221081"/>
              <a:gd name="connsiteX21" fmla="*/ 1131301 w 2414702"/>
              <a:gd name="connsiteY21" fmla="*/ 2486216 h 3221081"/>
              <a:gd name="connsiteX22" fmla="*/ 1104367 w 2414702"/>
              <a:gd name="connsiteY22" fmla="*/ 2506805 h 3221081"/>
              <a:gd name="connsiteX23" fmla="*/ 850866 w 2414702"/>
              <a:gd name="connsiteY23" fmla="*/ 2148883 h 3221081"/>
              <a:gd name="connsiteX24" fmla="*/ 830269 w 2414702"/>
              <a:gd name="connsiteY24" fmla="*/ 2129878 h 3221081"/>
              <a:gd name="connsiteX25" fmla="*/ 785906 w 2414702"/>
              <a:gd name="connsiteY25" fmla="*/ 2129878 h 3221081"/>
              <a:gd name="connsiteX26" fmla="*/ 763725 w 2414702"/>
              <a:gd name="connsiteY26" fmla="*/ 2147299 h 3221081"/>
              <a:gd name="connsiteX27" fmla="*/ 709856 w 2414702"/>
              <a:gd name="connsiteY27" fmla="*/ 2443456 h 3221081"/>
              <a:gd name="connsiteX28" fmla="*/ 716193 w 2414702"/>
              <a:gd name="connsiteY28" fmla="*/ 2462460 h 3221081"/>
              <a:gd name="connsiteX29" fmla="*/ 1112288 w 2414702"/>
              <a:gd name="connsiteY29" fmla="*/ 2633503 h 3221081"/>
              <a:gd name="connsiteX30" fmla="*/ 1131301 w 2414702"/>
              <a:gd name="connsiteY30" fmla="*/ 2654091 h 3221081"/>
              <a:gd name="connsiteX31" fmla="*/ 1131301 w 2414702"/>
              <a:gd name="connsiteY31" fmla="*/ 2771287 h 3221081"/>
              <a:gd name="connsiteX32" fmla="*/ 1153482 w 2414702"/>
              <a:gd name="connsiteY32" fmla="*/ 2791875 h 3221081"/>
              <a:gd name="connsiteX33" fmla="*/ 1220026 w 2414702"/>
              <a:gd name="connsiteY33" fmla="*/ 2791875 h 3221081"/>
              <a:gd name="connsiteX34" fmla="*/ 1240623 w 2414702"/>
              <a:gd name="connsiteY34" fmla="*/ 2771287 h 3221081"/>
              <a:gd name="connsiteX35" fmla="*/ 1240623 w 2414702"/>
              <a:gd name="connsiteY35" fmla="*/ 2655675 h 3221081"/>
              <a:gd name="connsiteX36" fmla="*/ 1261220 w 2414702"/>
              <a:gd name="connsiteY36" fmla="*/ 2633503 h 3221081"/>
              <a:gd name="connsiteX37" fmla="*/ 1567005 w 2414702"/>
              <a:gd name="connsiteY37" fmla="*/ 2524226 h 3221081"/>
              <a:gd name="connsiteX38" fmla="*/ 1703262 w 2414702"/>
              <a:gd name="connsiteY38" fmla="*/ 2234404 h 3221081"/>
              <a:gd name="connsiteX39" fmla="*/ 1608199 w 2414702"/>
              <a:gd name="connsiteY39" fmla="*/ 1966754 h 3221081"/>
              <a:gd name="connsiteX40" fmla="*/ 1250129 w 2414702"/>
              <a:gd name="connsiteY40" fmla="*/ 1673765 h 3221081"/>
              <a:gd name="connsiteX41" fmla="*/ 1240623 w 2414702"/>
              <a:gd name="connsiteY41" fmla="*/ 1656344 h 3221081"/>
              <a:gd name="connsiteX42" fmla="*/ 1240623 w 2414702"/>
              <a:gd name="connsiteY42" fmla="*/ 1228739 h 3221081"/>
              <a:gd name="connsiteX43" fmla="*/ 1265973 w 2414702"/>
              <a:gd name="connsiteY43" fmla="*/ 1208150 h 3221081"/>
              <a:gd name="connsiteX44" fmla="*/ 1413320 w 2414702"/>
              <a:gd name="connsiteY44" fmla="*/ 1290504 h 3221081"/>
              <a:gd name="connsiteX45" fmla="*/ 1495708 w 2414702"/>
              <a:gd name="connsiteY45" fmla="*/ 1542316 h 3221081"/>
              <a:gd name="connsiteX46" fmla="*/ 1517889 w 2414702"/>
              <a:gd name="connsiteY46" fmla="*/ 1562905 h 3221081"/>
              <a:gd name="connsiteX47" fmla="*/ 1562252 w 2414702"/>
              <a:gd name="connsiteY47" fmla="*/ 1562905 h 3221081"/>
              <a:gd name="connsiteX48" fmla="*/ 1582849 w 2414702"/>
              <a:gd name="connsiteY48" fmla="*/ 1543900 h 3221081"/>
              <a:gd name="connsiteX49" fmla="*/ 1616121 w 2414702"/>
              <a:gd name="connsiteY49" fmla="*/ 1249327 h 3221081"/>
              <a:gd name="connsiteX50" fmla="*/ 1608199 w 2414702"/>
              <a:gd name="connsiteY50" fmla="*/ 1231906 h 3221081"/>
              <a:gd name="connsiteX51" fmla="*/ 1261220 w 2414702"/>
              <a:gd name="connsiteY51" fmla="*/ 1086203 h 3221081"/>
              <a:gd name="connsiteX52" fmla="*/ 1240623 w 2414702"/>
              <a:gd name="connsiteY52" fmla="*/ 1064031 h 3221081"/>
              <a:gd name="connsiteX53" fmla="*/ 1240623 w 2414702"/>
              <a:gd name="connsiteY53" fmla="*/ 995931 h 3221081"/>
              <a:gd name="connsiteX54" fmla="*/ 1220026 w 2414702"/>
              <a:gd name="connsiteY54" fmla="*/ 973759 h 3221081"/>
              <a:gd name="connsiteX55" fmla="*/ 1153482 w 2414702"/>
              <a:gd name="connsiteY55" fmla="*/ 973759 h 3221081"/>
              <a:gd name="connsiteX56" fmla="*/ 941176 w 2414702"/>
              <a:gd name="connsiteY56" fmla="*/ 558823 h 3221081"/>
              <a:gd name="connsiteX57" fmla="*/ 1487786 w 2414702"/>
              <a:gd name="connsiteY57" fmla="*/ 558823 h 3221081"/>
              <a:gd name="connsiteX58" fmla="*/ 1495708 w 2414702"/>
              <a:gd name="connsiteY58" fmla="*/ 560407 h 3221081"/>
              <a:gd name="connsiteX59" fmla="*/ 2305326 w 2414702"/>
              <a:gd name="connsiteY59" fmla="*/ 1566072 h 3221081"/>
              <a:gd name="connsiteX60" fmla="*/ 2305326 w 2414702"/>
              <a:gd name="connsiteY60" fmla="*/ 1570823 h 3221081"/>
              <a:gd name="connsiteX61" fmla="*/ 2305326 w 2414702"/>
              <a:gd name="connsiteY61" fmla="*/ 1575574 h 3221081"/>
              <a:gd name="connsiteX62" fmla="*/ 2359194 w 2414702"/>
              <a:gd name="connsiteY62" fmla="*/ 1879650 h 3221081"/>
              <a:gd name="connsiteX63" fmla="*/ 2414648 w 2414702"/>
              <a:gd name="connsiteY63" fmla="*/ 2489384 h 3221081"/>
              <a:gd name="connsiteX64" fmla="*/ 2318001 w 2414702"/>
              <a:gd name="connsiteY64" fmla="*/ 2931243 h 3221081"/>
              <a:gd name="connsiteX65" fmla="*/ 1207351 w 2414702"/>
              <a:gd name="connsiteY65" fmla="*/ 3221064 h 3221081"/>
              <a:gd name="connsiteX66" fmla="*/ 96701 w 2414702"/>
              <a:gd name="connsiteY66" fmla="*/ 2931243 h 3221081"/>
              <a:gd name="connsiteX67" fmla="*/ 54 w 2414702"/>
              <a:gd name="connsiteY67" fmla="*/ 2489384 h 3221081"/>
              <a:gd name="connsiteX68" fmla="*/ 107792 w 2414702"/>
              <a:gd name="connsiteY68" fmla="*/ 1575574 h 3221081"/>
              <a:gd name="connsiteX69" fmla="*/ 109376 w 2414702"/>
              <a:gd name="connsiteY69" fmla="*/ 1570823 h 3221081"/>
              <a:gd name="connsiteX70" fmla="*/ 109376 w 2414702"/>
              <a:gd name="connsiteY70" fmla="*/ 1566072 h 3221081"/>
              <a:gd name="connsiteX71" fmla="*/ 904735 w 2414702"/>
              <a:gd name="connsiteY71" fmla="*/ 566742 h 3221081"/>
              <a:gd name="connsiteX72" fmla="*/ 941176 w 2414702"/>
              <a:gd name="connsiteY72" fmla="*/ 558823 h 3221081"/>
              <a:gd name="connsiteX73" fmla="*/ 1041158 w 2414702"/>
              <a:gd name="connsiteY73" fmla="*/ 374673 h 3221081"/>
              <a:gd name="connsiteX74" fmla="*/ 1371955 w 2414702"/>
              <a:gd name="connsiteY74" fmla="*/ 374673 h 3221081"/>
              <a:gd name="connsiteX75" fmla="*/ 1435266 w 2414702"/>
              <a:gd name="connsiteY75" fmla="*/ 384198 h 3221081"/>
              <a:gd name="connsiteX76" fmla="*/ 1460590 w 2414702"/>
              <a:gd name="connsiteY76" fmla="*/ 396898 h 3221081"/>
              <a:gd name="connsiteX77" fmla="*/ 1470086 w 2414702"/>
              <a:gd name="connsiteY77" fmla="*/ 403248 h 3221081"/>
              <a:gd name="connsiteX78" fmla="*/ 1471669 w 2414702"/>
              <a:gd name="connsiteY78" fmla="*/ 408011 h 3221081"/>
              <a:gd name="connsiteX79" fmla="*/ 1471669 w 2414702"/>
              <a:gd name="connsiteY79" fmla="*/ 442936 h 3221081"/>
              <a:gd name="connsiteX80" fmla="*/ 1470086 w 2414702"/>
              <a:gd name="connsiteY80" fmla="*/ 447698 h 3221081"/>
              <a:gd name="connsiteX81" fmla="*/ 1422604 w 2414702"/>
              <a:gd name="connsiteY81" fmla="*/ 469923 h 3221081"/>
              <a:gd name="connsiteX82" fmla="*/ 1398862 w 2414702"/>
              <a:gd name="connsiteY82" fmla="*/ 473098 h 3221081"/>
              <a:gd name="connsiteX83" fmla="*/ 1020582 w 2414702"/>
              <a:gd name="connsiteY83" fmla="*/ 473098 h 3221081"/>
              <a:gd name="connsiteX84" fmla="*/ 992092 w 2414702"/>
              <a:gd name="connsiteY84" fmla="*/ 468336 h 3221081"/>
              <a:gd name="connsiteX85" fmla="*/ 979430 w 2414702"/>
              <a:gd name="connsiteY85" fmla="*/ 465161 h 3221081"/>
              <a:gd name="connsiteX86" fmla="*/ 947775 w 2414702"/>
              <a:gd name="connsiteY86" fmla="*/ 449286 h 3221081"/>
              <a:gd name="connsiteX87" fmla="*/ 944610 w 2414702"/>
              <a:gd name="connsiteY87" fmla="*/ 447698 h 3221081"/>
              <a:gd name="connsiteX88" fmla="*/ 941444 w 2414702"/>
              <a:gd name="connsiteY88" fmla="*/ 442936 h 3221081"/>
              <a:gd name="connsiteX89" fmla="*/ 941444 w 2414702"/>
              <a:gd name="connsiteY89" fmla="*/ 408011 h 3221081"/>
              <a:gd name="connsiteX90" fmla="*/ 944610 w 2414702"/>
              <a:gd name="connsiteY90" fmla="*/ 403248 h 3221081"/>
              <a:gd name="connsiteX91" fmla="*/ 1041158 w 2414702"/>
              <a:gd name="connsiteY91" fmla="*/ 374673 h 3221081"/>
              <a:gd name="connsiteX92" fmla="*/ 877750 w 2414702"/>
              <a:gd name="connsiteY92" fmla="*/ 24 h 3221081"/>
              <a:gd name="connsiteX93" fmla="*/ 1438619 w 2414702"/>
              <a:gd name="connsiteY93" fmla="*/ 79399 h 3221081"/>
              <a:gd name="connsiteX94" fmla="*/ 1538434 w 2414702"/>
              <a:gd name="connsiteY94" fmla="*/ 68286 h 3221081"/>
              <a:gd name="connsiteX95" fmla="*/ 1566953 w 2414702"/>
              <a:gd name="connsiteY95" fmla="*/ 119086 h 3221081"/>
              <a:gd name="connsiteX96" fmla="*/ 1432281 w 2414702"/>
              <a:gd name="connsiteY96" fmla="*/ 258786 h 3221081"/>
              <a:gd name="connsiteX97" fmla="*/ 1384750 w 2414702"/>
              <a:gd name="connsiteY97" fmla="*/ 277836 h 3221081"/>
              <a:gd name="connsiteX98" fmla="*/ 1012422 w 2414702"/>
              <a:gd name="connsiteY98" fmla="*/ 277836 h 3221081"/>
              <a:gd name="connsiteX99" fmla="*/ 966475 w 2414702"/>
              <a:gd name="connsiteY99" fmla="*/ 261961 h 3221081"/>
              <a:gd name="connsiteX100" fmla="*/ 884088 w 2414702"/>
              <a:gd name="connsiteY100" fmla="*/ 187349 h 3221081"/>
              <a:gd name="connsiteX101" fmla="*/ 808038 w 2414702"/>
              <a:gd name="connsiteY101" fmla="*/ 100036 h 3221081"/>
              <a:gd name="connsiteX102" fmla="*/ 779519 w 2414702"/>
              <a:gd name="connsiteY102" fmla="*/ 42886 h 3221081"/>
              <a:gd name="connsiteX103" fmla="*/ 779519 w 2414702"/>
              <a:gd name="connsiteY103" fmla="*/ 41299 h 3221081"/>
              <a:gd name="connsiteX104" fmla="*/ 877750 w 2414702"/>
              <a:gd name="connsiteY104" fmla="*/ 24 h 322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414702" h="3221081">
                <a:moveTo>
                  <a:pt x="1239894" y="2079643"/>
                </a:moveTo>
                <a:cubicBezTo>
                  <a:pt x="1239894" y="2079643"/>
                  <a:pt x="1239894" y="2078061"/>
                  <a:pt x="1241482" y="2079643"/>
                </a:cubicBezTo>
                <a:cubicBezTo>
                  <a:pt x="1316094" y="2128676"/>
                  <a:pt x="1370069" y="2171383"/>
                  <a:pt x="1398644" y="2207763"/>
                </a:cubicBezTo>
                <a:cubicBezTo>
                  <a:pt x="1433569" y="2248888"/>
                  <a:pt x="1449444" y="2288431"/>
                  <a:pt x="1449444" y="2327974"/>
                </a:cubicBezTo>
                <a:cubicBezTo>
                  <a:pt x="1449444" y="2380171"/>
                  <a:pt x="1428807" y="2421296"/>
                  <a:pt x="1387532" y="2457676"/>
                </a:cubicBezTo>
                <a:cubicBezTo>
                  <a:pt x="1349432" y="2487729"/>
                  <a:pt x="1300219" y="2506709"/>
                  <a:pt x="1239894" y="2513036"/>
                </a:cubicBezTo>
                <a:cubicBezTo>
                  <a:pt x="1239894" y="2513036"/>
                  <a:pt x="1239894" y="2513036"/>
                  <a:pt x="1239894" y="2079643"/>
                </a:cubicBezTo>
                <a:close/>
                <a:moveTo>
                  <a:pt x="1131944" y="1206524"/>
                </a:moveTo>
                <a:cubicBezTo>
                  <a:pt x="1131944" y="1206524"/>
                  <a:pt x="1131944" y="1206524"/>
                  <a:pt x="1131944" y="1590698"/>
                </a:cubicBezTo>
                <a:cubicBezTo>
                  <a:pt x="1012882" y="1504973"/>
                  <a:pt x="958907" y="1427186"/>
                  <a:pt x="958907" y="1365273"/>
                </a:cubicBezTo>
                <a:cubicBezTo>
                  <a:pt x="960495" y="1323998"/>
                  <a:pt x="976370" y="1290661"/>
                  <a:pt x="1012882" y="1258911"/>
                </a:cubicBezTo>
                <a:cubicBezTo>
                  <a:pt x="1044632" y="1230336"/>
                  <a:pt x="1084319" y="1212874"/>
                  <a:pt x="1131944" y="1206524"/>
                </a:cubicBezTo>
                <a:close/>
                <a:moveTo>
                  <a:pt x="1153482" y="973759"/>
                </a:moveTo>
                <a:cubicBezTo>
                  <a:pt x="1140807" y="973759"/>
                  <a:pt x="1131301" y="984845"/>
                  <a:pt x="1131301" y="995931"/>
                </a:cubicBezTo>
                <a:cubicBezTo>
                  <a:pt x="1131301" y="995931"/>
                  <a:pt x="1131301" y="995931"/>
                  <a:pt x="1131301" y="1065615"/>
                </a:cubicBezTo>
                <a:cubicBezTo>
                  <a:pt x="1131301" y="1076701"/>
                  <a:pt x="1123379" y="1086203"/>
                  <a:pt x="1112288" y="1086203"/>
                </a:cubicBezTo>
                <a:cubicBezTo>
                  <a:pt x="1009304" y="1098873"/>
                  <a:pt x="920579" y="1138466"/>
                  <a:pt x="846113" y="1206567"/>
                </a:cubicBezTo>
                <a:cubicBezTo>
                  <a:pt x="763725" y="1284169"/>
                  <a:pt x="719362" y="1379193"/>
                  <a:pt x="720947" y="1486886"/>
                </a:cubicBezTo>
                <a:cubicBezTo>
                  <a:pt x="719362" y="1573991"/>
                  <a:pt x="751050" y="1656344"/>
                  <a:pt x="809672" y="1729196"/>
                </a:cubicBezTo>
                <a:cubicBezTo>
                  <a:pt x="866710" y="1800463"/>
                  <a:pt x="969694" y="1887568"/>
                  <a:pt x="1121795" y="1996845"/>
                </a:cubicBezTo>
                <a:cubicBezTo>
                  <a:pt x="1128132" y="2000013"/>
                  <a:pt x="1131301" y="2007931"/>
                  <a:pt x="1131301" y="2014266"/>
                </a:cubicBezTo>
                <a:cubicBezTo>
                  <a:pt x="1131301" y="2014266"/>
                  <a:pt x="1131301" y="2014266"/>
                  <a:pt x="1131301" y="2486216"/>
                </a:cubicBezTo>
                <a:cubicBezTo>
                  <a:pt x="1131301" y="2498886"/>
                  <a:pt x="1118626" y="2509972"/>
                  <a:pt x="1104367" y="2506805"/>
                </a:cubicBezTo>
                <a:cubicBezTo>
                  <a:pt x="958604" y="2475130"/>
                  <a:pt x="876216" y="2362686"/>
                  <a:pt x="850866" y="2148883"/>
                </a:cubicBezTo>
                <a:cubicBezTo>
                  <a:pt x="849282" y="2137797"/>
                  <a:pt x="841360" y="2129878"/>
                  <a:pt x="830269" y="2129878"/>
                </a:cubicBezTo>
                <a:cubicBezTo>
                  <a:pt x="830269" y="2129878"/>
                  <a:pt x="830269" y="2129878"/>
                  <a:pt x="785906" y="2129878"/>
                </a:cubicBezTo>
                <a:cubicBezTo>
                  <a:pt x="774815" y="2129878"/>
                  <a:pt x="766894" y="2137797"/>
                  <a:pt x="763725" y="2147299"/>
                </a:cubicBezTo>
                <a:cubicBezTo>
                  <a:pt x="763725" y="2147299"/>
                  <a:pt x="763725" y="2147299"/>
                  <a:pt x="709856" y="2443456"/>
                </a:cubicBezTo>
                <a:cubicBezTo>
                  <a:pt x="709856" y="2449791"/>
                  <a:pt x="711440" y="2456125"/>
                  <a:pt x="716193" y="2462460"/>
                </a:cubicBezTo>
                <a:cubicBezTo>
                  <a:pt x="816010" y="2563819"/>
                  <a:pt x="949097" y="2620833"/>
                  <a:pt x="1112288" y="2633503"/>
                </a:cubicBezTo>
                <a:cubicBezTo>
                  <a:pt x="1123379" y="2633503"/>
                  <a:pt x="1131301" y="2643005"/>
                  <a:pt x="1131301" y="2654091"/>
                </a:cubicBezTo>
                <a:cubicBezTo>
                  <a:pt x="1131301" y="2654091"/>
                  <a:pt x="1131301" y="2654091"/>
                  <a:pt x="1131301" y="2771287"/>
                </a:cubicBezTo>
                <a:cubicBezTo>
                  <a:pt x="1131301" y="2782373"/>
                  <a:pt x="1140807" y="2791875"/>
                  <a:pt x="1153482" y="2791875"/>
                </a:cubicBezTo>
                <a:cubicBezTo>
                  <a:pt x="1153482" y="2791875"/>
                  <a:pt x="1153482" y="2791875"/>
                  <a:pt x="1220026" y="2791875"/>
                </a:cubicBezTo>
                <a:cubicBezTo>
                  <a:pt x="1231117" y="2791875"/>
                  <a:pt x="1240623" y="2782373"/>
                  <a:pt x="1240623" y="2771287"/>
                </a:cubicBezTo>
                <a:cubicBezTo>
                  <a:pt x="1240623" y="2771287"/>
                  <a:pt x="1240623" y="2771287"/>
                  <a:pt x="1240623" y="2655675"/>
                </a:cubicBezTo>
                <a:cubicBezTo>
                  <a:pt x="1240623" y="2644589"/>
                  <a:pt x="1250129" y="2635086"/>
                  <a:pt x="1261220" y="2633503"/>
                </a:cubicBezTo>
                <a:cubicBezTo>
                  <a:pt x="1383217" y="2627168"/>
                  <a:pt x="1484617" y="2590742"/>
                  <a:pt x="1567005" y="2524226"/>
                </a:cubicBezTo>
                <a:cubicBezTo>
                  <a:pt x="1657315" y="2449791"/>
                  <a:pt x="1703262" y="2350016"/>
                  <a:pt x="1703262" y="2234404"/>
                </a:cubicBezTo>
                <a:cubicBezTo>
                  <a:pt x="1703262" y="2137797"/>
                  <a:pt x="1671574" y="2047524"/>
                  <a:pt x="1608199" y="1966754"/>
                </a:cubicBezTo>
                <a:cubicBezTo>
                  <a:pt x="1546408" y="1889152"/>
                  <a:pt x="1427580" y="1792545"/>
                  <a:pt x="1250129" y="1673765"/>
                </a:cubicBezTo>
                <a:cubicBezTo>
                  <a:pt x="1245376" y="1670598"/>
                  <a:pt x="1240623" y="1662679"/>
                  <a:pt x="1240623" y="1656344"/>
                </a:cubicBezTo>
                <a:cubicBezTo>
                  <a:pt x="1240623" y="1656344"/>
                  <a:pt x="1240623" y="1656344"/>
                  <a:pt x="1240623" y="1228739"/>
                </a:cubicBezTo>
                <a:cubicBezTo>
                  <a:pt x="1240623" y="1216069"/>
                  <a:pt x="1253298" y="1204983"/>
                  <a:pt x="1265973" y="1208150"/>
                </a:cubicBezTo>
                <a:cubicBezTo>
                  <a:pt x="1327764" y="1217653"/>
                  <a:pt x="1375295" y="1244576"/>
                  <a:pt x="1413320" y="1290504"/>
                </a:cubicBezTo>
                <a:cubicBezTo>
                  <a:pt x="1460852" y="1345934"/>
                  <a:pt x="1489371" y="1429872"/>
                  <a:pt x="1495708" y="1542316"/>
                </a:cubicBezTo>
                <a:cubicBezTo>
                  <a:pt x="1497293" y="1553402"/>
                  <a:pt x="1506799" y="1562905"/>
                  <a:pt x="1517889" y="1562905"/>
                </a:cubicBezTo>
                <a:cubicBezTo>
                  <a:pt x="1517889" y="1562905"/>
                  <a:pt x="1517889" y="1562905"/>
                  <a:pt x="1562252" y="1562905"/>
                </a:cubicBezTo>
                <a:cubicBezTo>
                  <a:pt x="1573343" y="1562905"/>
                  <a:pt x="1581265" y="1554986"/>
                  <a:pt x="1582849" y="1543900"/>
                </a:cubicBezTo>
                <a:cubicBezTo>
                  <a:pt x="1582849" y="1543900"/>
                  <a:pt x="1582849" y="1543900"/>
                  <a:pt x="1616121" y="1249327"/>
                </a:cubicBezTo>
                <a:cubicBezTo>
                  <a:pt x="1616121" y="1242992"/>
                  <a:pt x="1614537" y="1236657"/>
                  <a:pt x="1608199" y="1231906"/>
                </a:cubicBezTo>
                <a:cubicBezTo>
                  <a:pt x="1514721" y="1146385"/>
                  <a:pt x="1397477" y="1097290"/>
                  <a:pt x="1261220" y="1086203"/>
                </a:cubicBezTo>
                <a:cubicBezTo>
                  <a:pt x="1250129" y="1084620"/>
                  <a:pt x="1240623" y="1075117"/>
                  <a:pt x="1240623" y="1064031"/>
                </a:cubicBezTo>
                <a:cubicBezTo>
                  <a:pt x="1240623" y="1064031"/>
                  <a:pt x="1240623" y="1064031"/>
                  <a:pt x="1240623" y="995931"/>
                </a:cubicBezTo>
                <a:cubicBezTo>
                  <a:pt x="1240623" y="984845"/>
                  <a:pt x="1231117" y="973759"/>
                  <a:pt x="1220026" y="973759"/>
                </a:cubicBezTo>
                <a:cubicBezTo>
                  <a:pt x="1220026" y="973759"/>
                  <a:pt x="1220026" y="973759"/>
                  <a:pt x="1153482" y="973759"/>
                </a:cubicBezTo>
                <a:close/>
                <a:moveTo>
                  <a:pt x="941176" y="558823"/>
                </a:moveTo>
                <a:cubicBezTo>
                  <a:pt x="941176" y="558823"/>
                  <a:pt x="941176" y="558823"/>
                  <a:pt x="1487786" y="558823"/>
                </a:cubicBezTo>
                <a:cubicBezTo>
                  <a:pt x="1490955" y="558823"/>
                  <a:pt x="1492539" y="560407"/>
                  <a:pt x="1495708" y="560407"/>
                </a:cubicBezTo>
                <a:cubicBezTo>
                  <a:pt x="1948840" y="761540"/>
                  <a:pt x="2305326" y="1128964"/>
                  <a:pt x="2305326" y="1566072"/>
                </a:cubicBezTo>
                <a:cubicBezTo>
                  <a:pt x="2305326" y="1566072"/>
                  <a:pt x="2305326" y="1566072"/>
                  <a:pt x="2305326" y="1570823"/>
                </a:cubicBezTo>
                <a:cubicBezTo>
                  <a:pt x="2305326" y="1570823"/>
                  <a:pt x="2305326" y="1570823"/>
                  <a:pt x="2305326" y="1575574"/>
                </a:cubicBezTo>
                <a:cubicBezTo>
                  <a:pt x="2305326" y="1575574"/>
                  <a:pt x="2332260" y="1702272"/>
                  <a:pt x="2359194" y="1879650"/>
                </a:cubicBezTo>
                <a:cubicBezTo>
                  <a:pt x="2387713" y="2057027"/>
                  <a:pt x="2414648" y="2286667"/>
                  <a:pt x="2414648" y="2489384"/>
                </a:cubicBezTo>
                <a:cubicBezTo>
                  <a:pt x="2416232" y="2693684"/>
                  <a:pt x="2382960" y="2869478"/>
                  <a:pt x="2318001" y="2931243"/>
                </a:cubicBezTo>
                <a:cubicBezTo>
                  <a:pt x="2134213" y="3116539"/>
                  <a:pt x="1669990" y="3222648"/>
                  <a:pt x="1207351" y="3221064"/>
                </a:cubicBezTo>
                <a:cubicBezTo>
                  <a:pt x="743128" y="3222648"/>
                  <a:pt x="278905" y="3116539"/>
                  <a:pt x="96701" y="2931243"/>
                </a:cubicBezTo>
                <a:cubicBezTo>
                  <a:pt x="31742" y="2869478"/>
                  <a:pt x="-1530" y="2693684"/>
                  <a:pt x="54" y="2489384"/>
                </a:cubicBezTo>
                <a:cubicBezTo>
                  <a:pt x="54" y="2083950"/>
                  <a:pt x="107792" y="1575574"/>
                  <a:pt x="107792" y="1575574"/>
                </a:cubicBezTo>
                <a:cubicBezTo>
                  <a:pt x="107792" y="1575574"/>
                  <a:pt x="107792" y="1575574"/>
                  <a:pt x="109376" y="1570823"/>
                </a:cubicBezTo>
                <a:cubicBezTo>
                  <a:pt x="109376" y="1570823"/>
                  <a:pt x="109376" y="1570823"/>
                  <a:pt x="109376" y="1566072"/>
                </a:cubicBezTo>
                <a:cubicBezTo>
                  <a:pt x="107792" y="1132132"/>
                  <a:pt x="457940" y="769459"/>
                  <a:pt x="904735" y="566742"/>
                </a:cubicBezTo>
                <a:cubicBezTo>
                  <a:pt x="915825" y="561991"/>
                  <a:pt x="928500" y="558823"/>
                  <a:pt x="941176" y="558823"/>
                </a:cubicBezTo>
                <a:close/>
                <a:moveTo>
                  <a:pt x="1041158" y="374673"/>
                </a:moveTo>
                <a:cubicBezTo>
                  <a:pt x="1041158" y="374673"/>
                  <a:pt x="1041158" y="374673"/>
                  <a:pt x="1371955" y="374673"/>
                </a:cubicBezTo>
                <a:cubicBezTo>
                  <a:pt x="1395697" y="374673"/>
                  <a:pt x="1419438" y="379436"/>
                  <a:pt x="1435266" y="384198"/>
                </a:cubicBezTo>
                <a:cubicBezTo>
                  <a:pt x="1444762" y="388961"/>
                  <a:pt x="1452676" y="393723"/>
                  <a:pt x="1460590" y="396898"/>
                </a:cubicBezTo>
                <a:cubicBezTo>
                  <a:pt x="1460590" y="396898"/>
                  <a:pt x="1460590" y="396898"/>
                  <a:pt x="1470086" y="403248"/>
                </a:cubicBezTo>
                <a:cubicBezTo>
                  <a:pt x="1470086" y="403248"/>
                  <a:pt x="1470086" y="403248"/>
                  <a:pt x="1471669" y="408011"/>
                </a:cubicBezTo>
                <a:cubicBezTo>
                  <a:pt x="1471669" y="408011"/>
                  <a:pt x="1471669" y="408011"/>
                  <a:pt x="1471669" y="442936"/>
                </a:cubicBezTo>
                <a:cubicBezTo>
                  <a:pt x="1471669" y="442936"/>
                  <a:pt x="1471669" y="442936"/>
                  <a:pt x="1470086" y="447698"/>
                </a:cubicBezTo>
                <a:cubicBezTo>
                  <a:pt x="1465338" y="454048"/>
                  <a:pt x="1446345" y="463573"/>
                  <a:pt x="1422604" y="469923"/>
                </a:cubicBezTo>
                <a:cubicBezTo>
                  <a:pt x="1414690" y="469923"/>
                  <a:pt x="1406776" y="471511"/>
                  <a:pt x="1398862" y="473098"/>
                </a:cubicBezTo>
                <a:cubicBezTo>
                  <a:pt x="1398862" y="473098"/>
                  <a:pt x="1398862" y="473098"/>
                  <a:pt x="1020582" y="473098"/>
                </a:cubicBezTo>
                <a:cubicBezTo>
                  <a:pt x="1011086" y="471511"/>
                  <a:pt x="1001589" y="469923"/>
                  <a:pt x="992092" y="468336"/>
                </a:cubicBezTo>
                <a:cubicBezTo>
                  <a:pt x="992092" y="468336"/>
                  <a:pt x="992092" y="468336"/>
                  <a:pt x="979430" y="465161"/>
                </a:cubicBezTo>
                <a:cubicBezTo>
                  <a:pt x="968351" y="458811"/>
                  <a:pt x="958854" y="454048"/>
                  <a:pt x="947775" y="449286"/>
                </a:cubicBezTo>
                <a:cubicBezTo>
                  <a:pt x="947775" y="449286"/>
                  <a:pt x="947775" y="449286"/>
                  <a:pt x="944610" y="447698"/>
                </a:cubicBezTo>
                <a:cubicBezTo>
                  <a:pt x="944610" y="447698"/>
                  <a:pt x="944610" y="447698"/>
                  <a:pt x="941444" y="442936"/>
                </a:cubicBezTo>
                <a:cubicBezTo>
                  <a:pt x="941444" y="442936"/>
                  <a:pt x="941444" y="442936"/>
                  <a:pt x="941444" y="408011"/>
                </a:cubicBezTo>
                <a:cubicBezTo>
                  <a:pt x="941444" y="408011"/>
                  <a:pt x="941444" y="408011"/>
                  <a:pt x="944610" y="403248"/>
                </a:cubicBezTo>
                <a:cubicBezTo>
                  <a:pt x="952523" y="392136"/>
                  <a:pt x="993675" y="374673"/>
                  <a:pt x="1041158" y="374673"/>
                </a:cubicBezTo>
                <a:close/>
                <a:moveTo>
                  <a:pt x="877750" y="24"/>
                </a:moveTo>
                <a:cubicBezTo>
                  <a:pt x="1023513" y="-1564"/>
                  <a:pt x="1227897" y="79399"/>
                  <a:pt x="1438619" y="79399"/>
                </a:cubicBezTo>
                <a:cubicBezTo>
                  <a:pt x="1449709" y="79399"/>
                  <a:pt x="1495656" y="74636"/>
                  <a:pt x="1538434" y="68286"/>
                </a:cubicBezTo>
                <a:cubicBezTo>
                  <a:pt x="1566953" y="65111"/>
                  <a:pt x="1584381" y="96861"/>
                  <a:pt x="1566953" y="119086"/>
                </a:cubicBezTo>
                <a:cubicBezTo>
                  <a:pt x="1533681" y="157186"/>
                  <a:pt x="1467137" y="222274"/>
                  <a:pt x="1432281" y="258786"/>
                </a:cubicBezTo>
                <a:cubicBezTo>
                  <a:pt x="1419606" y="271486"/>
                  <a:pt x="1403763" y="277836"/>
                  <a:pt x="1384750" y="277836"/>
                </a:cubicBezTo>
                <a:cubicBezTo>
                  <a:pt x="1384750" y="277836"/>
                  <a:pt x="1384750" y="277836"/>
                  <a:pt x="1012422" y="277836"/>
                </a:cubicBezTo>
                <a:cubicBezTo>
                  <a:pt x="996578" y="277836"/>
                  <a:pt x="979150" y="273074"/>
                  <a:pt x="966475" y="261961"/>
                </a:cubicBezTo>
                <a:cubicBezTo>
                  <a:pt x="945878" y="242911"/>
                  <a:pt x="914191" y="215924"/>
                  <a:pt x="884088" y="187349"/>
                </a:cubicBezTo>
                <a:cubicBezTo>
                  <a:pt x="855569" y="158774"/>
                  <a:pt x="828635" y="127024"/>
                  <a:pt x="808038" y="100036"/>
                </a:cubicBezTo>
                <a:cubicBezTo>
                  <a:pt x="787441" y="73049"/>
                  <a:pt x="779519" y="47649"/>
                  <a:pt x="779519" y="42886"/>
                </a:cubicBezTo>
                <a:cubicBezTo>
                  <a:pt x="779519" y="42886"/>
                  <a:pt x="779519" y="42886"/>
                  <a:pt x="779519" y="41299"/>
                </a:cubicBezTo>
                <a:cubicBezTo>
                  <a:pt x="793778" y="14311"/>
                  <a:pt x="819128" y="1611"/>
                  <a:pt x="877750" y="24"/>
                </a:cubicBezTo>
                <a:close/>
              </a:path>
            </a:pathLst>
          </a:custGeom>
          <a:solidFill>
            <a:srgbClr val="CCA604"/>
          </a:solidFill>
          <a:ln>
            <a:noFill/>
          </a:ln>
          <a:extLst/>
        </p:spPr>
        <p:txBody>
          <a:bodyPr vert="horz" wrap="square" lIns="91440" tIns="45720" rIns="91440" bIns="45720" numCol="1" anchor="t" anchorCtr="0" compatLnSpc="1">
            <a:prstTxWarp prst="textNoShape">
              <a:avLst/>
            </a:prstTxWarp>
            <a:noAutofit/>
          </a:bodyPr>
          <a:lstStyle/>
          <a:p>
            <a:endParaRPr lang="zh-CN" altLang="en-US"/>
          </a:p>
        </p:txBody>
      </p:sp>
      <p:sp>
        <p:nvSpPr>
          <p:cNvPr id="597" name="矩形 596"/>
          <p:cNvSpPr/>
          <p:nvPr/>
        </p:nvSpPr>
        <p:spPr>
          <a:xfrm>
            <a:off x="7027397" y="3488596"/>
            <a:ext cx="2540071"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113</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年</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lgn="ctr">
              <a:spcBef>
                <a:spcPts val="600"/>
              </a:spcBef>
              <a:buSzPct val="50000"/>
            </a:pPr>
            <a:r>
              <a:rPr lang="zh-TW" altLang="en-US" sz="2000" dirty="0">
                <a:solidFill>
                  <a:schemeClr val="tx1"/>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tx1"/>
                </a:solidFill>
                <a:latin typeface="Microsoft YaHei" panose="020B0503020204020204" pitchFamily="34" charset="-122"/>
                <a:ea typeface="Microsoft YaHei" panose="020B0503020204020204" pitchFamily="34" charset="-122"/>
                <a:cs typeface="+mj-cs"/>
              </a:rPr>
              <a:t>839</a:t>
            </a: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億餘元</a:t>
            </a:r>
            <a:endParaRPr lang="en-US" altLang="zh-TW" sz="2000"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98" name="矩形 597">
            <a:extLst>
              <a:ext uri="{FF2B5EF4-FFF2-40B4-BE49-F238E27FC236}">
                <a16:creationId xmlns:a16="http://schemas.microsoft.com/office/drawing/2014/main" id="{DA7B6109-6704-484F-9752-E46A4FDDA8D2}"/>
              </a:ext>
            </a:extLst>
          </p:cNvPr>
          <p:cNvSpPr/>
          <p:nvPr/>
        </p:nvSpPr>
        <p:spPr>
          <a:xfrm>
            <a:off x="591633" y="4328378"/>
            <a:ext cx="8037720" cy="2166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ts val="600"/>
              </a:spcBef>
              <a:buSzPct val="50000"/>
            </a:pPr>
            <a:r>
              <a:rPr lang="zh-TW" altLang="en-US" sz="2400" dirty="0">
                <a:solidFill>
                  <a:schemeClr val="accent1">
                    <a:lumMod val="50000"/>
                  </a:schemeClr>
                </a:solidFill>
                <a:latin typeface="Microsoft YaHei" panose="020B0503020204020204" pitchFamily="34" charset="-122"/>
                <a:ea typeface="Microsoft YaHei" panose="020B0503020204020204" pitchFamily="34" charset="-122"/>
              </a:rPr>
              <a:t> </a:t>
            </a:r>
            <a:r>
              <a:rPr lang="en-US" altLang="zh-TW" sz="2400" dirty="0" smtClean="0">
                <a:solidFill>
                  <a:schemeClr val="accent1">
                    <a:lumMod val="50000"/>
                  </a:schemeClr>
                </a:solidFill>
                <a:latin typeface="Microsoft YaHei" panose="020B0503020204020204" pitchFamily="34" charset="-122"/>
                <a:ea typeface="Microsoft YaHei" panose="020B0503020204020204" pitchFamily="34" charset="-122"/>
              </a:rPr>
              <a:t>(</a:t>
            </a:r>
            <a:r>
              <a:rPr lang="zh-TW" altLang="en-US" sz="2400" dirty="0" smtClean="0">
                <a:solidFill>
                  <a:schemeClr val="accent1">
                    <a:lumMod val="50000"/>
                  </a:schemeClr>
                </a:solidFill>
                <a:latin typeface="Microsoft YaHei" panose="020B0503020204020204" pitchFamily="34" charset="-122"/>
                <a:ea typeface="Microsoft YaHei" panose="020B0503020204020204" pitchFamily="34" charset="-122"/>
              </a:rPr>
              <a:t>二</a:t>
            </a:r>
            <a:r>
              <a:rPr lang="en-US" altLang="zh-TW" sz="2400" dirty="0" smtClean="0">
                <a:solidFill>
                  <a:schemeClr val="accent1">
                    <a:lumMod val="50000"/>
                  </a:schemeClr>
                </a:solidFill>
                <a:latin typeface="Microsoft YaHei" panose="020B0503020204020204" pitchFamily="34" charset="-122"/>
                <a:ea typeface="Microsoft YaHei" panose="020B0503020204020204" pitchFamily="34" charset="-122"/>
              </a:rPr>
              <a:t>)</a:t>
            </a:r>
            <a:r>
              <a:rPr lang="zh-TW" altLang="en-US" sz="24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截至</a:t>
            </a:r>
            <a:r>
              <a:rPr lang="en-US" altLang="zh-TW" sz="2400" dirty="0">
                <a:solidFill>
                  <a:schemeClr val="accent1">
                    <a:lumMod val="50000"/>
                  </a:schemeClr>
                </a:solidFill>
                <a:latin typeface="Microsoft YaHei" panose="020B0503020204020204" pitchFamily="34" charset="-122"/>
                <a:ea typeface="Microsoft YaHei" panose="020B0503020204020204" pitchFamily="34" charset="-122"/>
                <a:cs typeface="+mj-cs"/>
              </a:rPr>
              <a:t>113</a:t>
            </a:r>
            <a:r>
              <a:rPr lang="zh-TW" altLang="en-US" sz="2400" dirty="0">
                <a:solidFill>
                  <a:schemeClr val="accent1">
                    <a:lumMod val="50000"/>
                  </a:schemeClr>
                </a:solidFill>
                <a:latin typeface="Microsoft YaHei" panose="020B0503020204020204" pitchFamily="34" charset="-122"/>
                <a:ea typeface="Microsoft YaHei" panose="020B0503020204020204" pitchFamily="34" charset="-122"/>
                <a:cs typeface="+mj-cs"/>
              </a:rPr>
              <a:t>年</a:t>
            </a:r>
            <a:r>
              <a:rPr lang="en-US" altLang="zh-TW" sz="2400" dirty="0">
                <a:solidFill>
                  <a:schemeClr val="accent1">
                    <a:lumMod val="50000"/>
                  </a:schemeClr>
                </a:solidFill>
                <a:latin typeface="Microsoft YaHei" panose="020B0503020204020204" pitchFamily="34" charset="-122"/>
                <a:ea typeface="Microsoft YaHei" panose="020B0503020204020204" pitchFamily="34" charset="-122"/>
                <a:cs typeface="+mj-cs"/>
              </a:rPr>
              <a:t>9</a:t>
            </a:r>
            <a:r>
              <a:rPr lang="zh-TW" altLang="en-US" sz="2400" dirty="0">
                <a:solidFill>
                  <a:schemeClr val="accent1">
                    <a:lumMod val="50000"/>
                  </a:schemeClr>
                </a:solidFill>
                <a:latin typeface="Microsoft YaHei" panose="020B0503020204020204" pitchFamily="34" charset="-122"/>
                <a:ea typeface="Microsoft YaHei" panose="020B0503020204020204" pitchFamily="34" charset="-122"/>
                <a:cs typeface="+mj-cs"/>
              </a:rPr>
              <a:t>月底</a:t>
            </a:r>
            <a:r>
              <a:rPr lang="zh-TW" altLang="en-US" sz="24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止：</a:t>
            </a:r>
            <a:endParaRPr lang="en-US" altLang="zh-TW" sz="24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1.</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已</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簽署發價書之</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案件</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428</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案</a:t>
            </a:r>
            <a:r>
              <a:rPr lang="zh-TW" altLang="en-US" sz="2000" dirty="0" smtClean="0">
                <a:solidFill>
                  <a:schemeClr val="accent1">
                    <a:lumMod val="50000"/>
                  </a:schemeClr>
                </a:solidFill>
                <a:latin typeface="新細明體" panose="02020500000000000000" pitchFamily="18" charset="-120"/>
                <a:ea typeface="新細明體" panose="02020500000000000000" pitchFamily="18" charset="-120"/>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發</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價書總</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金額美金</a:t>
            </a:r>
            <a:r>
              <a:rPr lang="en-US" altLang="zh-TW" sz="2000" dirty="0">
                <a:solidFill>
                  <a:schemeClr val="accent1">
                    <a:lumMod val="50000"/>
                  </a:schemeClr>
                </a:solidFill>
                <a:latin typeface="Microsoft YaHei" panose="020B0503020204020204" pitchFamily="34" charset="-122"/>
                <a:ea typeface="Microsoft YaHei" panose="020B0503020204020204" pitchFamily="34" charset="-122"/>
                <a:cs typeface="+mj-cs"/>
              </a:rPr>
              <a:t>573</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億餘</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約</a:t>
            </a:r>
            <a:endPar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新臺幣</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1</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兆</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8</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千億元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rPr>
              <a:t>。</a:t>
            </a:r>
            <a:endPar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2</a:t>
            </a:r>
            <a:r>
              <a:rPr lang="en-US" altLang="zh-TW" sz="2000" dirty="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我方</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累計結匯美金</a:t>
            </a:r>
            <a:r>
              <a:rPr lang="en-US" altLang="zh-TW" sz="2000" dirty="0">
                <a:solidFill>
                  <a:schemeClr val="accent1">
                    <a:lumMod val="50000"/>
                  </a:schemeClr>
                </a:solidFill>
                <a:latin typeface="Microsoft YaHei" panose="020B0503020204020204" pitchFamily="34" charset="-122"/>
                <a:ea typeface="Microsoft YaHei" panose="020B0503020204020204" pitchFamily="34" charset="-122"/>
                <a:cs typeface="+mj-cs"/>
              </a:rPr>
              <a:t>393</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億餘</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約新臺幣</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1</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兆</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2</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千億元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美方累</a:t>
            </a:r>
            <a:endPar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計交運</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金額美金</a:t>
            </a:r>
            <a:r>
              <a:rPr lang="en-US" altLang="zh-TW" sz="2000" dirty="0">
                <a:solidFill>
                  <a:schemeClr val="accent1">
                    <a:lumMod val="50000"/>
                  </a:schemeClr>
                </a:solidFill>
                <a:latin typeface="Microsoft YaHei" panose="020B0503020204020204" pitchFamily="34" charset="-122"/>
                <a:ea typeface="Microsoft YaHei" panose="020B0503020204020204" pitchFamily="34" charset="-122"/>
                <a:cs typeface="+mj-cs"/>
              </a:rPr>
              <a:t>299</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億餘</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約新臺幣</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9</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千億元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rPr>
              <a:t>。</a:t>
            </a:r>
            <a:endPar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3.</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軍購備查帳</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餘額</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美金</a:t>
            </a:r>
            <a:r>
              <a:rPr lang="en-US" altLang="zh-TW" sz="2000" dirty="0">
                <a:solidFill>
                  <a:schemeClr val="accent1">
                    <a:lumMod val="50000"/>
                  </a:schemeClr>
                </a:solidFill>
                <a:latin typeface="Microsoft YaHei" panose="020B0503020204020204" pitchFamily="34" charset="-122"/>
                <a:ea typeface="Microsoft YaHei" panose="020B0503020204020204" pitchFamily="34" charset="-122"/>
                <a:cs typeface="+mj-cs"/>
              </a:rPr>
              <a:t>94</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億餘元</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原</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rPr>
              <a:t>稱在途物資備</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查帳</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約新</a:t>
            </a:r>
            <a:r>
              <a:rPr lang="zh-TW" altLang="en-US" sz="2000" dirty="0">
                <a:solidFill>
                  <a:schemeClr val="accent1">
                    <a:lumMod val="50000"/>
                  </a:schemeClr>
                </a:solidFill>
                <a:latin typeface="Microsoft YaHei" panose="020B0503020204020204" pitchFamily="34" charset="-122"/>
                <a:ea typeface="Microsoft YaHei" panose="020B0503020204020204" pitchFamily="34" charset="-122"/>
              </a:rPr>
              <a:t>臺幣</a:t>
            </a:r>
            <a:endPar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endParaRPr>
          </a:p>
          <a:p>
            <a:pPr algn="just">
              <a:spcBef>
                <a:spcPts val="600"/>
              </a:spcBef>
              <a:buSzPct val="50000"/>
            </a:pP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     </a:t>
            </a:r>
            <a:r>
              <a:rPr lang="en-US" altLang="zh-TW"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2,868</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cs typeface="+mj-cs"/>
              </a:rPr>
              <a:t>億餘元</a:t>
            </a:r>
            <a:r>
              <a:rPr lang="zh-TW" altLang="en-US" sz="2000" dirty="0" smtClean="0">
                <a:solidFill>
                  <a:schemeClr val="accent1">
                    <a:lumMod val="50000"/>
                  </a:schemeClr>
                </a:solidFill>
                <a:latin typeface="Microsoft YaHei" panose="020B0503020204020204" pitchFamily="34" charset="-122"/>
                <a:ea typeface="Microsoft YaHei" panose="020B0503020204020204" pitchFamily="34" charset="-122"/>
              </a:rPr>
              <a:t>。</a:t>
            </a:r>
            <a:endParaRPr lang="zh-TW" altLang="en-US" sz="2000" dirty="0">
              <a:solidFill>
                <a:schemeClr val="accent1">
                  <a:lumMod val="50000"/>
                </a:schemeClr>
              </a:solidFill>
              <a:latin typeface="Microsoft YaHei" panose="020B0503020204020204" pitchFamily="34" charset="-122"/>
              <a:ea typeface="Microsoft YaHei" panose="020B0503020204020204" pitchFamily="34" charset="-122"/>
              <a:cs typeface="+mj-cs"/>
            </a:endParaRPr>
          </a:p>
        </p:txBody>
      </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4</a:t>
            </a:fld>
            <a:endParaRPr lang="zh-CN" altLang="en-US">
              <a:solidFill>
                <a:prstClr val="black">
                  <a:tint val="75000"/>
                </a:prstClr>
              </a:solidFill>
            </a:endParaRPr>
          </a:p>
        </p:txBody>
      </p:sp>
    </p:spTree>
    <p:extLst>
      <p:ext uri="{BB962C8B-B14F-4D97-AF65-F5344CB8AC3E}">
        <p14:creationId xmlns:p14="http://schemas.microsoft.com/office/powerpoint/2010/main" val="18087250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840799" y="238300"/>
            <a:ext cx="8594601" cy="916823"/>
          </a:xfrm>
        </p:spPr>
        <p:txBody>
          <a:bodyPr>
            <a:noAutofit/>
          </a:bodyPr>
          <a:lstStyle/>
          <a:p>
            <a:pPr defTabSz="609585"/>
            <a:r>
              <a:rPr lang="zh-TW" altLang="en-US" sz="3600" b="0" dirty="0" smtClean="0">
                <a:solidFill>
                  <a:srgbClr val="5B9BD5">
                    <a:lumMod val="50000"/>
                  </a:srgbClr>
                </a:solidFill>
              </a:rPr>
              <a:t>一</a:t>
            </a:r>
            <a:r>
              <a:rPr lang="zh-TW" altLang="en-US" sz="3600" b="0" dirty="0" smtClean="0">
                <a:solidFill>
                  <a:schemeClr val="accent5">
                    <a:lumMod val="50000"/>
                  </a:schemeClr>
                </a:solidFill>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對美軍購特性與</a:t>
            </a:r>
            <a:r>
              <a:rPr lang="zh-TW" altLang="en-US" sz="3600" b="0" dirty="0" smtClean="0">
                <a:solidFill>
                  <a:schemeClr val="accent5">
                    <a:lumMod val="50000"/>
                  </a:schemeClr>
                </a:solidFill>
                <a:latin typeface="Microsoft YaHei" panose="020B0503020204020204" pitchFamily="34" charset="-122"/>
                <a:ea typeface="Microsoft YaHei" panose="020B0503020204020204" pitchFamily="34" charset="-122"/>
                <a:cs typeface="+mn-ea"/>
                <a:sym typeface="+mn-lt"/>
              </a:rPr>
              <a:t>概述</a:t>
            </a:r>
            <a:r>
              <a:rPr lang="en-US" altLang="zh-TW" sz="3600" b="0" dirty="0" smtClean="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續</a:t>
            </a:r>
            <a:r>
              <a:rPr lang="en-US" altLang="zh-TW"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p>
          <a:p>
            <a:pPr defTabSz="609585"/>
            <a:endParaRPr lang="en-US" altLang="zh-CN"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endParaRPr>
          </a:p>
        </p:txBody>
      </p:sp>
      <p:sp>
        <p:nvSpPr>
          <p:cNvPr id="8" name="矩形 7">
            <a:extLst>
              <a:ext uri="{FF2B5EF4-FFF2-40B4-BE49-F238E27FC236}">
                <a16:creationId xmlns:a16="http://schemas.microsoft.com/office/drawing/2014/main" id="{DA7B6109-6704-484F-9752-E46A4FDDA8D2}"/>
              </a:ext>
            </a:extLst>
          </p:cNvPr>
          <p:cNvSpPr/>
          <p:nvPr/>
        </p:nvSpPr>
        <p:spPr>
          <a:xfrm>
            <a:off x="391137" y="619753"/>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tx1"/>
                </a:solidFill>
                <a:latin typeface="Microsoft YaHei" panose="020B0503020204020204" pitchFamily="34" charset="-122"/>
                <a:ea typeface="Microsoft YaHei" panose="020B0503020204020204" pitchFamily="34" charset="-122"/>
                <a:cs typeface="+mj-cs"/>
              </a:rPr>
              <a:t>臺美雙方辦理事項</a:t>
            </a:r>
            <a:endParaRPr lang="zh-TW" altLang="en-US" sz="2400" spc="-200" dirty="0">
              <a:solidFill>
                <a:schemeClr val="tx1"/>
              </a:solidFill>
              <a:latin typeface="Microsoft YaHei" panose="020B0503020204020204" pitchFamily="34" charset="-122"/>
              <a:ea typeface="Microsoft YaHei" panose="020B0503020204020204" pitchFamily="34" charset="-122"/>
            </a:endParaRPr>
          </a:p>
        </p:txBody>
      </p:sp>
      <p:pic>
        <p:nvPicPr>
          <p:cNvPr id="29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2777" y="4705030"/>
            <a:ext cx="2328759" cy="1318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8" name="矩形 297">
            <a:extLst>
              <a:ext uri="{FF2B5EF4-FFF2-40B4-BE49-F238E27FC236}">
                <a16:creationId xmlns:a16="http://schemas.microsoft.com/office/drawing/2014/main" id="{DA7B6109-6704-484F-9752-E46A4FDDA8D2}"/>
              </a:ext>
            </a:extLst>
          </p:cNvPr>
          <p:cNvSpPr/>
          <p:nvPr/>
        </p:nvSpPr>
        <p:spPr>
          <a:xfrm>
            <a:off x="688401" y="2906690"/>
            <a:ext cx="2070929" cy="1141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r>
              <a:rPr lang="zh-TW" altLang="en-US" sz="2000" dirty="0" smtClean="0">
                <a:solidFill>
                  <a:schemeClr val="accent6">
                    <a:lumMod val="50000"/>
                  </a:schemeClr>
                </a:solidFill>
                <a:latin typeface="Microsoft YaHei" panose="020B0503020204020204" pitchFamily="34" charset="-122"/>
                <a:ea typeface="Microsoft YaHei" panose="020B0503020204020204" pitchFamily="34" charset="-122"/>
                <a:cs typeface="+mj-cs"/>
              </a:rPr>
              <a:t>美政府執行單位</a:t>
            </a:r>
            <a:endParaRPr lang="zh-TW" altLang="en-US" sz="2000" spc="-200" dirty="0">
              <a:solidFill>
                <a:schemeClr val="accent6">
                  <a:lumMod val="50000"/>
                </a:schemeClr>
              </a:solidFill>
              <a:latin typeface="Microsoft YaHei" panose="020B0503020204020204" pitchFamily="34" charset="-122"/>
              <a:ea typeface="Microsoft YaHei" panose="020B0503020204020204" pitchFamily="34" charset="-122"/>
            </a:endParaRPr>
          </a:p>
        </p:txBody>
      </p:sp>
      <p:sp>
        <p:nvSpPr>
          <p:cNvPr id="299" name="矩形 298">
            <a:extLst>
              <a:ext uri="{FF2B5EF4-FFF2-40B4-BE49-F238E27FC236}">
                <a16:creationId xmlns:a16="http://schemas.microsoft.com/office/drawing/2014/main" id="{DA7B6109-6704-484F-9752-E46A4FDDA8D2}"/>
              </a:ext>
            </a:extLst>
          </p:cNvPr>
          <p:cNvSpPr/>
          <p:nvPr/>
        </p:nvSpPr>
        <p:spPr>
          <a:xfrm>
            <a:off x="5231573" y="5711944"/>
            <a:ext cx="1057216" cy="1141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r>
              <a:rPr lang="zh-TW" altLang="en-US" sz="2000" dirty="0" smtClean="0">
                <a:solidFill>
                  <a:schemeClr val="tx1"/>
                </a:solidFill>
                <a:latin typeface="Microsoft YaHei" panose="020B0503020204020204" pitchFamily="34" charset="-122"/>
                <a:ea typeface="Microsoft YaHei" panose="020B0503020204020204" pitchFamily="34" charset="-122"/>
                <a:cs typeface="+mj-cs"/>
              </a:rPr>
              <a:t>國防部</a:t>
            </a:r>
            <a:endParaRPr lang="zh-TW" altLang="en-US" sz="2000" spc="-200" dirty="0">
              <a:solidFill>
                <a:schemeClr val="tx1"/>
              </a:solidFill>
              <a:latin typeface="Microsoft YaHei" panose="020B0503020204020204" pitchFamily="34" charset="-122"/>
              <a:ea typeface="Microsoft YaHei" panose="020B0503020204020204" pitchFamily="34" charset="-122"/>
            </a:endParaRPr>
          </a:p>
        </p:txBody>
      </p:sp>
      <p:grpSp>
        <p:nvGrpSpPr>
          <p:cNvPr id="300" name="Group 4">
            <a:extLst>
              <a:ext uri="{FF2B5EF4-FFF2-40B4-BE49-F238E27FC236}">
                <a16:creationId xmlns:a16="http://schemas.microsoft.com/office/drawing/2014/main" id="{A549890B-1B50-472E-8C45-33B0B8E6D0F8}"/>
              </a:ext>
            </a:extLst>
          </p:cNvPr>
          <p:cNvGrpSpPr>
            <a:grpSpLocks noChangeAspect="1"/>
          </p:cNvGrpSpPr>
          <p:nvPr/>
        </p:nvGrpSpPr>
        <p:grpSpPr bwMode="auto">
          <a:xfrm>
            <a:off x="7262072" y="1805094"/>
            <a:ext cx="1321324" cy="1117541"/>
            <a:chOff x="2219" y="791"/>
            <a:chExt cx="3242" cy="2742"/>
          </a:xfrm>
        </p:grpSpPr>
        <p:grpSp>
          <p:nvGrpSpPr>
            <p:cNvPr id="301" name="Group 205">
              <a:extLst>
                <a:ext uri="{FF2B5EF4-FFF2-40B4-BE49-F238E27FC236}">
                  <a16:creationId xmlns:a16="http://schemas.microsoft.com/office/drawing/2014/main" id="{50B140A0-99D5-493C-89E0-A4B397C6F3CC}"/>
                </a:ext>
              </a:extLst>
            </p:cNvPr>
            <p:cNvGrpSpPr>
              <a:grpSpLocks/>
            </p:cNvGrpSpPr>
            <p:nvPr/>
          </p:nvGrpSpPr>
          <p:grpSpPr bwMode="auto">
            <a:xfrm>
              <a:off x="2219" y="1054"/>
              <a:ext cx="3242" cy="2479"/>
              <a:chOff x="2219" y="1054"/>
              <a:chExt cx="3242" cy="2479"/>
            </a:xfrm>
          </p:grpSpPr>
          <p:sp>
            <p:nvSpPr>
              <p:cNvPr id="382" name="Freeform 5">
                <a:extLst>
                  <a:ext uri="{FF2B5EF4-FFF2-40B4-BE49-F238E27FC236}">
                    <a16:creationId xmlns:a16="http://schemas.microsoft.com/office/drawing/2014/main" id="{9F5AA09A-B862-4549-B256-9528DFEA72EC}"/>
                  </a:ext>
                </a:extLst>
              </p:cNvPr>
              <p:cNvSpPr>
                <a:spLocks/>
              </p:cNvSpPr>
              <p:nvPr/>
            </p:nvSpPr>
            <p:spPr bwMode="auto">
              <a:xfrm>
                <a:off x="2219" y="2300"/>
                <a:ext cx="3242" cy="1162"/>
              </a:xfrm>
              <a:custGeom>
                <a:avLst/>
                <a:gdLst>
                  <a:gd name="T0" fmla="*/ 0 w 3242"/>
                  <a:gd name="T1" fmla="*/ 580 h 1162"/>
                  <a:gd name="T2" fmla="*/ 0 w 3242"/>
                  <a:gd name="T3" fmla="*/ 582 h 1162"/>
                  <a:gd name="T4" fmla="*/ 1622 w 3242"/>
                  <a:gd name="T5" fmla="*/ 1162 h 1162"/>
                  <a:gd name="T6" fmla="*/ 2122 w 3242"/>
                  <a:gd name="T7" fmla="*/ 985 h 1162"/>
                  <a:gd name="T8" fmla="*/ 2167 w 3242"/>
                  <a:gd name="T9" fmla="*/ 968 h 1162"/>
                  <a:gd name="T10" fmla="*/ 2588 w 3242"/>
                  <a:gd name="T11" fmla="*/ 817 h 1162"/>
                  <a:gd name="T12" fmla="*/ 3242 w 3242"/>
                  <a:gd name="T13" fmla="*/ 582 h 1162"/>
                  <a:gd name="T14" fmla="*/ 3242 w 3242"/>
                  <a:gd name="T15" fmla="*/ 580 h 1162"/>
                  <a:gd name="T16" fmla="*/ 1622 w 3242"/>
                  <a:gd name="T17" fmla="*/ 0 h 1162"/>
                  <a:gd name="T18" fmla="*/ 1120 w 3242"/>
                  <a:gd name="T19" fmla="*/ 180 h 1162"/>
                  <a:gd name="T20" fmla="*/ 173 w 3242"/>
                  <a:gd name="T21" fmla="*/ 518 h 1162"/>
                  <a:gd name="T22" fmla="*/ 0 w 3242"/>
                  <a:gd name="T23" fmla="*/ 58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42" h="1162">
                    <a:moveTo>
                      <a:pt x="0" y="580"/>
                    </a:moveTo>
                    <a:lnTo>
                      <a:pt x="0" y="582"/>
                    </a:lnTo>
                    <a:lnTo>
                      <a:pt x="1622" y="1162"/>
                    </a:lnTo>
                    <a:lnTo>
                      <a:pt x="2122" y="985"/>
                    </a:lnTo>
                    <a:lnTo>
                      <a:pt x="2167" y="968"/>
                    </a:lnTo>
                    <a:lnTo>
                      <a:pt x="2588" y="817"/>
                    </a:lnTo>
                    <a:lnTo>
                      <a:pt x="3242" y="582"/>
                    </a:lnTo>
                    <a:lnTo>
                      <a:pt x="3242" y="580"/>
                    </a:lnTo>
                    <a:lnTo>
                      <a:pt x="1622" y="0"/>
                    </a:lnTo>
                    <a:lnTo>
                      <a:pt x="1120" y="180"/>
                    </a:lnTo>
                    <a:lnTo>
                      <a:pt x="173" y="518"/>
                    </a:lnTo>
                    <a:lnTo>
                      <a:pt x="0" y="580"/>
                    </a:lnTo>
                    <a:close/>
                  </a:path>
                </a:pathLst>
              </a:custGeom>
              <a:solidFill>
                <a:srgbClr val="008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3" name="Freeform 6">
                <a:extLst>
                  <a:ext uri="{FF2B5EF4-FFF2-40B4-BE49-F238E27FC236}">
                    <a16:creationId xmlns:a16="http://schemas.microsoft.com/office/drawing/2014/main" id="{C4D66714-5C36-4516-9286-CCD27AD293B1}"/>
                  </a:ext>
                </a:extLst>
              </p:cNvPr>
              <p:cNvSpPr>
                <a:spLocks/>
              </p:cNvSpPr>
              <p:nvPr/>
            </p:nvSpPr>
            <p:spPr bwMode="auto">
              <a:xfrm>
                <a:off x="2219" y="2300"/>
                <a:ext cx="3242" cy="1162"/>
              </a:xfrm>
              <a:custGeom>
                <a:avLst/>
                <a:gdLst>
                  <a:gd name="T0" fmla="*/ 0 w 3242"/>
                  <a:gd name="T1" fmla="*/ 580 h 1162"/>
                  <a:gd name="T2" fmla="*/ 0 w 3242"/>
                  <a:gd name="T3" fmla="*/ 582 h 1162"/>
                  <a:gd name="T4" fmla="*/ 1622 w 3242"/>
                  <a:gd name="T5" fmla="*/ 1162 h 1162"/>
                  <a:gd name="T6" fmla="*/ 2122 w 3242"/>
                  <a:gd name="T7" fmla="*/ 985 h 1162"/>
                  <a:gd name="T8" fmla="*/ 2167 w 3242"/>
                  <a:gd name="T9" fmla="*/ 968 h 1162"/>
                  <a:gd name="T10" fmla="*/ 2588 w 3242"/>
                  <a:gd name="T11" fmla="*/ 817 h 1162"/>
                  <a:gd name="T12" fmla="*/ 3242 w 3242"/>
                  <a:gd name="T13" fmla="*/ 582 h 1162"/>
                  <a:gd name="T14" fmla="*/ 3242 w 3242"/>
                  <a:gd name="T15" fmla="*/ 580 h 1162"/>
                  <a:gd name="T16" fmla="*/ 1622 w 3242"/>
                  <a:gd name="T17" fmla="*/ 0 h 1162"/>
                  <a:gd name="T18" fmla="*/ 1120 w 3242"/>
                  <a:gd name="T19" fmla="*/ 180 h 1162"/>
                  <a:gd name="T20" fmla="*/ 173 w 3242"/>
                  <a:gd name="T21" fmla="*/ 518 h 1162"/>
                  <a:gd name="T22" fmla="*/ 0 w 3242"/>
                  <a:gd name="T23" fmla="*/ 58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42" h="1162">
                    <a:moveTo>
                      <a:pt x="0" y="580"/>
                    </a:moveTo>
                    <a:lnTo>
                      <a:pt x="0" y="582"/>
                    </a:lnTo>
                    <a:lnTo>
                      <a:pt x="1622" y="1162"/>
                    </a:lnTo>
                    <a:lnTo>
                      <a:pt x="2122" y="985"/>
                    </a:lnTo>
                    <a:lnTo>
                      <a:pt x="2167" y="968"/>
                    </a:lnTo>
                    <a:lnTo>
                      <a:pt x="2588" y="817"/>
                    </a:lnTo>
                    <a:lnTo>
                      <a:pt x="3242" y="582"/>
                    </a:lnTo>
                    <a:lnTo>
                      <a:pt x="3242" y="580"/>
                    </a:lnTo>
                    <a:lnTo>
                      <a:pt x="1622" y="0"/>
                    </a:lnTo>
                    <a:lnTo>
                      <a:pt x="1120" y="180"/>
                    </a:lnTo>
                    <a:lnTo>
                      <a:pt x="173" y="518"/>
                    </a:lnTo>
                    <a:lnTo>
                      <a:pt x="0" y="58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4" name="Freeform 7">
                <a:extLst>
                  <a:ext uri="{FF2B5EF4-FFF2-40B4-BE49-F238E27FC236}">
                    <a16:creationId xmlns:a16="http://schemas.microsoft.com/office/drawing/2014/main" id="{70BECE61-B82C-4225-B7BC-9FE2A50811DF}"/>
                  </a:ext>
                </a:extLst>
              </p:cNvPr>
              <p:cNvSpPr>
                <a:spLocks/>
              </p:cNvSpPr>
              <p:nvPr/>
            </p:nvSpPr>
            <p:spPr bwMode="auto">
              <a:xfrm>
                <a:off x="2219" y="2882"/>
                <a:ext cx="3242" cy="651"/>
              </a:xfrm>
              <a:custGeom>
                <a:avLst/>
                <a:gdLst>
                  <a:gd name="T0" fmla="*/ 0 w 3242"/>
                  <a:gd name="T1" fmla="*/ 0 h 651"/>
                  <a:gd name="T2" fmla="*/ 0 w 3242"/>
                  <a:gd name="T3" fmla="*/ 71 h 651"/>
                  <a:gd name="T4" fmla="*/ 1622 w 3242"/>
                  <a:gd name="T5" fmla="*/ 651 h 651"/>
                  <a:gd name="T6" fmla="*/ 1833 w 3242"/>
                  <a:gd name="T7" fmla="*/ 576 h 651"/>
                  <a:gd name="T8" fmla="*/ 1838 w 3242"/>
                  <a:gd name="T9" fmla="*/ 576 h 651"/>
                  <a:gd name="T10" fmla="*/ 2872 w 3242"/>
                  <a:gd name="T11" fmla="*/ 204 h 651"/>
                  <a:gd name="T12" fmla="*/ 3242 w 3242"/>
                  <a:gd name="T13" fmla="*/ 71 h 651"/>
                  <a:gd name="T14" fmla="*/ 3242 w 3242"/>
                  <a:gd name="T15" fmla="*/ 71 h 651"/>
                  <a:gd name="T16" fmla="*/ 3242 w 3242"/>
                  <a:gd name="T17" fmla="*/ 0 h 651"/>
                  <a:gd name="T18" fmla="*/ 3147 w 3242"/>
                  <a:gd name="T19" fmla="*/ 33 h 651"/>
                  <a:gd name="T20" fmla="*/ 2872 w 3242"/>
                  <a:gd name="T21" fmla="*/ 133 h 651"/>
                  <a:gd name="T22" fmla="*/ 1833 w 3242"/>
                  <a:gd name="T23" fmla="*/ 504 h 651"/>
                  <a:gd name="T24" fmla="*/ 1622 w 3242"/>
                  <a:gd name="T25" fmla="*/ 580 h 651"/>
                  <a:gd name="T26" fmla="*/ 95 w 3242"/>
                  <a:gd name="T27" fmla="*/ 33 h 651"/>
                  <a:gd name="T28" fmla="*/ 0 w 3242"/>
                  <a:gd name="T29" fmla="*/ 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2" h="651">
                    <a:moveTo>
                      <a:pt x="0" y="0"/>
                    </a:moveTo>
                    <a:lnTo>
                      <a:pt x="0" y="71"/>
                    </a:lnTo>
                    <a:lnTo>
                      <a:pt x="1622" y="651"/>
                    </a:lnTo>
                    <a:lnTo>
                      <a:pt x="1833" y="576"/>
                    </a:lnTo>
                    <a:lnTo>
                      <a:pt x="1838" y="576"/>
                    </a:lnTo>
                    <a:lnTo>
                      <a:pt x="2872" y="204"/>
                    </a:lnTo>
                    <a:lnTo>
                      <a:pt x="3242" y="71"/>
                    </a:lnTo>
                    <a:lnTo>
                      <a:pt x="3242" y="71"/>
                    </a:lnTo>
                    <a:lnTo>
                      <a:pt x="3242" y="0"/>
                    </a:lnTo>
                    <a:lnTo>
                      <a:pt x="3147" y="33"/>
                    </a:lnTo>
                    <a:lnTo>
                      <a:pt x="2872" y="133"/>
                    </a:lnTo>
                    <a:lnTo>
                      <a:pt x="1833" y="504"/>
                    </a:lnTo>
                    <a:lnTo>
                      <a:pt x="1622" y="580"/>
                    </a:lnTo>
                    <a:lnTo>
                      <a:pt x="95" y="33"/>
                    </a:lnTo>
                    <a:lnTo>
                      <a:pt x="0" y="0"/>
                    </a:lnTo>
                    <a:close/>
                  </a:path>
                </a:pathLst>
              </a:custGeom>
              <a:solidFill>
                <a:srgbClr val="0045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5" name="Freeform 8">
                <a:extLst>
                  <a:ext uri="{FF2B5EF4-FFF2-40B4-BE49-F238E27FC236}">
                    <a16:creationId xmlns:a16="http://schemas.microsoft.com/office/drawing/2014/main" id="{E28F1049-0E0D-4438-AF4A-B87F89B41069}"/>
                  </a:ext>
                </a:extLst>
              </p:cNvPr>
              <p:cNvSpPr>
                <a:spLocks/>
              </p:cNvSpPr>
              <p:nvPr/>
            </p:nvSpPr>
            <p:spPr bwMode="auto">
              <a:xfrm>
                <a:off x="3571" y="2349"/>
                <a:ext cx="1755" cy="628"/>
              </a:xfrm>
              <a:custGeom>
                <a:avLst/>
                <a:gdLst>
                  <a:gd name="T0" fmla="*/ 1755 w 1755"/>
                  <a:gd name="T1" fmla="*/ 583 h 628"/>
                  <a:gd name="T2" fmla="*/ 1624 w 1755"/>
                  <a:gd name="T3" fmla="*/ 628 h 628"/>
                  <a:gd name="T4" fmla="*/ 0 w 1755"/>
                  <a:gd name="T5" fmla="*/ 45 h 628"/>
                  <a:gd name="T6" fmla="*/ 131 w 1755"/>
                  <a:gd name="T7" fmla="*/ 0 h 628"/>
                  <a:gd name="T8" fmla="*/ 1755 w 1755"/>
                  <a:gd name="T9" fmla="*/ 583 h 628"/>
                </a:gdLst>
                <a:ahLst/>
                <a:cxnLst>
                  <a:cxn ang="0">
                    <a:pos x="T0" y="T1"/>
                  </a:cxn>
                  <a:cxn ang="0">
                    <a:pos x="T2" y="T3"/>
                  </a:cxn>
                  <a:cxn ang="0">
                    <a:pos x="T4" y="T5"/>
                  </a:cxn>
                  <a:cxn ang="0">
                    <a:pos x="T6" y="T7"/>
                  </a:cxn>
                  <a:cxn ang="0">
                    <a:pos x="T8" y="T9"/>
                  </a:cxn>
                </a:cxnLst>
                <a:rect l="0" t="0" r="r" b="b"/>
                <a:pathLst>
                  <a:path w="1755" h="628">
                    <a:moveTo>
                      <a:pt x="1755" y="583"/>
                    </a:moveTo>
                    <a:lnTo>
                      <a:pt x="1624" y="628"/>
                    </a:lnTo>
                    <a:lnTo>
                      <a:pt x="0" y="45"/>
                    </a:lnTo>
                    <a:lnTo>
                      <a:pt x="131" y="0"/>
                    </a:lnTo>
                    <a:lnTo>
                      <a:pt x="1755" y="583"/>
                    </a:lnTo>
                    <a:close/>
                  </a:path>
                </a:pathLst>
              </a:custGeom>
              <a:solidFill>
                <a:srgbClr val="189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6" name="Freeform 9">
                <a:extLst>
                  <a:ext uri="{FF2B5EF4-FFF2-40B4-BE49-F238E27FC236}">
                    <a16:creationId xmlns:a16="http://schemas.microsoft.com/office/drawing/2014/main" id="{A9198A0C-A083-4EEB-9FB1-B599A7DE5345}"/>
                  </a:ext>
                </a:extLst>
              </p:cNvPr>
              <p:cNvSpPr>
                <a:spLocks/>
              </p:cNvSpPr>
              <p:nvPr/>
            </p:nvSpPr>
            <p:spPr bwMode="auto">
              <a:xfrm>
                <a:off x="3275" y="2454"/>
                <a:ext cx="1757" cy="629"/>
              </a:xfrm>
              <a:custGeom>
                <a:avLst/>
                <a:gdLst>
                  <a:gd name="T0" fmla="*/ 0 w 1757"/>
                  <a:gd name="T1" fmla="*/ 47 h 629"/>
                  <a:gd name="T2" fmla="*/ 64 w 1757"/>
                  <a:gd name="T3" fmla="*/ 26 h 629"/>
                  <a:gd name="T4" fmla="*/ 131 w 1757"/>
                  <a:gd name="T5" fmla="*/ 0 h 629"/>
                  <a:gd name="T6" fmla="*/ 1757 w 1757"/>
                  <a:gd name="T7" fmla="*/ 582 h 629"/>
                  <a:gd name="T8" fmla="*/ 1627 w 1757"/>
                  <a:gd name="T9" fmla="*/ 629 h 629"/>
                  <a:gd name="T10" fmla="*/ 0 w 1757"/>
                  <a:gd name="T11" fmla="*/ 47 h 629"/>
                </a:gdLst>
                <a:ahLst/>
                <a:cxnLst>
                  <a:cxn ang="0">
                    <a:pos x="T0" y="T1"/>
                  </a:cxn>
                  <a:cxn ang="0">
                    <a:pos x="T2" y="T3"/>
                  </a:cxn>
                  <a:cxn ang="0">
                    <a:pos x="T4" y="T5"/>
                  </a:cxn>
                  <a:cxn ang="0">
                    <a:pos x="T6" y="T7"/>
                  </a:cxn>
                  <a:cxn ang="0">
                    <a:pos x="T8" y="T9"/>
                  </a:cxn>
                  <a:cxn ang="0">
                    <a:pos x="T10" y="T11"/>
                  </a:cxn>
                </a:cxnLst>
                <a:rect l="0" t="0" r="r" b="b"/>
                <a:pathLst>
                  <a:path w="1757" h="629">
                    <a:moveTo>
                      <a:pt x="0" y="47"/>
                    </a:moveTo>
                    <a:lnTo>
                      <a:pt x="64" y="26"/>
                    </a:lnTo>
                    <a:lnTo>
                      <a:pt x="131" y="0"/>
                    </a:lnTo>
                    <a:lnTo>
                      <a:pt x="1757" y="582"/>
                    </a:lnTo>
                    <a:lnTo>
                      <a:pt x="1627" y="629"/>
                    </a:lnTo>
                    <a:lnTo>
                      <a:pt x="0" y="47"/>
                    </a:lnTo>
                    <a:close/>
                  </a:path>
                </a:pathLst>
              </a:custGeom>
              <a:solidFill>
                <a:srgbClr val="189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7" name="Freeform 10">
                <a:extLst>
                  <a:ext uri="{FF2B5EF4-FFF2-40B4-BE49-F238E27FC236}">
                    <a16:creationId xmlns:a16="http://schemas.microsoft.com/office/drawing/2014/main" id="{3BF4F364-8D39-4D75-9016-713D2B34C066}"/>
                  </a:ext>
                </a:extLst>
              </p:cNvPr>
              <p:cNvSpPr>
                <a:spLocks/>
              </p:cNvSpPr>
              <p:nvPr/>
            </p:nvSpPr>
            <p:spPr bwMode="auto">
              <a:xfrm>
                <a:off x="2982" y="2560"/>
                <a:ext cx="1756" cy="628"/>
              </a:xfrm>
              <a:custGeom>
                <a:avLst/>
                <a:gdLst>
                  <a:gd name="T0" fmla="*/ 0 w 1756"/>
                  <a:gd name="T1" fmla="*/ 47 h 628"/>
                  <a:gd name="T2" fmla="*/ 130 w 1756"/>
                  <a:gd name="T3" fmla="*/ 0 h 628"/>
                  <a:gd name="T4" fmla="*/ 1756 w 1756"/>
                  <a:gd name="T5" fmla="*/ 583 h 628"/>
                  <a:gd name="T6" fmla="*/ 1626 w 1756"/>
                  <a:gd name="T7" fmla="*/ 628 h 628"/>
                  <a:gd name="T8" fmla="*/ 0 w 1756"/>
                  <a:gd name="T9" fmla="*/ 47 h 628"/>
                </a:gdLst>
                <a:ahLst/>
                <a:cxnLst>
                  <a:cxn ang="0">
                    <a:pos x="T0" y="T1"/>
                  </a:cxn>
                  <a:cxn ang="0">
                    <a:pos x="T2" y="T3"/>
                  </a:cxn>
                  <a:cxn ang="0">
                    <a:pos x="T4" y="T5"/>
                  </a:cxn>
                  <a:cxn ang="0">
                    <a:pos x="T6" y="T7"/>
                  </a:cxn>
                  <a:cxn ang="0">
                    <a:pos x="T8" y="T9"/>
                  </a:cxn>
                </a:cxnLst>
                <a:rect l="0" t="0" r="r" b="b"/>
                <a:pathLst>
                  <a:path w="1756" h="628">
                    <a:moveTo>
                      <a:pt x="0" y="47"/>
                    </a:moveTo>
                    <a:lnTo>
                      <a:pt x="130" y="0"/>
                    </a:lnTo>
                    <a:lnTo>
                      <a:pt x="1756" y="583"/>
                    </a:lnTo>
                    <a:lnTo>
                      <a:pt x="1626" y="628"/>
                    </a:lnTo>
                    <a:lnTo>
                      <a:pt x="0" y="47"/>
                    </a:lnTo>
                    <a:close/>
                  </a:path>
                </a:pathLst>
              </a:custGeom>
              <a:solidFill>
                <a:srgbClr val="189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8" name="Freeform 11">
                <a:extLst>
                  <a:ext uri="{FF2B5EF4-FFF2-40B4-BE49-F238E27FC236}">
                    <a16:creationId xmlns:a16="http://schemas.microsoft.com/office/drawing/2014/main" id="{041ACF80-E3DA-40ED-8934-BEA90DDD72E0}"/>
                  </a:ext>
                </a:extLst>
              </p:cNvPr>
              <p:cNvSpPr>
                <a:spLocks/>
              </p:cNvSpPr>
              <p:nvPr/>
            </p:nvSpPr>
            <p:spPr bwMode="auto">
              <a:xfrm>
                <a:off x="2982" y="2560"/>
                <a:ext cx="1756" cy="628"/>
              </a:xfrm>
              <a:custGeom>
                <a:avLst/>
                <a:gdLst>
                  <a:gd name="T0" fmla="*/ 0 w 1756"/>
                  <a:gd name="T1" fmla="*/ 47 h 628"/>
                  <a:gd name="T2" fmla="*/ 130 w 1756"/>
                  <a:gd name="T3" fmla="*/ 0 h 628"/>
                  <a:gd name="T4" fmla="*/ 1756 w 1756"/>
                  <a:gd name="T5" fmla="*/ 583 h 628"/>
                  <a:gd name="T6" fmla="*/ 1626 w 1756"/>
                  <a:gd name="T7" fmla="*/ 628 h 628"/>
                  <a:gd name="T8" fmla="*/ 0 w 1756"/>
                  <a:gd name="T9" fmla="*/ 47 h 628"/>
                </a:gdLst>
                <a:ahLst/>
                <a:cxnLst>
                  <a:cxn ang="0">
                    <a:pos x="T0" y="T1"/>
                  </a:cxn>
                  <a:cxn ang="0">
                    <a:pos x="T2" y="T3"/>
                  </a:cxn>
                  <a:cxn ang="0">
                    <a:pos x="T4" y="T5"/>
                  </a:cxn>
                  <a:cxn ang="0">
                    <a:pos x="T6" y="T7"/>
                  </a:cxn>
                  <a:cxn ang="0">
                    <a:pos x="T8" y="T9"/>
                  </a:cxn>
                </a:cxnLst>
                <a:rect l="0" t="0" r="r" b="b"/>
                <a:pathLst>
                  <a:path w="1756" h="628">
                    <a:moveTo>
                      <a:pt x="0" y="47"/>
                    </a:moveTo>
                    <a:lnTo>
                      <a:pt x="130" y="0"/>
                    </a:lnTo>
                    <a:lnTo>
                      <a:pt x="1756" y="583"/>
                    </a:lnTo>
                    <a:lnTo>
                      <a:pt x="1626" y="628"/>
                    </a:lnTo>
                    <a:lnTo>
                      <a:pt x="0" y="4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9" name="Freeform 12">
                <a:extLst>
                  <a:ext uri="{FF2B5EF4-FFF2-40B4-BE49-F238E27FC236}">
                    <a16:creationId xmlns:a16="http://schemas.microsoft.com/office/drawing/2014/main" id="{68ED784B-B68A-4D79-8E56-2133BC67A67C}"/>
                  </a:ext>
                </a:extLst>
              </p:cNvPr>
              <p:cNvSpPr>
                <a:spLocks/>
              </p:cNvSpPr>
              <p:nvPr/>
            </p:nvSpPr>
            <p:spPr bwMode="auto">
              <a:xfrm>
                <a:off x="2686" y="2664"/>
                <a:ext cx="1757" cy="630"/>
              </a:xfrm>
              <a:custGeom>
                <a:avLst/>
                <a:gdLst>
                  <a:gd name="T0" fmla="*/ 130 w 1757"/>
                  <a:gd name="T1" fmla="*/ 0 h 630"/>
                  <a:gd name="T2" fmla="*/ 1757 w 1757"/>
                  <a:gd name="T3" fmla="*/ 583 h 630"/>
                  <a:gd name="T4" fmla="*/ 1700 w 1757"/>
                  <a:gd name="T5" fmla="*/ 604 h 630"/>
                  <a:gd name="T6" fmla="*/ 1655 w 1757"/>
                  <a:gd name="T7" fmla="*/ 621 h 630"/>
                  <a:gd name="T8" fmla="*/ 1626 w 1757"/>
                  <a:gd name="T9" fmla="*/ 630 h 630"/>
                  <a:gd name="T10" fmla="*/ 0 w 1757"/>
                  <a:gd name="T11" fmla="*/ 48 h 630"/>
                  <a:gd name="T12" fmla="*/ 130 w 1757"/>
                  <a:gd name="T13" fmla="*/ 0 h 630"/>
                </a:gdLst>
                <a:ahLst/>
                <a:cxnLst>
                  <a:cxn ang="0">
                    <a:pos x="T0" y="T1"/>
                  </a:cxn>
                  <a:cxn ang="0">
                    <a:pos x="T2" y="T3"/>
                  </a:cxn>
                  <a:cxn ang="0">
                    <a:pos x="T4" y="T5"/>
                  </a:cxn>
                  <a:cxn ang="0">
                    <a:pos x="T6" y="T7"/>
                  </a:cxn>
                  <a:cxn ang="0">
                    <a:pos x="T8" y="T9"/>
                  </a:cxn>
                  <a:cxn ang="0">
                    <a:pos x="T10" y="T11"/>
                  </a:cxn>
                  <a:cxn ang="0">
                    <a:pos x="T12" y="T13"/>
                  </a:cxn>
                </a:cxnLst>
                <a:rect l="0" t="0" r="r" b="b"/>
                <a:pathLst>
                  <a:path w="1757" h="630">
                    <a:moveTo>
                      <a:pt x="130" y="0"/>
                    </a:moveTo>
                    <a:lnTo>
                      <a:pt x="1757" y="583"/>
                    </a:lnTo>
                    <a:lnTo>
                      <a:pt x="1700" y="604"/>
                    </a:lnTo>
                    <a:lnTo>
                      <a:pt x="1655" y="621"/>
                    </a:lnTo>
                    <a:lnTo>
                      <a:pt x="1626" y="630"/>
                    </a:lnTo>
                    <a:lnTo>
                      <a:pt x="0" y="48"/>
                    </a:lnTo>
                    <a:lnTo>
                      <a:pt x="130" y="0"/>
                    </a:lnTo>
                    <a:close/>
                  </a:path>
                </a:pathLst>
              </a:custGeom>
              <a:solidFill>
                <a:srgbClr val="189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0" name="Freeform 13">
                <a:extLst>
                  <a:ext uri="{FF2B5EF4-FFF2-40B4-BE49-F238E27FC236}">
                    <a16:creationId xmlns:a16="http://schemas.microsoft.com/office/drawing/2014/main" id="{1AC988A8-0F92-4DDC-9A7B-CBA08C3D7CAC}"/>
                  </a:ext>
                </a:extLst>
              </p:cNvPr>
              <p:cNvSpPr>
                <a:spLocks/>
              </p:cNvSpPr>
              <p:nvPr/>
            </p:nvSpPr>
            <p:spPr bwMode="auto">
              <a:xfrm>
                <a:off x="2686" y="2664"/>
                <a:ext cx="1757" cy="630"/>
              </a:xfrm>
              <a:custGeom>
                <a:avLst/>
                <a:gdLst>
                  <a:gd name="T0" fmla="*/ 130 w 1757"/>
                  <a:gd name="T1" fmla="*/ 0 h 630"/>
                  <a:gd name="T2" fmla="*/ 1757 w 1757"/>
                  <a:gd name="T3" fmla="*/ 583 h 630"/>
                  <a:gd name="T4" fmla="*/ 1700 w 1757"/>
                  <a:gd name="T5" fmla="*/ 604 h 630"/>
                  <a:gd name="T6" fmla="*/ 1655 w 1757"/>
                  <a:gd name="T7" fmla="*/ 621 h 630"/>
                  <a:gd name="T8" fmla="*/ 1626 w 1757"/>
                  <a:gd name="T9" fmla="*/ 630 h 630"/>
                  <a:gd name="T10" fmla="*/ 0 w 1757"/>
                  <a:gd name="T11" fmla="*/ 48 h 630"/>
                  <a:gd name="T12" fmla="*/ 130 w 1757"/>
                  <a:gd name="T13" fmla="*/ 0 h 630"/>
                </a:gdLst>
                <a:ahLst/>
                <a:cxnLst>
                  <a:cxn ang="0">
                    <a:pos x="T0" y="T1"/>
                  </a:cxn>
                  <a:cxn ang="0">
                    <a:pos x="T2" y="T3"/>
                  </a:cxn>
                  <a:cxn ang="0">
                    <a:pos x="T4" y="T5"/>
                  </a:cxn>
                  <a:cxn ang="0">
                    <a:pos x="T6" y="T7"/>
                  </a:cxn>
                  <a:cxn ang="0">
                    <a:pos x="T8" y="T9"/>
                  </a:cxn>
                  <a:cxn ang="0">
                    <a:pos x="T10" y="T11"/>
                  </a:cxn>
                  <a:cxn ang="0">
                    <a:pos x="T12" y="T13"/>
                  </a:cxn>
                </a:cxnLst>
                <a:rect l="0" t="0" r="r" b="b"/>
                <a:pathLst>
                  <a:path w="1757" h="630">
                    <a:moveTo>
                      <a:pt x="130" y="0"/>
                    </a:moveTo>
                    <a:lnTo>
                      <a:pt x="1757" y="583"/>
                    </a:lnTo>
                    <a:lnTo>
                      <a:pt x="1700" y="604"/>
                    </a:lnTo>
                    <a:lnTo>
                      <a:pt x="1655" y="621"/>
                    </a:lnTo>
                    <a:lnTo>
                      <a:pt x="1626" y="630"/>
                    </a:lnTo>
                    <a:lnTo>
                      <a:pt x="0" y="48"/>
                    </a:lnTo>
                    <a:lnTo>
                      <a:pt x="1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1" name="Freeform 14">
                <a:extLst>
                  <a:ext uri="{FF2B5EF4-FFF2-40B4-BE49-F238E27FC236}">
                    <a16:creationId xmlns:a16="http://schemas.microsoft.com/office/drawing/2014/main" id="{AFE2304D-181D-4BA5-A460-97ECAB27578E}"/>
                  </a:ext>
                </a:extLst>
              </p:cNvPr>
              <p:cNvSpPr>
                <a:spLocks/>
              </p:cNvSpPr>
              <p:nvPr/>
            </p:nvSpPr>
            <p:spPr bwMode="auto">
              <a:xfrm>
                <a:off x="2392" y="2771"/>
                <a:ext cx="1757" cy="630"/>
              </a:xfrm>
              <a:custGeom>
                <a:avLst/>
                <a:gdLst>
                  <a:gd name="T0" fmla="*/ 0 w 1757"/>
                  <a:gd name="T1" fmla="*/ 47 h 630"/>
                  <a:gd name="T2" fmla="*/ 0 w 1757"/>
                  <a:gd name="T3" fmla="*/ 47 h 630"/>
                  <a:gd name="T4" fmla="*/ 131 w 1757"/>
                  <a:gd name="T5" fmla="*/ 0 h 630"/>
                  <a:gd name="T6" fmla="*/ 1757 w 1757"/>
                  <a:gd name="T7" fmla="*/ 582 h 630"/>
                  <a:gd name="T8" fmla="*/ 1627 w 1757"/>
                  <a:gd name="T9" fmla="*/ 630 h 630"/>
                  <a:gd name="T10" fmla="*/ 0 w 1757"/>
                  <a:gd name="T11" fmla="*/ 47 h 630"/>
                </a:gdLst>
                <a:ahLst/>
                <a:cxnLst>
                  <a:cxn ang="0">
                    <a:pos x="T0" y="T1"/>
                  </a:cxn>
                  <a:cxn ang="0">
                    <a:pos x="T2" y="T3"/>
                  </a:cxn>
                  <a:cxn ang="0">
                    <a:pos x="T4" y="T5"/>
                  </a:cxn>
                  <a:cxn ang="0">
                    <a:pos x="T6" y="T7"/>
                  </a:cxn>
                  <a:cxn ang="0">
                    <a:pos x="T8" y="T9"/>
                  </a:cxn>
                  <a:cxn ang="0">
                    <a:pos x="T10" y="T11"/>
                  </a:cxn>
                </a:cxnLst>
                <a:rect l="0" t="0" r="r" b="b"/>
                <a:pathLst>
                  <a:path w="1757" h="630">
                    <a:moveTo>
                      <a:pt x="0" y="47"/>
                    </a:moveTo>
                    <a:lnTo>
                      <a:pt x="0" y="47"/>
                    </a:lnTo>
                    <a:lnTo>
                      <a:pt x="131" y="0"/>
                    </a:lnTo>
                    <a:lnTo>
                      <a:pt x="1757" y="582"/>
                    </a:lnTo>
                    <a:lnTo>
                      <a:pt x="1627" y="630"/>
                    </a:lnTo>
                    <a:lnTo>
                      <a:pt x="0" y="47"/>
                    </a:lnTo>
                    <a:close/>
                  </a:path>
                </a:pathLst>
              </a:custGeom>
              <a:solidFill>
                <a:srgbClr val="189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2" name="Freeform 15">
                <a:extLst>
                  <a:ext uri="{FF2B5EF4-FFF2-40B4-BE49-F238E27FC236}">
                    <a16:creationId xmlns:a16="http://schemas.microsoft.com/office/drawing/2014/main" id="{21B98B43-E2AF-43E5-9781-10542140BDEB}"/>
                  </a:ext>
                </a:extLst>
              </p:cNvPr>
              <p:cNvSpPr>
                <a:spLocks/>
              </p:cNvSpPr>
              <p:nvPr/>
            </p:nvSpPr>
            <p:spPr bwMode="auto">
              <a:xfrm>
                <a:off x="2392" y="2771"/>
                <a:ext cx="1757" cy="630"/>
              </a:xfrm>
              <a:custGeom>
                <a:avLst/>
                <a:gdLst>
                  <a:gd name="T0" fmla="*/ 0 w 1757"/>
                  <a:gd name="T1" fmla="*/ 47 h 630"/>
                  <a:gd name="T2" fmla="*/ 0 w 1757"/>
                  <a:gd name="T3" fmla="*/ 47 h 630"/>
                  <a:gd name="T4" fmla="*/ 131 w 1757"/>
                  <a:gd name="T5" fmla="*/ 0 h 630"/>
                  <a:gd name="T6" fmla="*/ 1757 w 1757"/>
                  <a:gd name="T7" fmla="*/ 582 h 630"/>
                  <a:gd name="T8" fmla="*/ 1627 w 1757"/>
                  <a:gd name="T9" fmla="*/ 630 h 630"/>
                  <a:gd name="T10" fmla="*/ 0 w 1757"/>
                  <a:gd name="T11" fmla="*/ 47 h 630"/>
                </a:gdLst>
                <a:ahLst/>
                <a:cxnLst>
                  <a:cxn ang="0">
                    <a:pos x="T0" y="T1"/>
                  </a:cxn>
                  <a:cxn ang="0">
                    <a:pos x="T2" y="T3"/>
                  </a:cxn>
                  <a:cxn ang="0">
                    <a:pos x="T4" y="T5"/>
                  </a:cxn>
                  <a:cxn ang="0">
                    <a:pos x="T6" y="T7"/>
                  </a:cxn>
                  <a:cxn ang="0">
                    <a:pos x="T8" y="T9"/>
                  </a:cxn>
                  <a:cxn ang="0">
                    <a:pos x="T10" y="T11"/>
                  </a:cxn>
                </a:cxnLst>
                <a:rect l="0" t="0" r="r" b="b"/>
                <a:pathLst>
                  <a:path w="1757" h="630">
                    <a:moveTo>
                      <a:pt x="0" y="47"/>
                    </a:moveTo>
                    <a:lnTo>
                      <a:pt x="0" y="47"/>
                    </a:lnTo>
                    <a:lnTo>
                      <a:pt x="131" y="0"/>
                    </a:lnTo>
                    <a:lnTo>
                      <a:pt x="1757" y="582"/>
                    </a:lnTo>
                    <a:lnTo>
                      <a:pt x="1627" y="630"/>
                    </a:lnTo>
                    <a:lnTo>
                      <a:pt x="0" y="4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3" name="Freeform 16">
                <a:extLst>
                  <a:ext uri="{FF2B5EF4-FFF2-40B4-BE49-F238E27FC236}">
                    <a16:creationId xmlns:a16="http://schemas.microsoft.com/office/drawing/2014/main" id="{582902D5-E708-462E-9C67-80CB55C20FC8}"/>
                  </a:ext>
                </a:extLst>
              </p:cNvPr>
              <p:cNvSpPr>
                <a:spLocks noEditPoints="1"/>
              </p:cNvSpPr>
              <p:nvPr/>
            </p:nvSpPr>
            <p:spPr bwMode="auto">
              <a:xfrm>
                <a:off x="3032" y="2605"/>
                <a:ext cx="402" cy="235"/>
              </a:xfrm>
              <a:custGeom>
                <a:avLst/>
                <a:gdLst>
                  <a:gd name="T0" fmla="*/ 170 w 402"/>
                  <a:gd name="T1" fmla="*/ 81 h 235"/>
                  <a:gd name="T2" fmla="*/ 0 w 402"/>
                  <a:gd name="T3" fmla="*/ 137 h 235"/>
                  <a:gd name="T4" fmla="*/ 272 w 402"/>
                  <a:gd name="T5" fmla="*/ 235 h 235"/>
                  <a:gd name="T6" fmla="*/ 326 w 402"/>
                  <a:gd name="T7" fmla="*/ 137 h 235"/>
                  <a:gd name="T8" fmla="*/ 170 w 402"/>
                  <a:gd name="T9" fmla="*/ 81 h 235"/>
                  <a:gd name="T10" fmla="*/ 402 w 402"/>
                  <a:gd name="T11" fmla="*/ 0 h 235"/>
                  <a:gd name="T12" fmla="*/ 303 w 402"/>
                  <a:gd name="T13" fmla="*/ 36 h 235"/>
                  <a:gd name="T14" fmla="*/ 371 w 402"/>
                  <a:gd name="T15" fmla="*/ 59 h 235"/>
                  <a:gd name="T16" fmla="*/ 402 w 402"/>
                  <a:gd name="T17"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235">
                    <a:moveTo>
                      <a:pt x="170" y="81"/>
                    </a:moveTo>
                    <a:lnTo>
                      <a:pt x="0" y="137"/>
                    </a:lnTo>
                    <a:lnTo>
                      <a:pt x="272" y="235"/>
                    </a:lnTo>
                    <a:lnTo>
                      <a:pt x="326" y="137"/>
                    </a:lnTo>
                    <a:lnTo>
                      <a:pt x="170" y="81"/>
                    </a:lnTo>
                    <a:close/>
                    <a:moveTo>
                      <a:pt x="402" y="0"/>
                    </a:moveTo>
                    <a:lnTo>
                      <a:pt x="303" y="36"/>
                    </a:lnTo>
                    <a:lnTo>
                      <a:pt x="371" y="59"/>
                    </a:lnTo>
                    <a:lnTo>
                      <a:pt x="402" y="0"/>
                    </a:lnTo>
                    <a:close/>
                  </a:path>
                </a:pathLst>
              </a:custGeom>
              <a:solidFill>
                <a:srgbClr val="0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4" name="Freeform 17">
                <a:extLst>
                  <a:ext uri="{FF2B5EF4-FFF2-40B4-BE49-F238E27FC236}">
                    <a16:creationId xmlns:a16="http://schemas.microsoft.com/office/drawing/2014/main" id="{CE82DE4A-FE77-43C5-9829-5F30313BA795}"/>
                  </a:ext>
                </a:extLst>
              </p:cNvPr>
              <p:cNvSpPr>
                <a:spLocks noEditPoints="1"/>
              </p:cNvSpPr>
              <p:nvPr/>
            </p:nvSpPr>
            <p:spPr bwMode="auto">
              <a:xfrm>
                <a:off x="3032" y="2605"/>
                <a:ext cx="402" cy="235"/>
              </a:xfrm>
              <a:custGeom>
                <a:avLst/>
                <a:gdLst>
                  <a:gd name="T0" fmla="*/ 170 w 402"/>
                  <a:gd name="T1" fmla="*/ 81 h 235"/>
                  <a:gd name="T2" fmla="*/ 0 w 402"/>
                  <a:gd name="T3" fmla="*/ 137 h 235"/>
                  <a:gd name="T4" fmla="*/ 272 w 402"/>
                  <a:gd name="T5" fmla="*/ 235 h 235"/>
                  <a:gd name="T6" fmla="*/ 326 w 402"/>
                  <a:gd name="T7" fmla="*/ 137 h 235"/>
                  <a:gd name="T8" fmla="*/ 170 w 402"/>
                  <a:gd name="T9" fmla="*/ 81 h 235"/>
                  <a:gd name="T10" fmla="*/ 402 w 402"/>
                  <a:gd name="T11" fmla="*/ 0 h 235"/>
                  <a:gd name="T12" fmla="*/ 303 w 402"/>
                  <a:gd name="T13" fmla="*/ 36 h 235"/>
                  <a:gd name="T14" fmla="*/ 371 w 402"/>
                  <a:gd name="T15" fmla="*/ 59 h 235"/>
                  <a:gd name="T16" fmla="*/ 402 w 402"/>
                  <a:gd name="T17"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235">
                    <a:moveTo>
                      <a:pt x="170" y="81"/>
                    </a:moveTo>
                    <a:lnTo>
                      <a:pt x="0" y="137"/>
                    </a:lnTo>
                    <a:lnTo>
                      <a:pt x="272" y="235"/>
                    </a:lnTo>
                    <a:lnTo>
                      <a:pt x="326" y="137"/>
                    </a:lnTo>
                    <a:lnTo>
                      <a:pt x="170" y="81"/>
                    </a:lnTo>
                    <a:moveTo>
                      <a:pt x="402" y="0"/>
                    </a:moveTo>
                    <a:lnTo>
                      <a:pt x="303" y="36"/>
                    </a:lnTo>
                    <a:lnTo>
                      <a:pt x="371" y="59"/>
                    </a:lnTo>
                    <a:lnTo>
                      <a:pt x="40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5" name="Freeform 18">
                <a:extLst>
                  <a:ext uri="{FF2B5EF4-FFF2-40B4-BE49-F238E27FC236}">
                    <a16:creationId xmlns:a16="http://schemas.microsoft.com/office/drawing/2014/main" id="{502869F1-7175-44C7-A482-99FE2034DF0F}"/>
                  </a:ext>
                </a:extLst>
              </p:cNvPr>
              <p:cNvSpPr>
                <a:spLocks/>
              </p:cNvSpPr>
              <p:nvPr/>
            </p:nvSpPr>
            <p:spPr bwMode="auto">
              <a:xfrm>
                <a:off x="3202" y="2641"/>
                <a:ext cx="201" cy="101"/>
              </a:xfrm>
              <a:custGeom>
                <a:avLst/>
                <a:gdLst>
                  <a:gd name="T0" fmla="*/ 133 w 201"/>
                  <a:gd name="T1" fmla="*/ 0 h 101"/>
                  <a:gd name="T2" fmla="*/ 0 w 201"/>
                  <a:gd name="T3" fmla="*/ 45 h 101"/>
                  <a:gd name="T4" fmla="*/ 156 w 201"/>
                  <a:gd name="T5" fmla="*/ 101 h 101"/>
                  <a:gd name="T6" fmla="*/ 201 w 201"/>
                  <a:gd name="T7" fmla="*/ 23 h 101"/>
                  <a:gd name="T8" fmla="*/ 133 w 201"/>
                  <a:gd name="T9" fmla="*/ 0 h 101"/>
                </a:gdLst>
                <a:ahLst/>
                <a:cxnLst>
                  <a:cxn ang="0">
                    <a:pos x="T0" y="T1"/>
                  </a:cxn>
                  <a:cxn ang="0">
                    <a:pos x="T2" y="T3"/>
                  </a:cxn>
                  <a:cxn ang="0">
                    <a:pos x="T4" y="T5"/>
                  </a:cxn>
                  <a:cxn ang="0">
                    <a:pos x="T6" y="T7"/>
                  </a:cxn>
                  <a:cxn ang="0">
                    <a:pos x="T8" y="T9"/>
                  </a:cxn>
                </a:cxnLst>
                <a:rect l="0" t="0" r="r" b="b"/>
                <a:pathLst>
                  <a:path w="201" h="101">
                    <a:moveTo>
                      <a:pt x="133" y="0"/>
                    </a:moveTo>
                    <a:lnTo>
                      <a:pt x="0" y="45"/>
                    </a:lnTo>
                    <a:lnTo>
                      <a:pt x="156" y="101"/>
                    </a:lnTo>
                    <a:lnTo>
                      <a:pt x="201" y="23"/>
                    </a:lnTo>
                    <a:lnTo>
                      <a:pt x="133" y="0"/>
                    </a:lnTo>
                    <a:close/>
                  </a:path>
                </a:pathLst>
              </a:custGeom>
              <a:solidFill>
                <a:srgbClr val="116E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6" name="Freeform 19">
                <a:extLst>
                  <a:ext uri="{FF2B5EF4-FFF2-40B4-BE49-F238E27FC236}">
                    <a16:creationId xmlns:a16="http://schemas.microsoft.com/office/drawing/2014/main" id="{A3214CE3-DD05-4991-ABD8-9C0D419CE924}"/>
                  </a:ext>
                </a:extLst>
              </p:cNvPr>
              <p:cNvSpPr>
                <a:spLocks/>
              </p:cNvSpPr>
              <p:nvPr/>
            </p:nvSpPr>
            <p:spPr bwMode="auto">
              <a:xfrm>
                <a:off x="3202" y="2641"/>
                <a:ext cx="201" cy="101"/>
              </a:xfrm>
              <a:custGeom>
                <a:avLst/>
                <a:gdLst>
                  <a:gd name="T0" fmla="*/ 133 w 201"/>
                  <a:gd name="T1" fmla="*/ 0 h 101"/>
                  <a:gd name="T2" fmla="*/ 0 w 201"/>
                  <a:gd name="T3" fmla="*/ 45 h 101"/>
                  <a:gd name="T4" fmla="*/ 156 w 201"/>
                  <a:gd name="T5" fmla="*/ 101 h 101"/>
                  <a:gd name="T6" fmla="*/ 201 w 201"/>
                  <a:gd name="T7" fmla="*/ 23 h 101"/>
                  <a:gd name="T8" fmla="*/ 133 w 201"/>
                  <a:gd name="T9" fmla="*/ 0 h 101"/>
                </a:gdLst>
                <a:ahLst/>
                <a:cxnLst>
                  <a:cxn ang="0">
                    <a:pos x="T0" y="T1"/>
                  </a:cxn>
                  <a:cxn ang="0">
                    <a:pos x="T2" y="T3"/>
                  </a:cxn>
                  <a:cxn ang="0">
                    <a:pos x="T4" y="T5"/>
                  </a:cxn>
                  <a:cxn ang="0">
                    <a:pos x="T6" y="T7"/>
                  </a:cxn>
                  <a:cxn ang="0">
                    <a:pos x="T8" y="T9"/>
                  </a:cxn>
                </a:cxnLst>
                <a:rect l="0" t="0" r="r" b="b"/>
                <a:pathLst>
                  <a:path w="201" h="101">
                    <a:moveTo>
                      <a:pt x="133" y="0"/>
                    </a:moveTo>
                    <a:lnTo>
                      <a:pt x="0" y="45"/>
                    </a:lnTo>
                    <a:lnTo>
                      <a:pt x="156" y="101"/>
                    </a:lnTo>
                    <a:lnTo>
                      <a:pt x="201" y="23"/>
                    </a:lnTo>
                    <a:lnTo>
                      <a:pt x="13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7" name="Freeform 20">
                <a:extLst>
                  <a:ext uri="{FF2B5EF4-FFF2-40B4-BE49-F238E27FC236}">
                    <a16:creationId xmlns:a16="http://schemas.microsoft.com/office/drawing/2014/main" id="{523BBD8B-E524-4F73-AEBD-19ED18949E8B}"/>
                  </a:ext>
                </a:extLst>
              </p:cNvPr>
              <p:cNvSpPr>
                <a:spLocks noEditPoints="1"/>
              </p:cNvSpPr>
              <p:nvPr/>
            </p:nvSpPr>
            <p:spPr bwMode="auto">
              <a:xfrm>
                <a:off x="2468" y="2787"/>
                <a:ext cx="793" cy="346"/>
              </a:xfrm>
              <a:custGeom>
                <a:avLst/>
                <a:gdLst>
                  <a:gd name="T0" fmla="*/ 128 w 793"/>
                  <a:gd name="T1" fmla="*/ 105 h 346"/>
                  <a:gd name="T2" fmla="*/ 0 w 793"/>
                  <a:gd name="T3" fmla="*/ 147 h 346"/>
                  <a:gd name="T4" fmla="*/ 672 w 793"/>
                  <a:gd name="T5" fmla="*/ 346 h 346"/>
                  <a:gd name="T6" fmla="*/ 694 w 793"/>
                  <a:gd name="T7" fmla="*/ 306 h 346"/>
                  <a:gd name="T8" fmla="*/ 128 w 793"/>
                  <a:gd name="T9" fmla="*/ 105 h 346"/>
                  <a:gd name="T10" fmla="*/ 431 w 793"/>
                  <a:gd name="T11" fmla="*/ 0 h 346"/>
                  <a:gd name="T12" fmla="*/ 263 w 793"/>
                  <a:gd name="T13" fmla="*/ 57 h 346"/>
                  <a:gd name="T14" fmla="*/ 739 w 793"/>
                  <a:gd name="T15" fmla="*/ 228 h 346"/>
                  <a:gd name="T16" fmla="*/ 793 w 793"/>
                  <a:gd name="T17" fmla="*/ 131 h 346"/>
                  <a:gd name="T18" fmla="*/ 431 w 793"/>
                  <a:gd name="T19"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3" h="346">
                    <a:moveTo>
                      <a:pt x="128" y="105"/>
                    </a:moveTo>
                    <a:lnTo>
                      <a:pt x="0" y="147"/>
                    </a:lnTo>
                    <a:lnTo>
                      <a:pt x="672" y="346"/>
                    </a:lnTo>
                    <a:lnTo>
                      <a:pt x="694" y="306"/>
                    </a:lnTo>
                    <a:lnTo>
                      <a:pt x="128" y="105"/>
                    </a:lnTo>
                    <a:close/>
                    <a:moveTo>
                      <a:pt x="431" y="0"/>
                    </a:moveTo>
                    <a:lnTo>
                      <a:pt x="263" y="57"/>
                    </a:lnTo>
                    <a:lnTo>
                      <a:pt x="739" y="228"/>
                    </a:lnTo>
                    <a:lnTo>
                      <a:pt x="793" y="131"/>
                    </a:lnTo>
                    <a:lnTo>
                      <a:pt x="431" y="0"/>
                    </a:lnTo>
                    <a:close/>
                  </a:path>
                </a:pathLst>
              </a:custGeom>
              <a:solidFill>
                <a:srgbClr val="005F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8" name="Freeform 21">
                <a:extLst>
                  <a:ext uri="{FF2B5EF4-FFF2-40B4-BE49-F238E27FC236}">
                    <a16:creationId xmlns:a16="http://schemas.microsoft.com/office/drawing/2014/main" id="{AA22CCA3-059A-45A0-9CF6-08194C27B881}"/>
                  </a:ext>
                </a:extLst>
              </p:cNvPr>
              <p:cNvSpPr>
                <a:spLocks noEditPoints="1"/>
              </p:cNvSpPr>
              <p:nvPr/>
            </p:nvSpPr>
            <p:spPr bwMode="auto">
              <a:xfrm>
                <a:off x="2468" y="2787"/>
                <a:ext cx="793" cy="346"/>
              </a:xfrm>
              <a:custGeom>
                <a:avLst/>
                <a:gdLst>
                  <a:gd name="T0" fmla="*/ 128 w 793"/>
                  <a:gd name="T1" fmla="*/ 105 h 346"/>
                  <a:gd name="T2" fmla="*/ 0 w 793"/>
                  <a:gd name="T3" fmla="*/ 147 h 346"/>
                  <a:gd name="T4" fmla="*/ 672 w 793"/>
                  <a:gd name="T5" fmla="*/ 346 h 346"/>
                  <a:gd name="T6" fmla="*/ 694 w 793"/>
                  <a:gd name="T7" fmla="*/ 306 h 346"/>
                  <a:gd name="T8" fmla="*/ 128 w 793"/>
                  <a:gd name="T9" fmla="*/ 105 h 346"/>
                  <a:gd name="T10" fmla="*/ 431 w 793"/>
                  <a:gd name="T11" fmla="*/ 0 h 346"/>
                  <a:gd name="T12" fmla="*/ 263 w 793"/>
                  <a:gd name="T13" fmla="*/ 57 h 346"/>
                  <a:gd name="T14" fmla="*/ 739 w 793"/>
                  <a:gd name="T15" fmla="*/ 228 h 346"/>
                  <a:gd name="T16" fmla="*/ 793 w 793"/>
                  <a:gd name="T17" fmla="*/ 131 h 346"/>
                  <a:gd name="T18" fmla="*/ 431 w 793"/>
                  <a:gd name="T19"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3" h="346">
                    <a:moveTo>
                      <a:pt x="128" y="105"/>
                    </a:moveTo>
                    <a:lnTo>
                      <a:pt x="0" y="147"/>
                    </a:lnTo>
                    <a:lnTo>
                      <a:pt x="672" y="346"/>
                    </a:lnTo>
                    <a:lnTo>
                      <a:pt x="694" y="306"/>
                    </a:lnTo>
                    <a:lnTo>
                      <a:pt x="128" y="105"/>
                    </a:lnTo>
                    <a:moveTo>
                      <a:pt x="431" y="0"/>
                    </a:moveTo>
                    <a:lnTo>
                      <a:pt x="263" y="57"/>
                    </a:lnTo>
                    <a:lnTo>
                      <a:pt x="739" y="228"/>
                    </a:lnTo>
                    <a:lnTo>
                      <a:pt x="793" y="131"/>
                    </a:lnTo>
                    <a:lnTo>
                      <a:pt x="43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99" name="Freeform 22">
                <a:extLst>
                  <a:ext uri="{FF2B5EF4-FFF2-40B4-BE49-F238E27FC236}">
                    <a16:creationId xmlns:a16="http://schemas.microsoft.com/office/drawing/2014/main" id="{CD9FDAC7-707B-4430-AEB1-7E1F74600661}"/>
                  </a:ext>
                </a:extLst>
              </p:cNvPr>
              <p:cNvSpPr>
                <a:spLocks/>
              </p:cNvSpPr>
              <p:nvPr/>
            </p:nvSpPr>
            <p:spPr bwMode="auto">
              <a:xfrm>
                <a:off x="2899" y="2742"/>
                <a:ext cx="405" cy="176"/>
              </a:xfrm>
              <a:custGeom>
                <a:avLst/>
                <a:gdLst>
                  <a:gd name="T0" fmla="*/ 133 w 405"/>
                  <a:gd name="T1" fmla="*/ 0 h 176"/>
                  <a:gd name="T2" fmla="*/ 0 w 405"/>
                  <a:gd name="T3" fmla="*/ 45 h 176"/>
                  <a:gd name="T4" fmla="*/ 362 w 405"/>
                  <a:gd name="T5" fmla="*/ 176 h 176"/>
                  <a:gd name="T6" fmla="*/ 405 w 405"/>
                  <a:gd name="T7" fmla="*/ 98 h 176"/>
                  <a:gd name="T8" fmla="*/ 133 w 405"/>
                  <a:gd name="T9" fmla="*/ 0 h 176"/>
                </a:gdLst>
                <a:ahLst/>
                <a:cxnLst>
                  <a:cxn ang="0">
                    <a:pos x="T0" y="T1"/>
                  </a:cxn>
                  <a:cxn ang="0">
                    <a:pos x="T2" y="T3"/>
                  </a:cxn>
                  <a:cxn ang="0">
                    <a:pos x="T4" y="T5"/>
                  </a:cxn>
                  <a:cxn ang="0">
                    <a:pos x="T6" y="T7"/>
                  </a:cxn>
                  <a:cxn ang="0">
                    <a:pos x="T8" y="T9"/>
                  </a:cxn>
                </a:cxnLst>
                <a:rect l="0" t="0" r="r" b="b"/>
                <a:pathLst>
                  <a:path w="405" h="176">
                    <a:moveTo>
                      <a:pt x="133" y="0"/>
                    </a:moveTo>
                    <a:lnTo>
                      <a:pt x="0" y="45"/>
                    </a:lnTo>
                    <a:lnTo>
                      <a:pt x="362" y="176"/>
                    </a:lnTo>
                    <a:lnTo>
                      <a:pt x="405" y="98"/>
                    </a:lnTo>
                    <a:lnTo>
                      <a:pt x="133" y="0"/>
                    </a:lnTo>
                    <a:close/>
                  </a:path>
                </a:pathLst>
              </a:custGeom>
              <a:solidFill>
                <a:srgbClr val="116E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0" name="Freeform 23">
                <a:extLst>
                  <a:ext uri="{FF2B5EF4-FFF2-40B4-BE49-F238E27FC236}">
                    <a16:creationId xmlns:a16="http://schemas.microsoft.com/office/drawing/2014/main" id="{AC5E23F6-3220-4860-844C-7692FD9F0D4C}"/>
                  </a:ext>
                </a:extLst>
              </p:cNvPr>
              <p:cNvSpPr>
                <a:spLocks/>
              </p:cNvSpPr>
              <p:nvPr/>
            </p:nvSpPr>
            <p:spPr bwMode="auto">
              <a:xfrm>
                <a:off x="2899" y="2742"/>
                <a:ext cx="405" cy="176"/>
              </a:xfrm>
              <a:custGeom>
                <a:avLst/>
                <a:gdLst>
                  <a:gd name="T0" fmla="*/ 133 w 405"/>
                  <a:gd name="T1" fmla="*/ 0 h 176"/>
                  <a:gd name="T2" fmla="*/ 0 w 405"/>
                  <a:gd name="T3" fmla="*/ 45 h 176"/>
                  <a:gd name="T4" fmla="*/ 362 w 405"/>
                  <a:gd name="T5" fmla="*/ 176 h 176"/>
                  <a:gd name="T6" fmla="*/ 405 w 405"/>
                  <a:gd name="T7" fmla="*/ 98 h 176"/>
                  <a:gd name="T8" fmla="*/ 133 w 405"/>
                  <a:gd name="T9" fmla="*/ 0 h 176"/>
                </a:gdLst>
                <a:ahLst/>
                <a:cxnLst>
                  <a:cxn ang="0">
                    <a:pos x="T0" y="T1"/>
                  </a:cxn>
                  <a:cxn ang="0">
                    <a:pos x="T2" y="T3"/>
                  </a:cxn>
                  <a:cxn ang="0">
                    <a:pos x="T4" y="T5"/>
                  </a:cxn>
                  <a:cxn ang="0">
                    <a:pos x="T6" y="T7"/>
                  </a:cxn>
                  <a:cxn ang="0">
                    <a:pos x="T8" y="T9"/>
                  </a:cxn>
                </a:cxnLst>
                <a:rect l="0" t="0" r="r" b="b"/>
                <a:pathLst>
                  <a:path w="405" h="176">
                    <a:moveTo>
                      <a:pt x="133" y="0"/>
                    </a:moveTo>
                    <a:lnTo>
                      <a:pt x="0" y="45"/>
                    </a:lnTo>
                    <a:lnTo>
                      <a:pt x="362" y="176"/>
                    </a:lnTo>
                    <a:lnTo>
                      <a:pt x="405" y="98"/>
                    </a:lnTo>
                    <a:lnTo>
                      <a:pt x="13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1" name="Freeform 24">
                <a:extLst>
                  <a:ext uri="{FF2B5EF4-FFF2-40B4-BE49-F238E27FC236}">
                    <a16:creationId xmlns:a16="http://schemas.microsoft.com/office/drawing/2014/main" id="{2F5C16FE-4B11-4CBC-88AD-B2390A7CEC75}"/>
                  </a:ext>
                </a:extLst>
              </p:cNvPr>
              <p:cNvSpPr>
                <a:spLocks/>
              </p:cNvSpPr>
              <p:nvPr/>
            </p:nvSpPr>
            <p:spPr bwMode="auto">
              <a:xfrm>
                <a:off x="2596" y="2844"/>
                <a:ext cx="611" cy="249"/>
              </a:xfrm>
              <a:custGeom>
                <a:avLst/>
                <a:gdLst>
                  <a:gd name="T0" fmla="*/ 135 w 611"/>
                  <a:gd name="T1" fmla="*/ 0 h 249"/>
                  <a:gd name="T2" fmla="*/ 0 w 611"/>
                  <a:gd name="T3" fmla="*/ 48 h 249"/>
                  <a:gd name="T4" fmla="*/ 566 w 611"/>
                  <a:gd name="T5" fmla="*/ 249 h 249"/>
                  <a:gd name="T6" fmla="*/ 611 w 611"/>
                  <a:gd name="T7" fmla="*/ 171 h 249"/>
                  <a:gd name="T8" fmla="*/ 135 w 611"/>
                  <a:gd name="T9" fmla="*/ 0 h 249"/>
                </a:gdLst>
                <a:ahLst/>
                <a:cxnLst>
                  <a:cxn ang="0">
                    <a:pos x="T0" y="T1"/>
                  </a:cxn>
                  <a:cxn ang="0">
                    <a:pos x="T2" y="T3"/>
                  </a:cxn>
                  <a:cxn ang="0">
                    <a:pos x="T4" y="T5"/>
                  </a:cxn>
                  <a:cxn ang="0">
                    <a:pos x="T6" y="T7"/>
                  </a:cxn>
                  <a:cxn ang="0">
                    <a:pos x="T8" y="T9"/>
                  </a:cxn>
                </a:cxnLst>
                <a:rect l="0" t="0" r="r" b="b"/>
                <a:pathLst>
                  <a:path w="611" h="249">
                    <a:moveTo>
                      <a:pt x="135" y="0"/>
                    </a:moveTo>
                    <a:lnTo>
                      <a:pt x="0" y="48"/>
                    </a:lnTo>
                    <a:lnTo>
                      <a:pt x="566" y="249"/>
                    </a:lnTo>
                    <a:lnTo>
                      <a:pt x="611" y="171"/>
                    </a:lnTo>
                    <a:lnTo>
                      <a:pt x="135" y="0"/>
                    </a:lnTo>
                    <a:close/>
                  </a:path>
                </a:pathLst>
              </a:custGeom>
              <a:solidFill>
                <a:srgbClr val="116E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2" name="Freeform 25">
                <a:extLst>
                  <a:ext uri="{FF2B5EF4-FFF2-40B4-BE49-F238E27FC236}">
                    <a16:creationId xmlns:a16="http://schemas.microsoft.com/office/drawing/2014/main" id="{C064BAC5-52BC-4956-8B17-4D183E6D58A5}"/>
                  </a:ext>
                </a:extLst>
              </p:cNvPr>
              <p:cNvSpPr>
                <a:spLocks/>
              </p:cNvSpPr>
              <p:nvPr/>
            </p:nvSpPr>
            <p:spPr bwMode="auto">
              <a:xfrm>
                <a:off x="2596" y="2844"/>
                <a:ext cx="611" cy="249"/>
              </a:xfrm>
              <a:custGeom>
                <a:avLst/>
                <a:gdLst>
                  <a:gd name="T0" fmla="*/ 135 w 611"/>
                  <a:gd name="T1" fmla="*/ 0 h 249"/>
                  <a:gd name="T2" fmla="*/ 0 w 611"/>
                  <a:gd name="T3" fmla="*/ 48 h 249"/>
                  <a:gd name="T4" fmla="*/ 566 w 611"/>
                  <a:gd name="T5" fmla="*/ 249 h 249"/>
                  <a:gd name="T6" fmla="*/ 611 w 611"/>
                  <a:gd name="T7" fmla="*/ 171 h 249"/>
                  <a:gd name="T8" fmla="*/ 135 w 611"/>
                  <a:gd name="T9" fmla="*/ 0 h 249"/>
                </a:gdLst>
                <a:ahLst/>
                <a:cxnLst>
                  <a:cxn ang="0">
                    <a:pos x="T0" y="T1"/>
                  </a:cxn>
                  <a:cxn ang="0">
                    <a:pos x="T2" y="T3"/>
                  </a:cxn>
                  <a:cxn ang="0">
                    <a:pos x="T4" y="T5"/>
                  </a:cxn>
                  <a:cxn ang="0">
                    <a:pos x="T6" y="T7"/>
                  </a:cxn>
                  <a:cxn ang="0">
                    <a:pos x="T8" y="T9"/>
                  </a:cxn>
                </a:cxnLst>
                <a:rect l="0" t="0" r="r" b="b"/>
                <a:pathLst>
                  <a:path w="611" h="249">
                    <a:moveTo>
                      <a:pt x="135" y="0"/>
                    </a:moveTo>
                    <a:lnTo>
                      <a:pt x="0" y="48"/>
                    </a:lnTo>
                    <a:lnTo>
                      <a:pt x="566" y="249"/>
                    </a:lnTo>
                    <a:lnTo>
                      <a:pt x="611" y="171"/>
                    </a:lnTo>
                    <a:lnTo>
                      <a:pt x="13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3" name="Freeform 26">
                <a:extLst>
                  <a:ext uri="{FF2B5EF4-FFF2-40B4-BE49-F238E27FC236}">
                    <a16:creationId xmlns:a16="http://schemas.microsoft.com/office/drawing/2014/main" id="{3BE7A5CC-7655-4888-86A9-F5A31E05D53C}"/>
                  </a:ext>
                </a:extLst>
              </p:cNvPr>
              <p:cNvSpPr>
                <a:spLocks/>
              </p:cNvSpPr>
              <p:nvPr/>
            </p:nvSpPr>
            <p:spPr bwMode="auto">
              <a:xfrm>
                <a:off x="4736" y="2409"/>
                <a:ext cx="258" cy="499"/>
              </a:xfrm>
              <a:custGeom>
                <a:avLst/>
                <a:gdLst>
                  <a:gd name="T0" fmla="*/ 13 w 109"/>
                  <a:gd name="T1" fmla="*/ 99 h 211"/>
                  <a:gd name="T2" fmla="*/ 39 w 109"/>
                  <a:gd name="T3" fmla="*/ 98 h 211"/>
                  <a:gd name="T4" fmla="*/ 51 w 109"/>
                  <a:gd name="T5" fmla="*/ 132 h 211"/>
                  <a:gd name="T6" fmla="*/ 45 w 109"/>
                  <a:gd name="T7" fmla="*/ 210 h 211"/>
                  <a:gd name="T8" fmla="*/ 68 w 109"/>
                  <a:gd name="T9" fmla="*/ 210 h 211"/>
                  <a:gd name="T10" fmla="*/ 62 w 109"/>
                  <a:gd name="T11" fmla="*/ 137 h 211"/>
                  <a:gd name="T12" fmla="*/ 80 w 109"/>
                  <a:gd name="T13" fmla="*/ 102 h 211"/>
                  <a:gd name="T14" fmla="*/ 84 w 109"/>
                  <a:gd name="T15" fmla="*/ 104 h 211"/>
                  <a:gd name="T16" fmla="*/ 97 w 109"/>
                  <a:gd name="T17" fmla="*/ 106 h 211"/>
                  <a:gd name="T18" fmla="*/ 93 w 109"/>
                  <a:gd name="T19" fmla="*/ 99 h 211"/>
                  <a:gd name="T20" fmla="*/ 107 w 109"/>
                  <a:gd name="T21" fmla="*/ 77 h 211"/>
                  <a:gd name="T22" fmla="*/ 100 w 109"/>
                  <a:gd name="T23" fmla="*/ 86 h 211"/>
                  <a:gd name="T24" fmla="*/ 100 w 109"/>
                  <a:gd name="T25" fmla="*/ 76 h 211"/>
                  <a:gd name="T26" fmla="*/ 99 w 109"/>
                  <a:gd name="T27" fmla="*/ 80 h 211"/>
                  <a:gd name="T28" fmla="*/ 84 w 109"/>
                  <a:gd name="T29" fmla="*/ 96 h 211"/>
                  <a:gd name="T30" fmla="*/ 85 w 109"/>
                  <a:gd name="T31" fmla="*/ 93 h 211"/>
                  <a:gd name="T32" fmla="*/ 67 w 109"/>
                  <a:gd name="T33" fmla="*/ 99 h 211"/>
                  <a:gd name="T34" fmla="*/ 61 w 109"/>
                  <a:gd name="T35" fmla="*/ 108 h 211"/>
                  <a:gd name="T36" fmla="*/ 61 w 109"/>
                  <a:gd name="T37" fmla="*/ 90 h 211"/>
                  <a:gd name="T38" fmla="*/ 83 w 109"/>
                  <a:gd name="T39" fmla="*/ 68 h 211"/>
                  <a:gd name="T40" fmla="*/ 68 w 109"/>
                  <a:gd name="T41" fmla="*/ 72 h 211"/>
                  <a:gd name="T42" fmla="*/ 68 w 109"/>
                  <a:gd name="T43" fmla="*/ 62 h 211"/>
                  <a:gd name="T44" fmla="*/ 64 w 109"/>
                  <a:gd name="T45" fmla="*/ 58 h 211"/>
                  <a:gd name="T46" fmla="*/ 67 w 109"/>
                  <a:gd name="T47" fmla="*/ 52 h 211"/>
                  <a:gd name="T48" fmla="*/ 85 w 109"/>
                  <a:gd name="T49" fmla="*/ 51 h 211"/>
                  <a:gd name="T50" fmla="*/ 84 w 109"/>
                  <a:gd name="T51" fmla="*/ 30 h 211"/>
                  <a:gd name="T52" fmla="*/ 77 w 109"/>
                  <a:gd name="T53" fmla="*/ 35 h 211"/>
                  <a:gd name="T54" fmla="*/ 67 w 109"/>
                  <a:gd name="T55" fmla="*/ 49 h 211"/>
                  <a:gd name="T56" fmla="*/ 72 w 109"/>
                  <a:gd name="T57" fmla="*/ 4 h 211"/>
                  <a:gd name="T58" fmla="*/ 64 w 109"/>
                  <a:gd name="T59" fmla="*/ 50 h 211"/>
                  <a:gd name="T60" fmla="*/ 61 w 109"/>
                  <a:gd name="T61" fmla="*/ 35 h 211"/>
                  <a:gd name="T62" fmla="*/ 60 w 109"/>
                  <a:gd name="T63" fmla="*/ 61 h 211"/>
                  <a:gd name="T64" fmla="*/ 50 w 109"/>
                  <a:gd name="T65" fmla="*/ 49 h 211"/>
                  <a:gd name="T66" fmla="*/ 51 w 109"/>
                  <a:gd name="T67" fmla="*/ 29 h 211"/>
                  <a:gd name="T68" fmla="*/ 49 w 109"/>
                  <a:gd name="T69" fmla="*/ 32 h 211"/>
                  <a:gd name="T70" fmla="*/ 42 w 109"/>
                  <a:gd name="T71" fmla="*/ 19 h 211"/>
                  <a:gd name="T72" fmla="*/ 39 w 109"/>
                  <a:gd name="T73" fmla="*/ 1 h 211"/>
                  <a:gd name="T74" fmla="*/ 39 w 109"/>
                  <a:gd name="T75" fmla="*/ 5 h 211"/>
                  <a:gd name="T76" fmla="*/ 44 w 109"/>
                  <a:gd name="T77" fmla="*/ 32 h 211"/>
                  <a:gd name="T78" fmla="*/ 37 w 109"/>
                  <a:gd name="T79" fmla="*/ 25 h 211"/>
                  <a:gd name="T80" fmla="*/ 48 w 109"/>
                  <a:gd name="T81" fmla="*/ 61 h 211"/>
                  <a:gd name="T82" fmla="*/ 38 w 109"/>
                  <a:gd name="T83" fmla="*/ 58 h 211"/>
                  <a:gd name="T84" fmla="*/ 34 w 109"/>
                  <a:gd name="T85" fmla="*/ 54 h 211"/>
                  <a:gd name="T86" fmla="*/ 13 w 109"/>
                  <a:gd name="T87" fmla="*/ 27 h 211"/>
                  <a:gd name="T88" fmla="*/ 15 w 109"/>
                  <a:gd name="T89" fmla="*/ 37 h 211"/>
                  <a:gd name="T90" fmla="*/ 18 w 109"/>
                  <a:gd name="T91" fmla="*/ 47 h 211"/>
                  <a:gd name="T92" fmla="*/ 30 w 109"/>
                  <a:gd name="T93" fmla="*/ 54 h 211"/>
                  <a:gd name="T94" fmla="*/ 50 w 109"/>
                  <a:gd name="T95" fmla="*/ 98 h 211"/>
                  <a:gd name="T96" fmla="*/ 23 w 109"/>
                  <a:gd name="T97" fmla="*/ 81 h 211"/>
                  <a:gd name="T98" fmla="*/ 17 w 109"/>
                  <a:gd name="T99" fmla="*/ 88 h 211"/>
                  <a:gd name="T100" fmla="*/ 21 w 109"/>
                  <a:gd name="T101" fmla="*/ 94 h 211"/>
                  <a:gd name="T102" fmla="*/ 10 w 109"/>
                  <a:gd name="T103" fmla="*/ 96 h 211"/>
                  <a:gd name="T104" fmla="*/ 11 w 109"/>
                  <a:gd name="T105" fmla="*/ 9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9" h="211">
                    <a:moveTo>
                      <a:pt x="11" y="98"/>
                    </a:moveTo>
                    <a:cubicBezTo>
                      <a:pt x="7" y="100"/>
                      <a:pt x="4" y="100"/>
                      <a:pt x="4" y="100"/>
                    </a:cubicBezTo>
                    <a:cubicBezTo>
                      <a:pt x="4" y="101"/>
                      <a:pt x="8" y="101"/>
                      <a:pt x="13" y="99"/>
                    </a:cubicBezTo>
                    <a:cubicBezTo>
                      <a:pt x="14" y="99"/>
                      <a:pt x="14" y="99"/>
                      <a:pt x="15" y="99"/>
                    </a:cubicBezTo>
                    <a:cubicBezTo>
                      <a:pt x="17" y="98"/>
                      <a:pt x="22" y="96"/>
                      <a:pt x="22" y="96"/>
                    </a:cubicBezTo>
                    <a:cubicBezTo>
                      <a:pt x="27" y="94"/>
                      <a:pt x="34" y="97"/>
                      <a:pt x="39" y="98"/>
                    </a:cubicBezTo>
                    <a:cubicBezTo>
                      <a:pt x="43" y="98"/>
                      <a:pt x="48" y="103"/>
                      <a:pt x="50" y="110"/>
                    </a:cubicBezTo>
                    <a:cubicBezTo>
                      <a:pt x="50" y="111"/>
                      <a:pt x="50" y="116"/>
                      <a:pt x="50" y="118"/>
                    </a:cubicBezTo>
                    <a:cubicBezTo>
                      <a:pt x="51" y="120"/>
                      <a:pt x="51" y="129"/>
                      <a:pt x="51" y="132"/>
                    </a:cubicBezTo>
                    <a:cubicBezTo>
                      <a:pt x="51" y="142"/>
                      <a:pt x="51" y="152"/>
                      <a:pt x="51" y="157"/>
                    </a:cubicBezTo>
                    <a:cubicBezTo>
                      <a:pt x="51" y="175"/>
                      <a:pt x="51" y="190"/>
                      <a:pt x="48" y="201"/>
                    </a:cubicBezTo>
                    <a:cubicBezTo>
                      <a:pt x="47" y="204"/>
                      <a:pt x="46" y="207"/>
                      <a:pt x="45" y="210"/>
                    </a:cubicBezTo>
                    <a:cubicBezTo>
                      <a:pt x="45" y="210"/>
                      <a:pt x="46" y="210"/>
                      <a:pt x="47" y="211"/>
                    </a:cubicBezTo>
                    <a:cubicBezTo>
                      <a:pt x="66" y="211"/>
                      <a:pt x="66" y="211"/>
                      <a:pt x="66" y="211"/>
                    </a:cubicBezTo>
                    <a:cubicBezTo>
                      <a:pt x="67" y="211"/>
                      <a:pt x="68" y="210"/>
                      <a:pt x="68" y="210"/>
                    </a:cubicBezTo>
                    <a:cubicBezTo>
                      <a:pt x="67" y="207"/>
                      <a:pt x="66" y="205"/>
                      <a:pt x="65" y="201"/>
                    </a:cubicBezTo>
                    <a:cubicBezTo>
                      <a:pt x="65" y="199"/>
                      <a:pt x="64" y="196"/>
                      <a:pt x="64" y="192"/>
                    </a:cubicBezTo>
                    <a:cubicBezTo>
                      <a:pt x="62" y="176"/>
                      <a:pt x="62" y="152"/>
                      <a:pt x="62" y="137"/>
                    </a:cubicBezTo>
                    <a:cubicBezTo>
                      <a:pt x="62" y="135"/>
                      <a:pt x="62" y="126"/>
                      <a:pt x="62" y="125"/>
                    </a:cubicBezTo>
                    <a:cubicBezTo>
                      <a:pt x="61" y="123"/>
                      <a:pt x="63" y="109"/>
                      <a:pt x="68" y="104"/>
                    </a:cubicBezTo>
                    <a:cubicBezTo>
                      <a:pt x="74" y="99"/>
                      <a:pt x="80" y="102"/>
                      <a:pt x="80" y="102"/>
                    </a:cubicBezTo>
                    <a:cubicBezTo>
                      <a:pt x="82" y="103"/>
                      <a:pt x="82" y="103"/>
                      <a:pt x="82" y="104"/>
                    </a:cubicBezTo>
                    <a:cubicBezTo>
                      <a:pt x="83" y="105"/>
                      <a:pt x="84" y="109"/>
                      <a:pt x="84" y="109"/>
                    </a:cubicBezTo>
                    <a:cubicBezTo>
                      <a:pt x="84" y="109"/>
                      <a:pt x="85" y="106"/>
                      <a:pt x="84" y="104"/>
                    </a:cubicBezTo>
                    <a:cubicBezTo>
                      <a:pt x="85" y="105"/>
                      <a:pt x="86" y="106"/>
                      <a:pt x="90" y="107"/>
                    </a:cubicBezTo>
                    <a:cubicBezTo>
                      <a:pt x="91" y="108"/>
                      <a:pt x="93" y="108"/>
                      <a:pt x="94" y="108"/>
                    </a:cubicBezTo>
                    <a:cubicBezTo>
                      <a:pt x="95" y="107"/>
                      <a:pt x="96" y="107"/>
                      <a:pt x="97" y="106"/>
                    </a:cubicBezTo>
                    <a:cubicBezTo>
                      <a:pt x="96" y="107"/>
                      <a:pt x="88" y="106"/>
                      <a:pt x="84" y="102"/>
                    </a:cubicBezTo>
                    <a:cubicBezTo>
                      <a:pt x="84" y="102"/>
                      <a:pt x="84" y="101"/>
                      <a:pt x="83" y="101"/>
                    </a:cubicBezTo>
                    <a:cubicBezTo>
                      <a:pt x="84" y="101"/>
                      <a:pt x="92" y="99"/>
                      <a:pt x="93" y="99"/>
                    </a:cubicBezTo>
                    <a:cubicBezTo>
                      <a:pt x="93" y="98"/>
                      <a:pt x="93" y="98"/>
                      <a:pt x="93" y="98"/>
                    </a:cubicBezTo>
                    <a:cubicBezTo>
                      <a:pt x="95" y="97"/>
                      <a:pt x="96" y="96"/>
                      <a:pt x="97" y="95"/>
                    </a:cubicBezTo>
                    <a:cubicBezTo>
                      <a:pt x="102" y="89"/>
                      <a:pt x="105" y="81"/>
                      <a:pt x="107" y="77"/>
                    </a:cubicBezTo>
                    <a:cubicBezTo>
                      <a:pt x="108" y="72"/>
                      <a:pt x="109" y="69"/>
                      <a:pt x="109" y="69"/>
                    </a:cubicBezTo>
                    <a:cubicBezTo>
                      <a:pt x="109" y="69"/>
                      <a:pt x="107" y="71"/>
                      <a:pt x="105" y="76"/>
                    </a:cubicBezTo>
                    <a:cubicBezTo>
                      <a:pt x="104" y="78"/>
                      <a:pt x="102" y="82"/>
                      <a:pt x="100" y="86"/>
                    </a:cubicBezTo>
                    <a:cubicBezTo>
                      <a:pt x="100" y="82"/>
                      <a:pt x="100" y="79"/>
                      <a:pt x="102" y="77"/>
                    </a:cubicBezTo>
                    <a:cubicBezTo>
                      <a:pt x="103" y="74"/>
                      <a:pt x="104" y="71"/>
                      <a:pt x="104" y="71"/>
                    </a:cubicBezTo>
                    <a:cubicBezTo>
                      <a:pt x="103" y="71"/>
                      <a:pt x="102" y="73"/>
                      <a:pt x="100" y="76"/>
                    </a:cubicBezTo>
                    <a:cubicBezTo>
                      <a:pt x="100" y="76"/>
                      <a:pt x="100" y="77"/>
                      <a:pt x="100" y="77"/>
                    </a:cubicBezTo>
                    <a:cubicBezTo>
                      <a:pt x="99" y="73"/>
                      <a:pt x="99" y="70"/>
                      <a:pt x="99" y="70"/>
                    </a:cubicBezTo>
                    <a:cubicBezTo>
                      <a:pt x="99" y="70"/>
                      <a:pt x="98" y="74"/>
                      <a:pt x="99" y="80"/>
                    </a:cubicBezTo>
                    <a:cubicBezTo>
                      <a:pt x="99" y="83"/>
                      <a:pt x="98" y="87"/>
                      <a:pt x="97" y="91"/>
                    </a:cubicBezTo>
                    <a:cubicBezTo>
                      <a:pt x="96" y="91"/>
                      <a:pt x="96" y="91"/>
                      <a:pt x="95" y="92"/>
                    </a:cubicBezTo>
                    <a:cubicBezTo>
                      <a:pt x="92" y="95"/>
                      <a:pt x="89" y="96"/>
                      <a:pt x="84" y="96"/>
                    </a:cubicBezTo>
                    <a:cubicBezTo>
                      <a:pt x="85" y="96"/>
                      <a:pt x="85" y="95"/>
                      <a:pt x="86" y="95"/>
                    </a:cubicBezTo>
                    <a:cubicBezTo>
                      <a:pt x="90" y="89"/>
                      <a:pt x="91" y="84"/>
                      <a:pt x="91" y="84"/>
                    </a:cubicBezTo>
                    <a:cubicBezTo>
                      <a:pt x="90" y="83"/>
                      <a:pt x="89" y="88"/>
                      <a:pt x="85" y="93"/>
                    </a:cubicBezTo>
                    <a:cubicBezTo>
                      <a:pt x="83" y="95"/>
                      <a:pt x="81" y="96"/>
                      <a:pt x="78" y="96"/>
                    </a:cubicBezTo>
                    <a:cubicBezTo>
                      <a:pt x="77" y="96"/>
                      <a:pt x="75" y="96"/>
                      <a:pt x="74" y="96"/>
                    </a:cubicBezTo>
                    <a:cubicBezTo>
                      <a:pt x="72" y="96"/>
                      <a:pt x="69" y="97"/>
                      <a:pt x="67" y="99"/>
                    </a:cubicBezTo>
                    <a:cubicBezTo>
                      <a:pt x="66" y="100"/>
                      <a:pt x="65" y="101"/>
                      <a:pt x="64" y="103"/>
                    </a:cubicBezTo>
                    <a:cubicBezTo>
                      <a:pt x="63" y="104"/>
                      <a:pt x="62" y="106"/>
                      <a:pt x="62" y="107"/>
                    </a:cubicBezTo>
                    <a:cubicBezTo>
                      <a:pt x="61" y="108"/>
                      <a:pt x="61" y="108"/>
                      <a:pt x="61" y="108"/>
                    </a:cubicBezTo>
                    <a:cubicBezTo>
                      <a:pt x="61" y="106"/>
                      <a:pt x="61" y="105"/>
                      <a:pt x="61" y="103"/>
                    </a:cubicBezTo>
                    <a:cubicBezTo>
                      <a:pt x="61" y="102"/>
                      <a:pt x="61" y="100"/>
                      <a:pt x="61" y="99"/>
                    </a:cubicBezTo>
                    <a:cubicBezTo>
                      <a:pt x="61" y="96"/>
                      <a:pt x="61" y="93"/>
                      <a:pt x="61" y="90"/>
                    </a:cubicBezTo>
                    <a:cubicBezTo>
                      <a:pt x="61" y="89"/>
                      <a:pt x="61" y="87"/>
                      <a:pt x="62" y="85"/>
                    </a:cubicBezTo>
                    <a:cubicBezTo>
                      <a:pt x="64" y="79"/>
                      <a:pt x="67" y="75"/>
                      <a:pt x="71" y="73"/>
                    </a:cubicBezTo>
                    <a:cubicBezTo>
                      <a:pt x="78" y="71"/>
                      <a:pt x="83" y="69"/>
                      <a:pt x="83" y="68"/>
                    </a:cubicBezTo>
                    <a:cubicBezTo>
                      <a:pt x="83" y="68"/>
                      <a:pt x="78" y="69"/>
                      <a:pt x="71" y="71"/>
                    </a:cubicBezTo>
                    <a:cubicBezTo>
                      <a:pt x="74" y="68"/>
                      <a:pt x="75" y="65"/>
                      <a:pt x="75" y="64"/>
                    </a:cubicBezTo>
                    <a:cubicBezTo>
                      <a:pt x="75" y="64"/>
                      <a:pt x="73" y="68"/>
                      <a:pt x="68" y="72"/>
                    </a:cubicBezTo>
                    <a:cubicBezTo>
                      <a:pt x="66" y="74"/>
                      <a:pt x="63" y="76"/>
                      <a:pt x="61" y="81"/>
                    </a:cubicBezTo>
                    <a:cubicBezTo>
                      <a:pt x="61" y="81"/>
                      <a:pt x="61" y="81"/>
                      <a:pt x="61" y="81"/>
                    </a:cubicBezTo>
                    <a:cubicBezTo>
                      <a:pt x="63" y="69"/>
                      <a:pt x="69" y="62"/>
                      <a:pt x="68" y="62"/>
                    </a:cubicBezTo>
                    <a:cubicBezTo>
                      <a:pt x="68" y="62"/>
                      <a:pt x="65" y="65"/>
                      <a:pt x="62" y="72"/>
                    </a:cubicBezTo>
                    <a:cubicBezTo>
                      <a:pt x="62" y="70"/>
                      <a:pt x="62" y="69"/>
                      <a:pt x="62" y="68"/>
                    </a:cubicBezTo>
                    <a:cubicBezTo>
                      <a:pt x="63" y="65"/>
                      <a:pt x="63" y="61"/>
                      <a:pt x="64" y="58"/>
                    </a:cubicBezTo>
                    <a:cubicBezTo>
                      <a:pt x="64" y="58"/>
                      <a:pt x="64" y="57"/>
                      <a:pt x="65" y="57"/>
                    </a:cubicBezTo>
                    <a:cubicBezTo>
                      <a:pt x="65" y="56"/>
                      <a:pt x="65" y="55"/>
                      <a:pt x="66" y="54"/>
                    </a:cubicBezTo>
                    <a:cubicBezTo>
                      <a:pt x="66" y="54"/>
                      <a:pt x="67" y="53"/>
                      <a:pt x="67" y="52"/>
                    </a:cubicBezTo>
                    <a:cubicBezTo>
                      <a:pt x="69" y="51"/>
                      <a:pt x="70" y="50"/>
                      <a:pt x="71" y="49"/>
                    </a:cubicBezTo>
                    <a:cubicBezTo>
                      <a:pt x="73" y="49"/>
                      <a:pt x="74" y="49"/>
                      <a:pt x="75" y="49"/>
                    </a:cubicBezTo>
                    <a:cubicBezTo>
                      <a:pt x="81" y="51"/>
                      <a:pt x="85" y="52"/>
                      <a:pt x="85" y="51"/>
                    </a:cubicBezTo>
                    <a:cubicBezTo>
                      <a:pt x="85" y="51"/>
                      <a:pt x="81" y="49"/>
                      <a:pt x="75" y="47"/>
                    </a:cubicBezTo>
                    <a:cubicBezTo>
                      <a:pt x="77" y="46"/>
                      <a:pt x="78" y="45"/>
                      <a:pt x="79" y="43"/>
                    </a:cubicBezTo>
                    <a:cubicBezTo>
                      <a:pt x="83" y="36"/>
                      <a:pt x="84" y="30"/>
                      <a:pt x="84" y="30"/>
                    </a:cubicBezTo>
                    <a:cubicBezTo>
                      <a:pt x="83" y="30"/>
                      <a:pt x="82" y="35"/>
                      <a:pt x="78" y="41"/>
                    </a:cubicBezTo>
                    <a:cubicBezTo>
                      <a:pt x="77" y="42"/>
                      <a:pt x="77" y="42"/>
                      <a:pt x="76" y="43"/>
                    </a:cubicBezTo>
                    <a:cubicBezTo>
                      <a:pt x="78" y="38"/>
                      <a:pt x="77" y="34"/>
                      <a:pt x="77" y="35"/>
                    </a:cubicBezTo>
                    <a:cubicBezTo>
                      <a:pt x="77" y="34"/>
                      <a:pt x="77" y="40"/>
                      <a:pt x="74" y="44"/>
                    </a:cubicBezTo>
                    <a:cubicBezTo>
                      <a:pt x="73" y="46"/>
                      <a:pt x="70" y="47"/>
                      <a:pt x="67" y="49"/>
                    </a:cubicBezTo>
                    <a:cubicBezTo>
                      <a:pt x="67" y="49"/>
                      <a:pt x="67" y="49"/>
                      <a:pt x="67" y="49"/>
                    </a:cubicBezTo>
                    <a:cubicBezTo>
                      <a:pt x="72" y="31"/>
                      <a:pt x="73" y="19"/>
                      <a:pt x="73" y="19"/>
                    </a:cubicBezTo>
                    <a:cubicBezTo>
                      <a:pt x="73" y="19"/>
                      <a:pt x="72" y="21"/>
                      <a:pt x="71" y="25"/>
                    </a:cubicBezTo>
                    <a:cubicBezTo>
                      <a:pt x="69" y="12"/>
                      <a:pt x="72" y="4"/>
                      <a:pt x="72" y="4"/>
                    </a:cubicBezTo>
                    <a:cubicBezTo>
                      <a:pt x="72" y="3"/>
                      <a:pt x="68" y="12"/>
                      <a:pt x="70" y="27"/>
                    </a:cubicBezTo>
                    <a:cubicBezTo>
                      <a:pt x="70" y="29"/>
                      <a:pt x="69" y="30"/>
                      <a:pt x="69" y="32"/>
                    </a:cubicBezTo>
                    <a:cubicBezTo>
                      <a:pt x="68" y="37"/>
                      <a:pt x="66" y="43"/>
                      <a:pt x="64" y="50"/>
                    </a:cubicBezTo>
                    <a:cubicBezTo>
                      <a:pt x="64" y="44"/>
                      <a:pt x="64" y="38"/>
                      <a:pt x="62" y="35"/>
                    </a:cubicBezTo>
                    <a:cubicBezTo>
                      <a:pt x="60" y="24"/>
                      <a:pt x="62" y="17"/>
                      <a:pt x="61" y="17"/>
                    </a:cubicBezTo>
                    <a:cubicBezTo>
                      <a:pt x="61" y="16"/>
                      <a:pt x="59" y="24"/>
                      <a:pt x="61" y="35"/>
                    </a:cubicBezTo>
                    <a:cubicBezTo>
                      <a:pt x="63" y="41"/>
                      <a:pt x="63" y="47"/>
                      <a:pt x="62" y="54"/>
                    </a:cubicBezTo>
                    <a:cubicBezTo>
                      <a:pt x="62" y="55"/>
                      <a:pt x="62" y="56"/>
                      <a:pt x="62" y="56"/>
                    </a:cubicBezTo>
                    <a:cubicBezTo>
                      <a:pt x="61" y="58"/>
                      <a:pt x="61" y="59"/>
                      <a:pt x="60" y="61"/>
                    </a:cubicBezTo>
                    <a:cubicBezTo>
                      <a:pt x="58" y="70"/>
                      <a:pt x="56" y="82"/>
                      <a:pt x="55" y="94"/>
                    </a:cubicBezTo>
                    <a:cubicBezTo>
                      <a:pt x="54" y="81"/>
                      <a:pt x="53" y="70"/>
                      <a:pt x="52" y="60"/>
                    </a:cubicBezTo>
                    <a:cubicBezTo>
                      <a:pt x="51" y="56"/>
                      <a:pt x="50" y="52"/>
                      <a:pt x="50" y="49"/>
                    </a:cubicBezTo>
                    <a:cubicBezTo>
                      <a:pt x="49" y="41"/>
                      <a:pt x="50" y="34"/>
                      <a:pt x="53" y="30"/>
                    </a:cubicBezTo>
                    <a:cubicBezTo>
                      <a:pt x="56" y="24"/>
                      <a:pt x="54" y="19"/>
                      <a:pt x="54" y="19"/>
                    </a:cubicBezTo>
                    <a:cubicBezTo>
                      <a:pt x="54" y="19"/>
                      <a:pt x="54" y="24"/>
                      <a:pt x="51" y="29"/>
                    </a:cubicBezTo>
                    <a:cubicBezTo>
                      <a:pt x="51" y="29"/>
                      <a:pt x="51" y="30"/>
                      <a:pt x="50" y="31"/>
                    </a:cubicBezTo>
                    <a:cubicBezTo>
                      <a:pt x="51" y="26"/>
                      <a:pt x="50" y="23"/>
                      <a:pt x="50" y="23"/>
                    </a:cubicBezTo>
                    <a:cubicBezTo>
                      <a:pt x="50" y="23"/>
                      <a:pt x="50" y="27"/>
                      <a:pt x="49" y="32"/>
                    </a:cubicBezTo>
                    <a:cubicBezTo>
                      <a:pt x="48" y="34"/>
                      <a:pt x="48" y="36"/>
                      <a:pt x="48" y="39"/>
                    </a:cubicBezTo>
                    <a:cubicBezTo>
                      <a:pt x="47" y="38"/>
                      <a:pt x="47" y="38"/>
                      <a:pt x="47" y="38"/>
                    </a:cubicBezTo>
                    <a:cubicBezTo>
                      <a:pt x="45" y="31"/>
                      <a:pt x="43" y="25"/>
                      <a:pt x="42" y="19"/>
                    </a:cubicBezTo>
                    <a:cubicBezTo>
                      <a:pt x="42" y="16"/>
                      <a:pt x="41" y="13"/>
                      <a:pt x="41" y="11"/>
                    </a:cubicBezTo>
                    <a:cubicBezTo>
                      <a:pt x="40" y="9"/>
                      <a:pt x="40" y="7"/>
                      <a:pt x="40" y="5"/>
                    </a:cubicBezTo>
                    <a:cubicBezTo>
                      <a:pt x="39" y="3"/>
                      <a:pt x="39" y="3"/>
                      <a:pt x="39" y="1"/>
                    </a:cubicBezTo>
                    <a:cubicBezTo>
                      <a:pt x="39" y="1"/>
                      <a:pt x="39" y="1"/>
                      <a:pt x="39" y="0"/>
                    </a:cubicBezTo>
                    <a:cubicBezTo>
                      <a:pt x="39" y="2"/>
                      <a:pt x="39" y="2"/>
                      <a:pt x="39" y="2"/>
                    </a:cubicBezTo>
                    <a:cubicBezTo>
                      <a:pt x="38" y="2"/>
                      <a:pt x="39" y="4"/>
                      <a:pt x="39" y="5"/>
                    </a:cubicBezTo>
                    <a:cubicBezTo>
                      <a:pt x="39" y="7"/>
                      <a:pt x="39" y="9"/>
                      <a:pt x="40" y="11"/>
                    </a:cubicBezTo>
                    <a:cubicBezTo>
                      <a:pt x="40" y="14"/>
                      <a:pt x="40" y="16"/>
                      <a:pt x="41" y="19"/>
                    </a:cubicBezTo>
                    <a:cubicBezTo>
                      <a:pt x="42" y="23"/>
                      <a:pt x="43" y="27"/>
                      <a:pt x="44" y="32"/>
                    </a:cubicBezTo>
                    <a:cubicBezTo>
                      <a:pt x="44" y="32"/>
                      <a:pt x="44" y="32"/>
                      <a:pt x="44" y="32"/>
                    </a:cubicBezTo>
                    <a:cubicBezTo>
                      <a:pt x="43" y="31"/>
                      <a:pt x="43" y="31"/>
                      <a:pt x="43" y="31"/>
                    </a:cubicBezTo>
                    <a:cubicBezTo>
                      <a:pt x="39" y="27"/>
                      <a:pt x="37" y="24"/>
                      <a:pt x="37" y="25"/>
                    </a:cubicBezTo>
                    <a:cubicBezTo>
                      <a:pt x="37" y="25"/>
                      <a:pt x="39" y="28"/>
                      <a:pt x="42" y="33"/>
                    </a:cubicBezTo>
                    <a:cubicBezTo>
                      <a:pt x="43" y="34"/>
                      <a:pt x="44" y="35"/>
                      <a:pt x="45" y="37"/>
                    </a:cubicBezTo>
                    <a:cubicBezTo>
                      <a:pt x="45" y="43"/>
                      <a:pt x="47" y="51"/>
                      <a:pt x="48" y="61"/>
                    </a:cubicBezTo>
                    <a:cubicBezTo>
                      <a:pt x="48" y="67"/>
                      <a:pt x="49" y="74"/>
                      <a:pt x="49" y="81"/>
                    </a:cubicBezTo>
                    <a:cubicBezTo>
                      <a:pt x="47" y="73"/>
                      <a:pt x="43" y="66"/>
                      <a:pt x="40" y="61"/>
                    </a:cubicBezTo>
                    <a:cubicBezTo>
                      <a:pt x="39" y="59"/>
                      <a:pt x="38" y="58"/>
                      <a:pt x="38" y="58"/>
                    </a:cubicBezTo>
                    <a:cubicBezTo>
                      <a:pt x="37" y="57"/>
                      <a:pt x="37" y="56"/>
                      <a:pt x="36" y="55"/>
                    </a:cubicBezTo>
                    <a:cubicBezTo>
                      <a:pt x="31" y="47"/>
                      <a:pt x="31" y="40"/>
                      <a:pt x="30" y="40"/>
                    </a:cubicBezTo>
                    <a:cubicBezTo>
                      <a:pt x="30" y="40"/>
                      <a:pt x="30" y="46"/>
                      <a:pt x="34" y="54"/>
                    </a:cubicBezTo>
                    <a:cubicBezTo>
                      <a:pt x="29" y="49"/>
                      <a:pt x="23" y="47"/>
                      <a:pt x="20" y="42"/>
                    </a:cubicBezTo>
                    <a:cubicBezTo>
                      <a:pt x="18" y="39"/>
                      <a:pt x="17" y="37"/>
                      <a:pt x="15" y="34"/>
                    </a:cubicBezTo>
                    <a:cubicBezTo>
                      <a:pt x="14" y="31"/>
                      <a:pt x="13" y="29"/>
                      <a:pt x="13" y="27"/>
                    </a:cubicBezTo>
                    <a:cubicBezTo>
                      <a:pt x="12" y="26"/>
                      <a:pt x="12" y="18"/>
                      <a:pt x="11" y="18"/>
                    </a:cubicBezTo>
                    <a:cubicBezTo>
                      <a:pt x="11" y="18"/>
                      <a:pt x="10" y="22"/>
                      <a:pt x="13" y="30"/>
                    </a:cubicBezTo>
                    <a:cubicBezTo>
                      <a:pt x="13" y="32"/>
                      <a:pt x="14" y="34"/>
                      <a:pt x="15" y="37"/>
                    </a:cubicBezTo>
                    <a:cubicBezTo>
                      <a:pt x="16" y="39"/>
                      <a:pt x="18" y="41"/>
                      <a:pt x="19" y="44"/>
                    </a:cubicBezTo>
                    <a:cubicBezTo>
                      <a:pt x="21" y="46"/>
                      <a:pt x="23" y="48"/>
                      <a:pt x="25" y="50"/>
                    </a:cubicBezTo>
                    <a:cubicBezTo>
                      <a:pt x="22" y="49"/>
                      <a:pt x="19" y="49"/>
                      <a:pt x="18" y="47"/>
                    </a:cubicBezTo>
                    <a:cubicBezTo>
                      <a:pt x="15" y="45"/>
                      <a:pt x="13" y="44"/>
                      <a:pt x="13" y="44"/>
                    </a:cubicBezTo>
                    <a:cubicBezTo>
                      <a:pt x="13" y="44"/>
                      <a:pt x="14" y="46"/>
                      <a:pt x="17" y="48"/>
                    </a:cubicBezTo>
                    <a:cubicBezTo>
                      <a:pt x="20" y="51"/>
                      <a:pt x="25" y="51"/>
                      <a:pt x="30" y="54"/>
                    </a:cubicBezTo>
                    <a:cubicBezTo>
                      <a:pt x="34" y="56"/>
                      <a:pt x="37" y="60"/>
                      <a:pt x="40" y="66"/>
                    </a:cubicBezTo>
                    <a:cubicBezTo>
                      <a:pt x="42" y="69"/>
                      <a:pt x="43" y="72"/>
                      <a:pt x="45" y="75"/>
                    </a:cubicBezTo>
                    <a:cubicBezTo>
                      <a:pt x="47" y="82"/>
                      <a:pt x="49" y="90"/>
                      <a:pt x="50" y="98"/>
                    </a:cubicBezTo>
                    <a:cubicBezTo>
                      <a:pt x="48" y="96"/>
                      <a:pt x="46" y="95"/>
                      <a:pt x="44" y="94"/>
                    </a:cubicBezTo>
                    <a:cubicBezTo>
                      <a:pt x="38" y="89"/>
                      <a:pt x="33" y="88"/>
                      <a:pt x="29" y="87"/>
                    </a:cubicBezTo>
                    <a:cubicBezTo>
                      <a:pt x="24" y="85"/>
                      <a:pt x="23" y="81"/>
                      <a:pt x="23" y="81"/>
                    </a:cubicBezTo>
                    <a:cubicBezTo>
                      <a:pt x="22" y="81"/>
                      <a:pt x="24" y="86"/>
                      <a:pt x="29" y="89"/>
                    </a:cubicBezTo>
                    <a:cubicBezTo>
                      <a:pt x="31" y="90"/>
                      <a:pt x="34" y="91"/>
                      <a:pt x="37" y="92"/>
                    </a:cubicBezTo>
                    <a:cubicBezTo>
                      <a:pt x="30" y="91"/>
                      <a:pt x="23" y="91"/>
                      <a:pt x="17" y="88"/>
                    </a:cubicBezTo>
                    <a:cubicBezTo>
                      <a:pt x="4" y="83"/>
                      <a:pt x="1" y="70"/>
                      <a:pt x="0" y="71"/>
                    </a:cubicBezTo>
                    <a:cubicBezTo>
                      <a:pt x="0" y="71"/>
                      <a:pt x="3" y="85"/>
                      <a:pt x="16" y="92"/>
                    </a:cubicBezTo>
                    <a:cubicBezTo>
                      <a:pt x="18" y="93"/>
                      <a:pt x="19" y="93"/>
                      <a:pt x="21" y="94"/>
                    </a:cubicBezTo>
                    <a:cubicBezTo>
                      <a:pt x="20" y="94"/>
                      <a:pt x="20" y="94"/>
                      <a:pt x="20" y="94"/>
                    </a:cubicBezTo>
                    <a:cubicBezTo>
                      <a:pt x="19" y="95"/>
                      <a:pt x="17" y="95"/>
                      <a:pt x="16" y="96"/>
                    </a:cubicBezTo>
                    <a:cubicBezTo>
                      <a:pt x="14" y="97"/>
                      <a:pt x="12" y="97"/>
                      <a:pt x="10" y="96"/>
                    </a:cubicBezTo>
                    <a:cubicBezTo>
                      <a:pt x="8" y="95"/>
                      <a:pt x="7" y="93"/>
                      <a:pt x="6" y="93"/>
                    </a:cubicBezTo>
                    <a:cubicBezTo>
                      <a:pt x="6" y="94"/>
                      <a:pt x="7" y="96"/>
                      <a:pt x="10" y="98"/>
                    </a:cubicBezTo>
                    <a:lnTo>
                      <a:pt x="11" y="98"/>
                    </a:lnTo>
                    <a:close/>
                  </a:path>
                </a:pathLst>
              </a:custGeom>
              <a:solidFill>
                <a:srgbClr val="1C1E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4" name="Freeform 27">
                <a:extLst>
                  <a:ext uri="{FF2B5EF4-FFF2-40B4-BE49-F238E27FC236}">
                    <a16:creationId xmlns:a16="http://schemas.microsoft.com/office/drawing/2014/main" id="{2B934224-9515-4B7B-B5CA-4A134720E9C0}"/>
                  </a:ext>
                </a:extLst>
              </p:cNvPr>
              <p:cNvSpPr>
                <a:spLocks/>
              </p:cNvSpPr>
              <p:nvPr/>
            </p:nvSpPr>
            <p:spPr bwMode="auto">
              <a:xfrm>
                <a:off x="4762" y="244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1C1E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5" name="Freeform 28">
                <a:extLst>
                  <a:ext uri="{FF2B5EF4-FFF2-40B4-BE49-F238E27FC236}">
                    <a16:creationId xmlns:a16="http://schemas.microsoft.com/office/drawing/2014/main" id="{6B225A42-3322-4D3E-A599-068751AAEE3A}"/>
                  </a:ext>
                </a:extLst>
              </p:cNvPr>
              <p:cNvSpPr>
                <a:spLocks/>
              </p:cNvSpPr>
              <p:nvPr/>
            </p:nvSpPr>
            <p:spPr bwMode="auto">
              <a:xfrm>
                <a:off x="4857" y="270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6" name="Freeform 29">
                <a:extLst>
                  <a:ext uri="{FF2B5EF4-FFF2-40B4-BE49-F238E27FC236}">
                    <a16:creationId xmlns:a16="http://schemas.microsoft.com/office/drawing/2014/main" id="{A2EE81F4-3E5B-4309-B0CF-EC534B1D7519}"/>
                  </a:ext>
                </a:extLst>
              </p:cNvPr>
              <p:cNvSpPr>
                <a:spLocks noEditPoints="1"/>
              </p:cNvSpPr>
              <p:nvPr/>
            </p:nvSpPr>
            <p:spPr bwMode="auto">
              <a:xfrm>
                <a:off x="4677" y="2338"/>
                <a:ext cx="379" cy="378"/>
              </a:xfrm>
              <a:custGeom>
                <a:avLst/>
                <a:gdLst>
                  <a:gd name="T0" fmla="*/ 7 w 160"/>
                  <a:gd name="T1" fmla="*/ 128 h 160"/>
                  <a:gd name="T2" fmla="*/ 17 w 160"/>
                  <a:gd name="T3" fmla="*/ 142 h 160"/>
                  <a:gd name="T4" fmla="*/ 27 w 160"/>
                  <a:gd name="T5" fmla="*/ 146 h 160"/>
                  <a:gd name="T6" fmla="*/ 35 w 160"/>
                  <a:gd name="T7" fmla="*/ 153 h 160"/>
                  <a:gd name="T8" fmla="*/ 48 w 160"/>
                  <a:gd name="T9" fmla="*/ 151 h 160"/>
                  <a:gd name="T10" fmla="*/ 56 w 160"/>
                  <a:gd name="T11" fmla="*/ 152 h 160"/>
                  <a:gd name="T12" fmla="*/ 63 w 160"/>
                  <a:gd name="T13" fmla="*/ 156 h 160"/>
                  <a:gd name="T14" fmla="*/ 71 w 160"/>
                  <a:gd name="T15" fmla="*/ 156 h 160"/>
                  <a:gd name="T16" fmla="*/ 87 w 160"/>
                  <a:gd name="T17" fmla="*/ 156 h 160"/>
                  <a:gd name="T18" fmla="*/ 110 w 160"/>
                  <a:gd name="T19" fmla="*/ 156 h 160"/>
                  <a:gd name="T20" fmla="*/ 129 w 160"/>
                  <a:gd name="T21" fmla="*/ 151 h 160"/>
                  <a:gd name="T22" fmla="*/ 145 w 160"/>
                  <a:gd name="T23" fmla="*/ 144 h 160"/>
                  <a:gd name="T24" fmla="*/ 153 w 160"/>
                  <a:gd name="T25" fmla="*/ 131 h 160"/>
                  <a:gd name="T26" fmla="*/ 157 w 160"/>
                  <a:gd name="T27" fmla="*/ 118 h 160"/>
                  <a:gd name="T28" fmla="*/ 155 w 160"/>
                  <a:gd name="T29" fmla="*/ 105 h 160"/>
                  <a:gd name="T30" fmla="*/ 150 w 160"/>
                  <a:gd name="T31" fmla="*/ 103 h 160"/>
                  <a:gd name="T32" fmla="*/ 151 w 160"/>
                  <a:gd name="T33" fmla="*/ 98 h 160"/>
                  <a:gd name="T34" fmla="*/ 148 w 160"/>
                  <a:gd name="T35" fmla="*/ 83 h 160"/>
                  <a:gd name="T36" fmla="*/ 146 w 160"/>
                  <a:gd name="T37" fmla="*/ 75 h 160"/>
                  <a:gd name="T38" fmla="*/ 143 w 160"/>
                  <a:gd name="T39" fmla="*/ 66 h 160"/>
                  <a:gd name="T40" fmla="*/ 132 w 160"/>
                  <a:gd name="T41" fmla="*/ 47 h 160"/>
                  <a:gd name="T42" fmla="*/ 129 w 160"/>
                  <a:gd name="T43" fmla="*/ 33 h 160"/>
                  <a:gd name="T44" fmla="*/ 117 w 160"/>
                  <a:gd name="T45" fmla="*/ 18 h 160"/>
                  <a:gd name="T46" fmla="*/ 106 w 160"/>
                  <a:gd name="T47" fmla="*/ 11 h 160"/>
                  <a:gd name="T48" fmla="*/ 94 w 160"/>
                  <a:gd name="T49" fmla="*/ 7 h 160"/>
                  <a:gd name="T50" fmla="*/ 82 w 160"/>
                  <a:gd name="T51" fmla="*/ 9 h 160"/>
                  <a:gd name="T52" fmla="*/ 74 w 160"/>
                  <a:gd name="T53" fmla="*/ 2 h 160"/>
                  <a:gd name="T54" fmla="*/ 63 w 160"/>
                  <a:gd name="T55" fmla="*/ 5 h 160"/>
                  <a:gd name="T56" fmla="*/ 49 w 160"/>
                  <a:gd name="T57" fmla="*/ 13 h 160"/>
                  <a:gd name="T58" fmla="*/ 38 w 160"/>
                  <a:gd name="T59" fmla="*/ 27 h 160"/>
                  <a:gd name="T60" fmla="*/ 33 w 160"/>
                  <a:gd name="T61" fmla="*/ 39 h 160"/>
                  <a:gd name="T62" fmla="*/ 24 w 160"/>
                  <a:gd name="T63" fmla="*/ 50 h 160"/>
                  <a:gd name="T64" fmla="*/ 19 w 160"/>
                  <a:gd name="T65" fmla="*/ 58 h 160"/>
                  <a:gd name="T66" fmla="*/ 14 w 160"/>
                  <a:gd name="T67" fmla="*/ 73 h 160"/>
                  <a:gd name="T68" fmla="*/ 9 w 160"/>
                  <a:gd name="T69" fmla="*/ 88 h 160"/>
                  <a:gd name="T70" fmla="*/ 10 w 160"/>
                  <a:gd name="T71" fmla="*/ 95 h 160"/>
                  <a:gd name="T72" fmla="*/ 7 w 160"/>
                  <a:gd name="T73" fmla="*/ 101 h 160"/>
                  <a:gd name="T74" fmla="*/ 9 w 160"/>
                  <a:gd name="T75" fmla="*/ 107 h 160"/>
                  <a:gd name="T76" fmla="*/ 3 w 160"/>
                  <a:gd name="T77" fmla="*/ 115 h 160"/>
                  <a:gd name="T78" fmla="*/ 11 w 160"/>
                  <a:gd name="T79" fmla="*/ 105 h 160"/>
                  <a:gd name="T80" fmla="*/ 36 w 160"/>
                  <a:gd name="T81" fmla="*/ 33 h 160"/>
                  <a:gd name="T82" fmla="*/ 141 w 160"/>
                  <a:gd name="T83" fmla="*/ 65 h 160"/>
                  <a:gd name="T84" fmla="*/ 149 w 160"/>
                  <a:gd name="T85" fmla="*/ 90 h 160"/>
                  <a:gd name="T86" fmla="*/ 152 w 160"/>
                  <a:gd name="T87" fmla="*/ 119 h 160"/>
                  <a:gd name="T88" fmla="*/ 150 w 160"/>
                  <a:gd name="T89" fmla="*/ 123 h 160"/>
                  <a:gd name="T90" fmla="*/ 148 w 160"/>
                  <a:gd name="T91" fmla="*/ 131 h 160"/>
                  <a:gd name="T92" fmla="*/ 142 w 160"/>
                  <a:gd name="T93" fmla="*/ 71 h 160"/>
                  <a:gd name="T94" fmla="*/ 131 w 160"/>
                  <a:gd name="T95" fmla="*/ 41 h 160"/>
                  <a:gd name="T96" fmla="*/ 127 w 160"/>
                  <a:gd name="T97" fmla="*/ 149 h 160"/>
                  <a:gd name="T98" fmla="*/ 119 w 160"/>
                  <a:gd name="T99" fmla="*/ 31 h 160"/>
                  <a:gd name="T100" fmla="*/ 107 w 160"/>
                  <a:gd name="T101" fmla="*/ 13 h 160"/>
                  <a:gd name="T102" fmla="*/ 102 w 160"/>
                  <a:gd name="T103" fmla="*/ 10 h 160"/>
                  <a:gd name="T104" fmla="*/ 92 w 160"/>
                  <a:gd name="T105" fmla="*/ 156 h 160"/>
                  <a:gd name="T106" fmla="*/ 75 w 160"/>
                  <a:gd name="T107" fmla="*/ 5 h 160"/>
                  <a:gd name="T108" fmla="*/ 67 w 160"/>
                  <a:gd name="T109" fmla="*/ 6 h 160"/>
                  <a:gd name="T110" fmla="*/ 60 w 160"/>
                  <a:gd name="T111" fmla="*/ 5 h 160"/>
                  <a:gd name="T112" fmla="*/ 50 w 160"/>
                  <a:gd name="T113" fmla="*/ 14 h 160"/>
                  <a:gd name="T114" fmla="*/ 41 w 160"/>
                  <a:gd name="T115" fmla="*/ 28 h 160"/>
                  <a:gd name="T116" fmla="*/ 34 w 160"/>
                  <a:gd name="T117" fmla="*/ 149 h 160"/>
                  <a:gd name="T118" fmla="*/ 26 w 160"/>
                  <a:gd name="T119" fmla="*/ 53 h 160"/>
                  <a:gd name="T120" fmla="*/ 23 w 160"/>
                  <a:gd name="T121" fmla="*/ 60 h 160"/>
                  <a:gd name="T122" fmla="*/ 11 w 160"/>
                  <a:gd name="T123" fmla="*/ 129 h 160"/>
                  <a:gd name="T124" fmla="*/ 7 w 160"/>
                  <a:gd name="T125" fmla="*/ 13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160">
                    <a:moveTo>
                      <a:pt x="0" y="118"/>
                    </a:moveTo>
                    <a:cubicBezTo>
                      <a:pt x="0" y="119"/>
                      <a:pt x="1" y="119"/>
                      <a:pt x="0" y="119"/>
                    </a:cubicBezTo>
                    <a:cubicBezTo>
                      <a:pt x="1" y="118"/>
                      <a:pt x="1" y="119"/>
                      <a:pt x="1" y="119"/>
                    </a:cubicBezTo>
                    <a:cubicBezTo>
                      <a:pt x="1" y="119"/>
                      <a:pt x="1" y="119"/>
                      <a:pt x="1" y="119"/>
                    </a:cubicBezTo>
                    <a:cubicBezTo>
                      <a:pt x="1" y="119"/>
                      <a:pt x="1" y="120"/>
                      <a:pt x="1" y="119"/>
                    </a:cubicBezTo>
                    <a:cubicBezTo>
                      <a:pt x="1" y="120"/>
                      <a:pt x="1" y="120"/>
                      <a:pt x="1" y="119"/>
                    </a:cubicBezTo>
                    <a:cubicBezTo>
                      <a:pt x="1" y="120"/>
                      <a:pt x="1" y="119"/>
                      <a:pt x="0" y="119"/>
                    </a:cubicBezTo>
                    <a:cubicBezTo>
                      <a:pt x="0" y="120"/>
                      <a:pt x="1" y="119"/>
                      <a:pt x="1" y="120"/>
                    </a:cubicBezTo>
                    <a:cubicBezTo>
                      <a:pt x="1" y="119"/>
                      <a:pt x="1" y="120"/>
                      <a:pt x="2" y="120"/>
                    </a:cubicBezTo>
                    <a:cubicBezTo>
                      <a:pt x="2" y="120"/>
                      <a:pt x="2" y="120"/>
                      <a:pt x="1" y="120"/>
                    </a:cubicBezTo>
                    <a:cubicBezTo>
                      <a:pt x="1" y="120"/>
                      <a:pt x="2" y="120"/>
                      <a:pt x="2" y="120"/>
                    </a:cubicBezTo>
                    <a:cubicBezTo>
                      <a:pt x="2" y="119"/>
                      <a:pt x="1" y="120"/>
                      <a:pt x="2" y="120"/>
                    </a:cubicBezTo>
                    <a:cubicBezTo>
                      <a:pt x="2" y="119"/>
                      <a:pt x="2" y="119"/>
                      <a:pt x="2" y="120"/>
                    </a:cubicBezTo>
                    <a:cubicBezTo>
                      <a:pt x="2" y="120"/>
                      <a:pt x="3" y="121"/>
                      <a:pt x="2" y="120"/>
                    </a:cubicBezTo>
                    <a:cubicBezTo>
                      <a:pt x="3" y="121"/>
                      <a:pt x="2" y="121"/>
                      <a:pt x="2" y="121"/>
                    </a:cubicBezTo>
                    <a:cubicBezTo>
                      <a:pt x="3" y="121"/>
                      <a:pt x="3" y="121"/>
                      <a:pt x="3" y="121"/>
                    </a:cubicBezTo>
                    <a:cubicBezTo>
                      <a:pt x="2" y="121"/>
                      <a:pt x="2" y="120"/>
                      <a:pt x="2" y="120"/>
                    </a:cubicBezTo>
                    <a:cubicBezTo>
                      <a:pt x="2" y="120"/>
                      <a:pt x="3" y="121"/>
                      <a:pt x="3" y="121"/>
                    </a:cubicBezTo>
                    <a:cubicBezTo>
                      <a:pt x="3" y="121"/>
                      <a:pt x="2" y="120"/>
                      <a:pt x="2" y="122"/>
                    </a:cubicBezTo>
                    <a:cubicBezTo>
                      <a:pt x="4" y="120"/>
                      <a:pt x="2" y="122"/>
                      <a:pt x="3" y="121"/>
                    </a:cubicBezTo>
                    <a:cubicBezTo>
                      <a:pt x="2" y="120"/>
                      <a:pt x="3" y="120"/>
                      <a:pt x="3" y="121"/>
                    </a:cubicBezTo>
                    <a:cubicBezTo>
                      <a:pt x="3" y="122"/>
                      <a:pt x="3" y="122"/>
                      <a:pt x="4" y="122"/>
                    </a:cubicBezTo>
                    <a:cubicBezTo>
                      <a:pt x="3" y="121"/>
                      <a:pt x="3" y="120"/>
                      <a:pt x="4" y="121"/>
                    </a:cubicBezTo>
                    <a:cubicBezTo>
                      <a:pt x="4" y="121"/>
                      <a:pt x="4" y="122"/>
                      <a:pt x="4" y="121"/>
                    </a:cubicBezTo>
                    <a:cubicBezTo>
                      <a:pt x="3" y="122"/>
                      <a:pt x="5" y="121"/>
                      <a:pt x="4" y="121"/>
                    </a:cubicBezTo>
                    <a:cubicBezTo>
                      <a:pt x="6" y="122"/>
                      <a:pt x="6" y="122"/>
                      <a:pt x="5" y="122"/>
                    </a:cubicBezTo>
                    <a:cubicBezTo>
                      <a:pt x="6" y="123"/>
                      <a:pt x="5" y="122"/>
                      <a:pt x="5" y="122"/>
                    </a:cubicBezTo>
                    <a:cubicBezTo>
                      <a:pt x="6" y="123"/>
                      <a:pt x="5" y="122"/>
                      <a:pt x="5" y="122"/>
                    </a:cubicBezTo>
                    <a:cubicBezTo>
                      <a:pt x="5" y="122"/>
                      <a:pt x="5" y="122"/>
                      <a:pt x="5" y="122"/>
                    </a:cubicBezTo>
                    <a:cubicBezTo>
                      <a:pt x="6" y="123"/>
                      <a:pt x="5" y="123"/>
                      <a:pt x="5" y="123"/>
                    </a:cubicBezTo>
                    <a:cubicBezTo>
                      <a:pt x="4" y="123"/>
                      <a:pt x="5" y="123"/>
                      <a:pt x="5" y="122"/>
                    </a:cubicBezTo>
                    <a:cubicBezTo>
                      <a:pt x="3" y="121"/>
                      <a:pt x="3" y="123"/>
                      <a:pt x="3" y="122"/>
                    </a:cubicBezTo>
                    <a:cubicBezTo>
                      <a:pt x="2" y="122"/>
                      <a:pt x="3" y="123"/>
                      <a:pt x="3" y="123"/>
                    </a:cubicBezTo>
                    <a:cubicBezTo>
                      <a:pt x="3" y="123"/>
                      <a:pt x="4" y="123"/>
                      <a:pt x="4" y="123"/>
                    </a:cubicBezTo>
                    <a:cubicBezTo>
                      <a:pt x="4" y="123"/>
                      <a:pt x="3" y="124"/>
                      <a:pt x="4" y="124"/>
                    </a:cubicBezTo>
                    <a:cubicBezTo>
                      <a:pt x="4" y="124"/>
                      <a:pt x="3" y="124"/>
                      <a:pt x="3" y="124"/>
                    </a:cubicBezTo>
                    <a:cubicBezTo>
                      <a:pt x="2" y="124"/>
                      <a:pt x="3" y="123"/>
                      <a:pt x="3" y="125"/>
                    </a:cubicBezTo>
                    <a:cubicBezTo>
                      <a:pt x="3" y="125"/>
                      <a:pt x="4" y="125"/>
                      <a:pt x="4" y="124"/>
                    </a:cubicBezTo>
                    <a:cubicBezTo>
                      <a:pt x="6" y="124"/>
                      <a:pt x="4" y="125"/>
                      <a:pt x="5" y="125"/>
                    </a:cubicBezTo>
                    <a:cubicBezTo>
                      <a:pt x="5" y="123"/>
                      <a:pt x="6" y="125"/>
                      <a:pt x="6" y="125"/>
                    </a:cubicBezTo>
                    <a:cubicBezTo>
                      <a:pt x="6" y="125"/>
                      <a:pt x="6" y="125"/>
                      <a:pt x="6" y="125"/>
                    </a:cubicBezTo>
                    <a:cubicBezTo>
                      <a:pt x="6" y="125"/>
                      <a:pt x="7" y="125"/>
                      <a:pt x="6" y="126"/>
                    </a:cubicBezTo>
                    <a:cubicBezTo>
                      <a:pt x="7" y="126"/>
                      <a:pt x="7" y="125"/>
                      <a:pt x="7" y="125"/>
                    </a:cubicBezTo>
                    <a:cubicBezTo>
                      <a:pt x="7" y="127"/>
                      <a:pt x="7" y="125"/>
                      <a:pt x="7" y="125"/>
                    </a:cubicBezTo>
                    <a:cubicBezTo>
                      <a:pt x="8" y="125"/>
                      <a:pt x="7" y="125"/>
                      <a:pt x="7" y="126"/>
                    </a:cubicBezTo>
                    <a:cubicBezTo>
                      <a:pt x="7" y="126"/>
                      <a:pt x="6" y="125"/>
                      <a:pt x="7" y="126"/>
                    </a:cubicBezTo>
                    <a:cubicBezTo>
                      <a:pt x="7" y="126"/>
                      <a:pt x="6" y="123"/>
                      <a:pt x="7" y="126"/>
                    </a:cubicBezTo>
                    <a:cubicBezTo>
                      <a:pt x="7" y="127"/>
                      <a:pt x="7" y="127"/>
                      <a:pt x="7" y="126"/>
                    </a:cubicBezTo>
                    <a:cubicBezTo>
                      <a:pt x="7" y="127"/>
                      <a:pt x="7" y="126"/>
                      <a:pt x="7" y="127"/>
                    </a:cubicBezTo>
                    <a:cubicBezTo>
                      <a:pt x="6" y="126"/>
                      <a:pt x="7" y="126"/>
                      <a:pt x="7" y="127"/>
                    </a:cubicBezTo>
                    <a:cubicBezTo>
                      <a:pt x="7" y="127"/>
                      <a:pt x="7" y="127"/>
                      <a:pt x="6" y="127"/>
                    </a:cubicBezTo>
                    <a:cubicBezTo>
                      <a:pt x="7" y="128"/>
                      <a:pt x="7" y="128"/>
                      <a:pt x="7" y="128"/>
                    </a:cubicBezTo>
                    <a:cubicBezTo>
                      <a:pt x="7" y="128"/>
                      <a:pt x="7" y="128"/>
                      <a:pt x="7" y="128"/>
                    </a:cubicBezTo>
                    <a:cubicBezTo>
                      <a:pt x="7" y="128"/>
                      <a:pt x="6" y="128"/>
                      <a:pt x="7" y="128"/>
                    </a:cubicBezTo>
                    <a:cubicBezTo>
                      <a:pt x="8" y="128"/>
                      <a:pt x="6" y="128"/>
                      <a:pt x="6" y="128"/>
                    </a:cubicBezTo>
                    <a:cubicBezTo>
                      <a:pt x="7" y="129"/>
                      <a:pt x="5" y="129"/>
                      <a:pt x="6" y="129"/>
                    </a:cubicBezTo>
                    <a:cubicBezTo>
                      <a:pt x="6" y="129"/>
                      <a:pt x="5" y="128"/>
                      <a:pt x="5" y="128"/>
                    </a:cubicBezTo>
                    <a:cubicBezTo>
                      <a:pt x="6" y="128"/>
                      <a:pt x="5" y="129"/>
                      <a:pt x="5" y="128"/>
                    </a:cubicBezTo>
                    <a:cubicBezTo>
                      <a:pt x="5" y="128"/>
                      <a:pt x="4" y="129"/>
                      <a:pt x="5" y="129"/>
                    </a:cubicBezTo>
                    <a:cubicBezTo>
                      <a:pt x="4" y="130"/>
                      <a:pt x="3" y="129"/>
                      <a:pt x="4" y="130"/>
                    </a:cubicBezTo>
                    <a:cubicBezTo>
                      <a:pt x="4" y="131"/>
                      <a:pt x="4" y="130"/>
                      <a:pt x="4" y="131"/>
                    </a:cubicBezTo>
                    <a:cubicBezTo>
                      <a:pt x="5" y="131"/>
                      <a:pt x="5" y="130"/>
                      <a:pt x="6" y="131"/>
                    </a:cubicBezTo>
                    <a:cubicBezTo>
                      <a:pt x="5" y="131"/>
                      <a:pt x="6" y="132"/>
                      <a:pt x="6" y="132"/>
                    </a:cubicBezTo>
                    <a:cubicBezTo>
                      <a:pt x="6" y="130"/>
                      <a:pt x="7" y="132"/>
                      <a:pt x="7" y="132"/>
                    </a:cubicBezTo>
                    <a:cubicBezTo>
                      <a:pt x="8" y="132"/>
                      <a:pt x="7" y="132"/>
                      <a:pt x="7" y="133"/>
                    </a:cubicBezTo>
                    <a:cubicBezTo>
                      <a:pt x="7" y="133"/>
                      <a:pt x="8" y="132"/>
                      <a:pt x="8" y="133"/>
                    </a:cubicBezTo>
                    <a:cubicBezTo>
                      <a:pt x="7" y="133"/>
                      <a:pt x="7" y="134"/>
                      <a:pt x="7" y="134"/>
                    </a:cubicBezTo>
                    <a:cubicBezTo>
                      <a:pt x="7" y="134"/>
                      <a:pt x="8" y="134"/>
                      <a:pt x="8" y="134"/>
                    </a:cubicBezTo>
                    <a:cubicBezTo>
                      <a:pt x="7" y="135"/>
                      <a:pt x="8" y="134"/>
                      <a:pt x="8" y="134"/>
                    </a:cubicBezTo>
                    <a:cubicBezTo>
                      <a:pt x="8" y="133"/>
                      <a:pt x="8" y="133"/>
                      <a:pt x="8" y="134"/>
                    </a:cubicBezTo>
                    <a:cubicBezTo>
                      <a:pt x="8" y="134"/>
                      <a:pt x="10" y="133"/>
                      <a:pt x="10" y="133"/>
                    </a:cubicBezTo>
                    <a:cubicBezTo>
                      <a:pt x="9" y="132"/>
                      <a:pt x="11" y="132"/>
                      <a:pt x="10" y="134"/>
                    </a:cubicBezTo>
                    <a:cubicBezTo>
                      <a:pt x="11" y="135"/>
                      <a:pt x="11" y="133"/>
                      <a:pt x="11" y="133"/>
                    </a:cubicBezTo>
                    <a:cubicBezTo>
                      <a:pt x="12" y="133"/>
                      <a:pt x="11" y="132"/>
                      <a:pt x="12" y="132"/>
                    </a:cubicBezTo>
                    <a:cubicBezTo>
                      <a:pt x="12" y="134"/>
                      <a:pt x="12" y="133"/>
                      <a:pt x="12" y="133"/>
                    </a:cubicBezTo>
                    <a:cubicBezTo>
                      <a:pt x="12" y="134"/>
                      <a:pt x="12" y="134"/>
                      <a:pt x="13" y="134"/>
                    </a:cubicBezTo>
                    <a:cubicBezTo>
                      <a:pt x="13" y="134"/>
                      <a:pt x="13" y="134"/>
                      <a:pt x="12" y="134"/>
                    </a:cubicBezTo>
                    <a:cubicBezTo>
                      <a:pt x="12" y="135"/>
                      <a:pt x="12" y="134"/>
                      <a:pt x="13" y="134"/>
                    </a:cubicBezTo>
                    <a:cubicBezTo>
                      <a:pt x="14" y="135"/>
                      <a:pt x="14" y="135"/>
                      <a:pt x="13" y="135"/>
                    </a:cubicBezTo>
                    <a:cubicBezTo>
                      <a:pt x="13" y="135"/>
                      <a:pt x="13" y="135"/>
                      <a:pt x="13" y="134"/>
                    </a:cubicBezTo>
                    <a:cubicBezTo>
                      <a:pt x="14" y="136"/>
                      <a:pt x="12" y="134"/>
                      <a:pt x="12" y="135"/>
                    </a:cubicBezTo>
                    <a:cubicBezTo>
                      <a:pt x="13" y="135"/>
                      <a:pt x="12" y="135"/>
                      <a:pt x="13" y="135"/>
                    </a:cubicBezTo>
                    <a:cubicBezTo>
                      <a:pt x="13" y="135"/>
                      <a:pt x="12" y="135"/>
                      <a:pt x="13" y="135"/>
                    </a:cubicBezTo>
                    <a:cubicBezTo>
                      <a:pt x="12" y="135"/>
                      <a:pt x="13" y="134"/>
                      <a:pt x="13" y="135"/>
                    </a:cubicBezTo>
                    <a:cubicBezTo>
                      <a:pt x="13" y="137"/>
                      <a:pt x="14" y="137"/>
                      <a:pt x="13" y="136"/>
                    </a:cubicBezTo>
                    <a:cubicBezTo>
                      <a:pt x="13" y="137"/>
                      <a:pt x="13" y="137"/>
                      <a:pt x="13" y="136"/>
                    </a:cubicBezTo>
                    <a:cubicBezTo>
                      <a:pt x="14" y="136"/>
                      <a:pt x="13" y="137"/>
                      <a:pt x="14" y="137"/>
                    </a:cubicBezTo>
                    <a:cubicBezTo>
                      <a:pt x="14" y="137"/>
                      <a:pt x="14" y="136"/>
                      <a:pt x="14" y="137"/>
                    </a:cubicBezTo>
                    <a:cubicBezTo>
                      <a:pt x="14" y="138"/>
                      <a:pt x="15" y="137"/>
                      <a:pt x="14" y="137"/>
                    </a:cubicBezTo>
                    <a:cubicBezTo>
                      <a:pt x="14" y="137"/>
                      <a:pt x="14" y="138"/>
                      <a:pt x="14" y="137"/>
                    </a:cubicBezTo>
                    <a:cubicBezTo>
                      <a:pt x="14" y="137"/>
                      <a:pt x="14" y="137"/>
                      <a:pt x="14" y="137"/>
                    </a:cubicBezTo>
                    <a:cubicBezTo>
                      <a:pt x="13" y="138"/>
                      <a:pt x="13" y="137"/>
                      <a:pt x="13" y="138"/>
                    </a:cubicBezTo>
                    <a:cubicBezTo>
                      <a:pt x="14" y="139"/>
                      <a:pt x="14" y="138"/>
                      <a:pt x="15" y="138"/>
                    </a:cubicBezTo>
                    <a:cubicBezTo>
                      <a:pt x="14" y="137"/>
                      <a:pt x="15" y="138"/>
                      <a:pt x="15" y="138"/>
                    </a:cubicBezTo>
                    <a:cubicBezTo>
                      <a:pt x="14" y="138"/>
                      <a:pt x="15" y="138"/>
                      <a:pt x="14" y="138"/>
                    </a:cubicBezTo>
                    <a:cubicBezTo>
                      <a:pt x="15" y="139"/>
                      <a:pt x="13" y="139"/>
                      <a:pt x="14" y="139"/>
                    </a:cubicBezTo>
                    <a:cubicBezTo>
                      <a:pt x="14" y="138"/>
                      <a:pt x="15" y="138"/>
                      <a:pt x="14" y="140"/>
                    </a:cubicBezTo>
                    <a:cubicBezTo>
                      <a:pt x="14" y="139"/>
                      <a:pt x="14" y="139"/>
                      <a:pt x="15" y="140"/>
                    </a:cubicBezTo>
                    <a:cubicBezTo>
                      <a:pt x="14" y="140"/>
                      <a:pt x="14" y="140"/>
                      <a:pt x="14" y="140"/>
                    </a:cubicBezTo>
                    <a:cubicBezTo>
                      <a:pt x="13" y="140"/>
                      <a:pt x="14" y="139"/>
                      <a:pt x="14" y="141"/>
                    </a:cubicBezTo>
                    <a:cubicBezTo>
                      <a:pt x="15" y="141"/>
                      <a:pt x="16" y="140"/>
                      <a:pt x="15" y="141"/>
                    </a:cubicBezTo>
                    <a:cubicBezTo>
                      <a:pt x="15" y="142"/>
                      <a:pt x="15" y="142"/>
                      <a:pt x="15" y="142"/>
                    </a:cubicBezTo>
                    <a:cubicBezTo>
                      <a:pt x="15" y="141"/>
                      <a:pt x="15" y="140"/>
                      <a:pt x="16" y="141"/>
                    </a:cubicBezTo>
                    <a:cubicBezTo>
                      <a:pt x="16" y="141"/>
                      <a:pt x="16" y="141"/>
                      <a:pt x="16" y="142"/>
                    </a:cubicBezTo>
                    <a:cubicBezTo>
                      <a:pt x="16" y="142"/>
                      <a:pt x="16" y="143"/>
                      <a:pt x="16" y="142"/>
                    </a:cubicBezTo>
                    <a:cubicBezTo>
                      <a:pt x="16" y="143"/>
                      <a:pt x="16" y="140"/>
                      <a:pt x="16" y="142"/>
                    </a:cubicBezTo>
                    <a:cubicBezTo>
                      <a:pt x="16" y="143"/>
                      <a:pt x="17" y="140"/>
                      <a:pt x="17" y="142"/>
                    </a:cubicBezTo>
                    <a:cubicBezTo>
                      <a:pt x="17" y="142"/>
                      <a:pt x="17" y="141"/>
                      <a:pt x="17" y="142"/>
                    </a:cubicBezTo>
                    <a:cubicBezTo>
                      <a:pt x="18" y="141"/>
                      <a:pt x="17" y="142"/>
                      <a:pt x="18" y="142"/>
                    </a:cubicBezTo>
                    <a:cubicBezTo>
                      <a:pt x="18" y="142"/>
                      <a:pt x="18" y="142"/>
                      <a:pt x="18" y="142"/>
                    </a:cubicBezTo>
                    <a:cubicBezTo>
                      <a:pt x="19" y="142"/>
                      <a:pt x="19" y="142"/>
                      <a:pt x="19" y="142"/>
                    </a:cubicBezTo>
                    <a:cubicBezTo>
                      <a:pt x="19" y="142"/>
                      <a:pt x="19" y="142"/>
                      <a:pt x="19" y="142"/>
                    </a:cubicBezTo>
                    <a:cubicBezTo>
                      <a:pt x="19" y="142"/>
                      <a:pt x="18" y="142"/>
                      <a:pt x="18" y="143"/>
                    </a:cubicBezTo>
                    <a:cubicBezTo>
                      <a:pt x="18" y="142"/>
                      <a:pt x="18" y="143"/>
                      <a:pt x="18" y="143"/>
                    </a:cubicBezTo>
                    <a:cubicBezTo>
                      <a:pt x="18" y="143"/>
                      <a:pt x="19" y="142"/>
                      <a:pt x="19" y="143"/>
                    </a:cubicBezTo>
                    <a:cubicBezTo>
                      <a:pt x="19" y="143"/>
                      <a:pt x="19" y="144"/>
                      <a:pt x="18" y="143"/>
                    </a:cubicBezTo>
                    <a:cubicBezTo>
                      <a:pt x="19" y="143"/>
                      <a:pt x="19" y="144"/>
                      <a:pt x="19" y="144"/>
                    </a:cubicBezTo>
                    <a:cubicBezTo>
                      <a:pt x="20" y="144"/>
                      <a:pt x="20" y="145"/>
                      <a:pt x="20" y="144"/>
                    </a:cubicBezTo>
                    <a:cubicBezTo>
                      <a:pt x="20" y="144"/>
                      <a:pt x="21" y="143"/>
                      <a:pt x="21" y="144"/>
                    </a:cubicBezTo>
                    <a:cubicBezTo>
                      <a:pt x="21" y="142"/>
                      <a:pt x="20" y="144"/>
                      <a:pt x="21" y="144"/>
                    </a:cubicBezTo>
                    <a:cubicBezTo>
                      <a:pt x="22" y="143"/>
                      <a:pt x="21" y="144"/>
                      <a:pt x="22" y="143"/>
                    </a:cubicBezTo>
                    <a:cubicBezTo>
                      <a:pt x="22" y="144"/>
                      <a:pt x="22" y="144"/>
                      <a:pt x="23" y="144"/>
                    </a:cubicBezTo>
                    <a:cubicBezTo>
                      <a:pt x="23" y="145"/>
                      <a:pt x="22" y="144"/>
                      <a:pt x="23" y="144"/>
                    </a:cubicBezTo>
                    <a:cubicBezTo>
                      <a:pt x="23" y="144"/>
                      <a:pt x="24" y="144"/>
                      <a:pt x="23" y="144"/>
                    </a:cubicBezTo>
                    <a:cubicBezTo>
                      <a:pt x="23" y="144"/>
                      <a:pt x="23" y="145"/>
                      <a:pt x="24" y="144"/>
                    </a:cubicBezTo>
                    <a:cubicBezTo>
                      <a:pt x="24" y="144"/>
                      <a:pt x="23" y="145"/>
                      <a:pt x="24" y="144"/>
                    </a:cubicBezTo>
                    <a:cubicBezTo>
                      <a:pt x="24" y="144"/>
                      <a:pt x="24" y="143"/>
                      <a:pt x="24" y="144"/>
                    </a:cubicBezTo>
                    <a:cubicBezTo>
                      <a:pt x="24" y="144"/>
                      <a:pt x="24" y="144"/>
                      <a:pt x="24" y="144"/>
                    </a:cubicBezTo>
                    <a:cubicBezTo>
                      <a:pt x="24" y="144"/>
                      <a:pt x="23" y="144"/>
                      <a:pt x="24" y="144"/>
                    </a:cubicBezTo>
                    <a:cubicBezTo>
                      <a:pt x="24" y="145"/>
                      <a:pt x="24" y="145"/>
                      <a:pt x="24" y="144"/>
                    </a:cubicBezTo>
                    <a:cubicBezTo>
                      <a:pt x="24" y="144"/>
                      <a:pt x="24" y="144"/>
                      <a:pt x="24" y="144"/>
                    </a:cubicBezTo>
                    <a:cubicBezTo>
                      <a:pt x="24" y="144"/>
                      <a:pt x="24" y="144"/>
                      <a:pt x="24" y="144"/>
                    </a:cubicBezTo>
                    <a:cubicBezTo>
                      <a:pt x="24" y="144"/>
                      <a:pt x="24" y="144"/>
                      <a:pt x="24" y="144"/>
                    </a:cubicBezTo>
                    <a:cubicBezTo>
                      <a:pt x="24" y="144"/>
                      <a:pt x="24" y="145"/>
                      <a:pt x="24" y="145"/>
                    </a:cubicBezTo>
                    <a:cubicBezTo>
                      <a:pt x="24" y="145"/>
                      <a:pt x="24" y="145"/>
                      <a:pt x="24" y="145"/>
                    </a:cubicBezTo>
                    <a:cubicBezTo>
                      <a:pt x="23" y="144"/>
                      <a:pt x="23" y="144"/>
                      <a:pt x="24" y="145"/>
                    </a:cubicBezTo>
                    <a:cubicBezTo>
                      <a:pt x="24" y="145"/>
                      <a:pt x="25" y="144"/>
                      <a:pt x="25" y="145"/>
                    </a:cubicBezTo>
                    <a:cubicBezTo>
                      <a:pt x="25" y="145"/>
                      <a:pt x="25" y="146"/>
                      <a:pt x="25" y="146"/>
                    </a:cubicBezTo>
                    <a:cubicBezTo>
                      <a:pt x="26" y="146"/>
                      <a:pt x="25" y="147"/>
                      <a:pt x="25" y="145"/>
                    </a:cubicBezTo>
                    <a:cubicBezTo>
                      <a:pt x="25" y="145"/>
                      <a:pt x="25" y="146"/>
                      <a:pt x="26" y="145"/>
                    </a:cubicBezTo>
                    <a:cubicBezTo>
                      <a:pt x="25" y="144"/>
                      <a:pt x="26" y="146"/>
                      <a:pt x="25" y="145"/>
                    </a:cubicBezTo>
                    <a:cubicBezTo>
                      <a:pt x="25" y="145"/>
                      <a:pt x="25" y="145"/>
                      <a:pt x="25" y="145"/>
                    </a:cubicBezTo>
                    <a:cubicBezTo>
                      <a:pt x="25" y="145"/>
                      <a:pt x="26" y="145"/>
                      <a:pt x="25" y="145"/>
                    </a:cubicBezTo>
                    <a:cubicBezTo>
                      <a:pt x="25" y="145"/>
                      <a:pt x="26" y="144"/>
                      <a:pt x="25" y="144"/>
                    </a:cubicBezTo>
                    <a:cubicBezTo>
                      <a:pt x="25" y="145"/>
                      <a:pt x="26" y="145"/>
                      <a:pt x="25" y="145"/>
                    </a:cubicBezTo>
                    <a:cubicBezTo>
                      <a:pt x="26" y="144"/>
                      <a:pt x="25" y="145"/>
                      <a:pt x="26" y="144"/>
                    </a:cubicBezTo>
                    <a:cubicBezTo>
                      <a:pt x="26" y="145"/>
                      <a:pt x="25" y="144"/>
                      <a:pt x="26" y="145"/>
                    </a:cubicBezTo>
                    <a:cubicBezTo>
                      <a:pt x="26" y="145"/>
                      <a:pt x="26" y="144"/>
                      <a:pt x="26" y="145"/>
                    </a:cubicBezTo>
                    <a:cubicBezTo>
                      <a:pt x="26" y="145"/>
                      <a:pt x="26" y="145"/>
                      <a:pt x="26" y="145"/>
                    </a:cubicBezTo>
                    <a:cubicBezTo>
                      <a:pt x="27" y="144"/>
                      <a:pt x="26" y="144"/>
                      <a:pt x="26" y="145"/>
                    </a:cubicBezTo>
                    <a:cubicBezTo>
                      <a:pt x="26" y="145"/>
                      <a:pt x="26" y="146"/>
                      <a:pt x="26" y="145"/>
                    </a:cubicBezTo>
                    <a:cubicBezTo>
                      <a:pt x="26" y="145"/>
                      <a:pt x="27" y="145"/>
                      <a:pt x="26" y="145"/>
                    </a:cubicBezTo>
                    <a:cubicBezTo>
                      <a:pt x="26" y="145"/>
                      <a:pt x="26" y="145"/>
                      <a:pt x="26" y="145"/>
                    </a:cubicBezTo>
                    <a:cubicBezTo>
                      <a:pt x="26" y="145"/>
                      <a:pt x="26" y="145"/>
                      <a:pt x="26" y="145"/>
                    </a:cubicBezTo>
                    <a:cubicBezTo>
                      <a:pt x="27" y="144"/>
                      <a:pt x="27" y="145"/>
                      <a:pt x="27" y="145"/>
                    </a:cubicBezTo>
                    <a:cubicBezTo>
                      <a:pt x="27" y="145"/>
                      <a:pt x="27" y="145"/>
                      <a:pt x="27" y="145"/>
                    </a:cubicBezTo>
                    <a:cubicBezTo>
                      <a:pt x="26" y="145"/>
                      <a:pt x="27" y="146"/>
                      <a:pt x="26" y="145"/>
                    </a:cubicBezTo>
                    <a:cubicBezTo>
                      <a:pt x="27" y="146"/>
                      <a:pt x="27" y="146"/>
                      <a:pt x="27" y="146"/>
                    </a:cubicBezTo>
                    <a:cubicBezTo>
                      <a:pt x="27" y="146"/>
                      <a:pt x="27" y="146"/>
                      <a:pt x="27" y="146"/>
                    </a:cubicBezTo>
                    <a:cubicBezTo>
                      <a:pt x="27" y="145"/>
                      <a:pt x="26" y="146"/>
                      <a:pt x="26" y="146"/>
                    </a:cubicBezTo>
                    <a:cubicBezTo>
                      <a:pt x="26" y="145"/>
                      <a:pt x="26" y="146"/>
                      <a:pt x="26" y="146"/>
                    </a:cubicBezTo>
                    <a:cubicBezTo>
                      <a:pt x="26" y="146"/>
                      <a:pt x="27" y="146"/>
                      <a:pt x="27" y="146"/>
                    </a:cubicBezTo>
                    <a:cubicBezTo>
                      <a:pt x="26" y="146"/>
                      <a:pt x="27" y="146"/>
                      <a:pt x="27" y="146"/>
                    </a:cubicBezTo>
                    <a:cubicBezTo>
                      <a:pt x="26" y="147"/>
                      <a:pt x="27" y="146"/>
                      <a:pt x="27" y="146"/>
                    </a:cubicBezTo>
                    <a:cubicBezTo>
                      <a:pt x="27" y="146"/>
                      <a:pt x="27" y="146"/>
                      <a:pt x="27" y="146"/>
                    </a:cubicBezTo>
                    <a:cubicBezTo>
                      <a:pt x="27" y="146"/>
                      <a:pt x="27" y="146"/>
                      <a:pt x="27" y="146"/>
                    </a:cubicBezTo>
                    <a:cubicBezTo>
                      <a:pt x="28" y="146"/>
                      <a:pt x="28" y="146"/>
                      <a:pt x="28" y="146"/>
                    </a:cubicBezTo>
                    <a:cubicBezTo>
                      <a:pt x="27" y="146"/>
                      <a:pt x="28" y="146"/>
                      <a:pt x="28" y="147"/>
                    </a:cubicBezTo>
                    <a:cubicBezTo>
                      <a:pt x="28" y="147"/>
                      <a:pt x="28" y="146"/>
                      <a:pt x="28" y="147"/>
                    </a:cubicBezTo>
                    <a:cubicBezTo>
                      <a:pt x="28" y="147"/>
                      <a:pt x="28" y="147"/>
                      <a:pt x="28" y="147"/>
                    </a:cubicBezTo>
                    <a:cubicBezTo>
                      <a:pt x="28" y="147"/>
                      <a:pt x="28" y="147"/>
                      <a:pt x="28" y="147"/>
                    </a:cubicBezTo>
                    <a:cubicBezTo>
                      <a:pt x="28" y="146"/>
                      <a:pt x="28" y="147"/>
                      <a:pt x="28" y="147"/>
                    </a:cubicBezTo>
                    <a:cubicBezTo>
                      <a:pt x="28" y="147"/>
                      <a:pt x="28" y="147"/>
                      <a:pt x="28" y="148"/>
                    </a:cubicBezTo>
                    <a:cubicBezTo>
                      <a:pt x="28" y="147"/>
                      <a:pt x="28" y="148"/>
                      <a:pt x="28" y="148"/>
                    </a:cubicBezTo>
                    <a:cubicBezTo>
                      <a:pt x="28" y="147"/>
                      <a:pt x="29" y="147"/>
                      <a:pt x="29" y="148"/>
                    </a:cubicBezTo>
                    <a:cubicBezTo>
                      <a:pt x="29" y="148"/>
                      <a:pt x="29" y="148"/>
                      <a:pt x="29" y="148"/>
                    </a:cubicBezTo>
                    <a:cubicBezTo>
                      <a:pt x="29" y="148"/>
                      <a:pt x="29" y="147"/>
                      <a:pt x="29" y="148"/>
                    </a:cubicBezTo>
                    <a:cubicBezTo>
                      <a:pt x="29" y="148"/>
                      <a:pt x="29" y="148"/>
                      <a:pt x="29" y="149"/>
                    </a:cubicBezTo>
                    <a:cubicBezTo>
                      <a:pt x="29" y="149"/>
                      <a:pt x="28" y="149"/>
                      <a:pt x="28" y="149"/>
                    </a:cubicBezTo>
                    <a:cubicBezTo>
                      <a:pt x="28" y="150"/>
                      <a:pt x="28" y="149"/>
                      <a:pt x="29" y="149"/>
                    </a:cubicBezTo>
                    <a:cubicBezTo>
                      <a:pt x="29" y="150"/>
                      <a:pt x="28" y="149"/>
                      <a:pt x="28" y="150"/>
                    </a:cubicBezTo>
                    <a:cubicBezTo>
                      <a:pt x="29" y="150"/>
                      <a:pt x="29" y="149"/>
                      <a:pt x="29" y="150"/>
                    </a:cubicBezTo>
                    <a:cubicBezTo>
                      <a:pt x="30" y="149"/>
                      <a:pt x="30" y="149"/>
                      <a:pt x="30" y="149"/>
                    </a:cubicBezTo>
                    <a:cubicBezTo>
                      <a:pt x="30" y="150"/>
                      <a:pt x="30" y="150"/>
                      <a:pt x="30" y="150"/>
                    </a:cubicBezTo>
                    <a:cubicBezTo>
                      <a:pt x="30" y="150"/>
                      <a:pt x="30" y="150"/>
                      <a:pt x="30" y="150"/>
                    </a:cubicBezTo>
                    <a:cubicBezTo>
                      <a:pt x="30" y="150"/>
                      <a:pt x="30" y="150"/>
                      <a:pt x="30" y="151"/>
                    </a:cubicBezTo>
                    <a:cubicBezTo>
                      <a:pt x="30" y="151"/>
                      <a:pt x="29" y="151"/>
                      <a:pt x="29" y="152"/>
                    </a:cubicBezTo>
                    <a:cubicBezTo>
                      <a:pt x="29" y="151"/>
                      <a:pt x="29" y="152"/>
                      <a:pt x="29" y="151"/>
                    </a:cubicBezTo>
                    <a:cubicBezTo>
                      <a:pt x="29" y="151"/>
                      <a:pt x="29" y="153"/>
                      <a:pt x="28" y="152"/>
                    </a:cubicBezTo>
                    <a:cubicBezTo>
                      <a:pt x="28" y="152"/>
                      <a:pt x="28" y="152"/>
                      <a:pt x="28" y="153"/>
                    </a:cubicBezTo>
                    <a:cubicBezTo>
                      <a:pt x="27" y="152"/>
                      <a:pt x="28" y="152"/>
                      <a:pt x="28" y="152"/>
                    </a:cubicBezTo>
                    <a:cubicBezTo>
                      <a:pt x="28" y="151"/>
                      <a:pt x="28" y="151"/>
                      <a:pt x="28" y="151"/>
                    </a:cubicBezTo>
                    <a:cubicBezTo>
                      <a:pt x="27" y="151"/>
                      <a:pt x="27" y="153"/>
                      <a:pt x="27" y="153"/>
                    </a:cubicBezTo>
                    <a:cubicBezTo>
                      <a:pt x="27" y="153"/>
                      <a:pt x="26" y="152"/>
                      <a:pt x="27" y="153"/>
                    </a:cubicBezTo>
                    <a:cubicBezTo>
                      <a:pt x="27" y="152"/>
                      <a:pt x="27" y="153"/>
                      <a:pt x="27" y="153"/>
                    </a:cubicBezTo>
                    <a:cubicBezTo>
                      <a:pt x="27" y="153"/>
                      <a:pt x="27" y="153"/>
                      <a:pt x="27" y="153"/>
                    </a:cubicBezTo>
                    <a:cubicBezTo>
                      <a:pt x="27" y="153"/>
                      <a:pt x="28" y="154"/>
                      <a:pt x="27" y="153"/>
                    </a:cubicBezTo>
                    <a:cubicBezTo>
                      <a:pt x="27" y="153"/>
                      <a:pt x="27" y="153"/>
                      <a:pt x="27" y="154"/>
                    </a:cubicBezTo>
                    <a:cubicBezTo>
                      <a:pt x="28" y="154"/>
                      <a:pt x="27" y="153"/>
                      <a:pt x="27" y="154"/>
                    </a:cubicBezTo>
                    <a:cubicBezTo>
                      <a:pt x="28" y="153"/>
                      <a:pt x="28" y="153"/>
                      <a:pt x="28" y="154"/>
                    </a:cubicBezTo>
                    <a:cubicBezTo>
                      <a:pt x="28" y="154"/>
                      <a:pt x="28" y="154"/>
                      <a:pt x="29" y="154"/>
                    </a:cubicBezTo>
                    <a:cubicBezTo>
                      <a:pt x="28" y="154"/>
                      <a:pt x="28" y="155"/>
                      <a:pt x="29" y="154"/>
                    </a:cubicBezTo>
                    <a:cubicBezTo>
                      <a:pt x="29" y="155"/>
                      <a:pt x="30" y="154"/>
                      <a:pt x="29" y="154"/>
                    </a:cubicBezTo>
                    <a:cubicBezTo>
                      <a:pt x="30" y="154"/>
                      <a:pt x="30" y="154"/>
                      <a:pt x="30" y="153"/>
                    </a:cubicBezTo>
                    <a:cubicBezTo>
                      <a:pt x="30" y="153"/>
                      <a:pt x="31" y="153"/>
                      <a:pt x="31" y="154"/>
                    </a:cubicBezTo>
                    <a:cubicBezTo>
                      <a:pt x="31" y="155"/>
                      <a:pt x="30" y="153"/>
                      <a:pt x="31" y="153"/>
                    </a:cubicBezTo>
                    <a:cubicBezTo>
                      <a:pt x="31" y="153"/>
                      <a:pt x="31" y="153"/>
                      <a:pt x="31" y="153"/>
                    </a:cubicBezTo>
                    <a:cubicBezTo>
                      <a:pt x="31" y="153"/>
                      <a:pt x="31" y="152"/>
                      <a:pt x="31" y="152"/>
                    </a:cubicBezTo>
                    <a:cubicBezTo>
                      <a:pt x="32" y="152"/>
                      <a:pt x="32" y="152"/>
                      <a:pt x="32" y="152"/>
                    </a:cubicBezTo>
                    <a:cubicBezTo>
                      <a:pt x="32" y="153"/>
                      <a:pt x="32" y="152"/>
                      <a:pt x="32" y="152"/>
                    </a:cubicBezTo>
                    <a:cubicBezTo>
                      <a:pt x="32" y="153"/>
                      <a:pt x="33" y="152"/>
                      <a:pt x="33" y="152"/>
                    </a:cubicBezTo>
                    <a:cubicBezTo>
                      <a:pt x="33" y="153"/>
                      <a:pt x="33" y="152"/>
                      <a:pt x="33" y="153"/>
                    </a:cubicBezTo>
                    <a:cubicBezTo>
                      <a:pt x="33" y="153"/>
                      <a:pt x="34" y="153"/>
                      <a:pt x="34" y="153"/>
                    </a:cubicBezTo>
                    <a:cubicBezTo>
                      <a:pt x="34" y="152"/>
                      <a:pt x="34" y="151"/>
                      <a:pt x="34" y="153"/>
                    </a:cubicBezTo>
                    <a:cubicBezTo>
                      <a:pt x="34" y="153"/>
                      <a:pt x="34" y="152"/>
                      <a:pt x="34" y="152"/>
                    </a:cubicBezTo>
                    <a:cubicBezTo>
                      <a:pt x="35" y="153"/>
                      <a:pt x="35" y="154"/>
                      <a:pt x="35" y="153"/>
                    </a:cubicBezTo>
                    <a:cubicBezTo>
                      <a:pt x="35" y="153"/>
                      <a:pt x="35" y="153"/>
                      <a:pt x="35" y="153"/>
                    </a:cubicBezTo>
                    <a:cubicBezTo>
                      <a:pt x="35" y="152"/>
                      <a:pt x="35" y="152"/>
                      <a:pt x="36" y="151"/>
                    </a:cubicBezTo>
                    <a:cubicBezTo>
                      <a:pt x="36" y="150"/>
                      <a:pt x="36" y="152"/>
                      <a:pt x="36" y="152"/>
                    </a:cubicBezTo>
                    <a:cubicBezTo>
                      <a:pt x="36" y="152"/>
                      <a:pt x="36" y="151"/>
                      <a:pt x="36" y="151"/>
                    </a:cubicBezTo>
                    <a:cubicBezTo>
                      <a:pt x="36" y="150"/>
                      <a:pt x="36" y="150"/>
                      <a:pt x="36" y="151"/>
                    </a:cubicBezTo>
                    <a:cubicBezTo>
                      <a:pt x="37" y="151"/>
                      <a:pt x="37" y="150"/>
                      <a:pt x="37" y="151"/>
                    </a:cubicBezTo>
                    <a:cubicBezTo>
                      <a:pt x="37" y="151"/>
                      <a:pt x="37" y="151"/>
                      <a:pt x="37" y="151"/>
                    </a:cubicBezTo>
                    <a:cubicBezTo>
                      <a:pt x="37" y="150"/>
                      <a:pt x="38" y="151"/>
                      <a:pt x="38" y="151"/>
                    </a:cubicBezTo>
                    <a:cubicBezTo>
                      <a:pt x="38" y="150"/>
                      <a:pt x="38" y="151"/>
                      <a:pt x="37" y="151"/>
                    </a:cubicBezTo>
                    <a:cubicBezTo>
                      <a:pt x="38" y="152"/>
                      <a:pt x="38" y="151"/>
                      <a:pt x="38" y="151"/>
                    </a:cubicBezTo>
                    <a:cubicBezTo>
                      <a:pt x="38" y="151"/>
                      <a:pt x="38" y="151"/>
                      <a:pt x="38" y="151"/>
                    </a:cubicBezTo>
                    <a:cubicBezTo>
                      <a:pt x="38" y="150"/>
                      <a:pt x="38" y="152"/>
                      <a:pt x="39" y="151"/>
                    </a:cubicBezTo>
                    <a:cubicBezTo>
                      <a:pt x="39" y="151"/>
                      <a:pt x="39" y="152"/>
                      <a:pt x="39" y="152"/>
                    </a:cubicBezTo>
                    <a:cubicBezTo>
                      <a:pt x="39" y="152"/>
                      <a:pt x="40" y="152"/>
                      <a:pt x="40" y="152"/>
                    </a:cubicBezTo>
                    <a:cubicBezTo>
                      <a:pt x="40" y="151"/>
                      <a:pt x="40" y="151"/>
                      <a:pt x="40" y="150"/>
                    </a:cubicBezTo>
                    <a:cubicBezTo>
                      <a:pt x="40" y="149"/>
                      <a:pt x="39" y="149"/>
                      <a:pt x="39" y="150"/>
                    </a:cubicBezTo>
                    <a:cubicBezTo>
                      <a:pt x="39" y="150"/>
                      <a:pt x="40" y="150"/>
                      <a:pt x="40" y="150"/>
                    </a:cubicBezTo>
                    <a:cubicBezTo>
                      <a:pt x="40" y="150"/>
                      <a:pt x="40" y="150"/>
                      <a:pt x="40" y="150"/>
                    </a:cubicBezTo>
                    <a:cubicBezTo>
                      <a:pt x="40" y="149"/>
                      <a:pt x="40" y="148"/>
                      <a:pt x="40" y="149"/>
                    </a:cubicBezTo>
                    <a:cubicBezTo>
                      <a:pt x="40" y="150"/>
                      <a:pt x="40" y="150"/>
                      <a:pt x="40" y="150"/>
                    </a:cubicBezTo>
                    <a:cubicBezTo>
                      <a:pt x="40" y="149"/>
                      <a:pt x="40" y="151"/>
                      <a:pt x="41" y="150"/>
                    </a:cubicBezTo>
                    <a:cubicBezTo>
                      <a:pt x="41" y="151"/>
                      <a:pt x="41" y="150"/>
                      <a:pt x="41" y="150"/>
                    </a:cubicBezTo>
                    <a:cubicBezTo>
                      <a:pt x="41" y="150"/>
                      <a:pt x="41" y="150"/>
                      <a:pt x="41" y="151"/>
                    </a:cubicBezTo>
                    <a:cubicBezTo>
                      <a:pt x="41" y="150"/>
                      <a:pt x="41" y="152"/>
                      <a:pt x="41" y="151"/>
                    </a:cubicBezTo>
                    <a:cubicBezTo>
                      <a:pt x="41" y="151"/>
                      <a:pt x="41" y="151"/>
                      <a:pt x="41" y="151"/>
                    </a:cubicBezTo>
                    <a:cubicBezTo>
                      <a:pt x="41" y="152"/>
                      <a:pt x="41" y="152"/>
                      <a:pt x="41" y="152"/>
                    </a:cubicBezTo>
                    <a:cubicBezTo>
                      <a:pt x="41" y="152"/>
                      <a:pt x="41" y="151"/>
                      <a:pt x="41" y="152"/>
                    </a:cubicBezTo>
                    <a:cubicBezTo>
                      <a:pt x="42" y="152"/>
                      <a:pt x="41" y="151"/>
                      <a:pt x="42" y="152"/>
                    </a:cubicBezTo>
                    <a:cubicBezTo>
                      <a:pt x="41" y="152"/>
                      <a:pt x="42" y="153"/>
                      <a:pt x="42" y="152"/>
                    </a:cubicBezTo>
                    <a:cubicBezTo>
                      <a:pt x="41" y="152"/>
                      <a:pt x="42" y="151"/>
                      <a:pt x="41" y="152"/>
                    </a:cubicBezTo>
                    <a:cubicBezTo>
                      <a:pt x="42" y="152"/>
                      <a:pt x="41" y="152"/>
                      <a:pt x="41" y="153"/>
                    </a:cubicBezTo>
                    <a:cubicBezTo>
                      <a:pt x="41" y="153"/>
                      <a:pt x="41" y="153"/>
                      <a:pt x="42" y="153"/>
                    </a:cubicBezTo>
                    <a:cubicBezTo>
                      <a:pt x="42" y="152"/>
                      <a:pt x="42" y="152"/>
                      <a:pt x="43" y="152"/>
                    </a:cubicBezTo>
                    <a:cubicBezTo>
                      <a:pt x="42" y="153"/>
                      <a:pt x="42" y="154"/>
                      <a:pt x="43" y="154"/>
                    </a:cubicBezTo>
                    <a:cubicBezTo>
                      <a:pt x="42" y="154"/>
                      <a:pt x="43" y="154"/>
                      <a:pt x="43" y="154"/>
                    </a:cubicBezTo>
                    <a:cubicBezTo>
                      <a:pt x="43" y="154"/>
                      <a:pt x="43" y="153"/>
                      <a:pt x="43" y="153"/>
                    </a:cubicBezTo>
                    <a:cubicBezTo>
                      <a:pt x="43" y="154"/>
                      <a:pt x="43" y="154"/>
                      <a:pt x="43" y="154"/>
                    </a:cubicBezTo>
                    <a:cubicBezTo>
                      <a:pt x="44" y="154"/>
                      <a:pt x="43" y="154"/>
                      <a:pt x="44" y="154"/>
                    </a:cubicBezTo>
                    <a:cubicBezTo>
                      <a:pt x="44" y="154"/>
                      <a:pt x="45" y="154"/>
                      <a:pt x="45" y="154"/>
                    </a:cubicBezTo>
                    <a:cubicBezTo>
                      <a:pt x="44" y="154"/>
                      <a:pt x="44" y="154"/>
                      <a:pt x="44" y="153"/>
                    </a:cubicBezTo>
                    <a:cubicBezTo>
                      <a:pt x="44" y="153"/>
                      <a:pt x="45" y="153"/>
                      <a:pt x="45" y="153"/>
                    </a:cubicBezTo>
                    <a:cubicBezTo>
                      <a:pt x="44" y="152"/>
                      <a:pt x="44" y="154"/>
                      <a:pt x="44" y="153"/>
                    </a:cubicBezTo>
                    <a:cubicBezTo>
                      <a:pt x="44" y="153"/>
                      <a:pt x="44" y="152"/>
                      <a:pt x="44" y="152"/>
                    </a:cubicBezTo>
                    <a:cubicBezTo>
                      <a:pt x="44" y="153"/>
                      <a:pt x="43" y="151"/>
                      <a:pt x="44" y="152"/>
                    </a:cubicBezTo>
                    <a:cubicBezTo>
                      <a:pt x="44" y="151"/>
                      <a:pt x="44" y="151"/>
                      <a:pt x="44" y="152"/>
                    </a:cubicBezTo>
                    <a:cubicBezTo>
                      <a:pt x="44" y="151"/>
                      <a:pt x="45" y="151"/>
                      <a:pt x="45" y="151"/>
                    </a:cubicBezTo>
                    <a:cubicBezTo>
                      <a:pt x="46" y="152"/>
                      <a:pt x="45" y="152"/>
                      <a:pt x="45" y="152"/>
                    </a:cubicBezTo>
                    <a:cubicBezTo>
                      <a:pt x="45" y="152"/>
                      <a:pt x="45" y="153"/>
                      <a:pt x="45" y="152"/>
                    </a:cubicBezTo>
                    <a:cubicBezTo>
                      <a:pt x="46" y="151"/>
                      <a:pt x="46" y="151"/>
                      <a:pt x="46" y="151"/>
                    </a:cubicBezTo>
                    <a:cubicBezTo>
                      <a:pt x="46" y="151"/>
                      <a:pt x="46" y="151"/>
                      <a:pt x="46" y="151"/>
                    </a:cubicBezTo>
                    <a:cubicBezTo>
                      <a:pt x="46" y="151"/>
                      <a:pt x="46" y="151"/>
                      <a:pt x="46" y="151"/>
                    </a:cubicBezTo>
                    <a:cubicBezTo>
                      <a:pt x="46" y="151"/>
                      <a:pt x="47" y="150"/>
                      <a:pt x="46" y="150"/>
                    </a:cubicBezTo>
                    <a:cubicBezTo>
                      <a:pt x="47" y="149"/>
                      <a:pt x="47" y="149"/>
                      <a:pt x="47" y="150"/>
                    </a:cubicBezTo>
                    <a:cubicBezTo>
                      <a:pt x="47" y="151"/>
                      <a:pt x="47" y="150"/>
                      <a:pt x="48" y="151"/>
                    </a:cubicBezTo>
                    <a:cubicBezTo>
                      <a:pt x="47" y="152"/>
                      <a:pt x="47" y="150"/>
                      <a:pt x="47" y="151"/>
                    </a:cubicBezTo>
                    <a:cubicBezTo>
                      <a:pt x="48" y="151"/>
                      <a:pt x="46" y="150"/>
                      <a:pt x="46" y="151"/>
                    </a:cubicBezTo>
                    <a:cubicBezTo>
                      <a:pt x="46" y="152"/>
                      <a:pt x="47" y="151"/>
                      <a:pt x="47" y="151"/>
                    </a:cubicBezTo>
                    <a:cubicBezTo>
                      <a:pt x="48" y="153"/>
                      <a:pt x="48" y="153"/>
                      <a:pt x="48" y="153"/>
                    </a:cubicBezTo>
                    <a:cubicBezTo>
                      <a:pt x="48" y="153"/>
                      <a:pt x="48" y="152"/>
                      <a:pt x="48" y="152"/>
                    </a:cubicBezTo>
                    <a:cubicBezTo>
                      <a:pt x="48" y="152"/>
                      <a:pt x="48" y="152"/>
                      <a:pt x="48" y="153"/>
                    </a:cubicBezTo>
                    <a:cubicBezTo>
                      <a:pt x="49" y="152"/>
                      <a:pt x="48" y="154"/>
                      <a:pt x="49" y="154"/>
                    </a:cubicBezTo>
                    <a:cubicBezTo>
                      <a:pt x="49" y="155"/>
                      <a:pt x="49" y="154"/>
                      <a:pt x="49" y="154"/>
                    </a:cubicBezTo>
                    <a:cubicBezTo>
                      <a:pt x="49" y="154"/>
                      <a:pt x="50" y="155"/>
                      <a:pt x="50" y="154"/>
                    </a:cubicBezTo>
                    <a:cubicBezTo>
                      <a:pt x="50" y="154"/>
                      <a:pt x="51" y="154"/>
                      <a:pt x="51" y="154"/>
                    </a:cubicBezTo>
                    <a:cubicBezTo>
                      <a:pt x="51" y="154"/>
                      <a:pt x="51" y="154"/>
                      <a:pt x="51" y="154"/>
                    </a:cubicBezTo>
                    <a:cubicBezTo>
                      <a:pt x="52" y="154"/>
                      <a:pt x="52" y="154"/>
                      <a:pt x="52" y="154"/>
                    </a:cubicBezTo>
                    <a:cubicBezTo>
                      <a:pt x="52" y="153"/>
                      <a:pt x="52" y="153"/>
                      <a:pt x="52" y="153"/>
                    </a:cubicBezTo>
                    <a:cubicBezTo>
                      <a:pt x="52" y="152"/>
                      <a:pt x="52" y="152"/>
                      <a:pt x="52" y="152"/>
                    </a:cubicBezTo>
                    <a:cubicBezTo>
                      <a:pt x="52" y="152"/>
                      <a:pt x="52" y="152"/>
                      <a:pt x="52" y="152"/>
                    </a:cubicBezTo>
                    <a:cubicBezTo>
                      <a:pt x="51" y="152"/>
                      <a:pt x="52" y="152"/>
                      <a:pt x="52" y="151"/>
                    </a:cubicBezTo>
                    <a:cubicBezTo>
                      <a:pt x="51" y="152"/>
                      <a:pt x="51" y="152"/>
                      <a:pt x="51" y="152"/>
                    </a:cubicBezTo>
                    <a:cubicBezTo>
                      <a:pt x="52" y="151"/>
                      <a:pt x="51" y="151"/>
                      <a:pt x="51" y="151"/>
                    </a:cubicBezTo>
                    <a:cubicBezTo>
                      <a:pt x="51" y="151"/>
                      <a:pt x="51" y="151"/>
                      <a:pt x="51" y="151"/>
                    </a:cubicBezTo>
                    <a:cubicBezTo>
                      <a:pt x="51" y="150"/>
                      <a:pt x="51" y="151"/>
                      <a:pt x="51" y="151"/>
                    </a:cubicBezTo>
                    <a:cubicBezTo>
                      <a:pt x="50" y="150"/>
                      <a:pt x="51" y="151"/>
                      <a:pt x="51" y="151"/>
                    </a:cubicBezTo>
                    <a:cubicBezTo>
                      <a:pt x="51" y="150"/>
                      <a:pt x="50" y="150"/>
                      <a:pt x="51" y="151"/>
                    </a:cubicBezTo>
                    <a:cubicBezTo>
                      <a:pt x="51" y="150"/>
                      <a:pt x="51" y="151"/>
                      <a:pt x="51" y="150"/>
                    </a:cubicBezTo>
                    <a:cubicBezTo>
                      <a:pt x="51" y="150"/>
                      <a:pt x="51" y="150"/>
                      <a:pt x="51" y="151"/>
                    </a:cubicBezTo>
                    <a:cubicBezTo>
                      <a:pt x="51" y="151"/>
                      <a:pt x="51" y="151"/>
                      <a:pt x="51" y="151"/>
                    </a:cubicBezTo>
                    <a:cubicBezTo>
                      <a:pt x="51" y="150"/>
                      <a:pt x="51" y="151"/>
                      <a:pt x="51" y="151"/>
                    </a:cubicBezTo>
                    <a:cubicBezTo>
                      <a:pt x="52" y="150"/>
                      <a:pt x="52" y="152"/>
                      <a:pt x="52" y="151"/>
                    </a:cubicBezTo>
                    <a:cubicBezTo>
                      <a:pt x="52" y="151"/>
                      <a:pt x="52" y="151"/>
                      <a:pt x="52" y="151"/>
                    </a:cubicBezTo>
                    <a:cubicBezTo>
                      <a:pt x="52" y="151"/>
                      <a:pt x="52" y="150"/>
                      <a:pt x="53" y="151"/>
                    </a:cubicBezTo>
                    <a:cubicBezTo>
                      <a:pt x="52" y="150"/>
                      <a:pt x="53" y="150"/>
                      <a:pt x="53" y="151"/>
                    </a:cubicBezTo>
                    <a:cubicBezTo>
                      <a:pt x="53" y="151"/>
                      <a:pt x="54" y="151"/>
                      <a:pt x="54" y="152"/>
                    </a:cubicBezTo>
                    <a:cubicBezTo>
                      <a:pt x="54" y="152"/>
                      <a:pt x="54" y="152"/>
                      <a:pt x="54" y="152"/>
                    </a:cubicBezTo>
                    <a:cubicBezTo>
                      <a:pt x="54" y="152"/>
                      <a:pt x="54" y="152"/>
                      <a:pt x="54" y="152"/>
                    </a:cubicBezTo>
                    <a:cubicBezTo>
                      <a:pt x="54" y="152"/>
                      <a:pt x="54" y="152"/>
                      <a:pt x="54" y="152"/>
                    </a:cubicBezTo>
                    <a:cubicBezTo>
                      <a:pt x="54" y="152"/>
                      <a:pt x="54" y="152"/>
                      <a:pt x="54" y="152"/>
                    </a:cubicBezTo>
                    <a:cubicBezTo>
                      <a:pt x="53" y="152"/>
                      <a:pt x="53" y="153"/>
                      <a:pt x="53" y="152"/>
                    </a:cubicBezTo>
                    <a:cubicBezTo>
                      <a:pt x="53" y="152"/>
                      <a:pt x="53" y="152"/>
                      <a:pt x="53" y="153"/>
                    </a:cubicBezTo>
                    <a:cubicBezTo>
                      <a:pt x="53" y="153"/>
                      <a:pt x="54" y="153"/>
                      <a:pt x="54" y="153"/>
                    </a:cubicBezTo>
                    <a:cubicBezTo>
                      <a:pt x="54" y="153"/>
                      <a:pt x="53" y="153"/>
                      <a:pt x="54" y="153"/>
                    </a:cubicBezTo>
                    <a:cubicBezTo>
                      <a:pt x="53" y="153"/>
                      <a:pt x="54" y="153"/>
                      <a:pt x="54" y="153"/>
                    </a:cubicBezTo>
                    <a:cubicBezTo>
                      <a:pt x="54" y="152"/>
                      <a:pt x="54" y="152"/>
                      <a:pt x="54" y="153"/>
                    </a:cubicBezTo>
                    <a:cubicBezTo>
                      <a:pt x="54" y="152"/>
                      <a:pt x="54" y="153"/>
                      <a:pt x="54" y="153"/>
                    </a:cubicBezTo>
                    <a:cubicBezTo>
                      <a:pt x="54" y="152"/>
                      <a:pt x="53" y="153"/>
                      <a:pt x="54" y="153"/>
                    </a:cubicBezTo>
                    <a:cubicBezTo>
                      <a:pt x="54" y="153"/>
                      <a:pt x="53" y="153"/>
                      <a:pt x="54" y="153"/>
                    </a:cubicBezTo>
                    <a:cubicBezTo>
                      <a:pt x="54" y="153"/>
                      <a:pt x="54" y="153"/>
                      <a:pt x="54" y="153"/>
                    </a:cubicBezTo>
                    <a:cubicBezTo>
                      <a:pt x="55" y="153"/>
                      <a:pt x="54" y="153"/>
                      <a:pt x="54" y="153"/>
                    </a:cubicBezTo>
                    <a:cubicBezTo>
                      <a:pt x="54" y="153"/>
                      <a:pt x="55" y="153"/>
                      <a:pt x="54" y="153"/>
                    </a:cubicBezTo>
                    <a:cubicBezTo>
                      <a:pt x="54" y="152"/>
                      <a:pt x="54" y="152"/>
                      <a:pt x="54" y="153"/>
                    </a:cubicBezTo>
                    <a:cubicBezTo>
                      <a:pt x="55" y="153"/>
                      <a:pt x="55" y="153"/>
                      <a:pt x="55" y="153"/>
                    </a:cubicBezTo>
                    <a:cubicBezTo>
                      <a:pt x="55" y="152"/>
                      <a:pt x="55" y="152"/>
                      <a:pt x="56" y="153"/>
                    </a:cubicBezTo>
                    <a:cubicBezTo>
                      <a:pt x="55" y="154"/>
                      <a:pt x="56" y="154"/>
                      <a:pt x="56" y="153"/>
                    </a:cubicBezTo>
                    <a:cubicBezTo>
                      <a:pt x="56" y="153"/>
                      <a:pt x="56" y="153"/>
                      <a:pt x="56" y="153"/>
                    </a:cubicBezTo>
                    <a:cubicBezTo>
                      <a:pt x="56" y="153"/>
                      <a:pt x="55" y="153"/>
                      <a:pt x="56" y="153"/>
                    </a:cubicBezTo>
                    <a:cubicBezTo>
                      <a:pt x="56" y="152"/>
                      <a:pt x="56" y="152"/>
                      <a:pt x="56" y="152"/>
                    </a:cubicBezTo>
                    <a:cubicBezTo>
                      <a:pt x="55" y="152"/>
                      <a:pt x="56" y="152"/>
                      <a:pt x="56" y="152"/>
                    </a:cubicBezTo>
                    <a:cubicBezTo>
                      <a:pt x="56" y="151"/>
                      <a:pt x="56" y="152"/>
                      <a:pt x="56" y="151"/>
                    </a:cubicBezTo>
                    <a:cubicBezTo>
                      <a:pt x="56" y="151"/>
                      <a:pt x="56" y="151"/>
                      <a:pt x="56" y="151"/>
                    </a:cubicBezTo>
                    <a:cubicBezTo>
                      <a:pt x="56" y="151"/>
                      <a:pt x="57" y="152"/>
                      <a:pt x="57" y="151"/>
                    </a:cubicBezTo>
                    <a:cubicBezTo>
                      <a:pt x="56" y="152"/>
                      <a:pt x="57" y="152"/>
                      <a:pt x="57" y="152"/>
                    </a:cubicBezTo>
                    <a:cubicBezTo>
                      <a:pt x="57" y="152"/>
                      <a:pt x="57" y="154"/>
                      <a:pt x="57" y="152"/>
                    </a:cubicBezTo>
                    <a:cubicBezTo>
                      <a:pt x="57" y="152"/>
                      <a:pt x="57" y="152"/>
                      <a:pt x="57" y="152"/>
                    </a:cubicBezTo>
                    <a:cubicBezTo>
                      <a:pt x="57" y="151"/>
                      <a:pt x="58" y="152"/>
                      <a:pt x="57" y="152"/>
                    </a:cubicBezTo>
                    <a:cubicBezTo>
                      <a:pt x="57" y="152"/>
                      <a:pt x="57" y="153"/>
                      <a:pt x="57" y="153"/>
                    </a:cubicBezTo>
                    <a:cubicBezTo>
                      <a:pt x="57" y="153"/>
                      <a:pt x="56" y="153"/>
                      <a:pt x="57" y="154"/>
                    </a:cubicBezTo>
                    <a:cubicBezTo>
                      <a:pt x="57" y="152"/>
                      <a:pt x="56" y="154"/>
                      <a:pt x="56" y="153"/>
                    </a:cubicBezTo>
                    <a:cubicBezTo>
                      <a:pt x="56" y="154"/>
                      <a:pt x="56" y="154"/>
                      <a:pt x="56" y="154"/>
                    </a:cubicBezTo>
                    <a:cubicBezTo>
                      <a:pt x="56" y="155"/>
                      <a:pt x="55" y="155"/>
                      <a:pt x="55" y="154"/>
                    </a:cubicBezTo>
                    <a:cubicBezTo>
                      <a:pt x="55" y="153"/>
                      <a:pt x="56" y="154"/>
                      <a:pt x="55" y="154"/>
                    </a:cubicBezTo>
                    <a:cubicBezTo>
                      <a:pt x="56" y="153"/>
                      <a:pt x="55" y="153"/>
                      <a:pt x="55" y="153"/>
                    </a:cubicBezTo>
                    <a:cubicBezTo>
                      <a:pt x="55" y="153"/>
                      <a:pt x="54" y="154"/>
                      <a:pt x="54" y="155"/>
                    </a:cubicBezTo>
                    <a:cubicBezTo>
                      <a:pt x="54" y="154"/>
                      <a:pt x="54" y="154"/>
                      <a:pt x="54" y="154"/>
                    </a:cubicBezTo>
                    <a:cubicBezTo>
                      <a:pt x="54" y="154"/>
                      <a:pt x="55" y="155"/>
                      <a:pt x="55" y="154"/>
                    </a:cubicBezTo>
                    <a:cubicBezTo>
                      <a:pt x="55" y="154"/>
                      <a:pt x="55" y="155"/>
                      <a:pt x="54" y="155"/>
                    </a:cubicBezTo>
                    <a:cubicBezTo>
                      <a:pt x="54" y="156"/>
                      <a:pt x="54" y="156"/>
                      <a:pt x="54" y="155"/>
                    </a:cubicBezTo>
                    <a:cubicBezTo>
                      <a:pt x="55" y="156"/>
                      <a:pt x="54" y="155"/>
                      <a:pt x="54" y="156"/>
                    </a:cubicBezTo>
                    <a:cubicBezTo>
                      <a:pt x="54" y="155"/>
                      <a:pt x="54" y="156"/>
                      <a:pt x="55" y="155"/>
                    </a:cubicBezTo>
                    <a:cubicBezTo>
                      <a:pt x="54" y="155"/>
                      <a:pt x="55" y="155"/>
                      <a:pt x="55" y="156"/>
                    </a:cubicBezTo>
                    <a:cubicBezTo>
                      <a:pt x="55" y="155"/>
                      <a:pt x="55" y="155"/>
                      <a:pt x="56" y="155"/>
                    </a:cubicBezTo>
                    <a:cubicBezTo>
                      <a:pt x="56" y="156"/>
                      <a:pt x="56" y="157"/>
                      <a:pt x="56" y="156"/>
                    </a:cubicBezTo>
                    <a:cubicBezTo>
                      <a:pt x="56" y="156"/>
                      <a:pt x="56" y="156"/>
                      <a:pt x="57" y="156"/>
                    </a:cubicBezTo>
                    <a:cubicBezTo>
                      <a:pt x="57" y="156"/>
                      <a:pt x="57" y="156"/>
                      <a:pt x="57" y="155"/>
                    </a:cubicBezTo>
                    <a:cubicBezTo>
                      <a:pt x="57" y="156"/>
                      <a:pt x="57" y="155"/>
                      <a:pt x="58" y="156"/>
                    </a:cubicBezTo>
                    <a:cubicBezTo>
                      <a:pt x="58" y="155"/>
                      <a:pt x="58" y="155"/>
                      <a:pt x="58" y="155"/>
                    </a:cubicBezTo>
                    <a:cubicBezTo>
                      <a:pt x="59" y="155"/>
                      <a:pt x="58" y="155"/>
                      <a:pt x="58" y="155"/>
                    </a:cubicBezTo>
                    <a:cubicBezTo>
                      <a:pt x="59" y="155"/>
                      <a:pt x="59" y="155"/>
                      <a:pt x="59" y="154"/>
                    </a:cubicBezTo>
                    <a:cubicBezTo>
                      <a:pt x="59" y="155"/>
                      <a:pt x="59" y="153"/>
                      <a:pt x="59" y="154"/>
                    </a:cubicBezTo>
                    <a:cubicBezTo>
                      <a:pt x="59" y="154"/>
                      <a:pt x="59" y="154"/>
                      <a:pt x="59" y="154"/>
                    </a:cubicBezTo>
                    <a:cubicBezTo>
                      <a:pt x="60" y="155"/>
                      <a:pt x="60" y="154"/>
                      <a:pt x="59" y="154"/>
                    </a:cubicBezTo>
                    <a:cubicBezTo>
                      <a:pt x="60" y="154"/>
                      <a:pt x="60" y="155"/>
                      <a:pt x="60" y="154"/>
                    </a:cubicBezTo>
                    <a:cubicBezTo>
                      <a:pt x="59" y="155"/>
                      <a:pt x="60" y="154"/>
                      <a:pt x="60" y="154"/>
                    </a:cubicBezTo>
                    <a:cubicBezTo>
                      <a:pt x="60" y="154"/>
                      <a:pt x="60" y="154"/>
                      <a:pt x="60" y="154"/>
                    </a:cubicBezTo>
                    <a:cubicBezTo>
                      <a:pt x="60" y="154"/>
                      <a:pt x="60" y="154"/>
                      <a:pt x="60" y="154"/>
                    </a:cubicBezTo>
                    <a:cubicBezTo>
                      <a:pt x="60" y="153"/>
                      <a:pt x="61" y="154"/>
                      <a:pt x="60" y="154"/>
                    </a:cubicBezTo>
                    <a:cubicBezTo>
                      <a:pt x="60" y="153"/>
                      <a:pt x="60" y="154"/>
                      <a:pt x="60" y="154"/>
                    </a:cubicBezTo>
                    <a:cubicBezTo>
                      <a:pt x="60" y="155"/>
                      <a:pt x="60" y="154"/>
                      <a:pt x="60" y="154"/>
                    </a:cubicBezTo>
                    <a:cubicBezTo>
                      <a:pt x="61" y="155"/>
                      <a:pt x="61" y="155"/>
                      <a:pt x="61" y="155"/>
                    </a:cubicBezTo>
                    <a:cubicBezTo>
                      <a:pt x="61" y="155"/>
                      <a:pt x="61" y="154"/>
                      <a:pt x="61" y="154"/>
                    </a:cubicBezTo>
                    <a:cubicBezTo>
                      <a:pt x="62" y="155"/>
                      <a:pt x="60" y="155"/>
                      <a:pt x="61" y="155"/>
                    </a:cubicBezTo>
                    <a:cubicBezTo>
                      <a:pt x="62" y="154"/>
                      <a:pt x="61" y="155"/>
                      <a:pt x="62" y="154"/>
                    </a:cubicBezTo>
                    <a:cubicBezTo>
                      <a:pt x="62" y="154"/>
                      <a:pt x="62" y="155"/>
                      <a:pt x="62" y="154"/>
                    </a:cubicBezTo>
                    <a:cubicBezTo>
                      <a:pt x="61" y="154"/>
                      <a:pt x="62" y="155"/>
                      <a:pt x="62" y="154"/>
                    </a:cubicBezTo>
                    <a:cubicBezTo>
                      <a:pt x="62" y="155"/>
                      <a:pt x="62" y="154"/>
                      <a:pt x="62" y="154"/>
                    </a:cubicBezTo>
                    <a:cubicBezTo>
                      <a:pt x="62" y="155"/>
                      <a:pt x="62" y="154"/>
                      <a:pt x="62" y="155"/>
                    </a:cubicBezTo>
                    <a:cubicBezTo>
                      <a:pt x="62" y="155"/>
                      <a:pt x="62" y="156"/>
                      <a:pt x="62" y="155"/>
                    </a:cubicBezTo>
                    <a:cubicBezTo>
                      <a:pt x="63" y="155"/>
                      <a:pt x="63" y="156"/>
                      <a:pt x="63" y="155"/>
                    </a:cubicBezTo>
                    <a:cubicBezTo>
                      <a:pt x="63" y="155"/>
                      <a:pt x="63" y="155"/>
                      <a:pt x="63" y="156"/>
                    </a:cubicBezTo>
                    <a:cubicBezTo>
                      <a:pt x="64" y="156"/>
                      <a:pt x="63" y="156"/>
                      <a:pt x="64" y="157"/>
                    </a:cubicBezTo>
                    <a:cubicBezTo>
                      <a:pt x="64" y="158"/>
                      <a:pt x="64" y="157"/>
                      <a:pt x="63" y="156"/>
                    </a:cubicBezTo>
                    <a:cubicBezTo>
                      <a:pt x="63" y="157"/>
                      <a:pt x="64" y="157"/>
                      <a:pt x="63" y="157"/>
                    </a:cubicBezTo>
                    <a:cubicBezTo>
                      <a:pt x="62" y="157"/>
                      <a:pt x="63" y="158"/>
                      <a:pt x="63" y="157"/>
                    </a:cubicBezTo>
                    <a:cubicBezTo>
                      <a:pt x="63" y="157"/>
                      <a:pt x="63" y="158"/>
                      <a:pt x="63" y="157"/>
                    </a:cubicBezTo>
                    <a:cubicBezTo>
                      <a:pt x="63" y="157"/>
                      <a:pt x="63" y="157"/>
                      <a:pt x="63" y="158"/>
                    </a:cubicBezTo>
                    <a:cubicBezTo>
                      <a:pt x="63" y="158"/>
                      <a:pt x="63" y="158"/>
                      <a:pt x="63" y="158"/>
                    </a:cubicBezTo>
                    <a:cubicBezTo>
                      <a:pt x="63" y="158"/>
                      <a:pt x="63" y="158"/>
                      <a:pt x="64" y="158"/>
                    </a:cubicBezTo>
                    <a:cubicBezTo>
                      <a:pt x="64" y="158"/>
                      <a:pt x="64" y="158"/>
                      <a:pt x="64" y="158"/>
                    </a:cubicBezTo>
                    <a:cubicBezTo>
                      <a:pt x="64" y="158"/>
                      <a:pt x="64" y="158"/>
                      <a:pt x="65" y="158"/>
                    </a:cubicBezTo>
                    <a:cubicBezTo>
                      <a:pt x="65" y="158"/>
                      <a:pt x="64" y="157"/>
                      <a:pt x="65" y="158"/>
                    </a:cubicBezTo>
                    <a:cubicBezTo>
                      <a:pt x="64" y="158"/>
                      <a:pt x="65" y="158"/>
                      <a:pt x="65" y="157"/>
                    </a:cubicBezTo>
                    <a:cubicBezTo>
                      <a:pt x="65" y="157"/>
                      <a:pt x="65" y="158"/>
                      <a:pt x="65" y="158"/>
                    </a:cubicBezTo>
                    <a:cubicBezTo>
                      <a:pt x="65" y="157"/>
                      <a:pt x="65" y="158"/>
                      <a:pt x="65" y="157"/>
                    </a:cubicBezTo>
                    <a:cubicBezTo>
                      <a:pt x="65" y="158"/>
                      <a:pt x="65" y="158"/>
                      <a:pt x="65" y="158"/>
                    </a:cubicBezTo>
                    <a:cubicBezTo>
                      <a:pt x="65" y="157"/>
                      <a:pt x="66" y="157"/>
                      <a:pt x="65" y="157"/>
                    </a:cubicBezTo>
                    <a:cubicBezTo>
                      <a:pt x="65" y="157"/>
                      <a:pt x="65" y="157"/>
                      <a:pt x="64" y="157"/>
                    </a:cubicBezTo>
                    <a:cubicBezTo>
                      <a:pt x="65" y="158"/>
                      <a:pt x="64" y="157"/>
                      <a:pt x="65" y="157"/>
                    </a:cubicBezTo>
                    <a:cubicBezTo>
                      <a:pt x="65" y="157"/>
                      <a:pt x="65" y="157"/>
                      <a:pt x="65" y="157"/>
                    </a:cubicBezTo>
                    <a:cubicBezTo>
                      <a:pt x="65" y="157"/>
                      <a:pt x="65" y="156"/>
                      <a:pt x="65" y="157"/>
                    </a:cubicBezTo>
                    <a:cubicBezTo>
                      <a:pt x="65" y="157"/>
                      <a:pt x="65" y="157"/>
                      <a:pt x="65" y="157"/>
                    </a:cubicBezTo>
                    <a:cubicBezTo>
                      <a:pt x="65" y="157"/>
                      <a:pt x="66" y="156"/>
                      <a:pt x="65" y="156"/>
                    </a:cubicBezTo>
                    <a:cubicBezTo>
                      <a:pt x="65" y="157"/>
                      <a:pt x="66" y="155"/>
                      <a:pt x="65" y="156"/>
                    </a:cubicBezTo>
                    <a:cubicBezTo>
                      <a:pt x="65" y="156"/>
                      <a:pt x="65" y="155"/>
                      <a:pt x="65" y="156"/>
                    </a:cubicBezTo>
                    <a:cubicBezTo>
                      <a:pt x="64" y="156"/>
                      <a:pt x="64" y="156"/>
                      <a:pt x="65" y="156"/>
                    </a:cubicBezTo>
                    <a:cubicBezTo>
                      <a:pt x="65" y="155"/>
                      <a:pt x="65" y="156"/>
                      <a:pt x="66" y="156"/>
                    </a:cubicBezTo>
                    <a:cubicBezTo>
                      <a:pt x="66" y="156"/>
                      <a:pt x="65" y="156"/>
                      <a:pt x="66" y="156"/>
                    </a:cubicBezTo>
                    <a:cubicBezTo>
                      <a:pt x="65" y="157"/>
                      <a:pt x="66" y="155"/>
                      <a:pt x="66" y="156"/>
                    </a:cubicBezTo>
                    <a:cubicBezTo>
                      <a:pt x="66" y="156"/>
                      <a:pt x="66" y="156"/>
                      <a:pt x="66" y="156"/>
                    </a:cubicBezTo>
                    <a:cubicBezTo>
                      <a:pt x="67" y="156"/>
                      <a:pt x="67" y="155"/>
                      <a:pt x="66" y="156"/>
                    </a:cubicBezTo>
                    <a:cubicBezTo>
                      <a:pt x="66" y="156"/>
                      <a:pt x="66" y="157"/>
                      <a:pt x="66" y="157"/>
                    </a:cubicBezTo>
                    <a:cubicBezTo>
                      <a:pt x="67" y="157"/>
                      <a:pt x="67" y="157"/>
                      <a:pt x="67" y="157"/>
                    </a:cubicBezTo>
                    <a:cubicBezTo>
                      <a:pt x="67" y="157"/>
                      <a:pt x="67" y="158"/>
                      <a:pt x="67" y="157"/>
                    </a:cubicBezTo>
                    <a:cubicBezTo>
                      <a:pt x="67" y="158"/>
                      <a:pt x="67" y="158"/>
                      <a:pt x="67" y="158"/>
                    </a:cubicBezTo>
                    <a:cubicBezTo>
                      <a:pt x="66" y="158"/>
                      <a:pt x="66" y="158"/>
                      <a:pt x="67" y="158"/>
                    </a:cubicBezTo>
                    <a:cubicBezTo>
                      <a:pt x="67" y="157"/>
                      <a:pt x="68" y="157"/>
                      <a:pt x="67" y="158"/>
                    </a:cubicBezTo>
                    <a:cubicBezTo>
                      <a:pt x="69" y="157"/>
                      <a:pt x="68" y="157"/>
                      <a:pt x="68" y="158"/>
                    </a:cubicBezTo>
                    <a:cubicBezTo>
                      <a:pt x="68" y="157"/>
                      <a:pt x="68" y="157"/>
                      <a:pt x="68" y="157"/>
                    </a:cubicBezTo>
                    <a:cubicBezTo>
                      <a:pt x="69" y="157"/>
                      <a:pt x="69" y="157"/>
                      <a:pt x="69" y="157"/>
                    </a:cubicBezTo>
                    <a:cubicBezTo>
                      <a:pt x="68" y="157"/>
                      <a:pt x="69" y="156"/>
                      <a:pt x="69" y="157"/>
                    </a:cubicBezTo>
                    <a:cubicBezTo>
                      <a:pt x="69" y="157"/>
                      <a:pt x="69" y="157"/>
                      <a:pt x="69" y="157"/>
                    </a:cubicBezTo>
                    <a:cubicBezTo>
                      <a:pt x="69" y="157"/>
                      <a:pt x="68" y="157"/>
                      <a:pt x="69" y="157"/>
                    </a:cubicBezTo>
                    <a:cubicBezTo>
                      <a:pt x="69" y="157"/>
                      <a:pt x="69" y="157"/>
                      <a:pt x="69" y="157"/>
                    </a:cubicBezTo>
                    <a:cubicBezTo>
                      <a:pt x="69" y="156"/>
                      <a:pt x="69" y="156"/>
                      <a:pt x="69" y="156"/>
                    </a:cubicBezTo>
                    <a:cubicBezTo>
                      <a:pt x="69" y="156"/>
                      <a:pt x="69" y="156"/>
                      <a:pt x="69" y="156"/>
                    </a:cubicBezTo>
                    <a:cubicBezTo>
                      <a:pt x="70" y="156"/>
                      <a:pt x="70" y="157"/>
                      <a:pt x="70" y="156"/>
                    </a:cubicBezTo>
                    <a:cubicBezTo>
                      <a:pt x="71" y="156"/>
                      <a:pt x="70" y="156"/>
                      <a:pt x="70" y="157"/>
                    </a:cubicBezTo>
                    <a:cubicBezTo>
                      <a:pt x="71" y="155"/>
                      <a:pt x="71" y="157"/>
                      <a:pt x="70" y="156"/>
                    </a:cubicBezTo>
                    <a:cubicBezTo>
                      <a:pt x="70" y="156"/>
                      <a:pt x="70" y="156"/>
                      <a:pt x="70" y="156"/>
                    </a:cubicBezTo>
                    <a:cubicBezTo>
                      <a:pt x="70" y="156"/>
                      <a:pt x="70" y="156"/>
                      <a:pt x="70" y="156"/>
                    </a:cubicBezTo>
                    <a:cubicBezTo>
                      <a:pt x="70" y="156"/>
                      <a:pt x="70" y="156"/>
                      <a:pt x="70" y="156"/>
                    </a:cubicBezTo>
                    <a:cubicBezTo>
                      <a:pt x="70" y="155"/>
                      <a:pt x="70" y="157"/>
                      <a:pt x="70" y="156"/>
                    </a:cubicBezTo>
                    <a:cubicBezTo>
                      <a:pt x="70" y="156"/>
                      <a:pt x="70" y="156"/>
                      <a:pt x="70" y="156"/>
                    </a:cubicBezTo>
                    <a:cubicBezTo>
                      <a:pt x="71" y="156"/>
                      <a:pt x="71" y="156"/>
                      <a:pt x="71" y="156"/>
                    </a:cubicBezTo>
                    <a:cubicBezTo>
                      <a:pt x="71" y="155"/>
                      <a:pt x="71" y="156"/>
                      <a:pt x="71" y="156"/>
                    </a:cubicBezTo>
                    <a:cubicBezTo>
                      <a:pt x="71" y="156"/>
                      <a:pt x="71" y="156"/>
                      <a:pt x="71" y="156"/>
                    </a:cubicBezTo>
                    <a:cubicBezTo>
                      <a:pt x="71" y="155"/>
                      <a:pt x="71" y="157"/>
                      <a:pt x="71" y="156"/>
                    </a:cubicBezTo>
                    <a:cubicBezTo>
                      <a:pt x="72" y="156"/>
                      <a:pt x="72" y="156"/>
                      <a:pt x="72" y="156"/>
                    </a:cubicBezTo>
                    <a:cubicBezTo>
                      <a:pt x="72" y="156"/>
                      <a:pt x="72" y="156"/>
                      <a:pt x="72" y="155"/>
                    </a:cubicBezTo>
                    <a:cubicBezTo>
                      <a:pt x="71" y="155"/>
                      <a:pt x="72" y="155"/>
                      <a:pt x="72" y="155"/>
                    </a:cubicBezTo>
                    <a:cubicBezTo>
                      <a:pt x="72" y="155"/>
                      <a:pt x="72" y="154"/>
                      <a:pt x="72" y="155"/>
                    </a:cubicBezTo>
                    <a:cubicBezTo>
                      <a:pt x="73" y="155"/>
                      <a:pt x="72" y="155"/>
                      <a:pt x="72" y="155"/>
                    </a:cubicBezTo>
                    <a:cubicBezTo>
                      <a:pt x="73" y="155"/>
                      <a:pt x="72" y="156"/>
                      <a:pt x="73" y="156"/>
                    </a:cubicBezTo>
                    <a:cubicBezTo>
                      <a:pt x="72" y="155"/>
                      <a:pt x="73" y="155"/>
                      <a:pt x="73" y="155"/>
                    </a:cubicBezTo>
                    <a:cubicBezTo>
                      <a:pt x="74" y="156"/>
                      <a:pt x="74" y="156"/>
                      <a:pt x="74" y="156"/>
                    </a:cubicBezTo>
                    <a:cubicBezTo>
                      <a:pt x="74" y="155"/>
                      <a:pt x="75" y="157"/>
                      <a:pt x="74" y="156"/>
                    </a:cubicBezTo>
                    <a:cubicBezTo>
                      <a:pt x="75" y="157"/>
                      <a:pt x="75" y="155"/>
                      <a:pt x="75" y="156"/>
                    </a:cubicBezTo>
                    <a:cubicBezTo>
                      <a:pt x="75" y="156"/>
                      <a:pt x="75" y="156"/>
                      <a:pt x="75" y="156"/>
                    </a:cubicBezTo>
                    <a:cubicBezTo>
                      <a:pt x="75" y="157"/>
                      <a:pt x="75" y="157"/>
                      <a:pt x="75" y="156"/>
                    </a:cubicBezTo>
                    <a:cubicBezTo>
                      <a:pt x="75" y="157"/>
                      <a:pt x="76" y="156"/>
                      <a:pt x="75" y="156"/>
                    </a:cubicBezTo>
                    <a:cubicBezTo>
                      <a:pt x="75" y="156"/>
                      <a:pt x="75" y="157"/>
                      <a:pt x="75" y="157"/>
                    </a:cubicBezTo>
                    <a:cubicBezTo>
                      <a:pt x="75" y="157"/>
                      <a:pt x="75" y="157"/>
                      <a:pt x="75" y="157"/>
                    </a:cubicBezTo>
                    <a:cubicBezTo>
                      <a:pt x="75" y="156"/>
                      <a:pt x="75" y="156"/>
                      <a:pt x="75" y="157"/>
                    </a:cubicBezTo>
                    <a:cubicBezTo>
                      <a:pt x="75" y="157"/>
                      <a:pt x="76" y="156"/>
                      <a:pt x="75" y="157"/>
                    </a:cubicBezTo>
                    <a:cubicBezTo>
                      <a:pt x="74" y="158"/>
                      <a:pt x="74" y="156"/>
                      <a:pt x="75" y="157"/>
                    </a:cubicBezTo>
                    <a:cubicBezTo>
                      <a:pt x="76" y="157"/>
                      <a:pt x="76" y="157"/>
                      <a:pt x="76" y="157"/>
                    </a:cubicBezTo>
                    <a:cubicBezTo>
                      <a:pt x="76" y="157"/>
                      <a:pt x="76" y="158"/>
                      <a:pt x="76" y="158"/>
                    </a:cubicBezTo>
                    <a:cubicBezTo>
                      <a:pt x="76" y="157"/>
                      <a:pt x="76" y="157"/>
                      <a:pt x="77" y="158"/>
                    </a:cubicBezTo>
                    <a:cubicBezTo>
                      <a:pt x="77" y="157"/>
                      <a:pt x="76" y="158"/>
                      <a:pt x="77" y="157"/>
                    </a:cubicBezTo>
                    <a:cubicBezTo>
                      <a:pt x="77" y="156"/>
                      <a:pt x="78" y="157"/>
                      <a:pt x="78" y="157"/>
                    </a:cubicBezTo>
                    <a:cubicBezTo>
                      <a:pt x="78" y="158"/>
                      <a:pt x="78" y="158"/>
                      <a:pt x="78" y="158"/>
                    </a:cubicBezTo>
                    <a:cubicBezTo>
                      <a:pt x="78" y="158"/>
                      <a:pt x="78" y="157"/>
                      <a:pt x="78" y="159"/>
                    </a:cubicBezTo>
                    <a:cubicBezTo>
                      <a:pt x="77" y="159"/>
                      <a:pt x="79" y="159"/>
                      <a:pt x="79" y="159"/>
                    </a:cubicBezTo>
                    <a:cubicBezTo>
                      <a:pt x="79" y="159"/>
                      <a:pt x="79" y="159"/>
                      <a:pt x="79" y="158"/>
                    </a:cubicBezTo>
                    <a:cubicBezTo>
                      <a:pt x="79" y="158"/>
                      <a:pt x="79" y="158"/>
                      <a:pt x="79" y="158"/>
                    </a:cubicBezTo>
                    <a:cubicBezTo>
                      <a:pt x="80" y="158"/>
                      <a:pt x="79" y="157"/>
                      <a:pt x="79" y="157"/>
                    </a:cubicBezTo>
                    <a:cubicBezTo>
                      <a:pt x="79" y="158"/>
                      <a:pt x="80" y="158"/>
                      <a:pt x="79" y="157"/>
                    </a:cubicBezTo>
                    <a:cubicBezTo>
                      <a:pt x="80" y="158"/>
                      <a:pt x="81" y="158"/>
                      <a:pt x="79" y="157"/>
                    </a:cubicBezTo>
                    <a:cubicBezTo>
                      <a:pt x="78" y="157"/>
                      <a:pt x="80" y="156"/>
                      <a:pt x="79" y="156"/>
                    </a:cubicBezTo>
                    <a:cubicBezTo>
                      <a:pt x="79" y="157"/>
                      <a:pt x="80" y="156"/>
                      <a:pt x="80" y="156"/>
                    </a:cubicBezTo>
                    <a:cubicBezTo>
                      <a:pt x="80" y="156"/>
                      <a:pt x="80" y="156"/>
                      <a:pt x="80" y="156"/>
                    </a:cubicBezTo>
                    <a:cubicBezTo>
                      <a:pt x="80" y="156"/>
                      <a:pt x="80" y="155"/>
                      <a:pt x="80" y="155"/>
                    </a:cubicBezTo>
                    <a:cubicBezTo>
                      <a:pt x="80" y="154"/>
                      <a:pt x="79" y="155"/>
                      <a:pt x="80" y="155"/>
                    </a:cubicBezTo>
                    <a:cubicBezTo>
                      <a:pt x="80" y="155"/>
                      <a:pt x="80" y="155"/>
                      <a:pt x="80" y="155"/>
                    </a:cubicBezTo>
                    <a:cubicBezTo>
                      <a:pt x="80" y="154"/>
                      <a:pt x="79" y="155"/>
                      <a:pt x="80" y="155"/>
                    </a:cubicBezTo>
                    <a:cubicBezTo>
                      <a:pt x="79" y="155"/>
                      <a:pt x="80" y="154"/>
                      <a:pt x="80" y="155"/>
                    </a:cubicBezTo>
                    <a:cubicBezTo>
                      <a:pt x="81" y="155"/>
                      <a:pt x="80" y="154"/>
                      <a:pt x="80" y="154"/>
                    </a:cubicBezTo>
                    <a:cubicBezTo>
                      <a:pt x="81" y="156"/>
                      <a:pt x="80" y="154"/>
                      <a:pt x="81" y="154"/>
                    </a:cubicBezTo>
                    <a:cubicBezTo>
                      <a:pt x="82" y="155"/>
                      <a:pt x="82" y="154"/>
                      <a:pt x="82" y="155"/>
                    </a:cubicBezTo>
                    <a:cubicBezTo>
                      <a:pt x="81" y="155"/>
                      <a:pt x="83" y="155"/>
                      <a:pt x="83" y="155"/>
                    </a:cubicBezTo>
                    <a:cubicBezTo>
                      <a:pt x="83" y="155"/>
                      <a:pt x="83" y="155"/>
                      <a:pt x="83" y="156"/>
                    </a:cubicBezTo>
                    <a:cubicBezTo>
                      <a:pt x="84" y="157"/>
                      <a:pt x="83" y="156"/>
                      <a:pt x="83" y="156"/>
                    </a:cubicBezTo>
                    <a:cubicBezTo>
                      <a:pt x="83" y="157"/>
                      <a:pt x="84" y="157"/>
                      <a:pt x="84" y="156"/>
                    </a:cubicBezTo>
                    <a:cubicBezTo>
                      <a:pt x="84" y="156"/>
                      <a:pt x="84" y="156"/>
                      <a:pt x="84" y="156"/>
                    </a:cubicBezTo>
                    <a:cubicBezTo>
                      <a:pt x="84" y="156"/>
                      <a:pt x="84" y="158"/>
                      <a:pt x="84" y="156"/>
                    </a:cubicBezTo>
                    <a:cubicBezTo>
                      <a:pt x="84" y="156"/>
                      <a:pt x="85" y="156"/>
                      <a:pt x="84" y="156"/>
                    </a:cubicBezTo>
                    <a:cubicBezTo>
                      <a:pt x="85" y="156"/>
                      <a:pt x="85" y="157"/>
                      <a:pt x="85" y="156"/>
                    </a:cubicBezTo>
                    <a:cubicBezTo>
                      <a:pt x="86" y="157"/>
                      <a:pt x="85" y="156"/>
                      <a:pt x="86" y="156"/>
                    </a:cubicBezTo>
                    <a:cubicBezTo>
                      <a:pt x="86" y="157"/>
                      <a:pt x="87" y="156"/>
                      <a:pt x="86" y="157"/>
                    </a:cubicBezTo>
                    <a:cubicBezTo>
                      <a:pt x="86" y="157"/>
                      <a:pt x="86" y="156"/>
                      <a:pt x="87" y="156"/>
                    </a:cubicBezTo>
                    <a:cubicBezTo>
                      <a:pt x="87" y="157"/>
                      <a:pt x="86" y="157"/>
                      <a:pt x="88" y="157"/>
                    </a:cubicBezTo>
                    <a:cubicBezTo>
                      <a:pt x="87" y="157"/>
                      <a:pt x="87" y="156"/>
                      <a:pt x="88" y="156"/>
                    </a:cubicBezTo>
                    <a:cubicBezTo>
                      <a:pt x="88" y="155"/>
                      <a:pt x="88" y="157"/>
                      <a:pt x="89" y="156"/>
                    </a:cubicBezTo>
                    <a:cubicBezTo>
                      <a:pt x="89" y="155"/>
                      <a:pt x="88" y="155"/>
                      <a:pt x="87" y="155"/>
                    </a:cubicBezTo>
                    <a:cubicBezTo>
                      <a:pt x="88" y="155"/>
                      <a:pt x="87" y="154"/>
                      <a:pt x="88" y="154"/>
                    </a:cubicBezTo>
                    <a:cubicBezTo>
                      <a:pt x="88" y="154"/>
                      <a:pt x="87" y="154"/>
                      <a:pt x="87" y="153"/>
                    </a:cubicBezTo>
                    <a:cubicBezTo>
                      <a:pt x="86" y="153"/>
                      <a:pt x="89" y="152"/>
                      <a:pt x="89" y="152"/>
                    </a:cubicBezTo>
                    <a:cubicBezTo>
                      <a:pt x="89" y="153"/>
                      <a:pt x="89" y="153"/>
                      <a:pt x="89" y="153"/>
                    </a:cubicBezTo>
                    <a:cubicBezTo>
                      <a:pt x="90" y="153"/>
                      <a:pt x="90" y="153"/>
                      <a:pt x="91" y="153"/>
                    </a:cubicBezTo>
                    <a:cubicBezTo>
                      <a:pt x="91" y="153"/>
                      <a:pt x="92" y="154"/>
                      <a:pt x="91" y="153"/>
                    </a:cubicBezTo>
                    <a:cubicBezTo>
                      <a:pt x="91" y="152"/>
                      <a:pt x="91" y="152"/>
                      <a:pt x="91" y="153"/>
                    </a:cubicBezTo>
                    <a:cubicBezTo>
                      <a:pt x="90" y="154"/>
                      <a:pt x="91" y="153"/>
                      <a:pt x="92" y="153"/>
                    </a:cubicBezTo>
                    <a:cubicBezTo>
                      <a:pt x="92" y="152"/>
                      <a:pt x="91" y="154"/>
                      <a:pt x="91" y="154"/>
                    </a:cubicBezTo>
                    <a:cubicBezTo>
                      <a:pt x="91" y="154"/>
                      <a:pt x="91" y="154"/>
                      <a:pt x="92" y="154"/>
                    </a:cubicBezTo>
                    <a:cubicBezTo>
                      <a:pt x="92" y="153"/>
                      <a:pt x="91" y="156"/>
                      <a:pt x="91" y="156"/>
                    </a:cubicBezTo>
                    <a:cubicBezTo>
                      <a:pt x="90" y="156"/>
                      <a:pt x="91" y="157"/>
                      <a:pt x="92" y="156"/>
                    </a:cubicBezTo>
                    <a:cubicBezTo>
                      <a:pt x="92" y="156"/>
                      <a:pt x="92" y="156"/>
                      <a:pt x="92" y="156"/>
                    </a:cubicBezTo>
                    <a:cubicBezTo>
                      <a:pt x="91" y="157"/>
                      <a:pt x="91" y="156"/>
                      <a:pt x="92" y="156"/>
                    </a:cubicBezTo>
                    <a:cubicBezTo>
                      <a:pt x="92" y="155"/>
                      <a:pt x="93" y="157"/>
                      <a:pt x="93" y="157"/>
                    </a:cubicBezTo>
                    <a:cubicBezTo>
                      <a:pt x="93" y="157"/>
                      <a:pt x="93" y="159"/>
                      <a:pt x="92" y="158"/>
                    </a:cubicBezTo>
                    <a:cubicBezTo>
                      <a:pt x="92" y="158"/>
                      <a:pt x="93" y="158"/>
                      <a:pt x="94" y="159"/>
                    </a:cubicBezTo>
                    <a:cubicBezTo>
                      <a:pt x="94" y="159"/>
                      <a:pt x="94" y="159"/>
                      <a:pt x="95" y="158"/>
                    </a:cubicBezTo>
                    <a:cubicBezTo>
                      <a:pt x="95" y="159"/>
                      <a:pt x="94" y="159"/>
                      <a:pt x="95" y="159"/>
                    </a:cubicBezTo>
                    <a:cubicBezTo>
                      <a:pt x="95" y="158"/>
                      <a:pt x="95" y="158"/>
                      <a:pt x="95" y="158"/>
                    </a:cubicBezTo>
                    <a:cubicBezTo>
                      <a:pt x="95" y="159"/>
                      <a:pt x="94" y="160"/>
                      <a:pt x="95" y="159"/>
                    </a:cubicBezTo>
                    <a:cubicBezTo>
                      <a:pt x="94" y="159"/>
                      <a:pt x="94" y="160"/>
                      <a:pt x="95" y="160"/>
                    </a:cubicBezTo>
                    <a:cubicBezTo>
                      <a:pt x="95" y="159"/>
                      <a:pt x="95" y="160"/>
                      <a:pt x="95" y="159"/>
                    </a:cubicBezTo>
                    <a:cubicBezTo>
                      <a:pt x="95" y="160"/>
                      <a:pt x="96" y="159"/>
                      <a:pt x="96" y="159"/>
                    </a:cubicBezTo>
                    <a:cubicBezTo>
                      <a:pt x="96" y="158"/>
                      <a:pt x="97" y="160"/>
                      <a:pt x="96" y="159"/>
                    </a:cubicBezTo>
                    <a:cubicBezTo>
                      <a:pt x="96" y="160"/>
                      <a:pt x="96" y="160"/>
                      <a:pt x="96" y="160"/>
                    </a:cubicBezTo>
                    <a:cubicBezTo>
                      <a:pt x="96" y="160"/>
                      <a:pt x="97" y="160"/>
                      <a:pt x="96" y="160"/>
                    </a:cubicBezTo>
                    <a:cubicBezTo>
                      <a:pt x="96" y="159"/>
                      <a:pt x="96" y="160"/>
                      <a:pt x="96" y="160"/>
                    </a:cubicBezTo>
                    <a:cubicBezTo>
                      <a:pt x="96" y="160"/>
                      <a:pt x="98" y="159"/>
                      <a:pt x="98" y="160"/>
                    </a:cubicBezTo>
                    <a:cubicBezTo>
                      <a:pt x="99" y="160"/>
                      <a:pt x="98" y="160"/>
                      <a:pt x="99" y="160"/>
                    </a:cubicBezTo>
                    <a:cubicBezTo>
                      <a:pt x="98" y="159"/>
                      <a:pt x="98" y="159"/>
                      <a:pt x="99" y="160"/>
                    </a:cubicBezTo>
                    <a:cubicBezTo>
                      <a:pt x="99" y="159"/>
                      <a:pt x="99" y="160"/>
                      <a:pt x="100" y="160"/>
                    </a:cubicBezTo>
                    <a:cubicBezTo>
                      <a:pt x="101" y="159"/>
                      <a:pt x="101" y="160"/>
                      <a:pt x="102" y="160"/>
                    </a:cubicBezTo>
                    <a:cubicBezTo>
                      <a:pt x="102" y="159"/>
                      <a:pt x="102" y="160"/>
                      <a:pt x="102" y="159"/>
                    </a:cubicBezTo>
                    <a:cubicBezTo>
                      <a:pt x="103" y="158"/>
                      <a:pt x="103" y="160"/>
                      <a:pt x="103" y="159"/>
                    </a:cubicBezTo>
                    <a:cubicBezTo>
                      <a:pt x="104" y="159"/>
                      <a:pt x="104" y="159"/>
                      <a:pt x="104" y="159"/>
                    </a:cubicBezTo>
                    <a:cubicBezTo>
                      <a:pt x="103" y="159"/>
                      <a:pt x="104" y="157"/>
                      <a:pt x="104" y="158"/>
                    </a:cubicBezTo>
                    <a:cubicBezTo>
                      <a:pt x="104" y="158"/>
                      <a:pt x="104" y="159"/>
                      <a:pt x="104" y="158"/>
                    </a:cubicBezTo>
                    <a:cubicBezTo>
                      <a:pt x="104" y="158"/>
                      <a:pt x="105" y="158"/>
                      <a:pt x="104" y="158"/>
                    </a:cubicBezTo>
                    <a:cubicBezTo>
                      <a:pt x="105" y="158"/>
                      <a:pt x="104" y="158"/>
                      <a:pt x="104" y="158"/>
                    </a:cubicBezTo>
                    <a:cubicBezTo>
                      <a:pt x="105" y="157"/>
                      <a:pt x="105" y="160"/>
                      <a:pt x="105" y="159"/>
                    </a:cubicBezTo>
                    <a:cubicBezTo>
                      <a:pt x="106" y="159"/>
                      <a:pt x="106" y="158"/>
                      <a:pt x="107" y="159"/>
                    </a:cubicBezTo>
                    <a:cubicBezTo>
                      <a:pt x="108" y="160"/>
                      <a:pt x="108" y="160"/>
                      <a:pt x="108" y="160"/>
                    </a:cubicBezTo>
                    <a:cubicBezTo>
                      <a:pt x="109" y="160"/>
                      <a:pt x="109" y="158"/>
                      <a:pt x="108" y="158"/>
                    </a:cubicBezTo>
                    <a:cubicBezTo>
                      <a:pt x="109" y="157"/>
                      <a:pt x="108" y="158"/>
                      <a:pt x="108" y="158"/>
                    </a:cubicBezTo>
                    <a:cubicBezTo>
                      <a:pt x="109" y="157"/>
                      <a:pt x="108" y="158"/>
                      <a:pt x="109" y="158"/>
                    </a:cubicBezTo>
                    <a:cubicBezTo>
                      <a:pt x="109" y="158"/>
                      <a:pt x="110" y="159"/>
                      <a:pt x="109" y="158"/>
                    </a:cubicBezTo>
                    <a:cubicBezTo>
                      <a:pt x="109" y="158"/>
                      <a:pt x="110" y="158"/>
                      <a:pt x="110" y="157"/>
                    </a:cubicBezTo>
                    <a:cubicBezTo>
                      <a:pt x="110" y="157"/>
                      <a:pt x="110" y="158"/>
                      <a:pt x="110" y="157"/>
                    </a:cubicBezTo>
                    <a:cubicBezTo>
                      <a:pt x="110" y="156"/>
                      <a:pt x="110" y="157"/>
                      <a:pt x="110" y="156"/>
                    </a:cubicBezTo>
                    <a:cubicBezTo>
                      <a:pt x="110" y="156"/>
                      <a:pt x="109" y="156"/>
                      <a:pt x="108" y="156"/>
                    </a:cubicBezTo>
                    <a:cubicBezTo>
                      <a:pt x="108" y="155"/>
                      <a:pt x="109" y="154"/>
                      <a:pt x="109" y="155"/>
                    </a:cubicBezTo>
                    <a:cubicBezTo>
                      <a:pt x="109" y="154"/>
                      <a:pt x="109" y="155"/>
                      <a:pt x="109" y="155"/>
                    </a:cubicBezTo>
                    <a:cubicBezTo>
                      <a:pt x="110" y="154"/>
                      <a:pt x="109" y="157"/>
                      <a:pt x="109" y="155"/>
                    </a:cubicBezTo>
                    <a:cubicBezTo>
                      <a:pt x="110" y="155"/>
                      <a:pt x="111" y="154"/>
                      <a:pt x="111" y="155"/>
                    </a:cubicBezTo>
                    <a:cubicBezTo>
                      <a:pt x="111" y="154"/>
                      <a:pt x="112" y="154"/>
                      <a:pt x="111" y="154"/>
                    </a:cubicBezTo>
                    <a:cubicBezTo>
                      <a:pt x="111" y="155"/>
                      <a:pt x="111" y="155"/>
                      <a:pt x="112" y="154"/>
                    </a:cubicBezTo>
                    <a:cubicBezTo>
                      <a:pt x="112" y="154"/>
                      <a:pt x="112" y="152"/>
                      <a:pt x="112" y="153"/>
                    </a:cubicBezTo>
                    <a:cubicBezTo>
                      <a:pt x="112" y="153"/>
                      <a:pt x="113" y="152"/>
                      <a:pt x="113" y="153"/>
                    </a:cubicBezTo>
                    <a:cubicBezTo>
                      <a:pt x="113" y="152"/>
                      <a:pt x="112" y="154"/>
                      <a:pt x="113" y="153"/>
                    </a:cubicBezTo>
                    <a:cubicBezTo>
                      <a:pt x="113" y="153"/>
                      <a:pt x="113" y="153"/>
                      <a:pt x="114" y="153"/>
                    </a:cubicBezTo>
                    <a:cubicBezTo>
                      <a:pt x="113" y="153"/>
                      <a:pt x="114" y="153"/>
                      <a:pt x="114" y="152"/>
                    </a:cubicBezTo>
                    <a:cubicBezTo>
                      <a:pt x="114" y="153"/>
                      <a:pt x="115" y="153"/>
                      <a:pt x="115" y="153"/>
                    </a:cubicBezTo>
                    <a:cubicBezTo>
                      <a:pt x="115" y="153"/>
                      <a:pt x="115" y="152"/>
                      <a:pt x="114" y="152"/>
                    </a:cubicBezTo>
                    <a:cubicBezTo>
                      <a:pt x="114" y="152"/>
                      <a:pt x="114" y="151"/>
                      <a:pt x="114" y="152"/>
                    </a:cubicBezTo>
                    <a:cubicBezTo>
                      <a:pt x="115" y="152"/>
                      <a:pt x="115" y="152"/>
                      <a:pt x="114" y="151"/>
                    </a:cubicBezTo>
                    <a:cubicBezTo>
                      <a:pt x="115" y="151"/>
                      <a:pt x="115" y="150"/>
                      <a:pt x="115" y="151"/>
                    </a:cubicBezTo>
                    <a:cubicBezTo>
                      <a:pt x="115" y="151"/>
                      <a:pt x="115" y="151"/>
                      <a:pt x="115" y="152"/>
                    </a:cubicBezTo>
                    <a:cubicBezTo>
                      <a:pt x="116" y="151"/>
                      <a:pt x="116" y="150"/>
                      <a:pt x="115" y="151"/>
                    </a:cubicBezTo>
                    <a:cubicBezTo>
                      <a:pt x="115" y="152"/>
                      <a:pt x="115" y="151"/>
                      <a:pt x="116" y="151"/>
                    </a:cubicBezTo>
                    <a:cubicBezTo>
                      <a:pt x="116" y="152"/>
                      <a:pt x="116" y="150"/>
                      <a:pt x="116" y="151"/>
                    </a:cubicBezTo>
                    <a:cubicBezTo>
                      <a:pt x="116" y="150"/>
                      <a:pt x="116" y="150"/>
                      <a:pt x="116" y="151"/>
                    </a:cubicBezTo>
                    <a:cubicBezTo>
                      <a:pt x="117" y="152"/>
                      <a:pt x="117" y="150"/>
                      <a:pt x="117" y="151"/>
                    </a:cubicBezTo>
                    <a:cubicBezTo>
                      <a:pt x="117" y="151"/>
                      <a:pt x="117" y="151"/>
                      <a:pt x="117" y="151"/>
                    </a:cubicBezTo>
                    <a:cubicBezTo>
                      <a:pt x="117" y="151"/>
                      <a:pt x="118" y="150"/>
                      <a:pt x="117" y="151"/>
                    </a:cubicBezTo>
                    <a:cubicBezTo>
                      <a:pt x="118" y="151"/>
                      <a:pt x="119" y="151"/>
                      <a:pt x="119" y="150"/>
                    </a:cubicBezTo>
                    <a:cubicBezTo>
                      <a:pt x="119" y="151"/>
                      <a:pt x="119" y="150"/>
                      <a:pt x="120" y="151"/>
                    </a:cubicBezTo>
                    <a:cubicBezTo>
                      <a:pt x="120" y="152"/>
                      <a:pt x="120" y="151"/>
                      <a:pt x="120" y="152"/>
                    </a:cubicBezTo>
                    <a:cubicBezTo>
                      <a:pt x="120" y="152"/>
                      <a:pt x="121" y="152"/>
                      <a:pt x="121" y="152"/>
                    </a:cubicBezTo>
                    <a:cubicBezTo>
                      <a:pt x="120" y="153"/>
                      <a:pt x="121" y="152"/>
                      <a:pt x="121" y="151"/>
                    </a:cubicBezTo>
                    <a:cubicBezTo>
                      <a:pt x="121" y="151"/>
                      <a:pt x="121" y="151"/>
                      <a:pt x="121" y="151"/>
                    </a:cubicBezTo>
                    <a:cubicBezTo>
                      <a:pt x="121" y="151"/>
                      <a:pt x="121" y="152"/>
                      <a:pt x="121" y="151"/>
                    </a:cubicBezTo>
                    <a:cubicBezTo>
                      <a:pt x="121" y="151"/>
                      <a:pt x="121" y="149"/>
                      <a:pt x="122" y="150"/>
                    </a:cubicBezTo>
                    <a:cubicBezTo>
                      <a:pt x="122" y="150"/>
                      <a:pt x="122" y="150"/>
                      <a:pt x="122" y="150"/>
                    </a:cubicBezTo>
                    <a:cubicBezTo>
                      <a:pt x="122" y="149"/>
                      <a:pt x="123" y="149"/>
                      <a:pt x="122" y="150"/>
                    </a:cubicBezTo>
                    <a:cubicBezTo>
                      <a:pt x="123" y="150"/>
                      <a:pt x="123" y="150"/>
                      <a:pt x="123" y="150"/>
                    </a:cubicBezTo>
                    <a:cubicBezTo>
                      <a:pt x="123" y="150"/>
                      <a:pt x="122" y="151"/>
                      <a:pt x="122" y="150"/>
                    </a:cubicBezTo>
                    <a:cubicBezTo>
                      <a:pt x="123" y="151"/>
                      <a:pt x="123" y="149"/>
                      <a:pt x="123" y="150"/>
                    </a:cubicBezTo>
                    <a:cubicBezTo>
                      <a:pt x="124" y="149"/>
                      <a:pt x="123" y="150"/>
                      <a:pt x="123" y="150"/>
                    </a:cubicBezTo>
                    <a:cubicBezTo>
                      <a:pt x="124" y="149"/>
                      <a:pt x="123" y="149"/>
                      <a:pt x="124" y="150"/>
                    </a:cubicBezTo>
                    <a:cubicBezTo>
                      <a:pt x="123" y="151"/>
                      <a:pt x="124" y="151"/>
                      <a:pt x="124" y="150"/>
                    </a:cubicBezTo>
                    <a:cubicBezTo>
                      <a:pt x="124" y="150"/>
                      <a:pt x="124" y="150"/>
                      <a:pt x="125" y="150"/>
                    </a:cubicBezTo>
                    <a:cubicBezTo>
                      <a:pt x="125" y="149"/>
                      <a:pt x="125" y="150"/>
                      <a:pt x="125" y="150"/>
                    </a:cubicBezTo>
                    <a:cubicBezTo>
                      <a:pt x="125" y="149"/>
                      <a:pt x="125" y="148"/>
                      <a:pt x="125" y="150"/>
                    </a:cubicBezTo>
                    <a:cubicBezTo>
                      <a:pt x="124" y="150"/>
                      <a:pt x="125" y="151"/>
                      <a:pt x="125" y="151"/>
                    </a:cubicBezTo>
                    <a:cubicBezTo>
                      <a:pt x="125" y="150"/>
                      <a:pt x="125" y="150"/>
                      <a:pt x="125" y="150"/>
                    </a:cubicBezTo>
                    <a:cubicBezTo>
                      <a:pt x="126" y="150"/>
                      <a:pt x="126" y="150"/>
                      <a:pt x="126" y="152"/>
                    </a:cubicBezTo>
                    <a:cubicBezTo>
                      <a:pt x="125" y="151"/>
                      <a:pt x="126" y="151"/>
                      <a:pt x="126" y="152"/>
                    </a:cubicBezTo>
                    <a:cubicBezTo>
                      <a:pt x="126" y="152"/>
                      <a:pt x="126" y="152"/>
                      <a:pt x="126" y="151"/>
                    </a:cubicBezTo>
                    <a:cubicBezTo>
                      <a:pt x="127" y="152"/>
                      <a:pt x="127" y="152"/>
                      <a:pt x="127" y="152"/>
                    </a:cubicBezTo>
                    <a:cubicBezTo>
                      <a:pt x="128" y="152"/>
                      <a:pt x="127" y="152"/>
                      <a:pt x="127" y="151"/>
                    </a:cubicBezTo>
                    <a:cubicBezTo>
                      <a:pt x="128" y="151"/>
                      <a:pt x="128" y="152"/>
                      <a:pt x="128" y="152"/>
                    </a:cubicBezTo>
                    <a:cubicBezTo>
                      <a:pt x="128" y="151"/>
                      <a:pt x="128" y="152"/>
                      <a:pt x="128" y="151"/>
                    </a:cubicBezTo>
                    <a:cubicBezTo>
                      <a:pt x="128" y="152"/>
                      <a:pt x="128" y="152"/>
                      <a:pt x="129" y="151"/>
                    </a:cubicBezTo>
                    <a:cubicBezTo>
                      <a:pt x="128" y="151"/>
                      <a:pt x="129" y="152"/>
                      <a:pt x="129" y="151"/>
                    </a:cubicBezTo>
                    <a:cubicBezTo>
                      <a:pt x="129" y="152"/>
                      <a:pt x="129" y="150"/>
                      <a:pt x="129" y="151"/>
                    </a:cubicBezTo>
                    <a:cubicBezTo>
                      <a:pt x="130" y="151"/>
                      <a:pt x="129" y="151"/>
                      <a:pt x="130" y="152"/>
                    </a:cubicBezTo>
                    <a:cubicBezTo>
                      <a:pt x="130" y="151"/>
                      <a:pt x="130" y="152"/>
                      <a:pt x="130" y="152"/>
                    </a:cubicBezTo>
                    <a:cubicBezTo>
                      <a:pt x="130" y="151"/>
                      <a:pt x="130" y="153"/>
                      <a:pt x="130" y="153"/>
                    </a:cubicBezTo>
                    <a:cubicBezTo>
                      <a:pt x="130" y="152"/>
                      <a:pt x="131" y="152"/>
                      <a:pt x="131" y="152"/>
                    </a:cubicBezTo>
                    <a:cubicBezTo>
                      <a:pt x="132" y="154"/>
                      <a:pt x="131" y="152"/>
                      <a:pt x="132" y="152"/>
                    </a:cubicBezTo>
                    <a:cubicBezTo>
                      <a:pt x="132" y="153"/>
                      <a:pt x="132" y="153"/>
                      <a:pt x="132" y="153"/>
                    </a:cubicBezTo>
                    <a:cubicBezTo>
                      <a:pt x="132" y="153"/>
                      <a:pt x="133" y="153"/>
                      <a:pt x="132" y="152"/>
                    </a:cubicBezTo>
                    <a:cubicBezTo>
                      <a:pt x="133" y="152"/>
                      <a:pt x="133" y="152"/>
                      <a:pt x="133" y="153"/>
                    </a:cubicBezTo>
                    <a:cubicBezTo>
                      <a:pt x="133" y="152"/>
                      <a:pt x="133" y="152"/>
                      <a:pt x="133" y="152"/>
                    </a:cubicBezTo>
                    <a:cubicBezTo>
                      <a:pt x="134" y="152"/>
                      <a:pt x="134" y="151"/>
                      <a:pt x="134" y="152"/>
                    </a:cubicBezTo>
                    <a:cubicBezTo>
                      <a:pt x="134" y="152"/>
                      <a:pt x="134" y="152"/>
                      <a:pt x="134" y="152"/>
                    </a:cubicBezTo>
                    <a:cubicBezTo>
                      <a:pt x="134" y="151"/>
                      <a:pt x="134" y="152"/>
                      <a:pt x="134" y="152"/>
                    </a:cubicBezTo>
                    <a:cubicBezTo>
                      <a:pt x="135" y="151"/>
                      <a:pt x="133" y="152"/>
                      <a:pt x="133" y="151"/>
                    </a:cubicBezTo>
                    <a:cubicBezTo>
                      <a:pt x="133" y="152"/>
                      <a:pt x="134" y="151"/>
                      <a:pt x="134" y="151"/>
                    </a:cubicBezTo>
                    <a:cubicBezTo>
                      <a:pt x="134" y="151"/>
                      <a:pt x="134" y="153"/>
                      <a:pt x="134" y="151"/>
                    </a:cubicBezTo>
                    <a:cubicBezTo>
                      <a:pt x="134" y="152"/>
                      <a:pt x="134" y="150"/>
                      <a:pt x="133" y="150"/>
                    </a:cubicBezTo>
                    <a:cubicBezTo>
                      <a:pt x="133" y="151"/>
                      <a:pt x="133" y="149"/>
                      <a:pt x="133" y="150"/>
                    </a:cubicBezTo>
                    <a:cubicBezTo>
                      <a:pt x="132" y="150"/>
                      <a:pt x="133" y="151"/>
                      <a:pt x="133" y="151"/>
                    </a:cubicBezTo>
                    <a:cubicBezTo>
                      <a:pt x="132" y="151"/>
                      <a:pt x="133" y="151"/>
                      <a:pt x="132" y="151"/>
                    </a:cubicBezTo>
                    <a:cubicBezTo>
                      <a:pt x="132" y="152"/>
                      <a:pt x="132" y="150"/>
                      <a:pt x="132" y="150"/>
                    </a:cubicBezTo>
                    <a:cubicBezTo>
                      <a:pt x="133" y="151"/>
                      <a:pt x="132" y="150"/>
                      <a:pt x="131" y="150"/>
                    </a:cubicBezTo>
                    <a:cubicBezTo>
                      <a:pt x="132" y="150"/>
                      <a:pt x="132" y="150"/>
                      <a:pt x="131" y="150"/>
                    </a:cubicBezTo>
                    <a:cubicBezTo>
                      <a:pt x="132" y="149"/>
                      <a:pt x="131" y="149"/>
                      <a:pt x="131" y="149"/>
                    </a:cubicBezTo>
                    <a:cubicBezTo>
                      <a:pt x="130" y="149"/>
                      <a:pt x="131" y="149"/>
                      <a:pt x="131" y="149"/>
                    </a:cubicBezTo>
                    <a:cubicBezTo>
                      <a:pt x="131" y="148"/>
                      <a:pt x="132" y="148"/>
                      <a:pt x="132" y="148"/>
                    </a:cubicBezTo>
                    <a:cubicBezTo>
                      <a:pt x="132" y="148"/>
                      <a:pt x="132" y="149"/>
                      <a:pt x="132" y="148"/>
                    </a:cubicBezTo>
                    <a:cubicBezTo>
                      <a:pt x="132" y="147"/>
                      <a:pt x="132" y="148"/>
                      <a:pt x="132" y="148"/>
                    </a:cubicBezTo>
                    <a:cubicBezTo>
                      <a:pt x="132" y="149"/>
                      <a:pt x="132" y="149"/>
                      <a:pt x="132" y="149"/>
                    </a:cubicBezTo>
                    <a:cubicBezTo>
                      <a:pt x="133" y="149"/>
                      <a:pt x="132" y="147"/>
                      <a:pt x="132" y="148"/>
                    </a:cubicBezTo>
                    <a:cubicBezTo>
                      <a:pt x="133" y="149"/>
                      <a:pt x="133" y="149"/>
                      <a:pt x="133" y="149"/>
                    </a:cubicBezTo>
                    <a:cubicBezTo>
                      <a:pt x="134" y="149"/>
                      <a:pt x="134" y="149"/>
                      <a:pt x="134" y="148"/>
                    </a:cubicBezTo>
                    <a:cubicBezTo>
                      <a:pt x="134" y="148"/>
                      <a:pt x="134" y="148"/>
                      <a:pt x="134" y="148"/>
                    </a:cubicBezTo>
                    <a:cubicBezTo>
                      <a:pt x="134" y="147"/>
                      <a:pt x="135" y="147"/>
                      <a:pt x="134" y="147"/>
                    </a:cubicBezTo>
                    <a:cubicBezTo>
                      <a:pt x="134" y="147"/>
                      <a:pt x="133" y="147"/>
                      <a:pt x="134" y="146"/>
                    </a:cubicBezTo>
                    <a:cubicBezTo>
                      <a:pt x="134" y="146"/>
                      <a:pt x="135" y="147"/>
                      <a:pt x="135" y="147"/>
                    </a:cubicBezTo>
                    <a:cubicBezTo>
                      <a:pt x="134" y="148"/>
                      <a:pt x="135" y="147"/>
                      <a:pt x="135" y="147"/>
                    </a:cubicBezTo>
                    <a:cubicBezTo>
                      <a:pt x="134" y="147"/>
                      <a:pt x="136" y="147"/>
                      <a:pt x="135" y="147"/>
                    </a:cubicBezTo>
                    <a:cubicBezTo>
                      <a:pt x="135" y="147"/>
                      <a:pt x="136" y="147"/>
                      <a:pt x="136" y="147"/>
                    </a:cubicBezTo>
                    <a:cubicBezTo>
                      <a:pt x="136" y="147"/>
                      <a:pt x="136" y="148"/>
                      <a:pt x="136" y="147"/>
                    </a:cubicBezTo>
                    <a:cubicBezTo>
                      <a:pt x="136" y="146"/>
                      <a:pt x="136" y="148"/>
                      <a:pt x="136" y="147"/>
                    </a:cubicBezTo>
                    <a:cubicBezTo>
                      <a:pt x="136" y="147"/>
                      <a:pt x="137" y="146"/>
                      <a:pt x="136" y="146"/>
                    </a:cubicBezTo>
                    <a:cubicBezTo>
                      <a:pt x="137" y="146"/>
                      <a:pt x="137" y="147"/>
                      <a:pt x="137" y="146"/>
                    </a:cubicBezTo>
                    <a:cubicBezTo>
                      <a:pt x="138" y="148"/>
                      <a:pt x="137" y="148"/>
                      <a:pt x="137" y="147"/>
                    </a:cubicBezTo>
                    <a:cubicBezTo>
                      <a:pt x="137" y="147"/>
                      <a:pt x="138" y="147"/>
                      <a:pt x="138" y="147"/>
                    </a:cubicBezTo>
                    <a:cubicBezTo>
                      <a:pt x="138" y="147"/>
                      <a:pt x="138" y="144"/>
                      <a:pt x="138" y="146"/>
                    </a:cubicBezTo>
                    <a:cubicBezTo>
                      <a:pt x="138" y="146"/>
                      <a:pt x="138" y="145"/>
                      <a:pt x="138" y="146"/>
                    </a:cubicBezTo>
                    <a:cubicBezTo>
                      <a:pt x="138" y="147"/>
                      <a:pt x="139" y="145"/>
                      <a:pt x="140" y="145"/>
                    </a:cubicBezTo>
                    <a:cubicBezTo>
                      <a:pt x="141" y="145"/>
                      <a:pt x="141" y="145"/>
                      <a:pt x="142" y="145"/>
                    </a:cubicBezTo>
                    <a:cubicBezTo>
                      <a:pt x="142" y="146"/>
                      <a:pt x="142" y="146"/>
                      <a:pt x="143" y="145"/>
                    </a:cubicBezTo>
                    <a:cubicBezTo>
                      <a:pt x="143" y="145"/>
                      <a:pt x="144" y="144"/>
                      <a:pt x="144" y="145"/>
                    </a:cubicBezTo>
                    <a:cubicBezTo>
                      <a:pt x="144" y="145"/>
                      <a:pt x="144" y="144"/>
                      <a:pt x="145" y="145"/>
                    </a:cubicBezTo>
                    <a:cubicBezTo>
                      <a:pt x="146" y="144"/>
                      <a:pt x="146" y="144"/>
                      <a:pt x="145" y="144"/>
                    </a:cubicBezTo>
                    <a:cubicBezTo>
                      <a:pt x="145" y="144"/>
                      <a:pt x="145" y="144"/>
                      <a:pt x="146" y="144"/>
                    </a:cubicBezTo>
                    <a:cubicBezTo>
                      <a:pt x="146" y="143"/>
                      <a:pt x="145" y="142"/>
                      <a:pt x="146" y="143"/>
                    </a:cubicBezTo>
                    <a:cubicBezTo>
                      <a:pt x="146" y="143"/>
                      <a:pt x="145" y="143"/>
                      <a:pt x="146" y="142"/>
                    </a:cubicBezTo>
                    <a:cubicBezTo>
                      <a:pt x="145" y="142"/>
                      <a:pt x="146" y="142"/>
                      <a:pt x="146" y="142"/>
                    </a:cubicBezTo>
                    <a:cubicBezTo>
                      <a:pt x="147" y="143"/>
                      <a:pt x="147" y="142"/>
                      <a:pt x="147" y="141"/>
                    </a:cubicBezTo>
                    <a:cubicBezTo>
                      <a:pt x="147" y="141"/>
                      <a:pt x="146" y="140"/>
                      <a:pt x="146" y="141"/>
                    </a:cubicBezTo>
                    <a:cubicBezTo>
                      <a:pt x="146" y="141"/>
                      <a:pt x="147" y="141"/>
                      <a:pt x="146" y="141"/>
                    </a:cubicBezTo>
                    <a:cubicBezTo>
                      <a:pt x="145" y="140"/>
                      <a:pt x="146" y="141"/>
                      <a:pt x="146" y="141"/>
                    </a:cubicBezTo>
                    <a:cubicBezTo>
                      <a:pt x="147" y="140"/>
                      <a:pt x="147" y="140"/>
                      <a:pt x="147" y="140"/>
                    </a:cubicBezTo>
                    <a:cubicBezTo>
                      <a:pt x="148" y="140"/>
                      <a:pt x="147" y="141"/>
                      <a:pt x="147" y="141"/>
                    </a:cubicBezTo>
                    <a:cubicBezTo>
                      <a:pt x="147" y="142"/>
                      <a:pt x="146" y="142"/>
                      <a:pt x="147" y="141"/>
                    </a:cubicBezTo>
                    <a:cubicBezTo>
                      <a:pt x="147" y="142"/>
                      <a:pt x="147" y="141"/>
                      <a:pt x="147" y="141"/>
                    </a:cubicBezTo>
                    <a:cubicBezTo>
                      <a:pt x="147" y="140"/>
                      <a:pt x="147" y="141"/>
                      <a:pt x="147" y="141"/>
                    </a:cubicBezTo>
                    <a:cubicBezTo>
                      <a:pt x="147" y="141"/>
                      <a:pt x="147" y="141"/>
                      <a:pt x="147" y="141"/>
                    </a:cubicBezTo>
                    <a:cubicBezTo>
                      <a:pt x="148" y="141"/>
                      <a:pt x="147" y="141"/>
                      <a:pt x="147" y="141"/>
                    </a:cubicBezTo>
                    <a:cubicBezTo>
                      <a:pt x="148" y="141"/>
                      <a:pt x="148" y="141"/>
                      <a:pt x="147" y="141"/>
                    </a:cubicBezTo>
                    <a:cubicBezTo>
                      <a:pt x="147" y="141"/>
                      <a:pt x="148" y="141"/>
                      <a:pt x="148" y="141"/>
                    </a:cubicBezTo>
                    <a:cubicBezTo>
                      <a:pt x="148" y="141"/>
                      <a:pt x="148" y="142"/>
                      <a:pt x="148" y="141"/>
                    </a:cubicBezTo>
                    <a:cubicBezTo>
                      <a:pt x="148" y="141"/>
                      <a:pt x="148" y="142"/>
                      <a:pt x="148" y="141"/>
                    </a:cubicBezTo>
                    <a:cubicBezTo>
                      <a:pt x="148" y="141"/>
                      <a:pt x="148" y="140"/>
                      <a:pt x="148" y="141"/>
                    </a:cubicBezTo>
                    <a:cubicBezTo>
                      <a:pt x="148" y="141"/>
                      <a:pt x="148" y="141"/>
                      <a:pt x="148" y="141"/>
                    </a:cubicBezTo>
                    <a:cubicBezTo>
                      <a:pt x="148" y="141"/>
                      <a:pt x="149" y="141"/>
                      <a:pt x="148" y="141"/>
                    </a:cubicBezTo>
                    <a:cubicBezTo>
                      <a:pt x="148" y="141"/>
                      <a:pt x="149" y="141"/>
                      <a:pt x="148" y="141"/>
                    </a:cubicBezTo>
                    <a:cubicBezTo>
                      <a:pt x="149" y="140"/>
                      <a:pt x="148" y="140"/>
                      <a:pt x="149" y="140"/>
                    </a:cubicBezTo>
                    <a:cubicBezTo>
                      <a:pt x="149" y="140"/>
                      <a:pt x="149" y="139"/>
                      <a:pt x="149" y="139"/>
                    </a:cubicBezTo>
                    <a:cubicBezTo>
                      <a:pt x="150" y="138"/>
                      <a:pt x="150" y="138"/>
                      <a:pt x="150" y="138"/>
                    </a:cubicBezTo>
                    <a:cubicBezTo>
                      <a:pt x="150" y="138"/>
                      <a:pt x="149" y="138"/>
                      <a:pt x="149" y="138"/>
                    </a:cubicBezTo>
                    <a:cubicBezTo>
                      <a:pt x="150" y="138"/>
                      <a:pt x="150" y="137"/>
                      <a:pt x="150" y="137"/>
                    </a:cubicBezTo>
                    <a:cubicBezTo>
                      <a:pt x="150" y="138"/>
                      <a:pt x="151" y="137"/>
                      <a:pt x="150" y="137"/>
                    </a:cubicBezTo>
                    <a:cubicBezTo>
                      <a:pt x="149" y="138"/>
                      <a:pt x="150" y="136"/>
                      <a:pt x="149" y="137"/>
                    </a:cubicBezTo>
                    <a:cubicBezTo>
                      <a:pt x="149" y="136"/>
                      <a:pt x="149" y="136"/>
                      <a:pt x="150" y="136"/>
                    </a:cubicBezTo>
                    <a:cubicBezTo>
                      <a:pt x="150" y="137"/>
                      <a:pt x="150" y="137"/>
                      <a:pt x="150" y="136"/>
                    </a:cubicBezTo>
                    <a:cubicBezTo>
                      <a:pt x="150" y="136"/>
                      <a:pt x="150" y="136"/>
                      <a:pt x="150" y="136"/>
                    </a:cubicBezTo>
                    <a:cubicBezTo>
                      <a:pt x="150" y="137"/>
                      <a:pt x="149" y="137"/>
                      <a:pt x="150" y="136"/>
                    </a:cubicBezTo>
                    <a:cubicBezTo>
                      <a:pt x="150" y="137"/>
                      <a:pt x="149" y="136"/>
                      <a:pt x="150" y="136"/>
                    </a:cubicBezTo>
                    <a:cubicBezTo>
                      <a:pt x="150" y="135"/>
                      <a:pt x="150" y="135"/>
                      <a:pt x="150" y="136"/>
                    </a:cubicBezTo>
                    <a:cubicBezTo>
                      <a:pt x="150" y="136"/>
                      <a:pt x="150" y="136"/>
                      <a:pt x="150" y="136"/>
                    </a:cubicBezTo>
                    <a:cubicBezTo>
                      <a:pt x="149" y="137"/>
                      <a:pt x="150" y="137"/>
                      <a:pt x="150" y="136"/>
                    </a:cubicBezTo>
                    <a:cubicBezTo>
                      <a:pt x="151" y="136"/>
                      <a:pt x="150" y="136"/>
                      <a:pt x="150" y="135"/>
                    </a:cubicBezTo>
                    <a:cubicBezTo>
                      <a:pt x="150" y="136"/>
                      <a:pt x="149" y="136"/>
                      <a:pt x="150" y="135"/>
                    </a:cubicBezTo>
                    <a:cubicBezTo>
                      <a:pt x="150" y="135"/>
                      <a:pt x="150" y="135"/>
                      <a:pt x="150" y="135"/>
                    </a:cubicBezTo>
                    <a:cubicBezTo>
                      <a:pt x="150" y="135"/>
                      <a:pt x="150" y="134"/>
                      <a:pt x="151" y="135"/>
                    </a:cubicBezTo>
                    <a:cubicBezTo>
                      <a:pt x="152" y="134"/>
                      <a:pt x="152" y="134"/>
                      <a:pt x="152" y="134"/>
                    </a:cubicBezTo>
                    <a:cubicBezTo>
                      <a:pt x="152" y="134"/>
                      <a:pt x="152" y="134"/>
                      <a:pt x="152" y="134"/>
                    </a:cubicBezTo>
                    <a:cubicBezTo>
                      <a:pt x="152" y="134"/>
                      <a:pt x="152" y="134"/>
                      <a:pt x="152" y="133"/>
                    </a:cubicBezTo>
                    <a:cubicBezTo>
                      <a:pt x="153" y="134"/>
                      <a:pt x="152" y="133"/>
                      <a:pt x="152" y="133"/>
                    </a:cubicBezTo>
                    <a:cubicBezTo>
                      <a:pt x="152" y="133"/>
                      <a:pt x="152" y="134"/>
                      <a:pt x="152" y="133"/>
                    </a:cubicBezTo>
                    <a:cubicBezTo>
                      <a:pt x="153" y="133"/>
                      <a:pt x="153" y="132"/>
                      <a:pt x="153" y="132"/>
                    </a:cubicBezTo>
                    <a:cubicBezTo>
                      <a:pt x="153" y="133"/>
                      <a:pt x="154" y="132"/>
                      <a:pt x="153" y="132"/>
                    </a:cubicBezTo>
                    <a:cubicBezTo>
                      <a:pt x="154" y="134"/>
                      <a:pt x="154" y="132"/>
                      <a:pt x="154" y="132"/>
                    </a:cubicBezTo>
                    <a:cubicBezTo>
                      <a:pt x="154" y="132"/>
                      <a:pt x="154" y="131"/>
                      <a:pt x="153" y="132"/>
                    </a:cubicBezTo>
                    <a:cubicBezTo>
                      <a:pt x="153" y="132"/>
                      <a:pt x="153" y="131"/>
                      <a:pt x="153" y="131"/>
                    </a:cubicBezTo>
                    <a:cubicBezTo>
                      <a:pt x="153" y="131"/>
                      <a:pt x="153" y="131"/>
                      <a:pt x="153" y="131"/>
                    </a:cubicBezTo>
                    <a:cubicBezTo>
                      <a:pt x="153" y="131"/>
                      <a:pt x="154" y="132"/>
                      <a:pt x="153" y="131"/>
                    </a:cubicBezTo>
                    <a:cubicBezTo>
                      <a:pt x="152" y="130"/>
                      <a:pt x="153" y="130"/>
                      <a:pt x="153" y="131"/>
                    </a:cubicBezTo>
                    <a:cubicBezTo>
                      <a:pt x="153" y="131"/>
                      <a:pt x="153" y="131"/>
                      <a:pt x="153" y="130"/>
                    </a:cubicBezTo>
                    <a:cubicBezTo>
                      <a:pt x="153" y="131"/>
                      <a:pt x="153" y="130"/>
                      <a:pt x="153" y="130"/>
                    </a:cubicBezTo>
                    <a:cubicBezTo>
                      <a:pt x="153" y="130"/>
                      <a:pt x="153" y="130"/>
                      <a:pt x="153" y="130"/>
                    </a:cubicBezTo>
                    <a:cubicBezTo>
                      <a:pt x="153" y="130"/>
                      <a:pt x="154" y="129"/>
                      <a:pt x="154" y="129"/>
                    </a:cubicBezTo>
                    <a:cubicBezTo>
                      <a:pt x="154" y="129"/>
                      <a:pt x="154" y="129"/>
                      <a:pt x="154" y="128"/>
                    </a:cubicBezTo>
                    <a:cubicBezTo>
                      <a:pt x="155" y="128"/>
                      <a:pt x="155" y="127"/>
                      <a:pt x="156" y="128"/>
                    </a:cubicBezTo>
                    <a:cubicBezTo>
                      <a:pt x="156" y="126"/>
                      <a:pt x="156" y="127"/>
                      <a:pt x="156" y="127"/>
                    </a:cubicBezTo>
                    <a:cubicBezTo>
                      <a:pt x="156" y="127"/>
                      <a:pt x="156" y="126"/>
                      <a:pt x="155" y="126"/>
                    </a:cubicBezTo>
                    <a:cubicBezTo>
                      <a:pt x="155" y="127"/>
                      <a:pt x="155" y="126"/>
                      <a:pt x="155" y="126"/>
                    </a:cubicBezTo>
                    <a:cubicBezTo>
                      <a:pt x="155" y="125"/>
                      <a:pt x="154" y="125"/>
                      <a:pt x="154" y="126"/>
                    </a:cubicBezTo>
                    <a:cubicBezTo>
                      <a:pt x="155" y="126"/>
                      <a:pt x="154" y="126"/>
                      <a:pt x="154" y="126"/>
                    </a:cubicBezTo>
                    <a:cubicBezTo>
                      <a:pt x="154" y="125"/>
                      <a:pt x="154" y="125"/>
                      <a:pt x="154" y="125"/>
                    </a:cubicBezTo>
                    <a:cubicBezTo>
                      <a:pt x="153" y="124"/>
                      <a:pt x="153" y="126"/>
                      <a:pt x="153" y="125"/>
                    </a:cubicBezTo>
                    <a:cubicBezTo>
                      <a:pt x="153" y="125"/>
                      <a:pt x="152" y="125"/>
                      <a:pt x="152" y="125"/>
                    </a:cubicBezTo>
                    <a:cubicBezTo>
                      <a:pt x="153" y="126"/>
                      <a:pt x="152" y="126"/>
                      <a:pt x="152" y="126"/>
                    </a:cubicBezTo>
                    <a:cubicBezTo>
                      <a:pt x="153" y="126"/>
                      <a:pt x="153" y="126"/>
                      <a:pt x="153" y="126"/>
                    </a:cubicBezTo>
                    <a:cubicBezTo>
                      <a:pt x="152" y="127"/>
                      <a:pt x="151" y="126"/>
                      <a:pt x="152" y="126"/>
                    </a:cubicBezTo>
                    <a:cubicBezTo>
                      <a:pt x="152" y="126"/>
                      <a:pt x="152" y="127"/>
                      <a:pt x="152" y="126"/>
                    </a:cubicBezTo>
                    <a:cubicBezTo>
                      <a:pt x="152" y="124"/>
                      <a:pt x="152" y="125"/>
                      <a:pt x="151" y="126"/>
                    </a:cubicBezTo>
                    <a:cubicBezTo>
                      <a:pt x="151" y="126"/>
                      <a:pt x="151" y="126"/>
                      <a:pt x="151" y="126"/>
                    </a:cubicBezTo>
                    <a:cubicBezTo>
                      <a:pt x="151" y="126"/>
                      <a:pt x="151" y="124"/>
                      <a:pt x="151" y="125"/>
                    </a:cubicBezTo>
                    <a:cubicBezTo>
                      <a:pt x="152" y="124"/>
                      <a:pt x="150" y="127"/>
                      <a:pt x="152" y="125"/>
                    </a:cubicBezTo>
                    <a:cubicBezTo>
                      <a:pt x="151" y="124"/>
                      <a:pt x="152" y="125"/>
                      <a:pt x="151" y="125"/>
                    </a:cubicBezTo>
                    <a:cubicBezTo>
                      <a:pt x="151" y="127"/>
                      <a:pt x="151" y="123"/>
                      <a:pt x="152" y="124"/>
                    </a:cubicBezTo>
                    <a:cubicBezTo>
                      <a:pt x="152" y="123"/>
                      <a:pt x="152" y="123"/>
                      <a:pt x="151" y="123"/>
                    </a:cubicBezTo>
                    <a:cubicBezTo>
                      <a:pt x="151" y="124"/>
                      <a:pt x="152" y="123"/>
                      <a:pt x="152" y="124"/>
                    </a:cubicBezTo>
                    <a:cubicBezTo>
                      <a:pt x="151" y="123"/>
                      <a:pt x="153" y="123"/>
                      <a:pt x="153" y="123"/>
                    </a:cubicBezTo>
                    <a:cubicBezTo>
                      <a:pt x="153" y="122"/>
                      <a:pt x="152" y="124"/>
                      <a:pt x="152" y="123"/>
                    </a:cubicBezTo>
                    <a:cubicBezTo>
                      <a:pt x="153" y="124"/>
                      <a:pt x="153" y="123"/>
                      <a:pt x="153" y="123"/>
                    </a:cubicBezTo>
                    <a:cubicBezTo>
                      <a:pt x="154" y="123"/>
                      <a:pt x="154" y="122"/>
                      <a:pt x="154" y="123"/>
                    </a:cubicBezTo>
                    <a:cubicBezTo>
                      <a:pt x="154" y="123"/>
                      <a:pt x="155" y="122"/>
                      <a:pt x="154" y="122"/>
                    </a:cubicBezTo>
                    <a:cubicBezTo>
                      <a:pt x="154" y="123"/>
                      <a:pt x="155" y="122"/>
                      <a:pt x="155" y="122"/>
                    </a:cubicBezTo>
                    <a:cubicBezTo>
                      <a:pt x="156" y="122"/>
                      <a:pt x="155" y="121"/>
                      <a:pt x="156" y="121"/>
                    </a:cubicBezTo>
                    <a:cubicBezTo>
                      <a:pt x="156" y="122"/>
                      <a:pt x="156" y="121"/>
                      <a:pt x="156" y="122"/>
                    </a:cubicBezTo>
                    <a:cubicBezTo>
                      <a:pt x="156" y="120"/>
                      <a:pt x="156" y="122"/>
                      <a:pt x="156" y="121"/>
                    </a:cubicBezTo>
                    <a:cubicBezTo>
                      <a:pt x="156" y="122"/>
                      <a:pt x="156" y="121"/>
                      <a:pt x="156" y="121"/>
                    </a:cubicBezTo>
                    <a:cubicBezTo>
                      <a:pt x="156" y="121"/>
                      <a:pt x="156" y="122"/>
                      <a:pt x="156" y="121"/>
                    </a:cubicBezTo>
                    <a:cubicBezTo>
                      <a:pt x="157" y="121"/>
                      <a:pt x="157" y="121"/>
                      <a:pt x="157" y="120"/>
                    </a:cubicBezTo>
                    <a:cubicBezTo>
                      <a:pt x="156" y="119"/>
                      <a:pt x="157" y="119"/>
                      <a:pt x="157" y="119"/>
                    </a:cubicBezTo>
                    <a:cubicBezTo>
                      <a:pt x="155" y="119"/>
                      <a:pt x="156" y="120"/>
                      <a:pt x="155" y="119"/>
                    </a:cubicBezTo>
                    <a:cubicBezTo>
                      <a:pt x="154" y="119"/>
                      <a:pt x="154" y="120"/>
                      <a:pt x="155" y="120"/>
                    </a:cubicBezTo>
                    <a:cubicBezTo>
                      <a:pt x="154" y="121"/>
                      <a:pt x="154" y="119"/>
                      <a:pt x="154" y="120"/>
                    </a:cubicBezTo>
                    <a:cubicBezTo>
                      <a:pt x="154" y="120"/>
                      <a:pt x="155" y="120"/>
                      <a:pt x="155" y="120"/>
                    </a:cubicBezTo>
                    <a:cubicBezTo>
                      <a:pt x="156" y="118"/>
                      <a:pt x="155" y="119"/>
                      <a:pt x="154" y="119"/>
                    </a:cubicBezTo>
                    <a:cubicBezTo>
                      <a:pt x="155" y="119"/>
                      <a:pt x="155" y="119"/>
                      <a:pt x="155" y="119"/>
                    </a:cubicBezTo>
                    <a:cubicBezTo>
                      <a:pt x="154" y="119"/>
                      <a:pt x="156" y="118"/>
                      <a:pt x="155" y="119"/>
                    </a:cubicBezTo>
                    <a:cubicBezTo>
                      <a:pt x="155" y="117"/>
                      <a:pt x="155" y="119"/>
                      <a:pt x="155" y="118"/>
                    </a:cubicBezTo>
                    <a:cubicBezTo>
                      <a:pt x="155" y="119"/>
                      <a:pt x="155" y="118"/>
                      <a:pt x="156" y="118"/>
                    </a:cubicBezTo>
                    <a:cubicBezTo>
                      <a:pt x="156" y="119"/>
                      <a:pt x="155" y="119"/>
                      <a:pt x="156" y="119"/>
                    </a:cubicBezTo>
                    <a:cubicBezTo>
                      <a:pt x="156" y="119"/>
                      <a:pt x="156" y="118"/>
                      <a:pt x="156" y="118"/>
                    </a:cubicBezTo>
                    <a:cubicBezTo>
                      <a:pt x="156" y="118"/>
                      <a:pt x="156" y="119"/>
                      <a:pt x="157" y="118"/>
                    </a:cubicBezTo>
                    <a:cubicBezTo>
                      <a:pt x="157" y="119"/>
                      <a:pt x="157" y="119"/>
                      <a:pt x="157" y="119"/>
                    </a:cubicBezTo>
                    <a:cubicBezTo>
                      <a:pt x="157" y="118"/>
                      <a:pt x="156" y="118"/>
                      <a:pt x="157" y="118"/>
                    </a:cubicBezTo>
                    <a:cubicBezTo>
                      <a:pt x="158" y="118"/>
                      <a:pt x="158" y="117"/>
                      <a:pt x="157" y="117"/>
                    </a:cubicBezTo>
                    <a:cubicBezTo>
                      <a:pt x="158" y="118"/>
                      <a:pt x="157" y="118"/>
                      <a:pt x="157" y="118"/>
                    </a:cubicBezTo>
                    <a:cubicBezTo>
                      <a:pt x="158" y="118"/>
                      <a:pt x="157" y="119"/>
                      <a:pt x="158" y="118"/>
                    </a:cubicBezTo>
                    <a:cubicBezTo>
                      <a:pt x="158" y="118"/>
                      <a:pt x="158" y="117"/>
                      <a:pt x="158" y="117"/>
                    </a:cubicBezTo>
                    <a:cubicBezTo>
                      <a:pt x="158" y="118"/>
                      <a:pt x="157" y="118"/>
                      <a:pt x="157" y="117"/>
                    </a:cubicBezTo>
                    <a:cubicBezTo>
                      <a:pt x="158" y="117"/>
                      <a:pt x="159" y="116"/>
                      <a:pt x="159" y="117"/>
                    </a:cubicBezTo>
                    <a:cubicBezTo>
                      <a:pt x="159" y="117"/>
                      <a:pt x="159" y="117"/>
                      <a:pt x="159" y="116"/>
                    </a:cubicBezTo>
                    <a:cubicBezTo>
                      <a:pt x="159" y="116"/>
                      <a:pt x="159" y="116"/>
                      <a:pt x="158" y="116"/>
                    </a:cubicBezTo>
                    <a:cubicBezTo>
                      <a:pt x="158" y="114"/>
                      <a:pt x="159" y="117"/>
                      <a:pt x="159" y="116"/>
                    </a:cubicBezTo>
                    <a:cubicBezTo>
                      <a:pt x="159" y="116"/>
                      <a:pt x="159" y="116"/>
                      <a:pt x="159" y="115"/>
                    </a:cubicBezTo>
                    <a:cubicBezTo>
                      <a:pt x="159" y="114"/>
                      <a:pt x="159" y="116"/>
                      <a:pt x="159" y="115"/>
                    </a:cubicBezTo>
                    <a:cubicBezTo>
                      <a:pt x="159" y="114"/>
                      <a:pt x="159" y="115"/>
                      <a:pt x="159" y="115"/>
                    </a:cubicBezTo>
                    <a:cubicBezTo>
                      <a:pt x="158" y="116"/>
                      <a:pt x="158" y="115"/>
                      <a:pt x="158" y="115"/>
                    </a:cubicBezTo>
                    <a:cubicBezTo>
                      <a:pt x="158" y="116"/>
                      <a:pt x="158" y="116"/>
                      <a:pt x="158" y="115"/>
                    </a:cubicBezTo>
                    <a:cubicBezTo>
                      <a:pt x="158" y="115"/>
                      <a:pt x="158" y="115"/>
                      <a:pt x="157" y="115"/>
                    </a:cubicBezTo>
                    <a:cubicBezTo>
                      <a:pt x="157" y="116"/>
                      <a:pt x="157" y="116"/>
                      <a:pt x="157" y="116"/>
                    </a:cubicBezTo>
                    <a:cubicBezTo>
                      <a:pt x="157" y="115"/>
                      <a:pt x="157" y="115"/>
                      <a:pt x="157" y="115"/>
                    </a:cubicBezTo>
                    <a:cubicBezTo>
                      <a:pt x="156" y="115"/>
                      <a:pt x="157" y="114"/>
                      <a:pt x="156" y="114"/>
                    </a:cubicBezTo>
                    <a:cubicBezTo>
                      <a:pt x="157" y="114"/>
                      <a:pt x="157" y="114"/>
                      <a:pt x="157" y="114"/>
                    </a:cubicBezTo>
                    <a:cubicBezTo>
                      <a:pt x="157" y="115"/>
                      <a:pt x="157" y="114"/>
                      <a:pt x="157" y="114"/>
                    </a:cubicBezTo>
                    <a:cubicBezTo>
                      <a:pt x="157" y="116"/>
                      <a:pt x="157" y="114"/>
                      <a:pt x="156" y="114"/>
                    </a:cubicBezTo>
                    <a:cubicBezTo>
                      <a:pt x="156" y="114"/>
                      <a:pt x="156" y="113"/>
                      <a:pt x="156" y="113"/>
                    </a:cubicBezTo>
                    <a:cubicBezTo>
                      <a:pt x="156" y="114"/>
                      <a:pt x="156" y="114"/>
                      <a:pt x="156" y="113"/>
                    </a:cubicBezTo>
                    <a:cubicBezTo>
                      <a:pt x="155" y="112"/>
                      <a:pt x="156" y="111"/>
                      <a:pt x="156" y="113"/>
                    </a:cubicBezTo>
                    <a:cubicBezTo>
                      <a:pt x="156" y="112"/>
                      <a:pt x="155" y="112"/>
                      <a:pt x="155" y="112"/>
                    </a:cubicBezTo>
                    <a:cubicBezTo>
                      <a:pt x="156" y="112"/>
                      <a:pt x="156" y="111"/>
                      <a:pt x="156" y="112"/>
                    </a:cubicBezTo>
                    <a:cubicBezTo>
                      <a:pt x="156" y="111"/>
                      <a:pt x="156" y="111"/>
                      <a:pt x="156" y="113"/>
                    </a:cubicBezTo>
                    <a:cubicBezTo>
                      <a:pt x="156" y="112"/>
                      <a:pt x="156" y="113"/>
                      <a:pt x="156" y="113"/>
                    </a:cubicBezTo>
                    <a:cubicBezTo>
                      <a:pt x="157" y="114"/>
                      <a:pt x="157" y="111"/>
                      <a:pt x="156" y="112"/>
                    </a:cubicBezTo>
                    <a:cubicBezTo>
                      <a:pt x="156" y="113"/>
                      <a:pt x="158" y="112"/>
                      <a:pt x="158" y="112"/>
                    </a:cubicBezTo>
                    <a:cubicBezTo>
                      <a:pt x="158" y="112"/>
                      <a:pt x="157" y="111"/>
                      <a:pt x="157" y="111"/>
                    </a:cubicBezTo>
                    <a:cubicBezTo>
                      <a:pt x="156" y="112"/>
                      <a:pt x="158" y="112"/>
                      <a:pt x="158" y="111"/>
                    </a:cubicBezTo>
                    <a:cubicBezTo>
                      <a:pt x="157" y="111"/>
                      <a:pt x="159" y="111"/>
                      <a:pt x="159" y="110"/>
                    </a:cubicBezTo>
                    <a:cubicBezTo>
                      <a:pt x="159" y="111"/>
                      <a:pt x="158" y="111"/>
                      <a:pt x="159" y="110"/>
                    </a:cubicBezTo>
                    <a:cubicBezTo>
                      <a:pt x="158" y="110"/>
                      <a:pt x="159" y="108"/>
                      <a:pt x="159" y="109"/>
                    </a:cubicBezTo>
                    <a:cubicBezTo>
                      <a:pt x="159" y="110"/>
                      <a:pt x="159" y="109"/>
                      <a:pt x="159" y="108"/>
                    </a:cubicBezTo>
                    <a:cubicBezTo>
                      <a:pt x="159" y="109"/>
                      <a:pt x="160" y="109"/>
                      <a:pt x="159" y="108"/>
                    </a:cubicBezTo>
                    <a:cubicBezTo>
                      <a:pt x="159" y="108"/>
                      <a:pt x="159" y="107"/>
                      <a:pt x="159" y="108"/>
                    </a:cubicBezTo>
                    <a:cubicBezTo>
                      <a:pt x="158" y="106"/>
                      <a:pt x="157" y="107"/>
                      <a:pt x="158" y="107"/>
                    </a:cubicBezTo>
                    <a:cubicBezTo>
                      <a:pt x="158" y="108"/>
                      <a:pt x="157" y="106"/>
                      <a:pt x="157" y="107"/>
                    </a:cubicBezTo>
                    <a:cubicBezTo>
                      <a:pt x="157" y="107"/>
                      <a:pt x="157" y="107"/>
                      <a:pt x="157" y="107"/>
                    </a:cubicBezTo>
                    <a:cubicBezTo>
                      <a:pt x="157" y="107"/>
                      <a:pt x="157" y="109"/>
                      <a:pt x="157" y="107"/>
                    </a:cubicBezTo>
                    <a:cubicBezTo>
                      <a:pt x="156" y="107"/>
                      <a:pt x="156" y="107"/>
                      <a:pt x="157" y="108"/>
                    </a:cubicBezTo>
                    <a:cubicBezTo>
                      <a:pt x="156" y="107"/>
                      <a:pt x="156" y="107"/>
                      <a:pt x="156" y="108"/>
                    </a:cubicBezTo>
                    <a:cubicBezTo>
                      <a:pt x="156" y="108"/>
                      <a:pt x="156" y="108"/>
                      <a:pt x="156" y="109"/>
                    </a:cubicBezTo>
                    <a:cubicBezTo>
                      <a:pt x="156" y="107"/>
                      <a:pt x="156" y="109"/>
                      <a:pt x="155" y="108"/>
                    </a:cubicBezTo>
                    <a:cubicBezTo>
                      <a:pt x="155" y="108"/>
                      <a:pt x="156" y="107"/>
                      <a:pt x="156" y="108"/>
                    </a:cubicBezTo>
                    <a:cubicBezTo>
                      <a:pt x="155" y="107"/>
                      <a:pt x="156" y="107"/>
                      <a:pt x="155" y="107"/>
                    </a:cubicBezTo>
                    <a:cubicBezTo>
                      <a:pt x="156" y="108"/>
                      <a:pt x="157" y="106"/>
                      <a:pt x="157" y="105"/>
                    </a:cubicBezTo>
                    <a:cubicBezTo>
                      <a:pt x="156" y="105"/>
                      <a:pt x="157" y="105"/>
                      <a:pt x="156" y="105"/>
                    </a:cubicBezTo>
                    <a:cubicBezTo>
                      <a:pt x="155" y="105"/>
                      <a:pt x="157" y="105"/>
                      <a:pt x="156" y="105"/>
                    </a:cubicBezTo>
                    <a:cubicBezTo>
                      <a:pt x="156" y="105"/>
                      <a:pt x="156" y="105"/>
                      <a:pt x="155" y="104"/>
                    </a:cubicBezTo>
                    <a:cubicBezTo>
                      <a:pt x="155" y="104"/>
                      <a:pt x="156" y="104"/>
                      <a:pt x="155" y="105"/>
                    </a:cubicBezTo>
                    <a:cubicBezTo>
                      <a:pt x="156" y="104"/>
                      <a:pt x="155" y="104"/>
                      <a:pt x="155" y="105"/>
                    </a:cubicBezTo>
                    <a:cubicBezTo>
                      <a:pt x="155" y="104"/>
                      <a:pt x="156" y="105"/>
                      <a:pt x="155" y="105"/>
                    </a:cubicBezTo>
                    <a:cubicBezTo>
                      <a:pt x="156" y="106"/>
                      <a:pt x="155" y="104"/>
                      <a:pt x="156" y="105"/>
                    </a:cubicBezTo>
                    <a:cubicBezTo>
                      <a:pt x="155" y="106"/>
                      <a:pt x="156" y="108"/>
                      <a:pt x="155" y="106"/>
                    </a:cubicBezTo>
                    <a:cubicBezTo>
                      <a:pt x="156" y="105"/>
                      <a:pt x="154" y="106"/>
                      <a:pt x="155" y="105"/>
                    </a:cubicBezTo>
                    <a:cubicBezTo>
                      <a:pt x="155" y="105"/>
                      <a:pt x="155" y="106"/>
                      <a:pt x="155" y="105"/>
                    </a:cubicBezTo>
                    <a:cubicBezTo>
                      <a:pt x="155" y="105"/>
                      <a:pt x="154" y="105"/>
                      <a:pt x="154" y="105"/>
                    </a:cubicBezTo>
                    <a:cubicBezTo>
                      <a:pt x="153" y="104"/>
                      <a:pt x="154" y="106"/>
                      <a:pt x="153" y="105"/>
                    </a:cubicBezTo>
                    <a:cubicBezTo>
                      <a:pt x="154" y="105"/>
                      <a:pt x="153" y="105"/>
                      <a:pt x="153" y="106"/>
                    </a:cubicBezTo>
                    <a:cubicBezTo>
                      <a:pt x="153" y="105"/>
                      <a:pt x="153" y="106"/>
                      <a:pt x="153" y="105"/>
                    </a:cubicBezTo>
                    <a:cubicBezTo>
                      <a:pt x="153" y="106"/>
                      <a:pt x="152" y="106"/>
                      <a:pt x="152" y="106"/>
                    </a:cubicBezTo>
                    <a:cubicBezTo>
                      <a:pt x="153" y="106"/>
                      <a:pt x="153" y="107"/>
                      <a:pt x="153" y="107"/>
                    </a:cubicBezTo>
                    <a:cubicBezTo>
                      <a:pt x="153" y="107"/>
                      <a:pt x="152" y="105"/>
                      <a:pt x="152" y="106"/>
                    </a:cubicBezTo>
                    <a:cubicBezTo>
                      <a:pt x="152" y="107"/>
                      <a:pt x="153" y="106"/>
                      <a:pt x="152" y="106"/>
                    </a:cubicBezTo>
                    <a:cubicBezTo>
                      <a:pt x="152" y="108"/>
                      <a:pt x="151" y="108"/>
                      <a:pt x="151" y="107"/>
                    </a:cubicBezTo>
                    <a:cubicBezTo>
                      <a:pt x="150" y="106"/>
                      <a:pt x="151" y="105"/>
                      <a:pt x="151" y="106"/>
                    </a:cubicBezTo>
                    <a:cubicBezTo>
                      <a:pt x="151" y="106"/>
                      <a:pt x="151" y="106"/>
                      <a:pt x="151" y="106"/>
                    </a:cubicBezTo>
                    <a:cubicBezTo>
                      <a:pt x="151" y="106"/>
                      <a:pt x="151" y="106"/>
                      <a:pt x="151" y="106"/>
                    </a:cubicBezTo>
                    <a:cubicBezTo>
                      <a:pt x="152" y="106"/>
                      <a:pt x="152" y="105"/>
                      <a:pt x="151" y="106"/>
                    </a:cubicBezTo>
                    <a:cubicBezTo>
                      <a:pt x="151" y="106"/>
                      <a:pt x="151" y="106"/>
                      <a:pt x="151" y="106"/>
                    </a:cubicBezTo>
                    <a:cubicBezTo>
                      <a:pt x="152" y="105"/>
                      <a:pt x="151" y="107"/>
                      <a:pt x="152" y="106"/>
                    </a:cubicBezTo>
                    <a:cubicBezTo>
                      <a:pt x="151" y="106"/>
                      <a:pt x="151" y="105"/>
                      <a:pt x="152" y="106"/>
                    </a:cubicBezTo>
                    <a:cubicBezTo>
                      <a:pt x="151" y="106"/>
                      <a:pt x="152" y="106"/>
                      <a:pt x="152" y="106"/>
                    </a:cubicBezTo>
                    <a:cubicBezTo>
                      <a:pt x="152" y="105"/>
                      <a:pt x="151" y="107"/>
                      <a:pt x="152" y="106"/>
                    </a:cubicBezTo>
                    <a:cubicBezTo>
                      <a:pt x="151" y="107"/>
                      <a:pt x="152" y="105"/>
                      <a:pt x="152" y="106"/>
                    </a:cubicBezTo>
                    <a:cubicBezTo>
                      <a:pt x="152" y="106"/>
                      <a:pt x="152" y="105"/>
                      <a:pt x="152" y="106"/>
                    </a:cubicBezTo>
                    <a:cubicBezTo>
                      <a:pt x="151" y="106"/>
                      <a:pt x="153" y="107"/>
                      <a:pt x="152" y="106"/>
                    </a:cubicBezTo>
                    <a:cubicBezTo>
                      <a:pt x="152" y="106"/>
                      <a:pt x="152" y="105"/>
                      <a:pt x="152" y="106"/>
                    </a:cubicBezTo>
                    <a:cubicBezTo>
                      <a:pt x="151" y="106"/>
                      <a:pt x="151" y="105"/>
                      <a:pt x="152" y="106"/>
                    </a:cubicBezTo>
                    <a:cubicBezTo>
                      <a:pt x="152" y="106"/>
                      <a:pt x="152" y="106"/>
                      <a:pt x="152" y="106"/>
                    </a:cubicBezTo>
                    <a:cubicBezTo>
                      <a:pt x="152" y="106"/>
                      <a:pt x="152" y="108"/>
                      <a:pt x="152" y="106"/>
                    </a:cubicBezTo>
                    <a:cubicBezTo>
                      <a:pt x="152" y="106"/>
                      <a:pt x="152" y="107"/>
                      <a:pt x="152" y="106"/>
                    </a:cubicBezTo>
                    <a:cubicBezTo>
                      <a:pt x="152" y="107"/>
                      <a:pt x="152" y="106"/>
                      <a:pt x="152" y="106"/>
                    </a:cubicBezTo>
                    <a:cubicBezTo>
                      <a:pt x="152" y="104"/>
                      <a:pt x="152" y="107"/>
                      <a:pt x="152" y="106"/>
                    </a:cubicBezTo>
                    <a:cubicBezTo>
                      <a:pt x="153" y="106"/>
                      <a:pt x="152" y="106"/>
                      <a:pt x="152" y="105"/>
                    </a:cubicBezTo>
                    <a:cubicBezTo>
                      <a:pt x="152" y="105"/>
                      <a:pt x="152" y="106"/>
                      <a:pt x="152" y="105"/>
                    </a:cubicBezTo>
                    <a:cubicBezTo>
                      <a:pt x="152" y="105"/>
                      <a:pt x="152" y="105"/>
                      <a:pt x="152" y="105"/>
                    </a:cubicBezTo>
                    <a:cubicBezTo>
                      <a:pt x="152" y="104"/>
                      <a:pt x="151" y="105"/>
                      <a:pt x="152" y="105"/>
                    </a:cubicBezTo>
                    <a:cubicBezTo>
                      <a:pt x="152" y="104"/>
                      <a:pt x="151" y="105"/>
                      <a:pt x="151" y="105"/>
                    </a:cubicBezTo>
                    <a:cubicBezTo>
                      <a:pt x="151" y="105"/>
                      <a:pt x="152" y="104"/>
                      <a:pt x="151" y="105"/>
                    </a:cubicBezTo>
                    <a:cubicBezTo>
                      <a:pt x="151" y="104"/>
                      <a:pt x="150" y="106"/>
                      <a:pt x="150" y="105"/>
                    </a:cubicBezTo>
                    <a:cubicBezTo>
                      <a:pt x="150" y="105"/>
                      <a:pt x="150" y="104"/>
                      <a:pt x="150" y="105"/>
                    </a:cubicBezTo>
                    <a:cubicBezTo>
                      <a:pt x="149" y="105"/>
                      <a:pt x="149" y="106"/>
                      <a:pt x="150" y="105"/>
                    </a:cubicBezTo>
                    <a:cubicBezTo>
                      <a:pt x="150" y="105"/>
                      <a:pt x="150" y="104"/>
                      <a:pt x="150" y="104"/>
                    </a:cubicBezTo>
                    <a:cubicBezTo>
                      <a:pt x="150" y="106"/>
                      <a:pt x="150" y="104"/>
                      <a:pt x="150" y="104"/>
                    </a:cubicBezTo>
                    <a:cubicBezTo>
                      <a:pt x="150" y="104"/>
                      <a:pt x="150" y="106"/>
                      <a:pt x="150" y="104"/>
                    </a:cubicBezTo>
                    <a:cubicBezTo>
                      <a:pt x="151" y="104"/>
                      <a:pt x="150" y="104"/>
                      <a:pt x="150" y="104"/>
                    </a:cubicBezTo>
                    <a:cubicBezTo>
                      <a:pt x="151" y="103"/>
                      <a:pt x="150" y="104"/>
                      <a:pt x="151" y="104"/>
                    </a:cubicBezTo>
                    <a:cubicBezTo>
                      <a:pt x="150" y="102"/>
                      <a:pt x="150" y="104"/>
                      <a:pt x="151" y="104"/>
                    </a:cubicBezTo>
                    <a:cubicBezTo>
                      <a:pt x="151" y="104"/>
                      <a:pt x="150" y="104"/>
                      <a:pt x="150" y="104"/>
                    </a:cubicBezTo>
                    <a:cubicBezTo>
                      <a:pt x="151" y="104"/>
                      <a:pt x="150" y="104"/>
                      <a:pt x="150" y="104"/>
                    </a:cubicBezTo>
                    <a:cubicBezTo>
                      <a:pt x="150" y="103"/>
                      <a:pt x="150" y="104"/>
                      <a:pt x="150" y="104"/>
                    </a:cubicBezTo>
                    <a:cubicBezTo>
                      <a:pt x="150" y="104"/>
                      <a:pt x="150" y="104"/>
                      <a:pt x="150" y="103"/>
                    </a:cubicBezTo>
                    <a:cubicBezTo>
                      <a:pt x="149" y="103"/>
                      <a:pt x="150" y="103"/>
                      <a:pt x="150" y="103"/>
                    </a:cubicBezTo>
                    <a:cubicBezTo>
                      <a:pt x="150" y="103"/>
                      <a:pt x="150" y="103"/>
                      <a:pt x="150" y="103"/>
                    </a:cubicBezTo>
                    <a:cubicBezTo>
                      <a:pt x="150" y="103"/>
                      <a:pt x="149" y="104"/>
                      <a:pt x="149" y="103"/>
                    </a:cubicBezTo>
                    <a:cubicBezTo>
                      <a:pt x="150" y="103"/>
                      <a:pt x="150" y="104"/>
                      <a:pt x="149" y="103"/>
                    </a:cubicBezTo>
                    <a:cubicBezTo>
                      <a:pt x="149" y="103"/>
                      <a:pt x="149" y="104"/>
                      <a:pt x="149" y="103"/>
                    </a:cubicBezTo>
                    <a:cubicBezTo>
                      <a:pt x="150" y="103"/>
                      <a:pt x="150" y="103"/>
                      <a:pt x="149" y="103"/>
                    </a:cubicBezTo>
                    <a:cubicBezTo>
                      <a:pt x="150" y="103"/>
                      <a:pt x="149" y="103"/>
                      <a:pt x="149" y="103"/>
                    </a:cubicBezTo>
                    <a:cubicBezTo>
                      <a:pt x="150" y="102"/>
                      <a:pt x="149" y="104"/>
                      <a:pt x="149" y="103"/>
                    </a:cubicBezTo>
                    <a:cubicBezTo>
                      <a:pt x="150" y="102"/>
                      <a:pt x="150" y="104"/>
                      <a:pt x="150" y="104"/>
                    </a:cubicBezTo>
                    <a:cubicBezTo>
                      <a:pt x="150" y="103"/>
                      <a:pt x="149" y="103"/>
                      <a:pt x="149" y="104"/>
                    </a:cubicBezTo>
                    <a:cubicBezTo>
                      <a:pt x="149" y="104"/>
                      <a:pt x="148" y="105"/>
                      <a:pt x="149" y="104"/>
                    </a:cubicBezTo>
                    <a:cubicBezTo>
                      <a:pt x="150" y="103"/>
                      <a:pt x="149" y="105"/>
                      <a:pt x="149" y="104"/>
                    </a:cubicBezTo>
                    <a:cubicBezTo>
                      <a:pt x="148" y="105"/>
                      <a:pt x="149" y="104"/>
                      <a:pt x="149" y="104"/>
                    </a:cubicBezTo>
                    <a:cubicBezTo>
                      <a:pt x="149" y="104"/>
                      <a:pt x="149" y="105"/>
                      <a:pt x="149" y="104"/>
                    </a:cubicBezTo>
                    <a:cubicBezTo>
                      <a:pt x="149" y="104"/>
                      <a:pt x="149" y="103"/>
                      <a:pt x="149" y="104"/>
                    </a:cubicBezTo>
                    <a:cubicBezTo>
                      <a:pt x="149" y="104"/>
                      <a:pt x="150" y="104"/>
                      <a:pt x="149" y="104"/>
                    </a:cubicBezTo>
                    <a:cubicBezTo>
                      <a:pt x="149" y="103"/>
                      <a:pt x="149" y="104"/>
                      <a:pt x="149" y="104"/>
                    </a:cubicBezTo>
                    <a:cubicBezTo>
                      <a:pt x="149" y="103"/>
                      <a:pt x="149" y="103"/>
                      <a:pt x="149" y="103"/>
                    </a:cubicBezTo>
                    <a:cubicBezTo>
                      <a:pt x="148" y="104"/>
                      <a:pt x="148" y="101"/>
                      <a:pt x="148" y="102"/>
                    </a:cubicBezTo>
                    <a:cubicBezTo>
                      <a:pt x="149" y="102"/>
                      <a:pt x="149" y="102"/>
                      <a:pt x="149" y="102"/>
                    </a:cubicBezTo>
                    <a:cubicBezTo>
                      <a:pt x="148" y="102"/>
                      <a:pt x="148" y="101"/>
                      <a:pt x="148" y="102"/>
                    </a:cubicBezTo>
                    <a:cubicBezTo>
                      <a:pt x="147" y="102"/>
                      <a:pt x="147" y="102"/>
                      <a:pt x="148" y="102"/>
                    </a:cubicBezTo>
                    <a:cubicBezTo>
                      <a:pt x="148" y="102"/>
                      <a:pt x="148" y="101"/>
                      <a:pt x="148" y="102"/>
                    </a:cubicBezTo>
                    <a:cubicBezTo>
                      <a:pt x="148" y="102"/>
                      <a:pt x="147" y="102"/>
                      <a:pt x="148" y="102"/>
                    </a:cubicBezTo>
                    <a:cubicBezTo>
                      <a:pt x="148" y="102"/>
                      <a:pt x="147" y="102"/>
                      <a:pt x="148" y="102"/>
                    </a:cubicBezTo>
                    <a:cubicBezTo>
                      <a:pt x="148" y="101"/>
                      <a:pt x="147" y="102"/>
                      <a:pt x="148" y="102"/>
                    </a:cubicBezTo>
                    <a:cubicBezTo>
                      <a:pt x="148" y="102"/>
                      <a:pt x="147" y="103"/>
                      <a:pt x="148" y="102"/>
                    </a:cubicBezTo>
                    <a:cubicBezTo>
                      <a:pt x="148" y="101"/>
                      <a:pt x="148" y="103"/>
                      <a:pt x="148" y="102"/>
                    </a:cubicBezTo>
                    <a:cubicBezTo>
                      <a:pt x="148" y="102"/>
                      <a:pt x="148" y="102"/>
                      <a:pt x="148" y="102"/>
                    </a:cubicBezTo>
                    <a:cubicBezTo>
                      <a:pt x="148" y="103"/>
                      <a:pt x="148" y="102"/>
                      <a:pt x="148" y="102"/>
                    </a:cubicBezTo>
                    <a:cubicBezTo>
                      <a:pt x="148" y="103"/>
                      <a:pt x="148" y="103"/>
                      <a:pt x="148" y="103"/>
                    </a:cubicBezTo>
                    <a:cubicBezTo>
                      <a:pt x="148" y="102"/>
                      <a:pt x="148" y="104"/>
                      <a:pt x="148" y="103"/>
                    </a:cubicBezTo>
                    <a:cubicBezTo>
                      <a:pt x="148" y="103"/>
                      <a:pt x="147" y="103"/>
                      <a:pt x="147" y="102"/>
                    </a:cubicBezTo>
                    <a:cubicBezTo>
                      <a:pt x="147" y="101"/>
                      <a:pt x="147" y="102"/>
                      <a:pt x="148" y="102"/>
                    </a:cubicBezTo>
                    <a:cubicBezTo>
                      <a:pt x="147" y="103"/>
                      <a:pt x="147" y="101"/>
                      <a:pt x="147" y="102"/>
                    </a:cubicBezTo>
                    <a:cubicBezTo>
                      <a:pt x="147" y="102"/>
                      <a:pt x="147" y="102"/>
                      <a:pt x="147" y="102"/>
                    </a:cubicBezTo>
                    <a:cubicBezTo>
                      <a:pt x="148" y="101"/>
                      <a:pt x="147" y="101"/>
                      <a:pt x="147" y="101"/>
                    </a:cubicBezTo>
                    <a:cubicBezTo>
                      <a:pt x="147" y="101"/>
                      <a:pt x="147" y="101"/>
                      <a:pt x="147" y="101"/>
                    </a:cubicBezTo>
                    <a:cubicBezTo>
                      <a:pt x="147" y="101"/>
                      <a:pt x="147" y="101"/>
                      <a:pt x="147" y="101"/>
                    </a:cubicBezTo>
                    <a:cubicBezTo>
                      <a:pt x="147" y="101"/>
                      <a:pt x="146" y="100"/>
                      <a:pt x="147" y="100"/>
                    </a:cubicBezTo>
                    <a:cubicBezTo>
                      <a:pt x="147" y="99"/>
                      <a:pt x="148" y="100"/>
                      <a:pt x="147" y="100"/>
                    </a:cubicBezTo>
                    <a:cubicBezTo>
                      <a:pt x="147" y="99"/>
                      <a:pt x="147" y="99"/>
                      <a:pt x="147" y="99"/>
                    </a:cubicBezTo>
                    <a:cubicBezTo>
                      <a:pt x="147" y="99"/>
                      <a:pt x="147" y="99"/>
                      <a:pt x="147" y="99"/>
                    </a:cubicBezTo>
                    <a:cubicBezTo>
                      <a:pt x="147" y="100"/>
                      <a:pt x="147" y="99"/>
                      <a:pt x="147" y="99"/>
                    </a:cubicBezTo>
                    <a:cubicBezTo>
                      <a:pt x="147" y="98"/>
                      <a:pt x="147" y="99"/>
                      <a:pt x="147" y="99"/>
                    </a:cubicBezTo>
                    <a:cubicBezTo>
                      <a:pt x="147" y="98"/>
                      <a:pt x="147" y="99"/>
                      <a:pt x="147" y="98"/>
                    </a:cubicBezTo>
                    <a:cubicBezTo>
                      <a:pt x="148" y="97"/>
                      <a:pt x="148" y="97"/>
                      <a:pt x="148" y="97"/>
                    </a:cubicBezTo>
                    <a:cubicBezTo>
                      <a:pt x="148" y="97"/>
                      <a:pt x="148" y="97"/>
                      <a:pt x="148" y="97"/>
                    </a:cubicBezTo>
                    <a:cubicBezTo>
                      <a:pt x="148" y="97"/>
                      <a:pt x="149" y="97"/>
                      <a:pt x="148" y="96"/>
                    </a:cubicBezTo>
                    <a:cubicBezTo>
                      <a:pt x="148" y="96"/>
                      <a:pt x="148" y="95"/>
                      <a:pt x="148" y="96"/>
                    </a:cubicBezTo>
                    <a:cubicBezTo>
                      <a:pt x="148" y="95"/>
                      <a:pt x="148" y="95"/>
                      <a:pt x="149" y="96"/>
                    </a:cubicBezTo>
                    <a:cubicBezTo>
                      <a:pt x="148" y="96"/>
                      <a:pt x="148" y="97"/>
                      <a:pt x="148" y="97"/>
                    </a:cubicBezTo>
                    <a:cubicBezTo>
                      <a:pt x="149" y="96"/>
                      <a:pt x="147" y="97"/>
                      <a:pt x="148" y="97"/>
                    </a:cubicBezTo>
                    <a:cubicBezTo>
                      <a:pt x="149" y="98"/>
                      <a:pt x="149" y="97"/>
                      <a:pt x="149" y="98"/>
                    </a:cubicBezTo>
                    <a:cubicBezTo>
                      <a:pt x="149" y="98"/>
                      <a:pt x="150" y="99"/>
                      <a:pt x="150" y="98"/>
                    </a:cubicBezTo>
                    <a:cubicBezTo>
                      <a:pt x="150" y="98"/>
                      <a:pt x="150" y="99"/>
                      <a:pt x="151" y="98"/>
                    </a:cubicBezTo>
                    <a:cubicBezTo>
                      <a:pt x="151" y="98"/>
                      <a:pt x="151" y="98"/>
                      <a:pt x="151" y="97"/>
                    </a:cubicBezTo>
                    <a:cubicBezTo>
                      <a:pt x="151" y="97"/>
                      <a:pt x="151" y="98"/>
                      <a:pt x="152" y="97"/>
                    </a:cubicBezTo>
                    <a:cubicBezTo>
                      <a:pt x="152" y="96"/>
                      <a:pt x="152" y="96"/>
                      <a:pt x="151" y="96"/>
                    </a:cubicBezTo>
                    <a:cubicBezTo>
                      <a:pt x="151" y="96"/>
                      <a:pt x="151" y="96"/>
                      <a:pt x="152" y="96"/>
                    </a:cubicBezTo>
                    <a:cubicBezTo>
                      <a:pt x="152" y="95"/>
                      <a:pt x="152" y="96"/>
                      <a:pt x="152" y="96"/>
                    </a:cubicBezTo>
                    <a:cubicBezTo>
                      <a:pt x="152" y="96"/>
                      <a:pt x="152" y="95"/>
                      <a:pt x="152" y="95"/>
                    </a:cubicBezTo>
                    <a:cubicBezTo>
                      <a:pt x="153" y="96"/>
                      <a:pt x="152" y="96"/>
                      <a:pt x="153" y="95"/>
                    </a:cubicBezTo>
                    <a:cubicBezTo>
                      <a:pt x="153" y="93"/>
                      <a:pt x="151" y="96"/>
                      <a:pt x="152" y="95"/>
                    </a:cubicBezTo>
                    <a:cubicBezTo>
                      <a:pt x="152" y="95"/>
                      <a:pt x="152" y="96"/>
                      <a:pt x="151" y="95"/>
                    </a:cubicBezTo>
                    <a:cubicBezTo>
                      <a:pt x="152" y="94"/>
                      <a:pt x="152" y="94"/>
                      <a:pt x="152" y="94"/>
                    </a:cubicBezTo>
                    <a:cubicBezTo>
                      <a:pt x="152" y="95"/>
                      <a:pt x="152" y="94"/>
                      <a:pt x="152" y="94"/>
                    </a:cubicBezTo>
                    <a:cubicBezTo>
                      <a:pt x="152" y="93"/>
                      <a:pt x="153" y="94"/>
                      <a:pt x="153" y="93"/>
                    </a:cubicBezTo>
                    <a:cubicBezTo>
                      <a:pt x="153" y="92"/>
                      <a:pt x="152" y="93"/>
                      <a:pt x="152" y="93"/>
                    </a:cubicBezTo>
                    <a:cubicBezTo>
                      <a:pt x="152" y="92"/>
                      <a:pt x="151" y="91"/>
                      <a:pt x="152" y="92"/>
                    </a:cubicBezTo>
                    <a:cubicBezTo>
                      <a:pt x="152" y="91"/>
                      <a:pt x="151" y="92"/>
                      <a:pt x="151" y="91"/>
                    </a:cubicBezTo>
                    <a:cubicBezTo>
                      <a:pt x="152" y="92"/>
                      <a:pt x="151" y="91"/>
                      <a:pt x="151" y="91"/>
                    </a:cubicBezTo>
                    <a:cubicBezTo>
                      <a:pt x="151" y="91"/>
                      <a:pt x="151" y="90"/>
                      <a:pt x="151" y="90"/>
                    </a:cubicBezTo>
                    <a:cubicBezTo>
                      <a:pt x="150" y="91"/>
                      <a:pt x="151" y="91"/>
                      <a:pt x="150" y="90"/>
                    </a:cubicBezTo>
                    <a:cubicBezTo>
                      <a:pt x="150" y="91"/>
                      <a:pt x="151" y="90"/>
                      <a:pt x="150" y="90"/>
                    </a:cubicBezTo>
                    <a:cubicBezTo>
                      <a:pt x="149" y="89"/>
                      <a:pt x="149" y="89"/>
                      <a:pt x="150" y="89"/>
                    </a:cubicBezTo>
                    <a:cubicBezTo>
                      <a:pt x="150" y="90"/>
                      <a:pt x="150" y="89"/>
                      <a:pt x="149" y="89"/>
                    </a:cubicBezTo>
                    <a:cubicBezTo>
                      <a:pt x="149" y="88"/>
                      <a:pt x="149" y="89"/>
                      <a:pt x="149" y="89"/>
                    </a:cubicBezTo>
                    <a:cubicBezTo>
                      <a:pt x="148" y="89"/>
                      <a:pt x="149" y="89"/>
                      <a:pt x="149" y="89"/>
                    </a:cubicBezTo>
                    <a:cubicBezTo>
                      <a:pt x="149" y="88"/>
                      <a:pt x="149" y="88"/>
                      <a:pt x="149" y="88"/>
                    </a:cubicBezTo>
                    <a:cubicBezTo>
                      <a:pt x="149" y="88"/>
                      <a:pt x="149" y="89"/>
                      <a:pt x="149" y="89"/>
                    </a:cubicBezTo>
                    <a:cubicBezTo>
                      <a:pt x="149" y="88"/>
                      <a:pt x="149" y="89"/>
                      <a:pt x="149" y="88"/>
                    </a:cubicBezTo>
                    <a:cubicBezTo>
                      <a:pt x="149" y="89"/>
                      <a:pt x="149" y="88"/>
                      <a:pt x="149" y="88"/>
                    </a:cubicBezTo>
                    <a:cubicBezTo>
                      <a:pt x="149" y="88"/>
                      <a:pt x="149" y="89"/>
                      <a:pt x="149" y="88"/>
                    </a:cubicBezTo>
                    <a:cubicBezTo>
                      <a:pt x="150" y="88"/>
                      <a:pt x="149" y="88"/>
                      <a:pt x="149" y="88"/>
                    </a:cubicBezTo>
                    <a:cubicBezTo>
                      <a:pt x="150" y="87"/>
                      <a:pt x="150" y="88"/>
                      <a:pt x="149" y="88"/>
                    </a:cubicBezTo>
                    <a:cubicBezTo>
                      <a:pt x="149" y="88"/>
                      <a:pt x="149" y="88"/>
                      <a:pt x="149" y="87"/>
                    </a:cubicBezTo>
                    <a:cubicBezTo>
                      <a:pt x="150" y="86"/>
                      <a:pt x="149" y="86"/>
                      <a:pt x="149" y="86"/>
                    </a:cubicBezTo>
                    <a:cubicBezTo>
                      <a:pt x="150" y="86"/>
                      <a:pt x="149" y="87"/>
                      <a:pt x="150" y="88"/>
                    </a:cubicBezTo>
                    <a:cubicBezTo>
                      <a:pt x="149" y="88"/>
                      <a:pt x="150" y="87"/>
                      <a:pt x="150" y="87"/>
                    </a:cubicBezTo>
                    <a:cubicBezTo>
                      <a:pt x="150" y="87"/>
                      <a:pt x="150" y="88"/>
                      <a:pt x="151" y="88"/>
                    </a:cubicBezTo>
                    <a:cubicBezTo>
                      <a:pt x="151" y="87"/>
                      <a:pt x="151" y="87"/>
                      <a:pt x="150" y="87"/>
                    </a:cubicBezTo>
                    <a:cubicBezTo>
                      <a:pt x="150" y="87"/>
                      <a:pt x="150" y="87"/>
                      <a:pt x="150" y="87"/>
                    </a:cubicBezTo>
                    <a:cubicBezTo>
                      <a:pt x="150" y="86"/>
                      <a:pt x="149" y="87"/>
                      <a:pt x="150" y="86"/>
                    </a:cubicBezTo>
                    <a:cubicBezTo>
                      <a:pt x="150" y="87"/>
                      <a:pt x="150" y="86"/>
                      <a:pt x="150" y="86"/>
                    </a:cubicBezTo>
                    <a:cubicBezTo>
                      <a:pt x="150" y="86"/>
                      <a:pt x="150" y="86"/>
                      <a:pt x="150" y="86"/>
                    </a:cubicBezTo>
                    <a:cubicBezTo>
                      <a:pt x="150" y="85"/>
                      <a:pt x="149" y="86"/>
                      <a:pt x="149" y="86"/>
                    </a:cubicBezTo>
                    <a:cubicBezTo>
                      <a:pt x="149" y="85"/>
                      <a:pt x="149" y="85"/>
                      <a:pt x="149" y="85"/>
                    </a:cubicBezTo>
                    <a:cubicBezTo>
                      <a:pt x="149" y="85"/>
                      <a:pt x="149" y="85"/>
                      <a:pt x="149" y="85"/>
                    </a:cubicBezTo>
                    <a:cubicBezTo>
                      <a:pt x="149" y="84"/>
                      <a:pt x="149" y="84"/>
                      <a:pt x="148" y="85"/>
                    </a:cubicBezTo>
                    <a:cubicBezTo>
                      <a:pt x="148" y="85"/>
                      <a:pt x="148" y="85"/>
                      <a:pt x="148" y="85"/>
                    </a:cubicBezTo>
                    <a:cubicBezTo>
                      <a:pt x="149" y="85"/>
                      <a:pt x="149" y="85"/>
                      <a:pt x="149" y="85"/>
                    </a:cubicBezTo>
                    <a:cubicBezTo>
                      <a:pt x="149" y="84"/>
                      <a:pt x="149" y="84"/>
                      <a:pt x="149" y="84"/>
                    </a:cubicBezTo>
                    <a:cubicBezTo>
                      <a:pt x="149" y="84"/>
                      <a:pt x="149" y="84"/>
                      <a:pt x="149" y="84"/>
                    </a:cubicBezTo>
                    <a:cubicBezTo>
                      <a:pt x="149" y="83"/>
                      <a:pt x="148" y="83"/>
                      <a:pt x="148" y="84"/>
                    </a:cubicBezTo>
                    <a:cubicBezTo>
                      <a:pt x="148" y="83"/>
                      <a:pt x="148" y="83"/>
                      <a:pt x="148" y="84"/>
                    </a:cubicBezTo>
                    <a:cubicBezTo>
                      <a:pt x="147" y="83"/>
                      <a:pt x="147" y="83"/>
                      <a:pt x="147" y="83"/>
                    </a:cubicBezTo>
                    <a:cubicBezTo>
                      <a:pt x="148" y="83"/>
                      <a:pt x="148" y="83"/>
                      <a:pt x="147" y="83"/>
                    </a:cubicBezTo>
                    <a:cubicBezTo>
                      <a:pt x="147" y="83"/>
                      <a:pt x="147" y="83"/>
                      <a:pt x="147" y="83"/>
                    </a:cubicBezTo>
                    <a:cubicBezTo>
                      <a:pt x="148" y="83"/>
                      <a:pt x="148" y="83"/>
                      <a:pt x="148" y="83"/>
                    </a:cubicBezTo>
                    <a:cubicBezTo>
                      <a:pt x="148" y="83"/>
                      <a:pt x="148" y="83"/>
                      <a:pt x="148" y="83"/>
                    </a:cubicBezTo>
                    <a:cubicBezTo>
                      <a:pt x="148" y="83"/>
                      <a:pt x="149" y="83"/>
                      <a:pt x="148" y="83"/>
                    </a:cubicBezTo>
                    <a:cubicBezTo>
                      <a:pt x="148" y="83"/>
                      <a:pt x="148" y="83"/>
                      <a:pt x="148" y="83"/>
                    </a:cubicBezTo>
                    <a:cubicBezTo>
                      <a:pt x="148" y="82"/>
                      <a:pt x="148" y="82"/>
                      <a:pt x="148" y="82"/>
                    </a:cubicBezTo>
                    <a:cubicBezTo>
                      <a:pt x="148" y="82"/>
                      <a:pt x="148" y="82"/>
                      <a:pt x="148" y="82"/>
                    </a:cubicBezTo>
                    <a:cubicBezTo>
                      <a:pt x="148" y="82"/>
                      <a:pt x="148" y="82"/>
                      <a:pt x="148" y="82"/>
                    </a:cubicBezTo>
                    <a:cubicBezTo>
                      <a:pt x="148" y="82"/>
                      <a:pt x="148" y="82"/>
                      <a:pt x="148" y="82"/>
                    </a:cubicBezTo>
                    <a:cubicBezTo>
                      <a:pt x="147" y="82"/>
                      <a:pt x="147" y="82"/>
                      <a:pt x="147" y="82"/>
                    </a:cubicBezTo>
                    <a:cubicBezTo>
                      <a:pt x="147" y="82"/>
                      <a:pt x="147" y="82"/>
                      <a:pt x="147" y="82"/>
                    </a:cubicBezTo>
                    <a:cubicBezTo>
                      <a:pt x="148" y="82"/>
                      <a:pt x="148" y="82"/>
                      <a:pt x="148" y="82"/>
                    </a:cubicBezTo>
                    <a:cubicBezTo>
                      <a:pt x="148" y="82"/>
                      <a:pt x="148" y="82"/>
                      <a:pt x="148" y="82"/>
                    </a:cubicBezTo>
                    <a:cubicBezTo>
                      <a:pt x="148" y="82"/>
                      <a:pt x="148" y="82"/>
                      <a:pt x="148" y="82"/>
                    </a:cubicBezTo>
                    <a:cubicBezTo>
                      <a:pt x="149" y="82"/>
                      <a:pt x="148" y="82"/>
                      <a:pt x="149" y="82"/>
                    </a:cubicBezTo>
                    <a:cubicBezTo>
                      <a:pt x="148" y="82"/>
                      <a:pt x="150" y="82"/>
                      <a:pt x="149" y="81"/>
                    </a:cubicBezTo>
                    <a:cubicBezTo>
                      <a:pt x="149" y="81"/>
                      <a:pt x="149" y="81"/>
                      <a:pt x="149" y="81"/>
                    </a:cubicBezTo>
                    <a:cubicBezTo>
                      <a:pt x="149" y="81"/>
                      <a:pt x="149" y="82"/>
                      <a:pt x="149" y="81"/>
                    </a:cubicBezTo>
                    <a:cubicBezTo>
                      <a:pt x="150" y="82"/>
                      <a:pt x="150" y="80"/>
                      <a:pt x="150" y="81"/>
                    </a:cubicBezTo>
                    <a:cubicBezTo>
                      <a:pt x="149" y="80"/>
                      <a:pt x="150" y="80"/>
                      <a:pt x="150" y="80"/>
                    </a:cubicBezTo>
                    <a:cubicBezTo>
                      <a:pt x="149" y="81"/>
                      <a:pt x="150" y="81"/>
                      <a:pt x="150" y="80"/>
                    </a:cubicBezTo>
                    <a:cubicBezTo>
                      <a:pt x="150" y="81"/>
                      <a:pt x="150" y="80"/>
                      <a:pt x="150" y="80"/>
                    </a:cubicBezTo>
                    <a:cubicBezTo>
                      <a:pt x="150" y="80"/>
                      <a:pt x="150" y="81"/>
                      <a:pt x="150" y="80"/>
                    </a:cubicBezTo>
                    <a:cubicBezTo>
                      <a:pt x="150" y="80"/>
                      <a:pt x="150" y="80"/>
                      <a:pt x="150" y="80"/>
                    </a:cubicBezTo>
                    <a:cubicBezTo>
                      <a:pt x="149" y="80"/>
                      <a:pt x="149" y="80"/>
                      <a:pt x="149" y="80"/>
                    </a:cubicBezTo>
                    <a:cubicBezTo>
                      <a:pt x="149" y="80"/>
                      <a:pt x="149" y="80"/>
                      <a:pt x="149" y="80"/>
                    </a:cubicBezTo>
                    <a:cubicBezTo>
                      <a:pt x="149" y="80"/>
                      <a:pt x="149" y="80"/>
                      <a:pt x="149" y="80"/>
                    </a:cubicBezTo>
                    <a:cubicBezTo>
                      <a:pt x="150" y="81"/>
                      <a:pt x="148" y="80"/>
                      <a:pt x="148" y="80"/>
                    </a:cubicBezTo>
                    <a:cubicBezTo>
                      <a:pt x="149" y="80"/>
                      <a:pt x="148" y="81"/>
                      <a:pt x="148" y="80"/>
                    </a:cubicBezTo>
                    <a:cubicBezTo>
                      <a:pt x="149" y="79"/>
                      <a:pt x="148" y="79"/>
                      <a:pt x="148" y="79"/>
                    </a:cubicBezTo>
                    <a:cubicBezTo>
                      <a:pt x="148" y="79"/>
                      <a:pt x="148" y="79"/>
                      <a:pt x="149" y="79"/>
                    </a:cubicBezTo>
                    <a:cubicBezTo>
                      <a:pt x="150" y="78"/>
                      <a:pt x="148" y="78"/>
                      <a:pt x="149" y="78"/>
                    </a:cubicBezTo>
                    <a:cubicBezTo>
                      <a:pt x="148" y="78"/>
                      <a:pt x="149" y="77"/>
                      <a:pt x="149" y="78"/>
                    </a:cubicBezTo>
                    <a:cubicBezTo>
                      <a:pt x="149" y="78"/>
                      <a:pt x="149" y="78"/>
                      <a:pt x="149" y="78"/>
                    </a:cubicBezTo>
                    <a:cubicBezTo>
                      <a:pt x="149" y="78"/>
                      <a:pt x="149" y="78"/>
                      <a:pt x="149" y="78"/>
                    </a:cubicBezTo>
                    <a:cubicBezTo>
                      <a:pt x="149" y="78"/>
                      <a:pt x="149" y="78"/>
                      <a:pt x="148" y="78"/>
                    </a:cubicBezTo>
                    <a:cubicBezTo>
                      <a:pt x="149" y="77"/>
                      <a:pt x="148" y="78"/>
                      <a:pt x="148" y="78"/>
                    </a:cubicBezTo>
                    <a:cubicBezTo>
                      <a:pt x="148" y="78"/>
                      <a:pt x="148" y="78"/>
                      <a:pt x="148" y="78"/>
                    </a:cubicBezTo>
                    <a:cubicBezTo>
                      <a:pt x="147" y="78"/>
                      <a:pt x="147" y="78"/>
                      <a:pt x="147" y="78"/>
                    </a:cubicBezTo>
                    <a:cubicBezTo>
                      <a:pt x="148" y="78"/>
                      <a:pt x="148" y="78"/>
                      <a:pt x="148" y="78"/>
                    </a:cubicBezTo>
                    <a:cubicBezTo>
                      <a:pt x="148" y="77"/>
                      <a:pt x="148" y="77"/>
                      <a:pt x="148" y="77"/>
                    </a:cubicBezTo>
                    <a:cubicBezTo>
                      <a:pt x="148" y="77"/>
                      <a:pt x="148" y="77"/>
                      <a:pt x="148" y="77"/>
                    </a:cubicBezTo>
                    <a:cubicBezTo>
                      <a:pt x="148" y="77"/>
                      <a:pt x="148" y="77"/>
                      <a:pt x="148" y="77"/>
                    </a:cubicBezTo>
                    <a:cubicBezTo>
                      <a:pt x="146" y="78"/>
                      <a:pt x="148" y="77"/>
                      <a:pt x="147" y="77"/>
                    </a:cubicBezTo>
                    <a:cubicBezTo>
                      <a:pt x="146" y="77"/>
                      <a:pt x="147" y="76"/>
                      <a:pt x="147" y="76"/>
                    </a:cubicBezTo>
                    <a:cubicBezTo>
                      <a:pt x="147" y="76"/>
                      <a:pt x="147" y="76"/>
                      <a:pt x="147" y="76"/>
                    </a:cubicBezTo>
                    <a:cubicBezTo>
                      <a:pt x="147" y="76"/>
                      <a:pt x="147" y="76"/>
                      <a:pt x="147" y="76"/>
                    </a:cubicBezTo>
                    <a:cubicBezTo>
                      <a:pt x="147" y="76"/>
                      <a:pt x="147" y="76"/>
                      <a:pt x="147" y="76"/>
                    </a:cubicBezTo>
                    <a:cubicBezTo>
                      <a:pt x="147" y="75"/>
                      <a:pt x="147" y="75"/>
                      <a:pt x="147" y="75"/>
                    </a:cubicBezTo>
                    <a:cubicBezTo>
                      <a:pt x="147" y="75"/>
                      <a:pt x="147" y="75"/>
                      <a:pt x="147" y="75"/>
                    </a:cubicBezTo>
                    <a:cubicBezTo>
                      <a:pt x="147" y="75"/>
                      <a:pt x="147" y="75"/>
                      <a:pt x="147" y="75"/>
                    </a:cubicBezTo>
                    <a:cubicBezTo>
                      <a:pt x="147" y="75"/>
                      <a:pt x="147" y="75"/>
                      <a:pt x="147" y="75"/>
                    </a:cubicBezTo>
                    <a:cubicBezTo>
                      <a:pt x="147" y="75"/>
                      <a:pt x="147" y="75"/>
                      <a:pt x="147" y="75"/>
                    </a:cubicBezTo>
                    <a:cubicBezTo>
                      <a:pt x="146" y="74"/>
                      <a:pt x="146" y="74"/>
                      <a:pt x="146" y="74"/>
                    </a:cubicBezTo>
                    <a:cubicBezTo>
                      <a:pt x="146" y="74"/>
                      <a:pt x="146" y="74"/>
                      <a:pt x="146" y="74"/>
                    </a:cubicBezTo>
                    <a:cubicBezTo>
                      <a:pt x="146" y="75"/>
                      <a:pt x="146" y="75"/>
                      <a:pt x="146" y="75"/>
                    </a:cubicBezTo>
                    <a:cubicBezTo>
                      <a:pt x="146" y="75"/>
                      <a:pt x="146" y="75"/>
                      <a:pt x="146" y="75"/>
                    </a:cubicBezTo>
                    <a:cubicBezTo>
                      <a:pt x="146" y="75"/>
                      <a:pt x="146" y="75"/>
                      <a:pt x="146" y="75"/>
                    </a:cubicBezTo>
                    <a:cubicBezTo>
                      <a:pt x="146" y="75"/>
                      <a:pt x="146" y="75"/>
                      <a:pt x="146" y="75"/>
                    </a:cubicBezTo>
                    <a:cubicBezTo>
                      <a:pt x="146" y="75"/>
                      <a:pt x="146" y="74"/>
                      <a:pt x="146" y="74"/>
                    </a:cubicBezTo>
                    <a:cubicBezTo>
                      <a:pt x="145" y="75"/>
                      <a:pt x="145" y="75"/>
                      <a:pt x="145" y="75"/>
                    </a:cubicBezTo>
                    <a:cubicBezTo>
                      <a:pt x="145" y="75"/>
                      <a:pt x="145" y="75"/>
                      <a:pt x="145" y="75"/>
                    </a:cubicBezTo>
                    <a:cubicBezTo>
                      <a:pt x="145" y="75"/>
                      <a:pt x="145" y="75"/>
                      <a:pt x="145" y="75"/>
                    </a:cubicBezTo>
                    <a:cubicBezTo>
                      <a:pt x="145" y="75"/>
                      <a:pt x="145" y="75"/>
                      <a:pt x="145" y="75"/>
                    </a:cubicBezTo>
                    <a:cubicBezTo>
                      <a:pt x="145" y="74"/>
                      <a:pt x="145" y="74"/>
                      <a:pt x="145" y="74"/>
                    </a:cubicBezTo>
                    <a:cubicBezTo>
                      <a:pt x="146" y="74"/>
                      <a:pt x="146" y="74"/>
                      <a:pt x="146" y="74"/>
                    </a:cubicBezTo>
                    <a:cubicBezTo>
                      <a:pt x="145" y="74"/>
                      <a:pt x="145" y="74"/>
                      <a:pt x="145" y="74"/>
                    </a:cubicBezTo>
                    <a:cubicBezTo>
                      <a:pt x="145" y="74"/>
                      <a:pt x="144" y="75"/>
                      <a:pt x="145" y="74"/>
                    </a:cubicBezTo>
                    <a:cubicBezTo>
                      <a:pt x="145" y="73"/>
                      <a:pt x="145" y="74"/>
                      <a:pt x="145" y="74"/>
                    </a:cubicBezTo>
                    <a:cubicBezTo>
                      <a:pt x="146" y="74"/>
                      <a:pt x="145" y="74"/>
                      <a:pt x="145" y="74"/>
                    </a:cubicBezTo>
                    <a:cubicBezTo>
                      <a:pt x="145" y="74"/>
                      <a:pt x="145" y="74"/>
                      <a:pt x="144" y="73"/>
                    </a:cubicBezTo>
                    <a:cubicBezTo>
                      <a:pt x="145" y="73"/>
                      <a:pt x="145" y="73"/>
                      <a:pt x="145" y="72"/>
                    </a:cubicBezTo>
                    <a:cubicBezTo>
                      <a:pt x="144" y="72"/>
                      <a:pt x="145" y="73"/>
                      <a:pt x="144" y="72"/>
                    </a:cubicBezTo>
                    <a:cubicBezTo>
                      <a:pt x="144" y="72"/>
                      <a:pt x="145" y="72"/>
                      <a:pt x="144" y="71"/>
                    </a:cubicBezTo>
                    <a:cubicBezTo>
                      <a:pt x="145" y="72"/>
                      <a:pt x="146" y="71"/>
                      <a:pt x="146" y="70"/>
                    </a:cubicBezTo>
                    <a:cubicBezTo>
                      <a:pt x="146" y="69"/>
                      <a:pt x="146" y="69"/>
                      <a:pt x="145" y="69"/>
                    </a:cubicBezTo>
                    <a:cubicBezTo>
                      <a:pt x="146" y="67"/>
                      <a:pt x="146" y="67"/>
                      <a:pt x="146" y="68"/>
                    </a:cubicBezTo>
                    <a:cubicBezTo>
                      <a:pt x="146" y="68"/>
                      <a:pt x="145" y="67"/>
                      <a:pt x="146" y="68"/>
                    </a:cubicBezTo>
                    <a:cubicBezTo>
                      <a:pt x="146" y="68"/>
                      <a:pt x="146" y="69"/>
                      <a:pt x="146" y="68"/>
                    </a:cubicBezTo>
                    <a:cubicBezTo>
                      <a:pt x="146" y="67"/>
                      <a:pt x="147" y="66"/>
                      <a:pt x="146" y="67"/>
                    </a:cubicBezTo>
                    <a:cubicBezTo>
                      <a:pt x="146" y="66"/>
                      <a:pt x="146" y="67"/>
                      <a:pt x="145" y="67"/>
                    </a:cubicBezTo>
                    <a:cubicBezTo>
                      <a:pt x="145" y="69"/>
                      <a:pt x="145" y="67"/>
                      <a:pt x="145" y="67"/>
                    </a:cubicBezTo>
                    <a:cubicBezTo>
                      <a:pt x="145" y="68"/>
                      <a:pt x="145" y="68"/>
                      <a:pt x="145" y="68"/>
                    </a:cubicBezTo>
                    <a:cubicBezTo>
                      <a:pt x="144" y="67"/>
                      <a:pt x="142" y="67"/>
                      <a:pt x="144" y="68"/>
                    </a:cubicBezTo>
                    <a:cubicBezTo>
                      <a:pt x="144" y="69"/>
                      <a:pt x="144" y="70"/>
                      <a:pt x="144" y="69"/>
                    </a:cubicBezTo>
                    <a:cubicBezTo>
                      <a:pt x="144" y="69"/>
                      <a:pt x="143" y="71"/>
                      <a:pt x="143" y="70"/>
                    </a:cubicBezTo>
                    <a:cubicBezTo>
                      <a:pt x="143" y="69"/>
                      <a:pt x="143" y="68"/>
                      <a:pt x="144" y="69"/>
                    </a:cubicBezTo>
                    <a:cubicBezTo>
                      <a:pt x="143" y="69"/>
                      <a:pt x="144" y="71"/>
                      <a:pt x="143" y="70"/>
                    </a:cubicBezTo>
                    <a:cubicBezTo>
                      <a:pt x="142" y="70"/>
                      <a:pt x="141" y="69"/>
                      <a:pt x="141" y="70"/>
                    </a:cubicBezTo>
                    <a:cubicBezTo>
                      <a:pt x="141" y="72"/>
                      <a:pt x="141" y="69"/>
                      <a:pt x="142" y="70"/>
                    </a:cubicBezTo>
                    <a:cubicBezTo>
                      <a:pt x="142" y="70"/>
                      <a:pt x="142" y="71"/>
                      <a:pt x="141" y="70"/>
                    </a:cubicBezTo>
                    <a:cubicBezTo>
                      <a:pt x="141" y="70"/>
                      <a:pt x="141" y="71"/>
                      <a:pt x="141" y="70"/>
                    </a:cubicBezTo>
                    <a:cubicBezTo>
                      <a:pt x="142" y="68"/>
                      <a:pt x="141" y="69"/>
                      <a:pt x="141" y="70"/>
                    </a:cubicBezTo>
                    <a:cubicBezTo>
                      <a:pt x="141" y="70"/>
                      <a:pt x="140" y="69"/>
                      <a:pt x="141" y="70"/>
                    </a:cubicBezTo>
                    <a:cubicBezTo>
                      <a:pt x="142" y="69"/>
                      <a:pt x="141" y="68"/>
                      <a:pt x="141" y="69"/>
                    </a:cubicBezTo>
                    <a:cubicBezTo>
                      <a:pt x="141" y="69"/>
                      <a:pt x="142" y="69"/>
                      <a:pt x="141" y="69"/>
                    </a:cubicBezTo>
                    <a:cubicBezTo>
                      <a:pt x="141" y="69"/>
                      <a:pt x="142" y="69"/>
                      <a:pt x="141" y="69"/>
                    </a:cubicBezTo>
                    <a:cubicBezTo>
                      <a:pt x="142" y="68"/>
                      <a:pt x="140" y="70"/>
                      <a:pt x="141" y="69"/>
                    </a:cubicBezTo>
                    <a:cubicBezTo>
                      <a:pt x="141" y="69"/>
                      <a:pt x="141" y="67"/>
                      <a:pt x="140" y="69"/>
                    </a:cubicBezTo>
                    <a:cubicBezTo>
                      <a:pt x="141" y="68"/>
                      <a:pt x="139" y="66"/>
                      <a:pt x="140" y="68"/>
                    </a:cubicBezTo>
                    <a:cubicBezTo>
                      <a:pt x="140" y="67"/>
                      <a:pt x="141" y="69"/>
                      <a:pt x="141" y="68"/>
                    </a:cubicBezTo>
                    <a:cubicBezTo>
                      <a:pt x="142" y="70"/>
                      <a:pt x="142" y="69"/>
                      <a:pt x="142" y="69"/>
                    </a:cubicBezTo>
                    <a:cubicBezTo>
                      <a:pt x="142" y="69"/>
                      <a:pt x="141" y="68"/>
                      <a:pt x="141" y="69"/>
                    </a:cubicBezTo>
                    <a:cubicBezTo>
                      <a:pt x="142" y="70"/>
                      <a:pt x="141" y="68"/>
                      <a:pt x="142" y="69"/>
                    </a:cubicBezTo>
                    <a:cubicBezTo>
                      <a:pt x="142" y="68"/>
                      <a:pt x="141" y="68"/>
                      <a:pt x="142" y="69"/>
                    </a:cubicBezTo>
                    <a:cubicBezTo>
                      <a:pt x="141" y="69"/>
                      <a:pt x="143" y="70"/>
                      <a:pt x="143" y="69"/>
                    </a:cubicBezTo>
                    <a:cubicBezTo>
                      <a:pt x="143" y="68"/>
                      <a:pt x="142" y="67"/>
                      <a:pt x="142" y="68"/>
                    </a:cubicBezTo>
                    <a:cubicBezTo>
                      <a:pt x="143" y="66"/>
                      <a:pt x="143" y="66"/>
                      <a:pt x="143" y="67"/>
                    </a:cubicBezTo>
                    <a:cubicBezTo>
                      <a:pt x="143" y="68"/>
                      <a:pt x="143" y="65"/>
                      <a:pt x="143" y="66"/>
                    </a:cubicBezTo>
                    <a:cubicBezTo>
                      <a:pt x="143" y="65"/>
                      <a:pt x="144" y="65"/>
                      <a:pt x="143" y="66"/>
                    </a:cubicBezTo>
                    <a:cubicBezTo>
                      <a:pt x="143" y="66"/>
                      <a:pt x="144" y="66"/>
                      <a:pt x="143" y="65"/>
                    </a:cubicBezTo>
                    <a:cubicBezTo>
                      <a:pt x="143" y="65"/>
                      <a:pt x="142" y="64"/>
                      <a:pt x="143" y="65"/>
                    </a:cubicBezTo>
                    <a:cubicBezTo>
                      <a:pt x="142" y="65"/>
                      <a:pt x="143" y="64"/>
                      <a:pt x="144" y="65"/>
                    </a:cubicBezTo>
                    <a:cubicBezTo>
                      <a:pt x="144" y="65"/>
                      <a:pt x="142" y="63"/>
                      <a:pt x="143" y="64"/>
                    </a:cubicBezTo>
                    <a:cubicBezTo>
                      <a:pt x="143" y="64"/>
                      <a:pt x="143" y="65"/>
                      <a:pt x="142" y="63"/>
                    </a:cubicBezTo>
                    <a:cubicBezTo>
                      <a:pt x="141" y="63"/>
                      <a:pt x="141" y="61"/>
                      <a:pt x="142" y="63"/>
                    </a:cubicBezTo>
                    <a:cubicBezTo>
                      <a:pt x="141" y="62"/>
                      <a:pt x="142" y="64"/>
                      <a:pt x="142" y="63"/>
                    </a:cubicBezTo>
                    <a:cubicBezTo>
                      <a:pt x="141" y="63"/>
                      <a:pt x="141" y="62"/>
                      <a:pt x="141" y="63"/>
                    </a:cubicBezTo>
                    <a:cubicBezTo>
                      <a:pt x="142" y="62"/>
                      <a:pt x="141" y="63"/>
                      <a:pt x="141" y="62"/>
                    </a:cubicBezTo>
                    <a:cubicBezTo>
                      <a:pt x="142" y="63"/>
                      <a:pt x="141" y="62"/>
                      <a:pt x="141" y="62"/>
                    </a:cubicBezTo>
                    <a:cubicBezTo>
                      <a:pt x="141" y="63"/>
                      <a:pt x="141" y="64"/>
                      <a:pt x="141" y="61"/>
                    </a:cubicBezTo>
                    <a:cubicBezTo>
                      <a:pt x="141" y="61"/>
                      <a:pt x="141" y="61"/>
                      <a:pt x="141" y="61"/>
                    </a:cubicBezTo>
                    <a:cubicBezTo>
                      <a:pt x="140" y="61"/>
                      <a:pt x="141" y="62"/>
                      <a:pt x="141" y="61"/>
                    </a:cubicBezTo>
                    <a:cubicBezTo>
                      <a:pt x="140" y="60"/>
                      <a:pt x="140" y="61"/>
                      <a:pt x="140" y="60"/>
                    </a:cubicBezTo>
                    <a:cubicBezTo>
                      <a:pt x="140" y="60"/>
                      <a:pt x="140" y="60"/>
                      <a:pt x="140" y="58"/>
                    </a:cubicBezTo>
                    <a:cubicBezTo>
                      <a:pt x="140" y="59"/>
                      <a:pt x="140" y="58"/>
                      <a:pt x="140" y="58"/>
                    </a:cubicBezTo>
                    <a:cubicBezTo>
                      <a:pt x="140" y="59"/>
                      <a:pt x="140" y="59"/>
                      <a:pt x="139" y="58"/>
                    </a:cubicBezTo>
                    <a:cubicBezTo>
                      <a:pt x="139" y="58"/>
                      <a:pt x="138" y="56"/>
                      <a:pt x="138" y="57"/>
                    </a:cubicBezTo>
                    <a:cubicBezTo>
                      <a:pt x="137" y="57"/>
                      <a:pt x="138" y="58"/>
                      <a:pt x="138" y="59"/>
                    </a:cubicBezTo>
                    <a:cubicBezTo>
                      <a:pt x="137" y="59"/>
                      <a:pt x="139" y="59"/>
                      <a:pt x="136" y="59"/>
                    </a:cubicBezTo>
                    <a:cubicBezTo>
                      <a:pt x="137" y="60"/>
                      <a:pt x="137" y="60"/>
                      <a:pt x="136" y="59"/>
                    </a:cubicBezTo>
                    <a:cubicBezTo>
                      <a:pt x="136" y="59"/>
                      <a:pt x="136" y="56"/>
                      <a:pt x="137" y="59"/>
                    </a:cubicBezTo>
                    <a:cubicBezTo>
                      <a:pt x="137" y="60"/>
                      <a:pt x="136" y="58"/>
                      <a:pt x="136" y="58"/>
                    </a:cubicBezTo>
                    <a:cubicBezTo>
                      <a:pt x="136" y="57"/>
                      <a:pt x="135" y="58"/>
                      <a:pt x="136" y="58"/>
                    </a:cubicBezTo>
                    <a:cubicBezTo>
                      <a:pt x="135" y="58"/>
                      <a:pt x="135" y="59"/>
                      <a:pt x="136" y="58"/>
                    </a:cubicBezTo>
                    <a:cubicBezTo>
                      <a:pt x="135" y="59"/>
                      <a:pt x="137" y="57"/>
                      <a:pt x="135" y="58"/>
                    </a:cubicBezTo>
                    <a:cubicBezTo>
                      <a:pt x="135" y="58"/>
                      <a:pt x="136" y="56"/>
                      <a:pt x="135" y="58"/>
                    </a:cubicBezTo>
                    <a:cubicBezTo>
                      <a:pt x="135" y="57"/>
                      <a:pt x="135" y="58"/>
                      <a:pt x="135" y="58"/>
                    </a:cubicBezTo>
                    <a:cubicBezTo>
                      <a:pt x="135" y="57"/>
                      <a:pt x="135" y="57"/>
                      <a:pt x="135" y="58"/>
                    </a:cubicBezTo>
                    <a:cubicBezTo>
                      <a:pt x="136" y="59"/>
                      <a:pt x="135" y="56"/>
                      <a:pt x="135" y="57"/>
                    </a:cubicBezTo>
                    <a:cubicBezTo>
                      <a:pt x="135" y="57"/>
                      <a:pt x="135" y="57"/>
                      <a:pt x="135" y="56"/>
                    </a:cubicBezTo>
                    <a:cubicBezTo>
                      <a:pt x="135" y="55"/>
                      <a:pt x="137" y="57"/>
                      <a:pt x="136" y="56"/>
                    </a:cubicBezTo>
                    <a:cubicBezTo>
                      <a:pt x="136" y="54"/>
                      <a:pt x="135" y="55"/>
                      <a:pt x="135" y="56"/>
                    </a:cubicBezTo>
                    <a:cubicBezTo>
                      <a:pt x="135" y="54"/>
                      <a:pt x="136" y="55"/>
                      <a:pt x="136" y="55"/>
                    </a:cubicBezTo>
                    <a:cubicBezTo>
                      <a:pt x="136" y="55"/>
                      <a:pt x="134" y="53"/>
                      <a:pt x="135" y="54"/>
                    </a:cubicBezTo>
                    <a:cubicBezTo>
                      <a:pt x="134" y="54"/>
                      <a:pt x="135" y="53"/>
                      <a:pt x="136" y="54"/>
                    </a:cubicBezTo>
                    <a:cubicBezTo>
                      <a:pt x="135" y="53"/>
                      <a:pt x="134" y="52"/>
                      <a:pt x="135" y="54"/>
                    </a:cubicBezTo>
                    <a:cubicBezTo>
                      <a:pt x="135" y="53"/>
                      <a:pt x="135" y="52"/>
                      <a:pt x="136" y="53"/>
                    </a:cubicBezTo>
                    <a:cubicBezTo>
                      <a:pt x="136" y="54"/>
                      <a:pt x="135" y="52"/>
                      <a:pt x="135" y="52"/>
                    </a:cubicBezTo>
                    <a:cubicBezTo>
                      <a:pt x="135" y="53"/>
                      <a:pt x="135" y="52"/>
                      <a:pt x="135" y="52"/>
                    </a:cubicBezTo>
                    <a:cubicBezTo>
                      <a:pt x="134" y="52"/>
                      <a:pt x="134" y="51"/>
                      <a:pt x="135" y="51"/>
                    </a:cubicBezTo>
                    <a:cubicBezTo>
                      <a:pt x="135" y="50"/>
                      <a:pt x="135" y="51"/>
                      <a:pt x="135" y="50"/>
                    </a:cubicBezTo>
                    <a:cubicBezTo>
                      <a:pt x="135" y="51"/>
                      <a:pt x="135" y="50"/>
                      <a:pt x="136" y="49"/>
                    </a:cubicBezTo>
                    <a:cubicBezTo>
                      <a:pt x="136" y="49"/>
                      <a:pt x="136" y="49"/>
                      <a:pt x="136" y="49"/>
                    </a:cubicBezTo>
                    <a:cubicBezTo>
                      <a:pt x="135" y="47"/>
                      <a:pt x="135" y="48"/>
                      <a:pt x="134" y="48"/>
                    </a:cubicBezTo>
                    <a:cubicBezTo>
                      <a:pt x="134" y="49"/>
                      <a:pt x="134" y="49"/>
                      <a:pt x="134" y="49"/>
                    </a:cubicBezTo>
                    <a:cubicBezTo>
                      <a:pt x="134" y="48"/>
                      <a:pt x="135" y="48"/>
                      <a:pt x="134" y="48"/>
                    </a:cubicBezTo>
                    <a:cubicBezTo>
                      <a:pt x="134" y="48"/>
                      <a:pt x="134" y="48"/>
                      <a:pt x="134" y="48"/>
                    </a:cubicBezTo>
                    <a:cubicBezTo>
                      <a:pt x="133" y="49"/>
                      <a:pt x="134" y="49"/>
                      <a:pt x="133" y="48"/>
                    </a:cubicBezTo>
                    <a:cubicBezTo>
                      <a:pt x="133" y="49"/>
                      <a:pt x="133" y="49"/>
                      <a:pt x="133" y="49"/>
                    </a:cubicBezTo>
                    <a:cubicBezTo>
                      <a:pt x="133" y="49"/>
                      <a:pt x="134" y="47"/>
                      <a:pt x="133" y="48"/>
                    </a:cubicBezTo>
                    <a:cubicBezTo>
                      <a:pt x="133" y="48"/>
                      <a:pt x="132" y="48"/>
                      <a:pt x="132" y="47"/>
                    </a:cubicBezTo>
                    <a:cubicBezTo>
                      <a:pt x="132" y="48"/>
                      <a:pt x="133" y="46"/>
                      <a:pt x="132" y="47"/>
                    </a:cubicBezTo>
                    <a:cubicBezTo>
                      <a:pt x="132" y="47"/>
                      <a:pt x="132" y="47"/>
                      <a:pt x="132" y="47"/>
                    </a:cubicBezTo>
                    <a:cubicBezTo>
                      <a:pt x="132" y="47"/>
                      <a:pt x="132" y="48"/>
                      <a:pt x="133" y="47"/>
                    </a:cubicBezTo>
                    <a:cubicBezTo>
                      <a:pt x="133" y="46"/>
                      <a:pt x="133" y="46"/>
                      <a:pt x="133" y="46"/>
                    </a:cubicBezTo>
                    <a:cubicBezTo>
                      <a:pt x="133" y="46"/>
                      <a:pt x="132" y="47"/>
                      <a:pt x="132" y="46"/>
                    </a:cubicBezTo>
                    <a:cubicBezTo>
                      <a:pt x="132" y="46"/>
                      <a:pt x="133" y="46"/>
                      <a:pt x="133" y="44"/>
                    </a:cubicBezTo>
                    <a:cubicBezTo>
                      <a:pt x="132" y="45"/>
                      <a:pt x="132" y="45"/>
                      <a:pt x="132" y="45"/>
                    </a:cubicBezTo>
                    <a:cubicBezTo>
                      <a:pt x="132" y="45"/>
                      <a:pt x="131" y="44"/>
                      <a:pt x="132" y="44"/>
                    </a:cubicBezTo>
                    <a:cubicBezTo>
                      <a:pt x="132" y="43"/>
                      <a:pt x="131" y="43"/>
                      <a:pt x="132" y="43"/>
                    </a:cubicBezTo>
                    <a:cubicBezTo>
                      <a:pt x="131" y="44"/>
                      <a:pt x="132" y="44"/>
                      <a:pt x="132" y="43"/>
                    </a:cubicBezTo>
                    <a:cubicBezTo>
                      <a:pt x="133" y="41"/>
                      <a:pt x="132" y="43"/>
                      <a:pt x="132" y="42"/>
                    </a:cubicBezTo>
                    <a:cubicBezTo>
                      <a:pt x="132" y="42"/>
                      <a:pt x="133" y="42"/>
                      <a:pt x="132" y="41"/>
                    </a:cubicBezTo>
                    <a:cubicBezTo>
                      <a:pt x="132" y="41"/>
                      <a:pt x="132" y="42"/>
                      <a:pt x="133" y="41"/>
                    </a:cubicBezTo>
                    <a:cubicBezTo>
                      <a:pt x="132" y="41"/>
                      <a:pt x="132" y="40"/>
                      <a:pt x="133" y="41"/>
                    </a:cubicBezTo>
                    <a:cubicBezTo>
                      <a:pt x="132" y="40"/>
                      <a:pt x="133" y="40"/>
                      <a:pt x="133" y="40"/>
                    </a:cubicBezTo>
                    <a:cubicBezTo>
                      <a:pt x="132" y="41"/>
                      <a:pt x="132" y="40"/>
                      <a:pt x="132" y="40"/>
                    </a:cubicBezTo>
                    <a:cubicBezTo>
                      <a:pt x="131" y="41"/>
                      <a:pt x="132" y="39"/>
                      <a:pt x="131" y="40"/>
                    </a:cubicBezTo>
                    <a:cubicBezTo>
                      <a:pt x="131" y="40"/>
                      <a:pt x="131" y="41"/>
                      <a:pt x="131" y="41"/>
                    </a:cubicBezTo>
                    <a:cubicBezTo>
                      <a:pt x="130" y="40"/>
                      <a:pt x="130" y="40"/>
                      <a:pt x="130" y="41"/>
                    </a:cubicBezTo>
                    <a:cubicBezTo>
                      <a:pt x="131" y="41"/>
                      <a:pt x="130" y="42"/>
                      <a:pt x="131" y="42"/>
                    </a:cubicBezTo>
                    <a:cubicBezTo>
                      <a:pt x="130" y="42"/>
                      <a:pt x="130" y="43"/>
                      <a:pt x="130" y="43"/>
                    </a:cubicBezTo>
                    <a:cubicBezTo>
                      <a:pt x="130" y="42"/>
                      <a:pt x="131" y="44"/>
                      <a:pt x="130" y="42"/>
                    </a:cubicBezTo>
                    <a:cubicBezTo>
                      <a:pt x="130" y="42"/>
                      <a:pt x="130" y="44"/>
                      <a:pt x="129" y="43"/>
                    </a:cubicBezTo>
                    <a:cubicBezTo>
                      <a:pt x="128" y="43"/>
                      <a:pt x="128" y="43"/>
                      <a:pt x="128" y="43"/>
                    </a:cubicBezTo>
                    <a:cubicBezTo>
                      <a:pt x="128" y="43"/>
                      <a:pt x="128" y="43"/>
                      <a:pt x="128" y="43"/>
                    </a:cubicBezTo>
                    <a:cubicBezTo>
                      <a:pt x="128" y="43"/>
                      <a:pt x="128" y="42"/>
                      <a:pt x="128" y="43"/>
                    </a:cubicBezTo>
                    <a:cubicBezTo>
                      <a:pt x="128" y="43"/>
                      <a:pt x="127" y="44"/>
                      <a:pt x="128" y="43"/>
                    </a:cubicBezTo>
                    <a:cubicBezTo>
                      <a:pt x="128" y="44"/>
                      <a:pt x="128" y="42"/>
                      <a:pt x="127" y="42"/>
                    </a:cubicBezTo>
                    <a:cubicBezTo>
                      <a:pt x="127" y="42"/>
                      <a:pt x="127" y="42"/>
                      <a:pt x="127" y="41"/>
                    </a:cubicBezTo>
                    <a:cubicBezTo>
                      <a:pt x="127" y="40"/>
                      <a:pt x="127" y="41"/>
                      <a:pt x="127" y="41"/>
                    </a:cubicBezTo>
                    <a:cubicBezTo>
                      <a:pt x="127" y="41"/>
                      <a:pt x="128" y="40"/>
                      <a:pt x="128" y="41"/>
                    </a:cubicBezTo>
                    <a:cubicBezTo>
                      <a:pt x="128" y="41"/>
                      <a:pt x="128" y="41"/>
                      <a:pt x="128" y="42"/>
                    </a:cubicBezTo>
                    <a:cubicBezTo>
                      <a:pt x="128" y="42"/>
                      <a:pt x="129" y="42"/>
                      <a:pt x="129" y="41"/>
                    </a:cubicBezTo>
                    <a:cubicBezTo>
                      <a:pt x="129" y="41"/>
                      <a:pt x="129" y="41"/>
                      <a:pt x="129" y="42"/>
                    </a:cubicBezTo>
                    <a:cubicBezTo>
                      <a:pt x="129" y="42"/>
                      <a:pt x="129" y="43"/>
                      <a:pt x="129" y="42"/>
                    </a:cubicBezTo>
                    <a:cubicBezTo>
                      <a:pt x="130" y="41"/>
                      <a:pt x="128" y="40"/>
                      <a:pt x="129" y="41"/>
                    </a:cubicBezTo>
                    <a:cubicBezTo>
                      <a:pt x="130" y="40"/>
                      <a:pt x="129" y="40"/>
                      <a:pt x="129" y="40"/>
                    </a:cubicBezTo>
                    <a:cubicBezTo>
                      <a:pt x="129" y="40"/>
                      <a:pt x="128" y="38"/>
                      <a:pt x="129" y="39"/>
                    </a:cubicBezTo>
                    <a:cubicBezTo>
                      <a:pt x="129" y="40"/>
                      <a:pt x="130" y="40"/>
                      <a:pt x="130" y="39"/>
                    </a:cubicBezTo>
                    <a:cubicBezTo>
                      <a:pt x="130" y="38"/>
                      <a:pt x="130" y="39"/>
                      <a:pt x="130" y="38"/>
                    </a:cubicBezTo>
                    <a:cubicBezTo>
                      <a:pt x="129" y="38"/>
                      <a:pt x="129" y="38"/>
                      <a:pt x="129" y="38"/>
                    </a:cubicBezTo>
                    <a:cubicBezTo>
                      <a:pt x="130" y="38"/>
                      <a:pt x="131" y="40"/>
                      <a:pt x="130" y="38"/>
                    </a:cubicBezTo>
                    <a:cubicBezTo>
                      <a:pt x="130" y="37"/>
                      <a:pt x="129" y="39"/>
                      <a:pt x="130" y="38"/>
                    </a:cubicBezTo>
                    <a:cubicBezTo>
                      <a:pt x="130" y="38"/>
                      <a:pt x="130" y="37"/>
                      <a:pt x="131" y="37"/>
                    </a:cubicBezTo>
                    <a:cubicBezTo>
                      <a:pt x="131" y="38"/>
                      <a:pt x="131" y="37"/>
                      <a:pt x="131" y="37"/>
                    </a:cubicBezTo>
                    <a:cubicBezTo>
                      <a:pt x="131" y="37"/>
                      <a:pt x="131" y="36"/>
                      <a:pt x="131" y="36"/>
                    </a:cubicBezTo>
                    <a:cubicBezTo>
                      <a:pt x="130" y="36"/>
                      <a:pt x="129" y="37"/>
                      <a:pt x="130" y="35"/>
                    </a:cubicBezTo>
                    <a:cubicBezTo>
                      <a:pt x="129" y="34"/>
                      <a:pt x="129" y="34"/>
                      <a:pt x="129" y="33"/>
                    </a:cubicBezTo>
                    <a:cubicBezTo>
                      <a:pt x="129" y="34"/>
                      <a:pt x="129" y="33"/>
                      <a:pt x="128" y="33"/>
                    </a:cubicBezTo>
                    <a:cubicBezTo>
                      <a:pt x="128" y="34"/>
                      <a:pt x="128" y="33"/>
                      <a:pt x="128" y="34"/>
                    </a:cubicBezTo>
                    <a:cubicBezTo>
                      <a:pt x="127" y="34"/>
                      <a:pt x="128" y="34"/>
                      <a:pt x="127" y="34"/>
                    </a:cubicBezTo>
                    <a:cubicBezTo>
                      <a:pt x="127" y="35"/>
                      <a:pt x="127" y="34"/>
                      <a:pt x="127" y="34"/>
                    </a:cubicBezTo>
                    <a:cubicBezTo>
                      <a:pt x="128" y="33"/>
                      <a:pt x="126" y="34"/>
                      <a:pt x="127" y="33"/>
                    </a:cubicBezTo>
                    <a:cubicBezTo>
                      <a:pt x="127" y="33"/>
                      <a:pt x="127" y="33"/>
                      <a:pt x="127" y="33"/>
                    </a:cubicBezTo>
                    <a:cubicBezTo>
                      <a:pt x="128" y="33"/>
                      <a:pt x="127" y="32"/>
                      <a:pt x="129" y="33"/>
                    </a:cubicBezTo>
                    <a:cubicBezTo>
                      <a:pt x="128" y="33"/>
                      <a:pt x="129" y="33"/>
                      <a:pt x="129" y="33"/>
                    </a:cubicBezTo>
                    <a:cubicBezTo>
                      <a:pt x="128" y="32"/>
                      <a:pt x="128" y="32"/>
                      <a:pt x="128" y="32"/>
                    </a:cubicBezTo>
                    <a:cubicBezTo>
                      <a:pt x="129" y="32"/>
                      <a:pt x="128" y="30"/>
                      <a:pt x="128" y="32"/>
                    </a:cubicBezTo>
                    <a:cubicBezTo>
                      <a:pt x="128" y="32"/>
                      <a:pt x="128" y="32"/>
                      <a:pt x="127" y="32"/>
                    </a:cubicBezTo>
                    <a:cubicBezTo>
                      <a:pt x="128" y="32"/>
                      <a:pt x="128" y="32"/>
                      <a:pt x="128" y="31"/>
                    </a:cubicBezTo>
                    <a:cubicBezTo>
                      <a:pt x="128" y="31"/>
                      <a:pt x="128" y="31"/>
                      <a:pt x="128" y="31"/>
                    </a:cubicBezTo>
                    <a:cubicBezTo>
                      <a:pt x="127" y="31"/>
                      <a:pt x="128" y="31"/>
                      <a:pt x="127" y="31"/>
                    </a:cubicBezTo>
                    <a:cubicBezTo>
                      <a:pt x="127" y="31"/>
                      <a:pt x="128" y="30"/>
                      <a:pt x="127" y="30"/>
                    </a:cubicBezTo>
                    <a:cubicBezTo>
                      <a:pt x="127" y="30"/>
                      <a:pt x="127" y="31"/>
                      <a:pt x="127" y="31"/>
                    </a:cubicBezTo>
                    <a:cubicBezTo>
                      <a:pt x="126" y="30"/>
                      <a:pt x="126" y="30"/>
                      <a:pt x="126" y="31"/>
                    </a:cubicBezTo>
                    <a:cubicBezTo>
                      <a:pt x="125" y="31"/>
                      <a:pt x="125" y="32"/>
                      <a:pt x="125" y="31"/>
                    </a:cubicBezTo>
                    <a:cubicBezTo>
                      <a:pt x="125" y="31"/>
                      <a:pt x="124" y="30"/>
                      <a:pt x="124" y="32"/>
                    </a:cubicBezTo>
                    <a:cubicBezTo>
                      <a:pt x="123" y="32"/>
                      <a:pt x="124" y="31"/>
                      <a:pt x="123" y="32"/>
                    </a:cubicBezTo>
                    <a:cubicBezTo>
                      <a:pt x="123" y="32"/>
                      <a:pt x="122" y="33"/>
                      <a:pt x="122" y="32"/>
                    </a:cubicBezTo>
                    <a:cubicBezTo>
                      <a:pt x="122" y="31"/>
                      <a:pt x="122" y="30"/>
                      <a:pt x="122" y="31"/>
                    </a:cubicBezTo>
                    <a:cubicBezTo>
                      <a:pt x="122" y="32"/>
                      <a:pt x="122" y="31"/>
                      <a:pt x="121" y="31"/>
                    </a:cubicBezTo>
                    <a:cubicBezTo>
                      <a:pt x="121" y="32"/>
                      <a:pt x="122" y="32"/>
                      <a:pt x="121" y="31"/>
                    </a:cubicBezTo>
                    <a:cubicBezTo>
                      <a:pt x="121" y="31"/>
                      <a:pt x="121" y="33"/>
                      <a:pt x="121" y="32"/>
                    </a:cubicBezTo>
                    <a:cubicBezTo>
                      <a:pt x="121" y="31"/>
                      <a:pt x="121" y="32"/>
                      <a:pt x="121" y="32"/>
                    </a:cubicBezTo>
                    <a:cubicBezTo>
                      <a:pt x="121" y="31"/>
                      <a:pt x="120" y="32"/>
                      <a:pt x="120" y="32"/>
                    </a:cubicBezTo>
                    <a:cubicBezTo>
                      <a:pt x="120" y="31"/>
                      <a:pt x="121" y="31"/>
                      <a:pt x="120" y="32"/>
                    </a:cubicBezTo>
                    <a:cubicBezTo>
                      <a:pt x="120" y="31"/>
                      <a:pt x="120" y="31"/>
                      <a:pt x="120" y="32"/>
                    </a:cubicBezTo>
                    <a:cubicBezTo>
                      <a:pt x="120" y="32"/>
                      <a:pt x="120" y="31"/>
                      <a:pt x="120" y="32"/>
                    </a:cubicBezTo>
                    <a:cubicBezTo>
                      <a:pt x="121" y="30"/>
                      <a:pt x="120" y="32"/>
                      <a:pt x="120" y="31"/>
                    </a:cubicBezTo>
                    <a:cubicBezTo>
                      <a:pt x="120" y="30"/>
                      <a:pt x="121" y="30"/>
                      <a:pt x="122" y="30"/>
                    </a:cubicBezTo>
                    <a:cubicBezTo>
                      <a:pt x="121" y="29"/>
                      <a:pt x="121" y="30"/>
                      <a:pt x="122" y="29"/>
                    </a:cubicBezTo>
                    <a:cubicBezTo>
                      <a:pt x="122" y="29"/>
                      <a:pt x="122" y="29"/>
                      <a:pt x="122" y="29"/>
                    </a:cubicBezTo>
                    <a:cubicBezTo>
                      <a:pt x="122" y="30"/>
                      <a:pt x="122" y="28"/>
                      <a:pt x="122" y="29"/>
                    </a:cubicBezTo>
                    <a:cubicBezTo>
                      <a:pt x="122" y="28"/>
                      <a:pt x="122" y="29"/>
                      <a:pt x="122" y="28"/>
                    </a:cubicBezTo>
                    <a:cubicBezTo>
                      <a:pt x="122" y="27"/>
                      <a:pt x="121" y="27"/>
                      <a:pt x="121" y="27"/>
                    </a:cubicBezTo>
                    <a:cubicBezTo>
                      <a:pt x="122" y="26"/>
                      <a:pt x="122" y="27"/>
                      <a:pt x="122" y="27"/>
                    </a:cubicBezTo>
                    <a:cubicBezTo>
                      <a:pt x="122" y="27"/>
                      <a:pt x="122" y="27"/>
                      <a:pt x="121" y="26"/>
                    </a:cubicBezTo>
                    <a:cubicBezTo>
                      <a:pt x="122" y="27"/>
                      <a:pt x="122" y="27"/>
                      <a:pt x="122" y="26"/>
                    </a:cubicBezTo>
                    <a:cubicBezTo>
                      <a:pt x="121" y="26"/>
                      <a:pt x="122" y="26"/>
                      <a:pt x="122" y="25"/>
                    </a:cubicBezTo>
                    <a:cubicBezTo>
                      <a:pt x="121" y="25"/>
                      <a:pt x="121" y="25"/>
                      <a:pt x="121" y="25"/>
                    </a:cubicBezTo>
                    <a:cubicBezTo>
                      <a:pt x="121" y="25"/>
                      <a:pt x="121" y="24"/>
                      <a:pt x="122" y="24"/>
                    </a:cubicBezTo>
                    <a:cubicBezTo>
                      <a:pt x="122" y="23"/>
                      <a:pt x="121" y="24"/>
                      <a:pt x="121" y="23"/>
                    </a:cubicBezTo>
                    <a:cubicBezTo>
                      <a:pt x="121" y="23"/>
                      <a:pt x="123" y="24"/>
                      <a:pt x="122" y="22"/>
                    </a:cubicBezTo>
                    <a:cubicBezTo>
                      <a:pt x="122" y="21"/>
                      <a:pt x="122" y="21"/>
                      <a:pt x="122" y="21"/>
                    </a:cubicBezTo>
                    <a:cubicBezTo>
                      <a:pt x="121" y="21"/>
                      <a:pt x="121" y="22"/>
                      <a:pt x="121" y="21"/>
                    </a:cubicBezTo>
                    <a:cubicBezTo>
                      <a:pt x="121" y="22"/>
                      <a:pt x="121" y="22"/>
                      <a:pt x="120" y="22"/>
                    </a:cubicBezTo>
                    <a:cubicBezTo>
                      <a:pt x="120" y="22"/>
                      <a:pt x="121" y="21"/>
                      <a:pt x="121" y="20"/>
                    </a:cubicBezTo>
                    <a:cubicBezTo>
                      <a:pt x="121" y="21"/>
                      <a:pt x="120" y="20"/>
                      <a:pt x="120" y="21"/>
                    </a:cubicBezTo>
                    <a:cubicBezTo>
                      <a:pt x="120" y="21"/>
                      <a:pt x="120" y="22"/>
                      <a:pt x="120" y="21"/>
                    </a:cubicBezTo>
                    <a:cubicBezTo>
                      <a:pt x="120" y="21"/>
                      <a:pt x="120" y="22"/>
                      <a:pt x="120" y="22"/>
                    </a:cubicBezTo>
                    <a:cubicBezTo>
                      <a:pt x="119" y="21"/>
                      <a:pt x="120" y="22"/>
                      <a:pt x="120" y="21"/>
                    </a:cubicBezTo>
                    <a:cubicBezTo>
                      <a:pt x="120" y="21"/>
                      <a:pt x="119" y="20"/>
                      <a:pt x="119" y="20"/>
                    </a:cubicBezTo>
                    <a:cubicBezTo>
                      <a:pt x="119" y="19"/>
                      <a:pt x="119" y="21"/>
                      <a:pt x="119" y="20"/>
                    </a:cubicBezTo>
                    <a:cubicBezTo>
                      <a:pt x="119" y="19"/>
                      <a:pt x="120" y="19"/>
                      <a:pt x="119" y="19"/>
                    </a:cubicBezTo>
                    <a:cubicBezTo>
                      <a:pt x="119" y="19"/>
                      <a:pt x="119" y="20"/>
                      <a:pt x="118" y="19"/>
                    </a:cubicBezTo>
                    <a:cubicBezTo>
                      <a:pt x="119" y="18"/>
                      <a:pt x="120" y="18"/>
                      <a:pt x="119" y="17"/>
                    </a:cubicBezTo>
                    <a:cubicBezTo>
                      <a:pt x="119" y="17"/>
                      <a:pt x="119" y="18"/>
                      <a:pt x="118" y="18"/>
                    </a:cubicBezTo>
                    <a:cubicBezTo>
                      <a:pt x="118" y="17"/>
                      <a:pt x="118" y="17"/>
                      <a:pt x="118" y="17"/>
                    </a:cubicBezTo>
                    <a:cubicBezTo>
                      <a:pt x="118" y="17"/>
                      <a:pt x="117" y="16"/>
                      <a:pt x="117" y="17"/>
                    </a:cubicBezTo>
                    <a:cubicBezTo>
                      <a:pt x="117" y="17"/>
                      <a:pt x="116" y="18"/>
                      <a:pt x="117" y="18"/>
                    </a:cubicBezTo>
                    <a:cubicBezTo>
                      <a:pt x="117" y="17"/>
                      <a:pt x="118" y="18"/>
                      <a:pt x="117" y="18"/>
                    </a:cubicBezTo>
                    <a:cubicBezTo>
                      <a:pt x="117" y="19"/>
                      <a:pt x="116" y="19"/>
                      <a:pt x="116" y="19"/>
                    </a:cubicBezTo>
                    <a:cubicBezTo>
                      <a:pt x="116" y="19"/>
                      <a:pt x="117" y="20"/>
                      <a:pt x="117" y="19"/>
                    </a:cubicBezTo>
                    <a:cubicBezTo>
                      <a:pt x="117" y="20"/>
                      <a:pt x="117" y="20"/>
                      <a:pt x="117" y="19"/>
                    </a:cubicBezTo>
                    <a:cubicBezTo>
                      <a:pt x="117" y="19"/>
                      <a:pt x="117" y="19"/>
                      <a:pt x="117" y="19"/>
                    </a:cubicBezTo>
                    <a:cubicBezTo>
                      <a:pt x="118" y="19"/>
                      <a:pt x="118" y="19"/>
                      <a:pt x="118" y="19"/>
                    </a:cubicBezTo>
                    <a:cubicBezTo>
                      <a:pt x="117" y="19"/>
                      <a:pt x="117" y="20"/>
                      <a:pt x="117" y="19"/>
                    </a:cubicBezTo>
                    <a:cubicBezTo>
                      <a:pt x="116" y="19"/>
                      <a:pt x="116" y="20"/>
                      <a:pt x="116" y="19"/>
                    </a:cubicBezTo>
                    <a:cubicBezTo>
                      <a:pt x="116" y="18"/>
                      <a:pt x="115" y="19"/>
                      <a:pt x="116" y="19"/>
                    </a:cubicBezTo>
                    <a:cubicBezTo>
                      <a:pt x="116" y="18"/>
                      <a:pt x="116" y="18"/>
                      <a:pt x="116" y="18"/>
                    </a:cubicBezTo>
                    <a:cubicBezTo>
                      <a:pt x="116" y="20"/>
                      <a:pt x="116" y="19"/>
                      <a:pt x="116" y="18"/>
                    </a:cubicBezTo>
                    <a:cubicBezTo>
                      <a:pt x="116" y="18"/>
                      <a:pt x="116" y="19"/>
                      <a:pt x="116" y="18"/>
                    </a:cubicBezTo>
                    <a:cubicBezTo>
                      <a:pt x="116" y="18"/>
                      <a:pt x="116" y="18"/>
                      <a:pt x="116" y="18"/>
                    </a:cubicBezTo>
                    <a:cubicBezTo>
                      <a:pt x="116" y="18"/>
                      <a:pt x="116" y="17"/>
                      <a:pt x="116" y="17"/>
                    </a:cubicBezTo>
                    <a:cubicBezTo>
                      <a:pt x="115" y="17"/>
                      <a:pt x="115" y="17"/>
                      <a:pt x="115" y="17"/>
                    </a:cubicBezTo>
                    <a:cubicBezTo>
                      <a:pt x="115" y="17"/>
                      <a:pt x="115" y="17"/>
                      <a:pt x="115" y="16"/>
                    </a:cubicBezTo>
                    <a:cubicBezTo>
                      <a:pt x="115" y="16"/>
                      <a:pt x="115" y="16"/>
                      <a:pt x="114" y="17"/>
                    </a:cubicBezTo>
                    <a:cubicBezTo>
                      <a:pt x="115" y="17"/>
                      <a:pt x="115" y="17"/>
                      <a:pt x="115" y="17"/>
                    </a:cubicBezTo>
                    <a:cubicBezTo>
                      <a:pt x="114" y="17"/>
                      <a:pt x="114" y="17"/>
                      <a:pt x="114" y="17"/>
                    </a:cubicBezTo>
                    <a:cubicBezTo>
                      <a:pt x="114" y="17"/>
                      <a:pt x="114" y="17"/>
                      <a:pt x="113" y="17"/>
                    </a:cubicBezTo>
                    <a:cubicBezTo>
                      <a:pt x="113" y="16"/>
                      <a:pt x="113" y="16"/>
                      <a:pt x="113" y="16"/>
                    </a:cubicBezTo>
                    <a:cubicBezTo>
                      <a:pt x="113" y="16"/>
                      <a:pt x="112" y="18"/>
                      <a:pt x="112" y="17"/>
                    </a:cubicBezTo>
                    <a:cubicBezTo>
                      <a:pt x="112" y="16"/>
                      <a:pt x="113" y="16"/>
                      <a:pt x="113" y="16"/>
                    </a:cubicBezTo>
                    <a:cubicBezTo>
                      <a:pt x="112" y="16"/>
                      <a:pt x="112" y="16"/>
                      <a:pt x="112" y="16"/>
                    </a:cubicBezTo>
                    <a:cubicBezTo>
                      <a:pt x="112" y="15"/>
                      <a:pt x="112" y="15"/>
                      <a:pt x="112" y="15"/>
                    </a:cubicBezTo>
                    <a:cubicBezTo>
                      <a:pt x="111" y="16"/>
                      <a:pt x="111" y="16"/>
                      <a:pt x="111" y="16"/>
                    </a:cubicBezTo>
                    <a:cubicBezTo>
                      <a:pt x="111" y="17"/>
                      <a:pt x="111" y="17"/>
                      <a:pt x="111" y="17"/>
                    </a:cubicBezTo>
                    <a:cubicBezTo>
                      <a:pt x="111" y="15"/>
                      <a:pt x="111" y="16"/>
                      <a:pt x="111" y="16"/>
                    </a:cubicBezTo>
                    <a:cubicBezTo>
                      <a:pt x="110" y="15"/>
                      <a:pt x="110" y="15"/>
                      <a:pt x="110" y="15"/>
                    </a:cubicBezTo>
                    <a:cubicBezTo>
                      <a:pt x="110" y="15"/>
                      <a:pt x="110" y="16"/>
                      <a:pt x="110" y="15"/>
                    </a:cubicBezTo>
                    <a:cubicBezTo>
                      <a:pt x="110" y="15"/>
                      <a:pt x="110" y="15"/>
                      <a:pt x="110" y="14"/>
                    </a:cubicBezTo>
                    <a:cubicBezTo>
                      <a:pt x="110" y="14"/>
                      <a:pt x="111" y="15"/>
                      <a:pt x="111" y="13"/>
                    </a:cubicBezTo>
                    <a:cubicBezTo>
                      <a:pt x="111" y="13"/>
                      <a:pt x="111" y="13"/>
                      <a:pt x="110" y="13"/>
                    </a:cubicBezTo>
                    <a:cubicBezTo>
                      <a:pt x="111" y="13"/>
                      <a:pt x="110" y="12"/>
                      <a:pt x="111" y="11"/>
                    </a:cubicBezTo>
                    <a:cubicBezTo>
                      <a:pt x="111" y="11"/>
                      <a:pt x="111" y="11"/>
                      <a:pt x="111" y="11"/>
                    </a:cubicBezTo>
                    <a:cubicBezTo>
                      <a:pt x="111" y="11"/>
                      <a:pt x="111" y="10"/>
                      <a:pt x="111" y="10"/>
                    </a:cubicBezTo>
                    <a:cubicBezTo>
                      <a:pt x="111" y="10"/>
                      <a:pt x="111" y="10"/>
                      <a:pt x="111" y="10"/>
                    </a:cubicBezTo>
                    <a:cubicBezTo>
                      <a:pt x="111" y="11"/>
                      <a:pt x="110" y="11"/>
                      <a:pt x="110" y="11"/>
                    </a:cubicBezTo>
                    <a:cubicBezTo>
                      <a:pt x="110" y="10"/>
                      <a:pt x="110" y="10"/>
                      <a:pt x="110" y="10"/>
                    </a:cubicBezTo>
                    <a:cubicBezTo>
                      <a:pt x="109" y="10"/>
                      <a:pt x="110" y="10"/>
                      <a:pt x="109" y="10"/>
                    </a:cubicBezTo>
                    <a:cubicBezTo>
                      <a:pt x="109" y="10"/>
                      <a:pt x="109" y="10"/>
                      <a:pt x="109" y="9"/>
                    </a:cubicBezTo>
                    <a:cubicBezTo>
                      <a:pt x="109" y="9"/>
                      <a:pt x="108" y="9"/>
                      <a:pt x="108" y="9"/>
                    </a:cubicBezTo>
                    <a:cubicBezTo>
                      <a:pt x="108" y="9"/>
                      <a:pt x="107" y="8"/>
                      <a:pt x="107" y="7"/>
                    </a:cubicBezTo>
                    <a:cubicBezTo>
                      <a:pt x="107" y="7"/>
                      <a:pt x="107" y="8"/>
                      <a:pt x="107" y="7"/>
                    </a:cubicBezTo>
                    <a:cubicBezTo>
                      <a:pt x="106" y="7"/>
                      <a:pt x="106" y="7"/>
                      <a:pt x="106" y="8"/>
                    </a:cubicBezTo>
                    <a:cubicBezTo>
                      <a:pt x="106" y="9"/>
                      <a:pt x="105" y="8"/>
                      <a:pt x="105" y="8"/>
                    </a:cubicBezTo>
                    <a:cubicBezTo>
                      <a:pt x="105" y="7"/>
                      <a:pt x="105" y="9"/>
                      <a:pt x="105" y="9"/>
                    </a:cubicBezTo>
                    <a:cubicBezTo>
                      <a:pt x="106" y="9"/>
                      <a:pt x="106" y="8"/>
                      <a:pt x="106" y="9"/>
                    </a:cubicBezTo>
                    <a:cubicBezTo>
                      <a:pt x="105" y="10"/>
                      <a:pt x="105" y="10"/>
                      <a:pt x="105" y="10"/>
                    </a:cubicBezTo>
                    <a:cubicBezTo>
                      <a:pt x="105" y="10"/>
                      <a:pt x="105" y="10"/>
                      <a:pt x="105" y="10"/>
                    </a:cubicBezTo>
                    <a:cubicBezTo>
                      <a:pt x="105" y="10"/>
                      <a:pt x="104" y="10"/>
                      <a:pt x="105" y="11"/>
                    </a:cubicBezTo>
                    <a:cubicBezTo>
                      <a:pt x="105" y="11"/>
                      <a:pt x="105" y="11"/>
                      <a:pt x="105" y="11"/>
                    </a:cubicBezTo>
                    <a:cubicBezTo>
                      <a:pt x="106" y="10"/>
                      <a:pt x="106" y="10"/>
                      <a:pt x="106" y="10"/>
                    </a:cubicBezTo>
                    <a:cubicBezTo>
                      <a:pt x="106" y="11"/>
                      <a:pt x="106" y="12"/>
                      <a:pt x="106" y="11"/>
                    </a:cubicBezTo>
                    <a:cubicBezTo>
                      <a:pt x="106" y="12"/>
                      <a:pt x="106" y="11"/>
                      <a:pt x="105" y="11"/>
                    </a:cubicBezTo>
                    <a:cubicBezTo>
                      <a:pt x="105" y="11"/>
                      <a:pt x="105" y="12"/>
                      <a:pt x="105" y="12"/>
                    </a:cubicBezTo>
                    <a:cubicBezTo>
                      <a:pt x="105" y="12"/>
                      <a:pt x="106" y="13"/>
                      <a:pt x="105" y="12"/>
                    </a:cubicBezTo>
                    <a:cubicBezTo>
                      <a:pt x="105" y="12"/>
                      <a:pt x="105" y="13"/>
                      <a:pt x="104" y="12"/>
                    </a:cubicBezTo>
                    <a:cubicBezTo>
                      <a:pt x="105" y="11"/>
                      <a:pt x="105" y="12"/>
                      <a:pt x="105" y="11"/>
                    </a:cubicBezTo>
                    <a:cubicBezTo>
                      <a:pt x="105" y="12"/>
                      <a:pt x="105" y="12"/>
                      <a:pt x="104" y="12"/>
                    </a:cubicBezTo>
                    <a:cubicBezTo>
                      <a:pt x="104" y="11"/>
                      <a:pt x="104" y="12"/>
                      <a:pt x="104" y="11"/>
                    </a:cubicBezTo>
                    <a:cubicBezTo>
                      <a:pt x="103" y="11"/>
                      <a:pt x="103" y="11"/>
                      <a:pt x="103" y="12"/>
                    </a:cubicBezTo>
                    <a:cubicBezTo>
                      <a:pt x="103" y="11"/>
                      <a:pt x="102" y="12"/>
                      <a:pt x="103" y="11"/>
                    </a:cubicBezTo>
                    <a:cubicBezTo>
                      <a:pt x="103" y="10"/>
                      <a:pt x="103" y="11"/>
                      <a:pt x="103" y="10"/>
                    </a:cubicBezTo>
                    <a:cubicBezTo>
                      <a:pt x="103" y="11"/>
                      <a:pt x="102" y="11"/>
                      <a:pt x="102" y="11"/>
                    </a:cubicBezTo>
                    <a:cubicBezTo>
                      <a:pt x="102" y="10"/>
                      <a:pt x="103" y="9"/>
                      <a:pt x="103" y="10"/>
                    </a:cubicBezTo>
                    <a:cubicBezTo>
                      <a:pt x="103" y="9"/>
                      <a:pt x="102" y="9"/>
                      <a:pt x="102" y="9"/>
                    </a:cubicBezTo>
                    <a:cubicBezTo>
                      <a:pt x="102" y="9"/>
                      <a:pt x="103" y="10"/>
                      <a:pt x="102" y="9"/>
                    </a:cubicBezTo>
                    <a:cubicBezTo>
                      <a:pt x="101" y="9"/>
                      <a:pt x="102" y="9"/>
                      <a:pt x="102" y="8"/>
                    </a:cubicBezTo>
                    <a:cubicBezTo>
                      <a:pt x="102" y="8"/>
                      <a:pt x="101" y="8"/>
                      <a:pt x="101" y="8"/>
                    </a:cubicBezTo>
                    <a:cubicBezTo>
                      <a:pt x="101" y="7"/>
                      <a:pt x="102" y="8"/>
                      <a:pt x="101" y="7"/>
                    </a:cubicBezTo>
                    <a:cubicBezTo>
                      <a:pt x="101" y="7"/>
                      <a:pt x="101" y="7"/>
                      <a:pt x="101" y="7"/>
                    </a:cubicBezTo>
                    <a:cubicBezTo>
                      <a:pt x="101" y="7"/>
                      <a:pt x="101" y="9"/>
                      <a:pt x="101" y="7"/>
                    </a:cubicBezTo>
                    <a:cubicBezTo>
                      <a:pt x="100" y="7"/>
                      <a:pt x="100" y="7"/>
                      <a:pt x="100" y="7"/>
                    </a:cubicBezTo>
                    <a:cubicBezTo>
                      <a:pt x="100" y="7"/>
                      <a:pt x="100" y="6"/>
                      <a:pt x="100" y="6"/>
                    </a:cubicBezTo>
                    <a:cubicBezTo>
                      <a:pt x="99" y="6"/>
                      <a:pt x="99" y="5"/>
                      <a:pt x="99" y="7"/>
                    </a:cubicBezTo>
                    <a:cubicBezTo>
                      <a:pt x="99" y="8"/>
                      <a:pt x="99" y="7"/>
                      <a:pt x="99" y="8"/>
                    </a:cubicBezTo>
                    <a:cubicBezTo>
                      <a:pt x="99" y="9"/>
                      <a:pt x="100" y="8"/>
                      <a:pt x="100" y="8"/>
                    </a:cubicBezTo>
                    <a:cubicBezTo>
                      <a:pt x="100" y="8"/>
                      <a:pt x="99" y="8"/>
                      <a:pt x="99" y="9"/>
                    </a:cubicBezTo>
                    <a:cubicBezTo>
                      <a:pt x="99" y="9"/>
                      <a:pt x="99" y="9"/>
                      <a:pt x="99" y="8"/>
                    </a:cubicBezTo>
                    <a:cubicBezTo>
                      <a:pt x="99" y="8"/>
                      <a:pt x="99" y="9"/>
                      <a:pt x="99" y="9"/>
                    </a:cubicBezTo>
                    <a:cubicBezTo>
                      <a:pt x="98" y="9"/>
                      <a:pt x="99" y="8"/>
                      <a:pt x="99" y="8"/>
                    </a:cubicBezTo>
                    <a:cubicBezTo>
                      <a:pt x="98" y="8"/>
                      <a:pt x="99" y="7"/>
                      <a:pt x="98" y="8"/>
                    </a:cubicBezTo>
                    <a:cubicBezTo>
                      <a:pt x="98" y="8"/>
                      <a:pt x="97" y="8"/>
                      <a:pt x="98" y="8"/>
                    </a:cubicBezTo>
                    <a:cubicBezTo>
                      <a:pt x="97" y="9"/>
                      <a:pt x="98" y="8"/>
                      <a:pt x="98" y="7"/>
                    </a:cubicBezTo>
                    <a:cubicBezTo>
                      <a:pt x="98" y="7"/>
                      <a:pt x="99" y="7"/>
                      <a:pt x="98" y="7"/>
                    </a:cubicBezTo>
                    <a:cubicBezTo>
                      <a:pt x="98" y="7"/>
                      <a:pt x="98" y="7"/>
                      <a:pt x="98" y="7"/>
                    </a:cubicBezTo>
                    <a:cubicBezTo>
                      <a:pt x="98" y="7"/>
                      <a:pt x="98" y="6"/>
                      <a:pt x="98" y="6"/>
                    </a:cubicBezTo>
                    <a:cubicBezTo>
                      <a:pt x="98" y="6"/>
                      <a:pt x="98" y="6"/>
                      <a:pt x="98" y="6"/>
                    </a:cubicBezTo>
                    <a:cubicBezTo>
                      <a:pt x="97" y="5"/>
                      <a:pt x="98" y="6"/>
                      <a:pt x="97" y="6"/>
                    </a:cubicBezTo>
                    <a:cubicBezTo>
                      <a:pt x="97" y="5"/>
                      <a:pt x="97" y="6"/>
                      <a:pt x="97" y="6"/>
                    </a:cubicBezTo>
                    <a:cubicBezTo>
                      <a:pt x="97" y="7"/>
                      <a:pt x="98" y="7"/>
                      <a:pt x="97" y="6"/>
                    </a:cubicBezTo>
                    <a:cubicBezTo>
                      <a:pt x="98" y="5"/>
                      <a:pt x="98" y="5"/>
                      <a:pt x="98" y="5"/>
                    </a:cubicBezTo>
                    <a:cubicBezTo>
                      <a:pt x="98" y="5"/>
                      <a:pt x="97" y="5"/>
                      <a:pt x="97" y="5"/>
                    </a:cubicBezTo>
                    <a:cubicBezTo>
                      <a:pt x="97" y="5"/>
                      <a:pt x="96" y="6"/>
                      <a:pt x="96" y="6"/>
                    </a:cubicBezTo>
                    <a:cubicBezTo>
                      <a:pt x="97" y="6"/>
                      <a:pt x="96" y="4"/>
                      <a:pt x="96" y="4"/>
                    </a:cubicBezTo>
                    <a:cubicBezTo>
                      <a:pt x="96" y="5"/>
                      <a:pt x="96" y="4"/>
                      <a:pt x="96" y="4"/>
                    </a:cubicBezTo>
                    <a:cubicBezTo>
                      <a:pt x="96" y="4"/>
                      <a:pt x="97" y="5"/>
                      <a:pt x="96" y="5"/>
                    </a:cubicBezTo>
                    <a:cubicBezTo>
                      <a:pt x="96" y="5"/>
                      <a:pt x="96" y="4"/>
                      <a:pt x="96" y="4"/>
                    </a:cubicBezTo>
                    <a:cubicBezTo>
                      <a:pt x="95" y="3"/>
                      <a:pt x="96" y="4"/>
                      <a:pt x="95" y="4"/>
                    </a:cubicBezTo>
                    <a:cubicBezTo>
                      <a:pt x="94" y="4"/>
                      <a:pt x="94" y="4"/>
                      <a:pt x="94" y="4"/>
                    </a:cubicBezTo>
                    <a:cubicBezTo>
                      <a:pt x="94" y="4"/>
                      <a:pt x="94" y="4"/>
                      <a:pt x="94" y="5"/>
                    </a:cubicBezTo>
                    <a:cubicBezTo>
                      <a:pt x="95" y="6"/>
                      <a:pt x="94" y="4"/>
                      <a:pt x="94" y="5"/>
                    </a:cubicBezTo>
                    <a:cubicBezTo>
                      <a:pt x="95" y="6"/>
                      <a:pt x="95" y="5"/>
                      <a:pt x="95" y="5"/>
                    </a:cubicBezTo>
                    <a:cubicBezTo>
                      <a:pt x="95" y="5"/>
                      <a:pt x="95" y="5"/>
                      <a:pt x="95" y="6"/>
                    </a:cubicBezTo>
                    <a:cubicBezTo>
                      <a:pt x="95" y="6"/>
                      <a:pt x="95" y="5"/>
                      <a:pt x="95" y="6"/>
                    </a:cubicBezTo>
                    <a:cubicBezTo>
                      <a:pt x="94" y="6"/>
                      <a:pt x="94" y="7"/>
                      <a:pt x="95" y="6"/>
                    </a:cubicBezTo>
                    <a:cubicBezTo>
                      <a:pt x="93" y="6"/>
                      <a:pt x="94" y="8"/>
                      <a:pt x="94" y="7"/>
                    </a:cubicBezTo>
                    <a:cubicBezTo>
                      <a:pt x="94" y="6"/>
                      <a:pt x="94" y="7"/>
                      <a:pt x="94" y="6"/>
                    </a:cubicBezTo>
                    <a:cubicBezTo>
                      <a:pt x="95" y="6"/>
                      <a:pt x="94" y="7"/>
                      <a:pt x="94" y="6"/>
                    </a:cubicBezTo>
                    <a:cubicBezTo>
                      <a:pt x="92" y="7"/>
                      <a:pt x="94" y="7"/>
                      <a:pt x="93" y="7"/>
                    </a:cubicBezTo>
                    <a:cubicBezTo>
                      <a:pt x="93" y="8"/>
                      <a:pt x="93" y="7"/>
                      <a:pt x="93" y="7"/>
                    </a:cubicBezTo>
                    <a:cubicBezTo>
                      <a:pt x="93" y="6"/>
                      <a:pt x="92" y="8"/>
                      <a:pt x="93" y="7"/>
                    </a:cubicBezTo>
                    <a:cubicBezTo>
                      <a:pt x="93" y="7"/>
                      <a:pt x="93" y="7"/>
                      <a:pt x="93" y="8"/>
                    </a:cubicBezTo>
                    <a:cubicBezTo>
                      <a:pt x="93" y="8"/>
                      <a:pt x="92" y="9"/>
                      <a:pt x="92" y="8"/>
                    </a:cubicBezTo>
                    <a:cubicBezTo>
                      <a:pt x="92" y="9"/>
                      <a:pt x="92" y="7"/>
                      <a:pt x="91" y="7"/>
                    </a:cubicBezTo>
                    <a:cubicBezTo>
                      <a:pt x="92" y="6"/>
                      <a:pt x="92" y="9"/>
                      <a:pt x="92" y="7"/>
                    </a:cubicBezTo>
                    <a:cubicBezTo>
                      <a:pt x="91" y="7"/>
                      <a:pt x="93" y="7"/>
                      <a:pt x="93" y="7"/>
                    </a:cubicBezTo>
                    <a:cubicBezTo>
                      <a:pt x="93" y="7"/>
                      <a:pt x="92" y="7"/>
                      <a:pt x="92" y="7"/>
                    </a:cubicBezTo>
                    <a:cubicBezTo>
                      <a:pt x="92" y="6"/>
                      <a:pt x="92" y="5"/>
                      <a:pt x="91" y="6"/>
                    </a:cubicBezTo>
                    <a:cubicBezTo>
                      <a:pt x="91" y="6"/>
                      <a:pt x="90" y="6"/>
                      <a:pt x="91" y="6"/>
                    </a:cubicBezTo>
                    <a:cubicBezTo>
                      <a:pt x="91" y="6"/>
                      <a:pt x="90" y="5"/>
                      <a:pt x="91" y="5"/>
                    </a:cubicBezTo>
                    <a:cubicBezTo>
                      <a:pt x="90" y="5"/>
                      <a:pt x="90" y="4"/>
                      <a:pt x="90" y="4"/>
                    </a:cubicBezTo>
                    <a:cubicBezTo>
                      <a:pt x="90" y="3"/>
                      <a:pt x="91" y="4"/>
                      <a:pt x="90" y="4"/>
                    </a:cubicBezTo>
                    <a:cubicBezTo>
                      <a:pt x="89" y="4"/>
                      <a:pt x="89" y="4"/>
                      <a:pt x="89" y="4"/>
                    </a:cubicBezTo>
                    <a:cubicBezTo>
                      <a:pt x="89" y="4"/>
                      <a:pt x="88" y="4"/>
                      <a:pt x="88" y="4"/>
                    </a:cubicBezTo>
                    <a:cubicBezTo>
                      <a:pt x="87" y="3"/>
                      <a:pt x="88" y="4"/>
                      <a:pt x="88" y="4"/>
                    </a:cubicBezTo>
                    <a:cubicBezTo>
                      <a:pt x="87" y="3"/>
                      <a:pt x="87" y="5"/>
                      <a:pt x="87" y="5"/>
                    </a:cubicBezTo>
                    <a:cubicBezTo>
                      <a:pt x="87" y="5"/>
                      <a:pt x="87" y="5"/>
                      <a:pt x="86" y="6"/>
                    </a:cubicBezTo>
                    <a:cubicBezTo>
                      <a:pt x="86" y="6"/>
                      <a:pt x="87" y="7"/>
                      <a:pt x="87" y="6"/>
                    </a:cubicBezTo>
                    <a:cubicBezTo>
                      <a:pt x="87" y="6"/>
                      <a:pt x="87" y="6"/>
                      <a:pt x="87" y="6"/>
                    </a:cubicBezTo>
                    <a:cubicBezTo>
                      <a:pt x="87" y="7"/>
                      <a:pt x="86" y="7"/>
                      <a:pt x="87" y="7"/>
                    </a:cubicBezTo>
                    <a:cubicBezTo>
                      <a:pt x="88" y="6"/>
                      <a:pt x="88" y="6"/>
                      <a:pt x="88" y="6"/>
                    </a:cubicBezTo>
                    <a:cubicBezTo>
                      <a:pt x="88" y="7"/>
                      <a:pt x="88" y="8"/>
                      <a:pt x="88" y="7"/>
                    </a:cubicBezTo>
                    <a:cubicBezTo>
                      <a:pt x="89" y="7"/>
                      <a:pt x="88" y="7"/>
                      <a:pt x="88" y="7"/>
                    </a:cubicBezTo>
                    <a:cubicBezTo>
                      <a:pt x="88" y="8"/>
                      <a:pt x="88" y="7"/>
                      <a:pt x="88" y="8"/>
                    </a:cubicBezTo>
                    <a:cubicBezTo>
                      <a:pt x="87" y="8"/>
                      <a:pt x="88" y="7"/>
                      <a:pt x="87" y="7"/>
                    </a:cubicBezTo>
                    <a:cubicBezTo>
                      <a:pt x="87" y="7"/>
                      <a:pt x="87" y="8"/>
                      <a:pt x="86" y="8"/>
                    </a:cubicBezTo>
                    <a:cubicBezTo>
                      <a:pt x="86" y="7"/>
                      <a:pt x="86" y="6"/>
                      <a:pt x="85" y="6"/>
                    </a:cubicBezTo>
                    <a:cubicBezTo>
                      <a:pt x="84" y="7"/>
                      <a:pt x="85" y="7"/>
                      <a:pt x="84" y="7"/>
                    </a:cubicBezTo>
                    <a:cubicBezTo>
                      <a:pt x="84" y="8"/>
                      <a:pt x="84" y="8"/>
                      <a:pt x="84" y="7"/>
                    </a:cubicBezTo>
                    <a:cubicBezTo>
                      <a:pt x="84" y="7"/>
                      <a:pt x="84" y="8"/>
                      <a:pt x="84" y="8"/>
                    </a:cubicBezTo>
                    <a:cubicBezTo>
                      <a:pt x="83" y="7"/>
                      <a:pt x="84" y="7"/>
                      <a:pt x="84" y="8"/>
                    </a:cubicBezTo>
                    <a:cubicBezTo>
                      <a:pt x="84" y="8"/>
                      <a:pt x="84" y="8"/>
                      <a:pt x="84" y="8"/>
                    </a:cubicBezTo>
                    <a:cubicBezTo>
                      <a:pt x="84" y="9"/>
                      <a:pt x="85" y="9"/>
                      <a:pt x="85" y="8"/>
                    </a:cubicBezTo>
                    <a:cubicBezTo>
                      <a:pt x="85" y="8"/>
                      <a:pt x="85" y="8"/>
                      <a:pt x="85" y="8"/>
                    </a:cubicBezTo>
                    <a:cubicBezTo>
                      <a:pt x="85" y="7"/>
                      <a:pt x="85" y="9"/>
                      <a:pt x="85" y="8"/>
                    </a:cubicBezTo>
                    <a:cubicBezTo>
                      <a:pt x="85" y="7"/>
                      <a:pt x="85" y="8"/>
                      <a:pt x="85" y="8"/>
                    </a:cubicBezTo>
                    <a:cubicBezTo>
                      <a:pt x="85" y="8"/>
                      <a:pt x="84" y="8"/>
                      <a:pt x="84" y="9"/>
                    </a:cubicBezTo>
                    <a:cubicBezTo>
                      <a:pt x="85" y="8"/>
                      <a:pt x="85" y="8"/>
                      <a:pt x="85" y="9"/>
                    </a:cubicBezTo>
                    <a:cubicBezTo>
                      <a:pt x="85" y="9"/>
                      <a:pt x="84" y="10"/>
                      <a:pt x="85" y="10"/>
                    </a:cubicBezTo>
                    <a:cubicBezTo>
                      <a:pt x="85" y="10"/>
                      <a:pt x="85" y="10"/>
                      <a:pt x="85" y="10"/>
                    </a:cubicBezTo>
                    <a:cubicBezTo>
                      <a:pt x="85" y="10"/>
                      <a:pt x="85" y="10"/>
                      <a:pt x="85" y="10"/>
                    </a:cubicBezTo>
                    <a:cubicBezTo>
                      <a:pt x="85" y="9"/>
                      <a:pt x="85" y="9"/>
                      <a:pt x="85" y="10"/>
                    </a:cubicBezTo>
                    <a:cubicBezTo>
                      <a:pt x="85" y="11"/>
                      <a:pt x="85" y="11"/>
                      <a:pt x="85" y="11"/>
                    </a:cubicBezTo>
                    <a:cubicBezTo>
                      <a:pt x="85" y="12"/>
                      <a:pt x="84" y="11"/>
                      <a:pt x="84" y="11"/>
                    </a:cubicBezTo>
                    <a:cubicBezTo>
                      <a:pt x="84" y="11"/>
                      <a:pt x="84" y="12"/>
                      <a:pt x="83" y="11"/>
                    </a:cubicBezTo>
                    <a:cubicBezTo>
                      <a:pt x="83" y="12"/>
                      <a:pt x="83" y="10"/>
                      <a:pt x="83" y="10"/>
                    </a:cubicBezTo>
                    <a:cubicBezTo>
                      <a:pt x="83" y="10"/>
                      <a:pt x="84" y="10"/>
                      <a:pt x="83" y="10"/>
                    </a:cubicBezTo>
                    <a:cubicBezTo>
                      <a:pt x="83" y="9"/>
                      <a:pt x="83" y="9"/>
                      <a:pt x="83" y="10"/>
                    </a:cubicBezTo>
                    <a:cubicBezTo>
                      <a:pt x="82" y="9"/>
                      <a:pt x="82" y="11"/>
                      <a:pt x="82" y="10"/>
                    </a:cubicBezTo>
                    <a:cubicBezTo>
                      <a:pt x="82" y="9"/>
                      <a:pt x="82" y="9"/>
                      <a:pt x="82" y="9"/>
                    </a:cubicBezTo>
                    <a:cubicBezTo>
                      <a:pt x="82" y="8"/>
                      <a:pt x="82" y="10"/>
                      <a:pt x="82" y="9"/>
                    </a:cubicBezTo>
                    <a:cubicBezTo>
                      <a:pt x="82" y="9"/>
                      <a:pt x="82" y="9"/>
                      <a:pt x="82" y="9"/>
                    </a:cubicBezTo>
                    <a:cubicBezTo>
                      <a:pt x="82" y="9"/>
                      <a:pt x="83" y="8"/>
                      <a:pt x="83" y="9"/>
                    </a:cubicBezTo>
                    <a:cubicBezTo>
                      <a:pt x="83" y="8"/>
                      <a:pt x="83" y="9"/>
                      <a:pt x="83" y="8"/>
                    </a:cubicBezTo>
                    <a:cubicBezTo>
                      <a:pt x="82" y="8"/>
                      <a:pt x="83" y="8"/>
                      <a:pt x="83" y="8"/>
                    </a:cubicBezTo>
                    <a:cubicBezTo>
                      <a:pt x="83" y="9"/>
                      <a:pt x="84" y="8"/>
                      <a:pt x="83" y="8"/>
                    </a:cubicBezTo>
                    <a:cubicBezTo>
                      <a:pt x="83" y="8"/>
                      <a:pt x="84" y="7"/>
                      <a:pt x="83" y="7"/>
                    </a:cubicBezTo>
                    <a:cubicBezTo>
                      <a:pt x="84" y="7"/>
                      <a:pt x="84" y="7"/>
                      <a:pt x="84" y="7"/>
                    </a:cubicBezTo>
                    <a:cubicBezTo>
                      <a:pt x="84" y="7"/>
                      <a:pt x="84" y="7"/>
                      <a:pt x="83" y="6"/>
                    </a:cubicBezTo>
                    <a:cubicBezTo>
                      <a:pt x="83" y="6"/>
                      <a:pt x="83" y="6"/>
                      <a:pt x="83" y="6"/>
                    </a:cubicBezTo>
                    <a:cubicBezTo>
                      <a:pt x="83" y="6"/>
                      <a:pt x="84" y="7"/>
                      <a:pt x="84" y="6"/>
                    </a:cubicBezTo>
                    <a:cubicBezTo>
                      <a:pt x="84" y="6"/>
                      <a:pt x="83" y="6"/>
                      <a:pt x="84" y="6"/>
                    </a:cubicBezTo>
                    <a:cubicBezTo>
                      <a:pt x="83" y="7"/>
                      <a:pt x="84" y="6"/>
                      <a:pt x="84" y="6"/>
                    </a:cubicBezTo>
                    <a:cubicBezTo>
                      <a:pt x="84" y="7"/>
                      <a:pt x="84" y="7"/>
                      <a:pt x="84" y="6"/>
                    </a:cubicBezTo>
                    <a:cubicBezTo>
                      <a:pt x="85" y="7"/>
                      <a:pt x="85" y="7"/>
                      <a:pt x="85" y="6"/>
                    </a:cubicBezTo>
                    <a:cubicBezTo>
                      <a:pt x="85" y="6"/>
                      <a:pt x="85" y="5"/>
                      <a:pt x="84" y="6"/>
                    </a:cubicBezTo>
                    <a:cubicBezTo>
                      <a:pt x="84" y="6"/>
                      <a:pt x="84" y="6"/>
                      <a:pt x="84" y="5"/>
                    </a:cubicBezTo>
                    <a:cubicBezTo>
                      <a:pt x="85" y="6"/>
                      <a:pt x="83" y="5"/>
                      <a:pt x="84" y="4"/>
                    </a:cubicBezTo>
                    <a:cubicBezTo>
                      <a:pt x="83" y="4"/>
                      <a:pt x="82" y="6"/>
                      <a:pt x="82" y="6"/>
                    </a:cubicBezTo>
                    <a:cubicBezTo>
                      <a:pt x="82" y="5"/>
                      <a:pt x="82" y="6"/>
                      <a:pt x="81" y="5"/>
                    </a:cubicBezTo>
                    <a:cubicBezTo>
                      <a:pt x="81" y="5"/>
                      <a:pt x="80" y="6"/>
                      <a:pt x="80" y="6"/>
                    </a:cubicBezTo>
                    <a:cubicBezTo>
                      <a:pt x="80" y="5"/>
                      <a:pt x="80" y="4"/>
                      <a:pt x="80" y="5"/>
                    </a:cubicBezTo>
                    <a:cubicBezTo>
                      <a:pt x="80" y="6"/>
                      <a:pt x="81" y="4"/>
                      <a:pt x="81" y="5"/>
                    </a:cubicBezTo>
                    <a:cubicBezTo>
                      <a:pt x="81" y="5"/>
                      <a:pt x="80" y="4"/>
                      <a:pt x="81" y="4"/>
                    </a:cubicBezTo>
                    <a:cubicBezTo>
                      <a:pt x="82" y="5"/>
                      <a:pt x="81" y="4"/>
                      <a:pt x="82" y="5"/>
                    </a:cubicBezTo>
                    <a:cubicBezTo>
                      <a:pt x="82" y="5"/>
                      <a:pt x="81" y="6"/>
                      <a:pt x="82" y="4"/>
                    </a:cubicBezTo>
                    <a:cubicBezTo>
                      <a:pt x="82" y="4"/>
                      <a:pt x="82" y="3"/>
                      <a:pt x="82" y="4"/>
                    </a:cubicBezTo>
                    <a:cubicBezTo>
                      <a:pt x="82" y="5"/>
                      <a:pt x="82" y="4"/>
                      <a:pt x="82" y="3"/>
                    </a:cubicBezTo>
                    <a:cubicBezTo>
                      <a:pt x="82" y="3"/>
                      <a:pt x="82" y="2"/>
                      <a:pt x="82" y="2"/>
                    </a:cubicBezTo>
                    <a:cubicBezTo>
                      <a:pt x="82" y="2"/>
                      <a:pt x="81" y="2"/>
                      <a:pt x="81" y="2"/>
                    </a:cubicBezTo>
                    <a:cubicBezTo>
                      <a:pt x="81" y="2"/>
                      <a:pt x="81" y="1"/>
                      <a:pt x="81" y="2"/>
                    </a:cubicBezTo>
                    <a:cubicBezTo>
                      <a:pt x="81" y="2"/>
                      <a:pt x="80" y="2"/>
                      <a:pt x="80" y="2"/>
                    </a:cubicBezTo>
                    <a:cubicBezTo>
                      <a:pt x="80" y="2"/>
                      <a:pt x="79" y="2"/>
                      <a:pt x="79" y="2"/>
                    </a:cubicBezTo>
                    <a:cubicBezTo>
                      <a:pt x="78" y="2"/>
                      <a:pt x="79" y="1"/>
                      <a:pt x="79" y="2"/>
                    </a:cubicBezTo>
                    <a:cubicBezTo>
                      <a:pt x="79" y="2"/>
                      <a:pt x="79" y="2"/>
                      <a:pt x="78" y="2"/>
                    </a:cubicBezTo>
                    <a:cubicBezTo>
                      <a:pt x="78" y="3"/>
                      <a:pt x="78" y="4"/>
                      <a:pt x="78" y="3"/>
                    </a:cubicBezTo>
                    <a:cubicBezTo>
                      <a:pt x="78" y="4"/>
                      <a:pt x="77" y="3"/>
                      <a:pt x="78" y="3"/>
                    </a:cubicBezTo>
                    <a:cubicBezTo>
                      <a:pt x="78" y="3"/>
                      <a:pt x="77" y="5"/>
                      <a:pt x="77" y="4"/>
                    </a:cubicBezTo>
                    <a:cubicBezTo>
                      <a:pt x="77" y="5"/>
                      <a:pt x="76" y="2"/>
                      <a:pt x="76" y="4"/>
                    </a:cubicBezTo>
                    <a:cubicBezTo>
                      <a:pt x="76" y="5"/>
                      <a:pt x="77" y="5"/>
                      <a:pt x="76" y="5"/>
                    </a:cubicBezTo>
                    <a:cubicBezTo>
                      <a:pt x="76" y="5"/>
                      <a:pt x="77" y="5"/>
                      <a:pt x="77" y="4"/>
                    </a:cubicBezTo>
                    <a:cubicBezTo>
                      <a:pt x="77" y="5"/>
                      <a:pt x="77" y="5"/>
                      <a:pt x="77" y="6"/>
                    </a:cubicBezTo>
                    <a:cubicBezTo>
                      <a:pt x="76" y="5"/>
                      <a:pt x="77" y="5"/>
                      <a:pt x="76" y="5"/>
                    </a:cubicBezTo>
                    <a:cubicBezTo>
                      <a:pt x="76" y="4"/>
                      <a:pt x="75" y="6"/>
                      <a:pt x="76" y="5"/>
                    </a:cubicBezTo>
                    <a:cubicBezTo>
                      <a:pt x="75" y="4"/>
                      <a:pt x="76" y="3"/>
                      <a:pt x="76" y="4"/>
                    </a:cubicBezTo>
                    <a:cubicBezTo>
                      <a:pt x="75" y="4"/>
                      <a:pt x="75" y="3"/>
                      <a:pt x="75" y="4"/>
                    </a:cubicBezTo>
                    <a:cubicBezTo>
                      <a:pt x="75" y="3"/>
                      <a:pt x="75" y="5"/>
                      <a:pt x="75" y="3"/>
                    </a:cubicBezTo>
                    <a:cubicBezTo>
                      <a:pt x="74" y="3"/>
                      <a:pt x="75" y="3"/>
                      <a:pt x="75" y="3"/>
                    </a:cubicBezTo>
                    <a:cubicBezTo>
                      <a:pt x="74" y="5"/>
                      <a:pt x="75" y="4"/>
                      <a:pt x="75" y="4"/>
                    </a:cubicBezTo>
                    <a:cubicBezTo>
                      <a:pt x="75" y="2"/>
                      <a:pt x="75" y="3"/>
                      <a:pt x="74" y="3"/>
                    </a:cubicBezTo>
                    <a:cubicBezTo>
                      <a:pt x="74" y="3"/>
                      <a:pt x="74" y="3"/>
                      <a:pt x="73" y="3"/>
                    </a:cubicBezTo>
                    <a:cubicBezTo>
                      <a:pt x="73" y="2"/>
                      <a:pt x="74" y="2"/>
                      <a:pt x="74" y="3"/>
                    </a:cubicBezTo>
                    <a:cubicBezTo>
                      <a:pt x="74" y="2"/>
                      <a:pt x="73" y="2"/>
                      <a:pt x="74" y="2"/>
                    </a:cubicBezTo>
                    <a:cubicBezTo>
                      <a:pt x="74" y="2"/>
                      <a:pt x="75" y="3"/>
                      <a:pt x="74" y="2"/>
                    </a:cubicBezTo>
                    <a:cubicBezTo>
                      <a:pt x="75" y="2"/>
                      <a:pt x="74" y="3"/>
                      <a:pt x="74" y="2"/>
                    </a:cubicBezTo>
                    <a:cubicBezTo>
                      <a:pt x="75" y="1"/>
                      <a:pt x="75" y="2"/>
                      <a:pt x="75" y="1"/>
                    </a:cubicBezTo>
                    <a:cubicBezTo>
                      <a:pt x="74" y="0"/>
                      <a:pt x="74" y="2"/>
                      <a:pt x="74" y="1"/>
                    </a:cubicBezTo>
                    <a:cubicBezTo>
                      <a:pt x="74" y="1"/>
                      <a:pt x="74" y="1"/>
                      <a:pt x="73" y="1"/>
                    </a:cubicBezTo>
                    <a:cubicBezTo>
                      <a:pt x="73" y="0"/>
                      <a:pt x="74" y="2"/>
                      <a:pt x="73" y="2"/>
                    </a:cubicBezTo>
                    <a:cubicBezTo>
                      <a:pt x="72" y="2"/>
                      <a:pt x="73" y="1"/>
                      <a:pt x="73" y="1"/>
                    </a:cubicBezTo>
                    <a:cubicBezTo>
                      <a:pt x="72" y="1"/>
                      <a:pt x="72" y="0"/>
                      <a:pt x="73" y="1"/>
                    </a:cubicBezTo>
                    <a:cubicBezTo>
                      <a:pt x="73" y="1"/>
                      <a:pt x="73" y="2"/>
                      <a:pt x="72" y="3"/>
                    </a:cubicBezTo>
                    <a:cubicBezTo>
                      <a:pt x="72" y="3"/>
                      <a:pt x="72" y="0"/>
                      <a:pt x="72" y="2"/>
                    </a:cubicBezTo>
                    <a:cubicBezTo>
                      <a:pt x="72" y="3"/>
                      <a:pt x="71" y="2"/>
                      <a:pt x="71" y="2"/>
                    </a:cubicBezTo>
                    <a:cubicBezTo>
                      <a:pt x="70" y="3"/>
                      <a:pt x="72" y="2"/>
                      <a:pt x="71" y="3"/>
                    </a:cubicBezTo>
                    <a:cubicBezTo>
                      <a:pt x="72" y="2"/>
                      <a:pt x="72" y="3"/>
                      <a:pt x="72" y="3"/>
                    </a:cubicBezTo>
                    <a:cubicBezTo>
                      <a:pt x="72" y="4"/>
                      <a:pt x="71" y="3"/>
                      <a:pt x="71" y="3"/>
                    </a:cubicBezTo>
                    <a:cubicBezTo>
                      <a:pt x="71" y="3"/>
                      <a:pt x="71" y="3"/>
                      <a:pt x="70" y="3"/>
                    </a:cubicBezTo>
                    <a:cubicBezTo>
                      <a:pt x="71" y="3"/>
                      <a:pt x="70" y="3"/>
                      <a:pt x="71" y="3"/>
                    </a:cubicBezTo>
                    <a:cubicBezTo>
                      <a:pt x="70" y="4"/>
                      <a:pt x="71" y="3"/>
                      <a:pt x="71" y="3"/>
                    </a:cubicBezTo>
                    <a:cubicBezTo>
                      <a:pt x="71" y="6"/>
                      <a:pt x="71" y="3"/>
                      <a:pt x="70" y="4"/>
                    </a:cubicBezTo>
                    <a:cubicBezTo>
                      <a:pt x="71" y="4"/>
                      <a:pt x="71" y="3"/>
                      <a:pt x="71" y="4"/>
                    </a:cubicBezTo>
                    <a:cubicBezTo>
                      <a:pt x="71" y="4"/>
                      <a:pt x="71" y="4"/>
                      <a:pt x="71" y="5"/>
                    </a:cubicBezTo>
                    <a:cubicBezTo>
                      <a:pt x="70" y="6"/>
                      <a:pt x="71" y="4"/>
                      <a:pt x="70" y="5"/>
                    </a:cubicBezTo>
                    <a:cubicBezTo>
                      <a:pt x="70" y="4"/>
                      <a:pt x="71" y="5"/>
                      <a:pt x="70" y="5"/>
                    </a:cubicBezTo>
                    <a:cubicBezTo>
                      <a:pt x="70" y="5"/>
                      <a:pt x="70" y="7"/>
                      <a:pt x="70" y="5"/>
                    </a:cubicBezTo>
                    <a:cubicBezTo>
                      <a:pt x="70" y="5"/>
                      <a:pt x="70" y="5"/>
                      <a:pt x="69" y="5"/>
                    </a:cubicBezTo>
                    <a:cubicBezTo>
                      <a:pt x="69" y="5"/>
                      <a:pt x="69" y="6"/>
                      <a:pt x="69" y="5"/>
                    </a:cubicBezTo>
                    <a:cubicBezTo>
                      <a:pt x="70" y="5"/>
                      <a:pt x="70" y="5"/>
                      <a:pt x="69" y="5"/>
                    </a:cubicBezTo>
                    <a:cubicBezTo>
                      <a:pt x="69" y="6"/>
                      <a:pt x="70" y="5"/>
                      <a:pt x="70" y="5"/>
                    </a:cubicBezTo>
                    <a:cubicBezTo>
                      <a:pt x="70" y="4"/>
                      <a:pt x="70" y="3"/>
                      <a:pt x="70" y="3"/>
                    </a:cubicBezTo>
                    <a:cubicBezTo>
                      <a:pt x="70" y="2"/>
                      <a:pt x="68" y="4"/>
                      <a:pt x="69" y="3"/>
                    </a:cubicBezTo>
                    <a:cubicBezTo>
                      <a:pt x="69" y="2"/>
                      <a:pt x="69" y="2"/>
                      <a:pt x="68" y="3"/>
                    </a:cubicBezTo>
                    <a:cubicBezTo>
                      <a:pt x="68" y="4"/>
                      <a:pt x="68" y="4"/>
                      <a:pt x="68" y="3"/>
                    </a:cubicBezTo>
                    <a:cubicBezTo>
                      <a:pt x="68" y="3"/>
                      <a:pt x="68" y="3"/>
                      <a:pt x="68" y="3"/>
                    </a:cubicBezTo>
                    <a:cubicBezTo>
                      <a:pt x="68" y="3"/>
                      <a:pt x="67" y="3"/>
                      <a:pt x="67" y="3"/>
                    </a:cubicBezTo>
                    <a:cubicBezTo>
                      <a:pt x="67" y="3"/>
                      <a:pt x="67" y="2"/>
                      <a:pt x="68" y="4"/>
                    </a:cubicBezTo>
                    <a:cubicBezTo>
                      <a:pt x="67" y="5"/>
                      <a:pt x="67" y="4"/>
                      <a:pt x="67" y="4"/>
                    </a:cubicBezTo>
                    <a:cubicBezTo>
                      <a:pt x="67" y="7"/>
                      <a:pt x="66" y="6"/>
                      <a:pt x="67" y="6"/>
                    </a:cubicBezTo>
                    <a:cubicBezTo>
                      <a:pt x="67" y="6"/>
                      <a:pt x="67" y="7"/>
                      <a:pt x="66" y="5"/>
                    </a:cubicBezTo>
                    <a:cubicBezTo>
                      <a:pt x="66" y="5"/>
                      <a:pt x="66" y="5"/>
                      <a:pt x="66" y="6"/>
                    </a:cubicBezTo>
                    <a:cubicBezTo>
                      <a:pt x="66" y="6"/>
                      <a:pt x="66" y="7"/>
                      <a:pt x="66" y="7"/>
                    </a:cubicBezTo>
                    <a:cubicBezTo>
                      <a:pt x="65" y="7"/>
                      <a:pt x="66" y="7"/>
                      <a:pt x="65" y="6"/>
                    </a:cubicBezTo>
                    <a:cubicBezTo>
                      <a:pt x="65" y="6"/>
                      <a:pt x="65" y="8"/>
                      <a:pt x="65" y="7"/>
                    </a:cubicBezTo>
                    <a:cubicBezTo>
                      <a:pt x="65" y="6"/>
                      <a:pt x="65" y="7"/>
                      <a:pt x="65" y="8"/>
                    </a:cubicBezTo>
                    <a:cubicBezTo>
                      <a:pt x="65" y="7"/>
                      <a:pt x="65" y="9"/>
                      <a:pt x="65" y="7"/>
                    </a:cubicBezTo>
                    <a:cubicBezTo>
                      <a:pt x="65" y="7"/>
                      <a:pt x="65" y="8"/>
                      <a:pt x="64" y="8"/>
                    </a:cubicBezTo>
                    <a:cubicBezTo>
                      <a:pt x="65" y="7"/>
                      <a:pt x="64" y="9"/>
                      <a:pt x="63" y="7"/>
                    </a:cubicBezTo>
                    <a:cubicBezTo>
                      <a:pt x="63" y="8"/>
                      <a:pt x="63" y="8"/>
                      <a:pt x="64" y="8"/>
                    </a:cubicBezTo>
                    <a:cubicBezTo>
                      <a:pt x="64" y="8"/>
                      <a:pt x="61" y="9"/>
                      <a:pt x="63" y="8"/>
                    </a:cubicBezTo>
                    <a:cubicBezTo>
                      <a:pt x="62" y="8"/>
                      <a:pt x="61" y="7"/>
                      <a:pt x="63" y="8"/>
                    </a:cubicBezTo>
                    <a:cubicBezTo>
                      <a:pt x="64" y="8"/>
                      <a:pt x="62" y="7"/>
                      <a:pt x="63" y="7"/>
                    </a:cubicBezTo>
                    <a:cubicBezTo>
                      <a:pt x="62" y="6"/>
                      <a:pt x="63" y="7"/>
                      <a:pt x="63" y="7"/>
                    </a:cubicBezTo>
                    <a:cubicBezTo>
                      <a:pt x="63" y="8"/>
                      <a:pt x="63" y="6"/>
                      <a:pt x="62" y="6"/>
                    </a:cubicBezTo>
                    <a:cubicBezTo>
                      <a:pt x="64" y="7"/>
                      <a:pt x="63" y="6"/>
                      <a:pt x="63" y="6"/>
                    </a:cubicBezTo>
                    <a:cubicBezTo>
                      <a:pt x="63" y="6"/>
                      <a:pt x="64" y="6"/>
                      <a:pt x="64" y="7"/>
                    </a:cubicBezTo>
                    <a:cubicBezTo>
                      <a:pt x="63" y="6"/>
                      <a:pt x="63" y="7"/>
                      <a:pt x="64" y="6"/>
                    </a:cubicBezTo>
                    <a:cubicBezTo>
                      <a:pt x="64" y="5"/>
                      <a:pt x="64" y="5"/>
                      <a:pt x="63" y="5"/>
                    </a:cubicBezTo>
                    <a:cubicBezTo>
                      <a:pt x="63" y="5"/>
                      <a:pt x="63" y="5"/>
                      <a:pt x="63" y="5"/>
                    </a:cubicBezTo>
                    <a:cubicBezTo>
                      <a:pt x="63" y="5"/>
                      <a:pt x="63" y="4"/>
                      <a:pt x="63" y="5"/>
                    </a:cubicBezTo>
                    <a:cubicBezTo>
                      <a:pt x="63" y="5"/>
                      <a:pt x="63" y="4"/>
                      <a:pt x="63" y="4"/>
                    </a:cubicBezTo>
                    <a:cubicBezTo>
                      <a:pt x="63" y="4"/>
                      <a:pt x="63" y="4"/>
                      <a:pt x="63" y="4"/>
                    </a:cubicBezTo>
                    <a:cubicBezTo>
                      <a:pt x="63" y="3"/>
                      <a:pt x="62" y="3"/>
                      <a:pt x="62" y="3"/>
                    </a:cubicBezTo>
                    <a:cubicBezTo>
                      <a:pt x="61" y="3"/>
                      <a:pt x="61" y="2"/>
                      <a:pt x="61" y="3"/>
                    </a:cubicBezTo>
                    <a:cubicBezTo>
                      <a:pt x="61" y="4"/>
                      <a:pt x="61" y="4"/>
                      <a:pt x="61" y="5"/>
                    </a:cubicBezTo>
                    <a:cubicBezTo>
                      <a:pt x="60" y="4"/>
                      <a:pt x="60" y="4"/>
                      <a:pt x="60" y="4"/>
                    </a:cubicBezTo>
                    <a:cubicBezTo>
                      <a:pt x="59" y="4"/>
                      <a:pt x="59" y="6"/>
                      <a:pt x="59" y="6"/>
                    </a:cubicBezTo>
                    <a:cubicBezTo>
                      <a:pt x="59" y="6"/>
                      <a:pt x="59" y="5"/>
                      <a:pt x="58" y="5"/>
                    </a:cubicBezTo>
                    <a:cubicBezTo>
                      <a:pt x="58" y="5"/>
                      <a:pt x="58" y="7"/>
                      <a:pt x="58" y="6"/>
                    </a:cubicBezTo>
                    <a:cubicBezTo>
                      <a:pt x="58" y="6"/>
                      <a:pt x="58" y="5"/>
                      <a:pt x="58" y="5"/>
                    </a:cubicBezTo>
                    <a:cubicBezTo>
                      <a:pt x="57" y="5"/>
                      <a:pt x="57" y="6"/>
                      <a:pt x="57" y="6"/>
                    </a:cubicBezTo>
                    <a:cubicBezTo>
                      <a:pt x="57" y="6"/>
                      <a:pt x="57" y="5"/>
                      <a:pt x="57" y="6"/>
                    </a:cubicBezTo>
                    <a:cubicBezTo>
                      <a:pt x="57" y="6"/>
                      <a:pt x="58" y="6"/>
                      <a:pt x="58" y="6"/>
                    </a:cubicBezTo>
                    <a:cubicBezTo>
                      <a:pt x="58" y="7"/>
                      <a:pt x="58" y="7"/>
                      <a:pt x="58" y="8"/>
                    </a:cubicBezTo>
                    <a:cubicBezTo>
                      <a:pt x="57" y="8"/>
                      <a:pt x="58" y="8"/>
                      <a:pt x="57" y="8"/>
                    </a:cubicBezTo>
                    <a:cubicBezTo>
                      <a:pt x="57" y="9"/>
                      <a:pt x="57" y="8"/>
                      <a:pt x="57" y="10"/>
                    </a:cubicBezTo>
                    <a:cubicBezTo>
                      <a:pt x="58" y="10"/>
                      <a:pt x="58" y="11"/>
                      <a:pt x="58" y="11"/>
                    </a:cubicBezTo>
                    <a:cubicBezTo>
                      <a:pt x="57" y="11"/>
                      <a:pt x="57" y="10"/>
                      <a:pt x="57" y="10"/>
                    </a:cubicBezTo>
                    <a:cubicBezTo>
                      <a:pt x="57" y="10"/>
                      <a:pt x="57" y="10"/>
                      <a:pt x="56" y="11"/>
                    </a:cubicBezTo>
                    <a:cubicBezTo>
                      <a:pt x="57" y="13"/>
                      <a:pt x="57" y="12"/>
                      <a:pt x="56" y="12"/>
                    </a:cubicBezTo>
                    <a:cubicBezTo>
                      <a:pt x="55" y="12"/>
                      <a:pt x="56" y="12"/>
                      <a:pt x="56" y="11"/>
                    </a:cubicBezTo>
                    <a:cubicBezTo>
                      <a:pt x="56" y="12"/>
                      <a:pt x="56" y="12"/>
                      <a:pt x="56" y="10"/>
                    </a:cubicBezTo>
                    <a:cubicBezTo>
                      <a:pt x="56" y="11"/>
                      <a:pt x="56" y="11"/>
                      <a:pt x="55" y="11"/>
                    </a:cubicBezTo>
                    <a:cubicBezTo>
                      <a:pt x="55" y="12"/>
                      <a:pt x="54" y="11"/>
                      <a:pt x="55" y="11"/>
                    </a:cubicBezTo>
                    <a:cubicBezTo>
                      <a:pt x="55" y="12"/>
                      <a:pt x="57" y="12"/>
                      <a:pt x="55" y="12"/>
                    </a:cubicBezTo>
                    <a:cubicBezTo>
                      <a:pt x="54" y="10"/>
                      <a:pt x="54" y="11"/>
                      <a:pt x="55" y="11"/>
                    </a:cubicBezTo>
                    <a:cubicBezTo>
                      <a:pt x="54" y="12"/>
                      <a:pt x="55" y="10"/>
                      <a:pt x="54" y="12"/>
                    </a:cubicBezTo>
                    <a:cubicBezTo>
                      <a:pt x="54" y="12"/>
                      <a:pt x="54" y="12"/>
                      <a:pt x="54" y="12"/>
                    </a:cubicBezTo>
                    <a:cubicBezTo>
                      <a:pt x="53" y="12"/>
                      <a:pt x="53" y="12"/>
                      <a:pt x="53" y="12"/>
                    </a:cubicBezTo>
                    <a:cubicBezTo>
                      <a:pt x="52" y="12"/>
                      <a:pt x="53" y="12"/>
                      <a:pt x="53" y="12"/>
                    </a:cubicBezTo>
                    <a:cubicBezTo>
                      <a:pt x="53" y="10"/>
                      <a:pt x="53" y="12"/>
                      <a:pt x="53" y="11"/>
                    </a:cubicBezTo>
                    <a:cubicBezTo>
                      <a:pt x="52" y="11"/>
                      <a:pt x="53" y="12"/>
                      <a:pt x="52" y="12"/>
                    </a:cubicBezTo>
                    <a:cubicBezTo>
                      <a:pt x="52" y="13"/>
                      <a:pt x="52" y="12"/>
                      <a:pt x="52" y="12"/>
                    </a:cubicBezTo>
                    <a:cubicBezTo>
                      <a:pt x="52" y="12"/>
                      <a:pt x="51" y="14"/>
                      <a:pt x="51" y="12"/>
                    </a:cubicBezTo>
                    <a:cubicBezTo>
                      <a:pt x="51" y="13"/>
                      <a:pt x="51" y="13"/>
                      <a:pt x="51" y="13"/>
                    </a:cubicBezTo>
                    <a:cubicBezTo>
                      <a:pt x="51" y="13"/>
                      <a:pt x="51" y="13"/>
                      <a:pt x="51" y="13"/>
                    </a:cubicBezTo>
                    <a:cubicBezTo>
                      <a:pt x="52" y="13"/>
                      <a:pt x="51" y="13"/>
                      <a:pt x="51" y="13"/>
                    </a:cubicBezTo>
                    <a:cubicBezTo>
                      <a:pt x="51" y="13"/>
                      <a:pt x="52" y="13"/>
                      <a:pt x="51" y="14"/>
                    </a:cubicBezTo>
                    <a:cubicBezTo>
                      <a:pt x="51" y="14"/>
                      <a:pt x="51" y="13"/>
                      <a:pt x="51" y="14"/>
                    </a:cubicBezTo>
                    <a:cubicBezTo>
                      <a:pt x="51" y="13"/>
                      <a:pt x="51" y="14"/>
                      <a:pt x="51" y="14"/>
                    </a:cubicBezTo>
                    <a:cubicBezTo>
                      <a:pt x="50" y="15"/>
                      <a:pt x="50" y="14"/>
                      <a:pt x="50" y="13"/>
                    </a:cubicBezTo>
                    <a:cubicBezTo>
                      <a:pt x="49" y="13"/>
                      <a:pt x="51" y="13"/>
                      <a:pt x="50" y="14"/>
                    </a:cubicBezTo>
                    <a:cubicBezTo>
                      <a:pt x="50" y="15"/>
                      <a:pt x="50" y="13"/>
                      <a:pt x="51" y="14"/>
                    </a:cubicBezTo>
                    <a:cubicBezTo>
                      <a:pt x="51" y="14"/>
                      <a:pt x="51" y="13"/>
                      <a:pt x="51" y="14"/>
                    </a:cubicBezTo>
                    <a:cubicBezTo>
                      <a:pt x="51" y="14"/>
                      <a:pt x="51" y="14"/>
                      <a:pt x="51" y="14"/>
                    </a:cubicBezTo>
                    <a:cubicBezTo>
                      <a:pt x="50" y="13"/>
                      <a:pt x="50" y="13"/>
                      <a:pt x="50" y="13"/>
                    </a:cubicBezTo>
                    <a:cubicBezTo>
                      <a:pt x="50" y="13"/>
                      <a:pt x="50" y="12"/>
                      <a:pt x="51" y="12"/>
                    </a:cubicBezTo>
                    <a:cubicBezTo>
                      <a:pt x="51" y="11"/>
                      <a:pt x="51" y="10"/>
                      <a:pt x="51" y="11"/>
                    </a:cubicBezTo>
                    <a:cubicBezTo>
                      <a:pt x="51" y="10"/>
                      <a:pt x="50" y="11"/>
                      <a:pt x="49" y="11"/>
                    </a:cubicBezTo>
                    <a:cubicBezTo>
                      <a:pt x="49" y="12"/>
                      <a:pt x="50" y="11"/>
                      <a:pt x="49" y="12"/>
                    </a:cubicBezTo>
                    <a:cubicBezTo>
                      <a:pt x="49" y="12"/>
                      <a:pt x="49" y="11"/>
                      <a:pt x="49" y="12"/>
                    </a:cubicBezTo>
                    <a:cubicBezTo>
                      <a:pt x="48" y="11"/>
                      <a:pt x="49" y="12"/>
                      <a:pt x="49" y="13"/>
                    </a:cubicBezTo>
                    <a:cubicBezTo>
                      <a:pt x="48" y="13"/>
                      <a:pt x="48" y="13"/>
                      <a:pt x="48" y="13"/>
                    </a:cubicBezTo>
                    <a:cubicBezTo>
                      <a:pt x="48" y="13"/>
                      <a:pt x="48" y="13"/>
                      <a:pt x="48" y="14"/>
                    </a:cubicBezTo>
                    <a:cubicBezTo>
                      <a:pt x="48" y="14"/>
                      <a:pt x="49" y="14"/>
                      <a:pt x="48" y="15"/>
                    </a:cubicBezTo>
                    <a:cubicBezTo>
                      <a:pt x="48" y="14"/>
                      <a:pt x="48" y="14"/>
                      <a:pt x="47" y="15"/>
                    </a:cubicBezTo>
                    <a:cubicBezTo>
                      <a:pt x="47" y="15"/>
                      <a:pt x="47" y="17"/>
                      <a:pt x="47" y="16"/>
                    </a:cubicBezTo>
                    <a:cubicBezTo>
                      <a:pt x="47" y="16"/>
                      <a:pt x="47" y="15"/>
                      <a:pt x="47" y="16"/>
                    </a:cubicBezTo>
                    <a:cubicBezTo>
                      <a:pt x="47" y="15"/>
                      <a:pt x="47" y="14"/>
                      <a:pt x="47" y="15"/>
                    </a:cubicBezTo>
                    <a:cubicBezTo>
                      <a:pt x="47" y="15"/>
                      <a:pt x="47" y="14"/>
                      <a:pt x="46" y="15"/>
                    </a:cubicBezTo>
                    <a:cubicBezTo>
                      <a:pt x="46" y="15"/>
                      <a:pt x="47" y="14"/>
                      <a:pt x="47" y="16"/>
                    </a:cubicBezTo>
                    <a:cubicBezTo>
                      <a:pt x="46" y="15"/>
                      <a:pt x="46" y="16"/>
                      <a:pt x="46" y="15"/>
                    </a:cubicBezTo>
                    <a:cubicBezTo>
                      <a:pt x="45" y="15"/>
                      <a:pt x="46" y="15"/>
                      <a:pt x="45" y="15"/>
                    </a:cubicBezTo>
                    <a:cubicBezTo>
                      <a:pt x="45" y="16"/>
                      <a:pt x="44" y="16"/>
                      <a:pt x="45" y="16"/>
                    </a:cubicBezTo>
                    <a:cubicBezTo>
                      <a:pt x="44" y="16"/>
                      <a:pt x="45" y="17"/>
                      <a:pt x="45" y="17"/>
                    </a:cubicBezTo>
                    <a:cubicBezTo>
                      <a:pt x="46" y="18"/>
                      <a:pt x="45" y="16"/>
                      <a:pt x="45" y="18"/>
                    </a:cubicBezTo>
                    <a:cubicBezTo>
                      <a:pt x="45" y="19"/>
                      <a:pt x="45" y="19"/>
                      <a:pt x="45" y="19"/>
                    </a:cubicBezTo>
                    <a:cubicBezTo>
                      <a:pt x="45" y="19"/>
                      <a:pt x="45" y="19"/>
                      <a:pt x="45" y="19"/>
                    </a:cubicBezTo>
                    <a:cubicBezTo>
                      <a:pt x="45" y="21"/>
                      <a:pt x="44" y="20"/>
                      <a:pt x="44" y="20"/>
                    </a:cubicBezTo>
                    <a:cubicBezTo>
                      <a:pt x="44" y="20"/>
                      <a:pt x="45" y="22"/>
                      <a:pt x="45" y="20"/>
                    </a:cubicBezTo>
                    <a:cubicBezTo>
                      <a:pt x="45" y="20"/>
                      <a:pt x="45" y="20"/>
                      <a:pt x="44" y="21"/>
                    </a:cubicBezTo>
                    <a:cubicBezTo>
                      <a:pt x="45" y="21"/>
                      <a:pt x="45" y="21"/>
                      <a:pt x="45" y="21"/>
                    </a:cubicBezTo>
                    <a:cubicBezTo>
                      <a:pt x="44" y="22"/>
                      <a:pt x="44" y="22"/>
                      <a:pt x="44" y="22"/>
                    </a:cubicBezTo>
                    <a:cubicBezTo>
                      <a:pt x="43" y="22"/>
                      <a:pt x="44" y="23"/>
                      <a:pt x="44" y="23"/>
                    </a:cubicBezTo>
                    <a:cubicBezTo>
                      <a:pt x="44" y="23"/>
                      <a:pt x="44" y="23"/>
                      <a:pt x="44" y="23"/>
                    </a:cubicBezTo>
                    <a:cubicBezTo>
                      <a:pt x="43" y="22"/>
                      <a:pt x="45" y="23"/>
                      <a:pt x="44" y="23"/>
                    </a:cubicBezTo>
                    <a:cubicBezTo>
                      <a:pt x="45" y="24"/>
                      <a:pt x="44" y="24"/>
                      <a:pt x="44" y="24"/>
                    </a:cubicBezTo>
                    <a:cubicBezTo>
                      <a:pt x="44" y="24"/>
                      <a:pt x="44" y="24"/>
                      <a:pt x="45" y="25"/>
                    </a:cubicBezTo>
                    <a:cubicBezTo>
                      <a:pt x="46" y="25"/>
                      <a:pt x="46" y="26"/>
                      <a:pt x="46" y="26"/>
                    </a:cubicBezTo>
                    <a:cubicBezTo>
                      <a:pt x="46" y="26"/>
                      <a:pt x="45" y="25"/>
                      <a:pt x="46" y="26"/>
                    </a:cubicBezTo>
                    <a:cubicBezTo>
                      <a:pt x="45" y="26"/>
                      <a:pt x="45" y="27"/>
                      <a:pt x="45" y="26"/>
                    </a:cubicBezTo>
                    <a:cubicBezTo>
                      <a:pt x="45" y="25"/>
                      <a:pt x="45" y="26"/>
                      <a:pt x="45" y="26"/>
                    </a:cubicBezTo>
                    <a:cubicBezTo>
                      <a:pt x="46" y="26"/>
                      <a:pt x="45" y="25"/>
                      <a:pt x="45" y="26"/>
                    </a:cubicBezTo>
                    <a:cubicBezTo>
                      <a:pt x="45" y="26"/>
                      <a:pt x="44" y="25"/>
                      <a:pt x="45" y="26"/>
                    </a:cubicBezTo>
                    <a:cubicBezTo>
                      <a:pt x="45" y="24"/>
                      <a:pt x="46" y="25"/>
                      <a:pt x="44" y="25"/>
                    </a:cubicBezTo>
                    <a:cubicBezTo>
                      <a:pt x="44" y="26"/>
                      <a:pt x="44" y="24"/>
                      <a:pt x="44" y="25"/>
                    </a:cubicBezTo>
                    <a:cubicBezTo>
                      <a:pt x="43" y="25"/>
                      <a:pt x="44" y="25"/>
                      <a:pt x="44" y="25"/>
                    </a:cubicBezTo>
                    <a:cubicBezTo>
                      <a:pt x="44" y="25"/>
                      <a:pt x="43" y="26"/>
                      <a:pt x="44" y="26"/>
                    </a:cubicBezTo>
                    <a:cubicBezTo>
                      <a:pt x="44" y="27"/>
                      <a:pt x="43" y="25"/>
                      <a:pt x="43" y="26"/>
                    </a:cubicBezTo>
                    <a:cubicBezTo>
                      <a:pt x="42" y="25"/>
                      <a:pt x="42" y="24"/>
                      <a:pt x="42" y="25"/>
                    </a:cubicBezTo>
                    <a:cubicBezTo>
                      <a:pt x="42" y="24"/>
                      <a:pt x="41" y="25"/>
                      <a:pt x="40" y="24"/>
                    </a:cubicBezTo>
                    <a:cubicBezTo>
                      <a:pt x="40" y="23"/>
                      <a:pt x="40" y="25"/>
                      <a:pt x="40" y="25"/>
                    </a:cubicBezTo>
                    <a:cubicBezTo>
                      <a:pt x="40" y="23"/>
                      <a:pt x="40" y="24"/>
                      <a:pt x="39" y="24"/>
                    </a:cubicBezTo>
                    <a:cubicBezTo>
                      <a:pt x="40" y="23"/>
                      <a:pt x="39" y="23"/>
                      <a:pt x="39" y="23"/>
                    </a:cubicBezTo>
                    <a:cubicBezTo>
                      <a:pt x="38" y="23"/>
                      <a:pt x="39" y="24"/>
                      <a:pt x="39" y="24"/>
                    </a:cubicBezTo>
                    <a:cubicBezTo>
                      <a:pt x="39" y="25"/>
                      <a:pt x="38" y="24"/>
                      <a:pt x="38" y="24"/>
                    </a:cubicBezTo>
                    <a:cubicBezTo>
                      <a:pt x="38" y="24"/>
                      <a:pt x="38" y="24"/>
                      <a:pt x="38" y="24"/>
                    </a:cubicBezTo>
                    <a:cubicBezTo>
                      <a:pt x="38" y="24"/>
                      <a:pt x="38" y="24"/>
                      <a:pt x="38" y="24"/>
                    </a:cubicBezTo>
                    <a:cubicBezTo>
                      <a:pt x="38" y="25"/>
                      <a:pt x="38" y="25"/>
                      <a:pt x="38" y="26"/>
                    </a:cubicBezTo>
                    <a:cubicBezTo>
                      <a:pt x="39" y="26"/>
                      <a:pt x="38" y="25"/>
                      <a:pt x="38" y="25"/>
                    </a:cubicBezTo>
                    <a:cubicBezTo>
                      <a:pt x="38" y="26"/>
                      <a:pt x="38" y="25"/>
                      <a:pt x="38" y="25"/>
                    </a:cubicBezTo>
                    <a:cubicBezTo>
                      <a:pt x="38" y="26"/>
                      <a:pt x="38" y="25"/>
                      <a:pt x="37" y="26"/>
                    </a:cubicBezTo>
                    <a:cubicBezTo>
                      <a:pt x="38" y="27"/>
                      <a:pt x="37" y="26"/>
                      <a:pt x="38" y="26"/>
                    </a:cubicBezTo>
                    <a:cubicBezTo>
                      <a:pt x="38" y="27"/>
                      <a:pt x="39" y="27"/>
                      <a:pt x="39" y="26"/>
                    </a:cubicBezTo>
                    <a:cubicBezTo>
                      <a:pt x="39" y="28"/>
                      <a:pt x="38" y="27"/>
                      <a:pt x="38" y="27"/>
                    </a:cubicBezTo>
                    <a:cubicBezTo>
                      <a:pt x="39" y="28"/>
                      <a:pt x="38" y="28"/>
                      <a:pt x="38" y="27"/>
                    </a:cubicBezTo>
                    <a:cubicBezTo>
                      <a:pt x="37" y="27"/>
                      <a:pt x="37" y="27"/>
                      <a:pt x="37" y="27"/>
                    </a:cubicBezTo>
                    <a:cubicBezTo>
                      <a:pt x="37" y="27"/>
                      <a:pt x="37" y="27"/>
                      <a:pt x="37" y="27"/>
                    </a:cubicBezTo>
                    <a:cubicBezTo>
                      <a:pt x="37" y="26"/>
                      <a:pt x="37" y="28"/>
                      <a:pt x="37" y="27"/>
                    </a:cubicBezTo>
                    <a:cubicBezTo>
                      <a:pt x="37" y="27"/>
                      <a:pt x="37" y="27"/>
                      <a:pt x="37" y="27"/>
                    </a:cubicBezTo>
                    <a:cubicBezTo>
                      <a:pt x="37" y="28"/>
                      <a:pt x="37" y="28"/>
                      <a:pt x="37" y="28"/>
                    </a:cubicBezTo>
                    <a:cubicBezTo>
                      <a:pt x="37" y="29"/>
                      <a:pt x="37" y="28"/>
                      <a:pt x="37" y="28"/>
                    </a:cubicBezTo>
                    <a:cubicBezTo>
                      <a:pt x="37" y="28"/>
                      <a:pt x="37" y="29"/>
                      <a:pt x="38" y="29"/>
                    </a:cubicBezTo>
                    <a:cubicBezTo>
                      <a:pt x="37" y="29"/>
                      <a:pt x="38" y="29"/>
                      <a:pt x="37" y="29"/>
                    </a:cubicBezTo>
                    <a:cubicBezTo>
                      <a:pt x="37" y="29"/>
                      <a:pt x="37" y="29"/>
                      <a:pt x="37" y="29"/>
                    </a:cubicBezTo>
                    <a:cubicBezTo>
                      <a:pt x="36" y="29"/>
                      <a:pt x="37" y="30"/>
                      <a:pt x="37" y="29"/>
                    </a:cubicBezTo>
                    <a:cubicBezTo>
                      <a:pt x="36" y="29"/>
                      <a:pt x="37" y="29"/>
                      <a:pt x="37" y="29"/>
                    </a:cubicBezTo>
                    <a:cubicBezTo>
                      <a:pt x="36" y="31"/>
                      <a:pt x="37" y="28"/>
                      <a:pt x="36" y="29"/>
                    </a:cubicBezTo>
                    <a:cubicBezTo>
                      <a:pt x="36" y="29"/>
                      <a:pt x="36" y="29"/>
                      <a:pt x="36" y="29"/>
                    </a:cubicBezTo>
                    <a:cubicBezTo>
                      <a:pt x="36" y="30"/>
                      <a:pt x="35" y="30"/>
                      <a:pt x="35" y="31"/>
                    </a:cubicBezTo>
                    <a:cubicBezTo>
                      <a:pt x="35" y="30"/>
                      <a:pt x="35" y="31"/>
                      <a:pt x="35" y="31"/>
                    </a:cubicBezTo>
                    <a:cubicBezTo>
                      <a:pt x="36" y="31"/>
                      <a:pt x="36" y="30"/>
                      <a:pt x="35" y="31"/>
                    </a:cubicBezTo>
                    <a:cubicBezTo>
                      <a:pt x="35" y="30"/>
                      <a:pt x="35" y="31"/>
                      <a:pt x="35" y="31"/>
                    </a:cubicBezTo>
                    <a:cubicBezTo>
                      <a:pt x="36" y="31"/>
                      <a:pt x="35" y="32"/>
                      <a:pt x="36" y="31"/>
                    </a:cubicBezTo>
                    <a:cubicBezTo>
                      <a:pt x="36" y="31"/>
                      <a:pt x="36" y="32"/>
                      <a:pt x="35" y="31"/>
                    </a:cubicBezTo>
                    <a:cubicBezTo>
                      <a:pt x="35" y="32"/>
                      <a:pt x="35" y="32"/>
                      <a:pt x="35" y="32"/>
                    </a:cubicBezTo>
                    <a:cubicBezTo>
                      <a:pt x="35" y="31"/>
                      <a:pt x="35" y="32"/>
                      <a:pt x="36" y="32"/>
                    </a:cubicBezTo>
                    <a:cubicBezTo>
                      <a:pt x="36" y="32"/>
                      <a:pt x="35" y="32"/>
                      <a:pt x="35" y="33"/>
                    </a:cubicBezTo>
                    <a:cubicBezTo>
                      <a:pt x="35" y="33"/>
                      <a:pt x="35" y="33"/>
                      <a:pt x="36" y="34"/>
                    </a:cubicBezTo>
                    <a:cubicBezTo>
                      <a:pt x="36" y="35"/>
                      <a:pt x="34" y="34"/>
                      <a:pt x="35" y="35"/>
                    </a:cubicBezTo>
                    <a:cubicBezTo>
                      <a:pt x="35" y="36"/>
                      <a:pt x="36" y="35"/>
                      <a:pt x="36" y="35"/>
                    </a:cubicBezTo>
                    <a:cubicBezTo>
                      <a:pt x="36" y="35"/>
                      <a:pt x="36" y="35"/>
                      <a:pt x="36" y="35"/>
                    </a:cubicBezTo>
                    <a:cubicBezTo>
                      <a:pt x="36" y="34"/>
                      <a:pt x="37" y="36"/>
                      <a:pt x="37" y="35"/>
                    </a:cubicBezTo>
                    <a:cubicBezTo>
                      <a:pt x="36" y="35"/>
                      <a:pt x="37" y="35"/>
                      <a:pt x="36" y="35"/>
                    </a:cubicBezTo>
                    <a:cubicBezTo>
                      <a:pt x="37" y="34"/>
                      <a:pt x="37" y="35"/>
                      <a:pt x="37" y="34"/>
                    </a:cubicBezTo>
                    <a:cubicBezTo>
                      <a:pt x="38" y="33"/>
                      <a:pt x="37" y="33"/>
                      <a:pt x="38" y="34"/>
                    </a:cubicBezTo>
                    <a:cubicBezTo>
                      <a:pt x="37" y="34"/>
                      <a:pt x="38" y="35"/>
                      <a:pt x="38" y="35"/>
                    </a:cubicBezTo>
                    <a:cubicBezTo>
                      <a:pt x="37" y="35"/>
                      <a:pt x="36" y="36"/>
                      <a:pt x="37" y="36"/>
                    </a:cubicBezTo>
                    <a:cubicBezTo>
                      <a:pt x="36" y="36"/>
                      <a:pt x="36" y="37"/>
                      <a:pt x="37" y="36"/>
                    </a:cubicBezTo>
                    <a:cubicBezTo>
                      <a:pt x="36" y="37"/>
                      <a:pt x="37" y="35"/>
                      <a:pt x="36" y="36"/>
                    </a:cubicBezTo>
                    <a:cubicBezTo>
                      <a:pt x="36" y="35"/>
                      <a:pt x="36" y="35"/>
                      <a:pt x="36" y="36"/>
                    </a:cubicBezTo>
                    <a:cubicBezTo>
                      <a:pt x="36" y="35"/>
                      <a:pt x="36" y="36"/>
                      <a:pt x="36" y="36"/>
                    </a:cubicBezTo>
                    <a:cubicBezTo>
                      <a:pt x="35" y="35"/>
                      <a:pt x="36" y="37"/>
                      <a:pt x="35" y="36"/>
                    </a:cubicBezTo>
                    <a:cubicBezTo>
                      <a:pt x="35" y="35"/>
                      <a:pt x="35" y="34"/>
                      <a:pt x="34" y="35"/>
                    </a:cubicBezTo>
                    <a:cubicBezTo>
                      <a:pt x="35" y="36"/>
                      <a:pt x="34" y="35"/>
                      <a:pt x="35" y="36"/>
                    </a:cubicBezTo>
                    <a:cubicBezTo>
                      <a:pt x="34" y="35"/>
                      <a:pt x="34" y="35"/>
                      <a:pt x="34" y="35"/>
                    </a:cubicBezTo>
                    <a:cubicBezTo>
                      <a:pt x="35" y="35"/>
                      <a:pt x="34" y="36"/>
                      <a:pt x="34" y="34"/>
                    </a:cubicBezTo>
                    <a:cubicBezTo>
                      <a:pt x="35" y="33"/>
                      <a:pt x="34" y="33"/>
                      <a:pt x="33" y="33"/>
                    </a:cubicBezTo>
                    <a:cubicBezTo>
                      <a:pt x="33" y="32"/>
                      <a:pt x="34" y="35"/>
                      <a:pt x="33" y="33"/>
                    </a:cubicBezTo>
                    <a:cubicBezTo>
                      <a:pt x="34" y="33"/>
                      <a:pt x="33" y="33"/>
                      <a:pt x="33" y="33"/>
                    </a:cubicBezTo>
                    <a:cubicBezTo>
                      <a:pt x="33" y="33"/>
                      <a:pt x="32" y="34"/>
                      <a:pt x="32" y="33"/>
                    </a:cubicBezTo>
                    <a:cubicBezTo>
                      <a:pt x="32" y="34"/>
                      <a:pt x="32" y="33"/>
                      <a:pt x="32" y="33"/>
                    </a:cubicBezTo>
                    <a:cubicBezTo>
                      <a:pt x="32" y="34"/>
                      <a:pt x="32" y="33"/>
                      <a:pt x="32" y="34"/>
                    </a:cubicBezTo>
                    <a:cubicBezTo>
                      <a:pt x="31" y="34"/>
                      <a:pt x="32" y="34"/>
                      <a:pt x="32" y="34"/>
                    </a:cubicBezTo>
                    <a:cubicBezTo>
                      <a:pt x="32" y="34"/>
                      <a:pt x="33" y="34"/>
                      <a:pt x="33" y="35"/>
                    </a:cubicBezTo>
                    <a:cubicBezTo>
                      <a:pt x="33" y="36"/>
                      <a:pt x="32" y="36"/>
                      <a:pt x="32" y="36"/>
                    </a:cubicBezTo>
                    <a:cubicBezTo>
                      <a:pt x="32" y="37"/>
                      <a:pt x="33" y="37"/>
                      <a:pt x="33" y="37"/>
                    </a:cubicBezTo>
                    <a:cubicBezTo>
                      <a:pt x="34" y="38"/>
                      <a:pt x="34" y="38"/>
                      <a:pt x="34" y="38"/>
                    </a:cubicBezTo>
                    <a:cubicBezTo>
                      <a:pt x="33" y="37"/>
                      <a:pt x="33" y="37"/>
                      <a:pt x="33" y="37"/>
                    </a:cubicBezTo>
                    <a:cubicBezTo>
                      <a:pt x="33" y="38"/>
                      <a:pt x="33" y="38"/>
                      <a:pt x="33" y="39"/>
                    </a:cubicBezTo>
                    <a:cubicBezTo>
                      <a:pt x="33" y="40"/>
                      <a:pt x="33" y="39"/>
                      <a:pt x="33" y="39"/>
                    </a:cubicBezTo>
                    <a:cubicBezTo>
                      <a:pt x="33" y="40"/>
                      <a:pt x="33" y="40"/>
                      <a:pt x="33" y="39"/>
                    </a:cubicBezTo>
                    <a:cubicBezTo>
                      <a:pt x="33" y="40"/>
                      <a:pt x="33" y="39"/>
                      <a:pt x="33" y="39"/>
                    </a:cubicBezTo>
                    <a:cubicBezTo>
                      <a:pt x="32" y="42"/>
                      <a:pt x="33" y="38"/>
                      <a:pt x="32" y="40"/>
                    </a:cubicBezTo>
                    <a:cubicBezTo>
                      <a:pt x="32" y="41"/>
                      <a:pt x="32" y="40"/>
                      <a:pt x="32" y="40"/>
                    </a:cubicBezTo>
                    <a:cubicBezTo>
                      <a:pt x="32" y="39"/>
                      <a:pt x="32" y="39"/>
                      <a:pt x="32" y="40"/>
                    </a:cubicBezTo>
                    <a:cubicBezTo>
                      <a:pt x="32" y="40"/>
                      <a:pt x="32" y="40"/>
                      <a:pt x="32" y="40"/>
                    </a:cubicBezTo>
                    <a:cubicBezTo>
                      <a:pt x="32" y="40"/>
                      <a:pt x="31" y="40"/>
                      <a:pt x="32" y="40"/>
                    </a:cubicBezTo>
                    <a:cubicBezTo>
                      <a:pt x="31" y="40"/>
                      <a:pt x="32" y="40"/>
                      <a:pt x="32" y="40"/>
                    </a:cubicBezTo>
                    <a:cubicBezTo>
                      <a:pt x="31" y="40"/>
                      <a:pt x="32" y="41"/>
                      <a:pt x="32" y="41"/>
                    </a:cubicBezTo>
                    <a:cubicBezTo>
                      <a:pt x="32" y="42"/>
                      <a:pt x="31" y="40"/>
                      <a:pt x="31" y="41"/>
                    </a:cubicBezTo>
                    <a:cubicBezTo>
                      <a:pt x="31" y="40"/>
                      <a:pt x="31" y="41"/>
                      <a:pt x="31" y="42"/>
                    </a:cubicBezTo>
                    <a:cubicBezTo>
                      <a:pt x="30" y="43"/>
                      <a:pt x="31" y="41"/>
                      <a:pt x="31" y="42"/>
                    </a:cubicBezTo>
                    <a:cubicBezTo>
                      <a:pt x="30" y="43"/>
                      <a:pt x="31" y="43"/>
                      <a:pt x="31" y="42"/>
                    </a:cubicBezTo>
                    <a:cubicBezTo>
                      <a:pt x="31" y="43"/>
                      <a:pt x="31" y="42"/>
                      <a:pt x="31" y="42"/>
                    </a:cubicBezTo>
                    <a:cubicBezTo>
                      <a:pt x="31" y="42"/>
                      <a:pt x="30" y="43"/>
                      <a:pt x="32" y="43"/>
                    </a:cubicBezTo>
                    <a:cubicBezTo>
                      <a:pt x="31" y="41"/>
                      <a:pt x="31" y="42"/>
                      <a:pt x="32" y="43"/>
                    </a:cubicBezTo>
                    <a:cubicBezTo>
                      <a:pt x="31" y="43"/>
                      <a:pt x="32" y="42"/>
                      <a:pt x="31" y="43"/>
                    </a:cubicBezTo>
                    <a:cubicBezTo>
                      <a:pt x="31" y="43"/>
                      <a:pt x="33" y="42"/>
                      <a:pt x="32" y="44"/>
                    </a:cubicBezTo>
                    <a:cubicBezTo>
                      <a:pt x="32" y="42"/>
                      <a:pt x="31" y="47"/>
                      <a:pt x="31" y="44"/>
                    </a:cubicBezTo>
                    <a:cubicBezTo>
                      <a:pt x="31" y="44"/>
                      <a:pt x="30" y="44"/>
                      <a:pt x="31" y="45"/>
                    </a:cubicBezTo>
                    <a:cubicBezTo>
                      <a:pt x="30" y="45"/>
                      <a:pt x="31" y="45"/>
                      <a:pt x="30" y="45"/>
                    </a:cubicBezTo>
                    <a:cubicBezTo>
                      <a:pt x="29" y="45"/>
                      <a:pt x="30" y="45"/>
                      <a:pt x="29" y="44"/>
                    </a:cubicBezTo>
                    <a:cubicBezTo>
                      <a:pt x="30" y="45"/>
                      <a:pt x="31" y="46"/>
                      <a:pt x="30" y="46"/>
                    </a:cubicBezTo>
                    <a:cubicBezTo>
                      <a:pt x="30" y="47"/>
                      <a:pt x="29" y="46"/>
                      <a:pt x="29" y="47"/>
                    </a:cubicBezTo>
                    <a:cubicBezTo>
                      <a:pt x="28" y="46"/>
                      <a:pt x="29" y="46"/>
                      <a:pt x="28" y="47"/>
                    </a:cubicBezTo>
                    <a:cubicBezTo>
                      <a:pt x="28" y="47"/>
                      <a:pt x="28" y="47"/>
                      <a:pt x="29" y="47"/>
                    </a:cubicBezTo>
                    <a:cubicBezTo>
                      <a:pt x="30" y="47"/>
                      <a:pt x="28" y="47"/>
                      <a:pt x="29" y="47"/>
                    </a:cubicBezTo>
                    <a:cubicBezTo>
                      <a:pt x="29" y="47"/>
                      <a:pt x="29" y="48"/>
                      <a:pt x="29" y="48"/>
                    </a:cubicBezTo>
                    <a:cubicBezTo>
                      <a:pt x="29" y="48"/>
                      <a:pt x="29" y="48"/>
                      <a:pt x="29" y="48"/>
                    </a:cubicBezTo>
                    <a:cubicBezTo>
                      <a:pt x="28" y="49"/>
                      <a:pt x="28" y="47"/>
                      <a:pt x="28" y="48"/>
                    </a:cubicBezTo>
                    <a:cubicBezTo>
                      <a:pt x="29" y="49"/>
                      <a:pt x="29" y="48"/>
                      <a:pt x="29" y="48"/>
                    </a:cubicBezTo>
                    <a:cubicBezTo>
                      <a:pt x="29" y="48"/>
                      <a:pt x="29" y="49"/>
                      <a:pt x="29" y="48"/>
                    </a:cubicBezTo>
                    <a:cubicBezTo>
                      <a:pt x="29" y="48"/>
                      <a:pt x="29" y="48"/>
                      <a:pt x="30" y="49"/>
                    </a:cubicBezTo>
                    <a:cubicBezTo>
                      <a:pt x="29" y="49"/>
                      <a:pt x="30" y="48"/>
                      <a:pt x="29" y="49"/>
                    </a:cubicBezTo>
                    <a:cubicBezTo>
                      <a:pt x="29" y="48"/>
                      <a:pt x="30" y="48"/>
                      <a:pt x="29" y="49"/>
                    </a:cubicBezTo>
                    <a:cubicBezTo>
                      <a:pt x="29" y="48"/>
                      <a:pt x="30" y="49"/>
                      <a:pt x="29" y="49"/>
                    </a:cubicBezTo>
                    <a:cubicBezTo>
                      <a:pt x="30" y="48"/>
                      <a:pt x="30" y="50"/>
                      <a:pt x="29" y="49"/>
                    </a:cubicBezTo>
                    <a:cubicBezTo>
                      <a:pt x="29" y="50"/>
                      <a:pt x="28" y="49"/>
                      <a:pt x="29" y="49"/>
                    </a:cubicBezTo>
                    <a:cubicBezTo>
                      <a:pt x="28" y="50"/>
                      <a:pt x="29" y="50"/>
                      <a:pt x="28" y="49"/>
                    </a:cubicBezTo>
                    <a:cubicBezTo>
                      <a:pt x="28" y="49"/>
                      <a:pt x="28" y="50"/>
                      <a:pt x="27" y="49"/>
                    </a:cubicBezTo>
                    <a:cubicBezTo>
                      <a:pt x="28" y="50"/>
                      <a:pt x="27" y="49"/>
                      <a:pt x="27" y="49"/>
                    </a:cubicBezTo>
                    <a:cubicBezTo>
                      <a:pt x="27" y="48"/>
                      <a:pt x="26" y="51"/>
                      <a:pt x="27" y="49"/>
                    </a:cubicBezTo>
                    <a:cubicBezTo>
                      <a:pt x="27" y="49"/>
                      <a:pt x="27" y="49"/>
                      <a:pt x="27" y="49"/>
                    </a:cubicBezTo>
                    <a:cubicBezTo>
                      <a:pt x="28" y="49"/>
                      <a:pt x="27" y="49"/>
                      <a:pt x="27" y="50"/>
                    </a:cubicBezTo>
                    <a:cubicBezTo>
                      <a:pt x="27" y="50"/>
                      <a:pt x="27" y="51"/>
                      <a:pt x="28" y="49"/>
                    </a:cubicBezTo>
                    <a:cubicBezTo>
                      <a:pt x="28" y="51"/>
                      <a:pt x="29" y="51"/>
                      <a:pt x="28" y="50"/>
                    </a:cubicBezTo>
                    <a:cubicBezTo>
                      <a:pt x="27" y="51"/>
                      <a:pt x="27" y="48"/>
                      <a:pt x="27" y="50"/>
                    </a:cubicBezTo>
                    <a:cubicBezTo>
                      <a:pt x="27" y="49"/>
                      <a:pt x="26" y="50"/>
                      <a:pt x="26" y="50"/>
                    </a:cubicBezTo>
                    <a:cubicBezTo>
                      <a:pt x="26" y="49"/>
                      <a:pt x="26" y="49"/>
                      <a:pt x="25" y="49"/>
                    </a:cubicBezTo>
                    <a:cubicBezTo>
                      <a:pt x="25" y="48"/>
                      <a:pt x="25" y="49"/>
                      <a:pt x="25" y="49"/>
                    </a:cubicBezTo>
                    <a:cubicBezTo>
                      <a:pt x="24" y="49"/>
                      <a:pt x="25" y="50"/>
                      <a:pt x="25" y="49"/>
                    </a:cubicBezTo>
                    <a:cubicBezTo>
                      <a:pt x="24" y="49"/>
                      <a:pt x="25" y="49"/>
                      <a:pt x="25" y="49"/>
                    </a:cubicBezTo>
                    <a:cubicBezTo>
                      <a:pt x="24" y="50"/>
                      <a:pt x="25" y="50"/>
                      <a:pt x="24" y="50"/>
                    </a:cubicBezTo>
                    <a:cubicBezTo>
                      <a:pt x="25" y="52"/>
                      <a:pt x="24" y="51"/>
                      <a:pt x="25" y="51"/>
                    </a:cubicBezTo>
                    <a:cubicBezTo>
                      <a:pt x="25" y="51"/>
                      <a:pt x="24" y="51"/>
                      <a:pt x="24" y="50"/>
                    </a:cubicBezTo>
                    <a:cubicBezTo>
                      <a:pt x="24" y="49"/>
                      <a:pt x="24" y="50"/>
                      <a:pt x="24" y="50"/>
                    </a:cubicBezTo>
                    <a:cubicBezTo>
                      <a:pt x="24" y="50"/>
                      <a:pt x="23" y="52"/>
                      <a:pt x="23" y="52"/>
                    </a:cubicBezTo>
                    <a:cubicBezTo>
                      <a:pt x="24" y="52"/>
                      <a:pt x="24" y="51"/>
                      <a:pt x="24" y="52"/>
                    </a:cubicBezTo>
                    <a:cubicBezTo>
                      <a:pt x="25" y="53"/>
                      <a:pt x="25" y="51"/>
                      <a:pt x="25" y="51"/>
                    </a:cubicBezTo>
                    <a:cubicBezTo>
                      <a:pt x="26" y="51"/>
                      <a:pt x="25" y="50"/>
                      <a:pt x="25" y="52"/>
                    </a:cubicBezTo>
                    <a:cubicBezTo>
                      <a:pt x="25" y="51"/>
                      <a:pt x="25" y="53"/>
                      <a:pt x="25" y="52"/>
                    </a:cubicBezTo>
                    <a:cubicBezTo>
                      <a:pt x="24" y="53"/>
                      <a:pt x="24" y="53"/>
                      <a:pt x="25" y="53"/>
                    </a:cubicBezTo>
                    <a:cubicBezTo>
                      <a:pt x="25" y="53"/>
                      <a:pt x="24" y="51"/>
                      <a:pt x="24" y="52"/>
                    </a:cubicBezTo>
                    <a:cubicBezTo>
                      <a:pt x="24" y="53"/>
                      <a:pt x="24" y="52"/>
                      <a:pt x="24" y="53"/>
                    </a:cubicBezTo>
                    <a:cubicBezTo>
                      <a:pt x="23" y="52"/>
                      <a:pt x="24" y="52"/>
                      <a:pt x="24" y="52"/>
                    </a:cubicBezTo>
                    <a:cubicBezTo>
                      <a:pt x="23" y="52"/>
                      <a:pt x="24" y="53"/>
                      <a:pt x="23" y="52"/>
                    </a:cubicBezTo>
                    <a:cubicBezTo>
                      <a:pt x="23" y="53"/>
                      <a:pt x="23" y="52"/>
                      <a:pt x="23" y="53"/>
                    </a:cubicBezTo>
                    <a:cubicBezTo>
                      <a:pt x="23" y="53"/>
                      <a:pt x="24" y="54"/>
                      <a:pt x="24" y="53"/>
                    </a:cubicBezTo>
                    <a:cubicBezTo>
                      <a:pt x="24" y="52"/>
                      <a:pt x="24" y="53"/>
                      <a:pt x="23" y="53"/>
                    </a:cubicBezTo>
                    <a:cubicBezTo>
                      <a:pt x="24" y="54"/>
                      <a:pt x="23" y="54"/>
                      <a:pt x="24" y="54"/>
                    </a:cubicBezTo>
                    <a:cubicBezTo>
                      <a:pt x="24" y="55"/>
                      <a:pt x="24" y="54"/>
                      <a:pt x="24" y="54"/>
                    </a:cubicBezTo>
                    <a:cubicBezTo>
                      <a:pt x="24" y="54"/>
                      <a:pt x="23" y="54"/>
                      <a:pt x="23" y="54"/>
                    </a:cubicBezTo>
                    <a:cubicBezTo>
                      <a:pt x="23" y="55"/>
                      <a:pt x="23" y="55"/>
                      <a:pt x="23" y="54"/>
                    </a:cubicBezTo>
                    <a:cubicBezTo>
                      <a:pt x="23" y="54"/>
                      <a:pt x="23" y="55"/>
                      <a:pt x="23" y="55"/>
                    </a:cubicBezTo>
                    <a:cubicBezTo>
                      <a:pt x="23" y="54"/>
                      <a:pt x="22" y="55"/>
                      <a:pt x="23" y="55"/>
                    </a:cubicBezTo>
                    <a:cubicBezTo>
                      <a:pt x="22" y="55"/>
                      <a:pt x="22" y="54"/>
                      <a:pt x="23" y="55"/>
                    </a:cubicBezTo>
                    <a:cubicBezTo>
                      <a:pt x="22" y="54"/>
                      <a:pt x="23" y="55"/>
                      <a:pt x="22" y="55"/>
                    </a:cubicBezTo>
                    <a:cubicBezTo>
                      <a:pt x="22" y="55"/>
                      <a:pt x="22" y="55"/>
                      <a:pt x="22" y="56"/>
                    </a:cubicBezTo>
                    <a:cubicBezTo>
                      <a:pt x="22" y="57"/>
                      <a:pt x="21" y="57"/>
                      <a:pt x="22" y="56"/>
                    </a:cubicBezTo>
                    <a:cubicBezTo>
                      <a:pt x="22" y="57"/>
                      <a:pt x="22" y="57"/>
                      <a:pt x="22" y="57"/>
                    </a:cubicBezTo>
                    <a:cubicBezTo>
                      <a:pt x="21" y="57"/>
                      <a:pt x="21" y="57"/>
                      <a:pt x="21" y="57"/>
                    </a:cubicBezTo>
                    <a:cubicBezTo>
                      <a:pt x="20" y="57"/>
                      <a:pt x="22" y="57"/>
                      <a:pt x="22" y="57"/>
                    </a:cubicBezTo>
                    <a:cubicBezTo>
                      <a:pt x="23" y="57"/>
                      <a:pt x="22" y="58"/>
                      <a:pt x="22" y="58"/>
                    </a:cubicBezTo>
                    <a:cubicBezTo>
                      <a:pt x="22" y="59"/>
                      <a:pt x="21" y="59"/>
                      <a:pt x="22" y="59"/>
                    </a:cubicBezTo>
                    <a:cubicBezTo>
                      <a:pt x="21" y="59"/>
                      <a:pt x="21" y="60"/>
                      <a:pt x="21" y="60"/>
                    </a:cubicBezTo>
                    <a:cubicBezTo>
                      <a:pt x="22" y="61"/>
                      <a:pt x="21" y="60"/>
                      <a:pt x="22" y="60"/>
                    </a:cubicBezTo>
                    <a:cubicBezTo>
                      <a:pt x="22" y="61"/>
                      <a:pt x="22" y="60"/>
                      <a:pt x="22" y="60"/>
                    </a:cubicBezTo>
                    <a:cubicBezTo>
                      <a:pt x="22" y="60"/>
                      <a:pt x="22" y="61"/>
                      <a:pt x="22" y="60"/>
                    </a:cubicBezTo>
                    <a:cubicBezTo>
                      <a:pt x="22" y="60"/>
                      <a:pt x="23" y="59"/>
                      <a:pt x="22" y="60"/>
                    </a:cubicBezTo>
                    <a:cubicBezTo>
                      <a:pt x="22" y="60"/>
                      <a:pt x="22" y="60"/>
                      <a:pt x="22" y="60"/>
                    </a:cubicBezTo>
                    <a:cubicBezTo>
                      <a:pt x="22" y="60"/>
                      <a:pt x="23" y="61"/>
                      <a:pt x="23" y="60"/>
                    </a:cubicBezTo>
                    <a:cubicBezTo>
                      <a:pt x="23" y="61"/>
                      <a:pt x="22" y="60"/>
                      <a:pt x="23" y="61"/>
                    </a:cubicBezTo>
                    <a:cubicBezTo>
                      <a:pt x="23" y="60"/>
                      <a:pt x="24" y="60"/>
                      <a:pt x="23" y="61"/>
                    </a:cubicBezTo>
                    <a:cubicBezTo>
                      <a:pt x="23" y="61"/>
                      <a:pt x="23" y="61"/>
                      <a:pt x="23" y="61"/>
                    </a:cubicBezTo>
                    <a:cubicBezTo>
                      <a:pt x="23" y="60"/>
                      <a:pt x="22" y="61"/>
                      <a:pt x="23" y="61"/>
                    </a:cubicBezTo>
                    <a:cubicBezTo>
                      <a:pt x="23" y="62"/>
                      <a:pt x="23" y="62"/>
                      <a:pt x="23" y="61"/>
                    </a:cubicBezTo>
                    <a:cubicBezTo>
                      <a:pt x="23" y="61"/>
                      <a:pt x="23" y="62"/>
                      <a:pt x="23" y="61"/>
                    </a:cubicBezTo>
                    <a:cubicBezTo>
                      <a:pt x="23" y="61"/>
                      <a:pt x="22" y="61"/>
                      <a:pt x="23" y="61"/>
                    </a:cubicBezTo>
                    <a:cubicBezTo>
                      <a:pt x="23" y="62"/>
                      <a:pt x="22" y="62"/>
                      <a:pt x="22" y="62"/>
                    </a:cubicBezTo>
                    <a:cubicBezTo>
                      <a:pt x="22" y="61"/>
                      <a:pt x="22" y="62"/>
                      <a:pt x="21" y="61"/>
                    </a:cubicBezTo>
                    <a:cubicBezTo>
                      <a:pt x="21" y="61"/>
                      <a:pt x="21" y="60"/>
                      <a:pt x="21" y="60"/>
                    </a:cubicBezTo>
                    <a:cubicBezTo>
                      <a:pt x="20" y="60"/>
                      <a:pt x="21" y="61"/>
                      <a:pt x="21" y="61"/>
                    </a:cubicBezTo>
                    <a:cubicBezTo>
                      <a:pt x="21" y="60"/>
                      <a:pt x="21" y="62"/>
                      <a:pt x="20" y="60"/>
                    </a:cubicBezTo>
                    <a:cubicBezTo>
                      <a:pt x="21" y="61"/>
                      <a:pt x="21" y="60"/>
                      <a:pt x="21" y="60"/>
                    </a:cubicBezTo>
                    <a:cubicBezTo>
                      <a:pt x="20" y="59"/>
                      <a:pt x="20" y="59"/>
                      <a:pt x="20" y="59"/>
                    </a:cubicBezTo>
                    <a:cubicBezTo>
                      <a:pt x="20" y="59"/>
                      <a:pt x="20" y="58"/>
                      <a:pt x="20" y="58"/>
                    </a:cubicBezTo>
                    <a:cubicBezTo>
                      <a:pt x="20" y="58"/>
                      <a:pt x="20" y="59"/>
                      <a:pt x="19" y="58"/>
                    </a:cubicBezTo>
                    <a:cubicBezTo>
                      <a:pt x="19" y="58"/>
                      <a:pt x="19" y="56"/>
                      <a:pt x="19" y="58"/>
                    </a:cubicBezTo>
                    <a:cubicBezTo>
                      <a:pt x="18" y="58"/>
                      <a:pt x="19" y="57"/>
                      <a:pt x="18" y="58"/>
                    </a:cubicBezTo>
                    <a:cubicBezTo>
                      <a:pt x="18" y="58"/>
                      <a:pt x="18" y="58"/>
                      <a:pt x="18" y="59"/>
                    </a:cubicBezTo>
                    <a:cubicBezTo>
                      <a:pt x="18" y="59"/>
                      <a:pt x="18" y="59"/>
                      <a:pt x="18" y="59"/>
                    </a:cubicBezTo>
                    <a:cubicBezTo>
                      <a:pt x="19" y="60"/>
                      <a:pt x="19" y="59"/>
                      <a:pt x="18" y="59"/>
                    </a:cubicBezTo>
                    <a:cubicBezTo>
                      <a:pt x="18" y="60"/>
                      <a:pt x="18" y="60"/>
                      <a:pt x="19" y="60"/>
                    </a:cubicBezTo>
                    <a:cubicBezTo>
                      <a:pt x="19" y="59"/>
                      <a:pt x="19" y="61"/>
                      <a:pt x="18" y="61"/>
                    </a:cubicBezTo>
                    <a:cubicBezTo>
                      <a:pt x="19" y="62"/>
                      <a:pt x="19" y="61"/>
                      <a:pt x="20" y="62"/>
                    </a:cubicBezTo>
                    <a:cubicBezTo>
                      <a:pt x="21" y="62"/>
                      <a:pt x="20" y="64"/>
                      <a:pt x="20" y="63"/>
                    </a:cubicBezTo>
                    <a:cubicBezTo>
                      <a:pt x="19" y="63"/>
                      <a:pt x="19" y="64"/>
                      <a:pt x="19" y="63"/>
                    </a:cubicBezTo>
                    <a:cubicBezTo>
                      <a:pt x="20" y="64"/>
                      <a:pt x="19" y="63"/>
                      <a:pt x="19" y="64"/>
                    </a:cubicBezTo>
                    <a:cubicBezTo>
                      <a:pt x="19" y="64"/>
                      <a:pt x="19" y="65"/>
                      <a:pt x="19" y="65"/>
                    </a:cubicBezTo>
                    <a:cubicBezTo>
                      <a:pt x="19" y="65"/>
                      <a:pt x="19" y="65"/>
                      <a:pt x="19" y="65"/>
                    </a:cubicBezTo>
                    <a:cubicBezTo>
                      <a:pt x="19" y="65"/>
                      <a:pt x="19" y="67"/>
                      <a:pt x="19" y="65"/>
                    </a:cubicBezTo>
                    <a:cubicBezTo>
                      <a:pt x="19" y="65"/>
                      <a:pt x="19" y="64"/>
                      <a:pt x="19" y="65"/>
                    </a:cubicBezTo>
                    <a:cubicBezTo>
                      <a:pt x="18" y="65"/>
                      <a:pt x="18" y="65"/>
                      <a:pt x="18" y="65"/>
                    </a:cubicBezTo>
                    <a:cubicBezTo>
                      <a:pt x="18" y="66"/>
                      <a:pt x="19" y="67"/>
                      <a:pt x="18" y="65"/>
                    </a:cubicBezTo>
                    <a:cubicBezTo>
                      <a:pt x="18" y="67"/>
                      <a:pt x="18" y="66"/>
                      <a:pt x="18" y="66"/>
                    </a:cubicBezTo>
                    <a:cubicBezTo>
                      <a:pt x="18" y="67"/>
                      <a:pt x="18" y="66"/>
                      <a:pt x="18" y="65"/>
                    </a:cubicBezTo>
                    <a:cubicBezTo>
                      <a:pt x="17" y="64"/>
                      <a:pt x="17" y="66"/>
                      <a:pt x="18" y="66"/>
                    </a:cubicBezTo>
                    <a:cubicBezTo>
                      <a:pt x="17" y="66"/>
                      <a:pt x="18" y="66"/>
                      <a:pt x="18" y="66"/>
                    </a:cubicBezTo>
                    <a:cubicBezTo>
                      <a:pt x="17" y="66"/>
                      <a:pt x="18" y="66"/>
                      <a:pt x="18" y="67"/>
                    </a:cubicBezTo>
                    <a:cubicBezTo>
                      <a:pt x="18" y="67"/>
                      <a:pt x="18" y="68"/>
                      <a:pt x="18" y="68"/>
                    </a:cubicBezTo>
                    <a:cubicBezTo>
                      <a:pt x="18" y="68"/>
                      <a:pt x="18" y="68"/>
                      <a:pt x="17" y="68"/>
                    </a:cubicBezTo>
                    <a:cubicBezTo>
                      <a:pt x="16" y="68"/>
                      <a:pt x="17" y="67"/>
                      <a:pt x="17" y="68"/>
                    </a:cubicBezTo>
                    <a:cubicBezTo>
                      <a:pt x="17" y="68"/>
                      <a:pt x="18" y="70"/>
                      <a:pt x="18" y="68"/>
                    </a:cubicBezTo>
                    <a:cubicBezTo>
                      <a:pt x="17" y="67"/>
                      <a:pt x="18" y="68"/>
                      <a:pt x="18" y="68"/>
                    </a:cubicBezTo>
                    <a:cubicBezTo>
                      <a:pt x="18" y="69"/>
                      <a:pt x="18" y="69"/>
                      <a:pt x="18" y="69"/>
                    </a:cubicBezTo>
                    <a:cubicBezTo>
                      <a:pt x="18" y="69"/>
                      <a:pt x="18" y="67"/>
                      <a:pt x="18" y="69"/>
                    </a:cubicBezTo>
                    <a:cubicBezTo>
                      <a:pt x="18" y="69"/>
                      <a:pt x="19" y="69"/>
                      <a:pt x="18" y="70"/>
                    </a:cubicBezTo>
                    <a:cubicBezTo>
                      <a:pt x="19" y="70"/>
                      <a:pt x="19" y="70"/>
                      <a:pt x="18" y="70"/>
                    </a:cubicBezTo>
                    <a:cubicBezTo>
                      <a:pt x="18" y="70"/>
                      <a:pt x="19" y="70"/>
                      <a:pt x="19" y="70"/>
                    </a:cubicBezTo>
                    <a:cubicBezTo>
                      <a:pt x="18" y="70"/>
                      <a:pt x="19" y="71"/>
                      <a:pt x="19" y="71"/>
                    </a:cubicBezTo>
                    <a:cubicBezTo>
                      <a:pt x="19" y="72"/>
                      <a:pt x="19" y="72"/>
                      <a:pt x="19" y="71"/>
                    </a:cubicBezTo>
                    <a:cubicBezTo>
                      <a:pt x="19" y="71"/>
                      <a:pt x="19" y="71"/>
                      <a:pt x="18" y="71"/>
                    </a:cubicBezTo>
                    <a:cubicBezTo>
                      <a:pt x="20" y="72"/>
                      <a:pt x="19" y="70"/>
                      <a:pt x="18" y="71"/>
                    </a:cubicBezTo>
                    <a:cubicBezTo>
                      <a:pt x="18" y="71"/>
                      <a:pt x="18" y="72"/>
                      <a:pt x="18" y="72"/>
                    </a:cubicBezTo>
                    <a:cubicBezTo>
                      <a:pt x="17" y="73"/>
                      <a:pt x="19" y="71"/>
                      <a:pt x="18" y="72"/>
                    </a:cubicBezTo>
                    <a:cubicBezTo>
                      <a:pt x="18" y="73"/>
                      <a:pt x="18" y="72"/>
                      <a:pt x="17" y="72"/>
                    </a:cubicBezTo>
                    <a:cubicBezTo>
                      <a:pt x="18" y="73"/>
                      <a:pt x="16" y="72"/>
                      <a:pt x="17" y="72"/>
                    </a:cubicBezTo>
                    <a:cubicBezTo>
                      <a:pt x="17" y="72"/>
                      <a:pt x="17" y="72"/>
                      <a:pt x="17" y="72"/>
                    </a:cubicBezTo>
                    <a:cubicBezTo>
                      <a:pt x="17" y="71"/>
                      <a:pt x="18" y="72"/>
                      <a:pt x="18" y="71"/>
                    </a:cubicBezTo>
                    <a:cubicBezTo>
                      <a:pt x="17" y="72"/>
                      <a:pt x="17" y="71"/>
                      <a:pt x="17" y="71"/>
                    </a:cubicBezTo>
                    <a:cubicBezTo>
                      <a:pt x="17" y="71"/>
                      <a:pt x="18" y="71"/>
                      <a:pt x="17" y="70"/>
                    </a:cubicBezTo>
                    <a:cubicBezTo>
                      <a:pt x="16" y="70"/>
                      <a:pt x="17" y="71"/>
                      <a:pt x="16" y="70"/>
                    </a:cubicBezTo>
                    <a:cubicBezTo>
                      <a:pt x="16" y="70"/>
                      <a:pt x="17" y="70"/>
                      <a:pt x="16" y="70"/>
                    </a:cubicBezTo>
                    <a:cubicBezTo>
                      <a:pt x="15" y="69"/>
                      <a:pt x="15" y="69"/>
                      <a:pt x="16" y="71"/>
                    </a:cubicBezTo>
                    <a:cubicBezTo>
                      <a:pt x="16" y="70"/>
                      <a:pt x="15" y="71"/>
                      <a:pt x="15" y="72"/>
                    </a:cubicBezTo>
                    <a:cubicBezTo>
                      <a:pt x="15" y="72"/>
                      <a:pt x="15" y="72"/>
                      <a:pt x="15" y="72"/>
                    </a:cubicBezTo>
                    <a:cubicBezTo>
                      <a:pt x="15" y="73"/>
                      <a:pt x="15" y="73"/>
                      <a:pt x="15" y="72"/>
                    </a:cubicBezTo>
                    <a:cubicBezTo>
                      <a:pt x="16" y="73"/>
                      <a:pt x="15" y="73"/>
                      <a:pt x="15" y="73"/>
                    </a:cubicBezTo>
                    <a:cubicBezTo>
                      <a:pt x="15" y="74"/>
                      <a:pt x="16" y="72"/>
                      <a:pt x="15" y="73"/>
                    </a:cubicBezTo>
                    <a:cubicBezTo>
                      <a:pt x="15" y="73"/>
                      <a:pt x="15" y="74"/>
                      <a:pt x="15" y="73"/>
                    </a:cubicBezTo>
                    <a:cubicBezTo>
                      <a:pt x="14" y="73"/>
                      <a:pt x="15" y="74"/>
                      <a:pt x="14" y="73"/>
                    </a:cubicBezTo>
                    <a:cubicBezTo>
                      <a:pt x="15" y="74"/>
                      <a:pt x="14" y="74"/>
                      <a:pt x="15" y="73"/>
                    </a:cubicBezTo>
                    <a:cubicBezTo>
                      <a:pt x="16" y="73"/>
                      <a:pt x="15" y="73"/>
                      <a:pt x="16" y="73"/>
                    </a:cubicBezTo>
                    <a:cubicBezTo>
                      <a:pt x="15" y="73"/>
                      <a:pt x="15" y="73"/>
                      <a:pt x="16" y="74"/>
                    </a:cubicBezTo>
                    <a:cubicBezTo>
                      <a:pt x="16" y="74"/>
                      <a:pt x="16" y="74"/>
                      <a:pt x="16" y="74"/>
                    </a:cubicBezTo>
                    <a:cubicBezTo>
                      <a:pt x="16" y="75"/>
                      <a:pt x="16" y="73"/>
                      <a:pt x="16" y="74"/>
                    </a:cubicBezTo>
                    <a:cubicBezTo>
                      <a:pt x="16" y="75"/>
                      <a:pt x="16" y="76"/>
                      <a:pt x="16" y="74"/>
                    </a:cubicBezTo>
                    <a:cubicBezTo>
                      <a:pt x="16" y="74"/>
                      <a:pt x="15" y="76"/>
                      <a:pt x="16" y="75"/>
                    </a:cubicBezTo>
                    <a:cubicBezTo>
                      <a:pt x="16" y="74"/>
                      <a:pt x="16" y="75"/>
                      <a:pt x="15" y="74"/>
                    </a:cubicBezTo>
                    <a:cubicBezTo>
                      <a:pt x="15" y="75"/>
                      <a:pt x="15" y="74"/>
                      <a:pt x="14" y="75"/>
                    </a:cubicBezTo>
                    <a:cubicBezTo>
                      <a:pt x="14" y="74"/>
                      <a:pt x="14" y="75"/>
                      <a:pt x="14" y="74"/>
                    </a:cubicBezTo>
                    <a:cubicBezTo>
                      <a:pt x="13" y="74"/>
                      <a:pt x="14" y="75"/>
                      <a:pt x="13" y="74"/>
                    </a:cubicBezTo>
                    <a:cubicBezTo>
                      <a:pt x="13" y="74"/>
                      <a:pt x="13" y="75"/>
                      <a:pt x="13" y="75"/>
                    </a:cubicBezTo>
                    <a:cubicBezTo>
                      <a:pt x="14" y="75"/>
                      <a:pt x="14" y="75"/>
                      <a:pt x="14" y="75"/>
                    </a:cubicBezTo>
                    <a:cubicBezTo>
                      <a:pt x="13" y="76"/>
                      <a:pt x="14" y="74"/>
                      <a:pt x="14" y="75"/>
                    </a:cubicBezTo>
                    <a:cubicBezTo>
                      <a:pt x="14" y="76"/>
                      <a:pt x="14" y="75"/>
                      <a:pt x="15" y="75"/>
                    </a:cubicBezTo>
                    <a:cubicBezTo>
                      <a:pt x="15" y="75"/>
                      <a:pt x="14" y="74"/>
                      <a:pt x="14" y="76"/>
                    </a:cubicBezTo>
                    <a:cubicBezTo>
                      <a:pt x="13" y="76"/>
                      <a:pt x="13" y="76"/>
                      <a:pt x="13" y="76"/>
                    </a:cubicBezTo>
                    <a:cubicBezTo>
                      <a:pt x="13" y="77"/>
                      <a:pt x="12" y="77"/>
                      <a:pt x="12" y="76"/>
                    </a:cubicBezTo>
                    <a:cubicBezTo>
                      <a:pt x="12" y="76"/>
                      <a:pt x="12" y="77"/>
                      <a:pt x="13" y="76"/>
                    </a:cubicBezTo>
                    <a:cubicBezTo>
                      <a:pt x="12" y="75"/>
                      <a:pt x="12" y="76"/>
                      <a:pt x="12" y="77"/>
                    </a:cubicBezTo>
                    <a:cubicBezTo>
                      <a:pt x="13" y="76"/>
                      <a:pt x="12" y="77"/>
                      <a:pt x="12" y="77"/>
                    </a:cubicBezTo>
                    <a:cubicBezTo>
                      <a:pt x="12" y="77"/>
                      <a:pt x="12" y="77"/>
                      <a:pt x="12" y="77"/>
                    </a:cubicBezTo>
                    <a:cubicBezTo>
                      <a:pt x="11" y="77"/>
                      <a:pt x="11" y="76"/>
                      <a:pt x="11" y="78"/>
                    </a:cubicBezTo>
                    <a:cubicBezTo>
                      <a:pt x="11" y="77"/>
                      <a:pt x="12" y="78"/>
                      <a:pt x="12" y="77"/>
                    </a:cubicBezTo>
                    <a:cubicBezTo>
                      <a:pt x="12" y="77"/>
                      <a:pt x="12" y="78"/>
                      <a:pt x="12" y="78"/>
                    </a:cubicBezTo>
                    <a:cubicBezTo>
                      <a:pt x="13" y="78"/>
                      <a:pt x="13" y="77"/>
                      <a:pt x="13" y="77"/>
                    </a:cubicBezTo>
                    <a:cubicBezTo>
                      <a:pt x="14" y="78"/>
                      <a:pt x="13" y="77"/>
                      <a:pt x="13" y="78"/>
                    </a:cubicBezTo>
                    <a:cubicBezTo>
                      <a:pt x="13" y="77"/>
                      <a:pt x="13" y="79"/>
                      <a:pt x="13" y="78"/>
                    </a:cubicBezTo>
                    <a:cubicBezTo>
                      <a:pt x="13" y="80"/>
                      <a:pt x="14" y="78"/>
                      <a:pt x="14" y="78"/>
                    </a:cubicBezTo>
                    <a:cubicBezTo>
                      <a:pt x="13" y="78"/>
                      <a:pt x="13" y="77"/>
                      <a:pt x="13" y="77"/>
                    </a:cubicBezTo>
                    <a:cubicBezTo>
                      <a:pt x="14" y="75"/>
                      <a:pt x="13" y="76"/>
                      <a:pt x="14" y="77"/>
                    </a:cubicBezTo>
                    <a:cubicBezTo>
                      <a:pt x="14" y="76"/>
                      <a:pt x="14" y="78"/>
                      <a:pt x="14" y="78"/>
                    </a:cubicBezTo>
                    <a:cubicBezTo>
                      <a:pt x="14" y="79"/>
                      <a:pt x="14" y="79"/>
                      <a:pt x="14" y="79"/>
                    </a:cubicBezTo>
                    <a:cubicBezTo>
                      <a:pt x="14" y="79"/>
                      <a:pt x="12" y="79"/>
                      <a:pt x="13" y="79"/>
                    </a:cubicBezTo>
                    <a:cubicBezTo>
                      <a:pt x="12" y="78"/>
                      <a:pt x="12" y="78"/>
                      <a:pt x="12" y="79"/>
                    </a:cubicBezTo>
                    <a:cubicBezTo>
                      <a:pt x="12" y="79"/>
                      <a:pt x="12" y="79"/>
                      <a:pt x="11" y="80"/>
                    </a:cubicBezTo>
                    <a:cubicBezTo>
                      <a:pt x="11" y="81"/>
                      <a:pt x="12" y="81"/>
                      <a:pt x="12" y="80"/>
                    </a:cubicBezTo>
                    <a:cubicBezTo>
                      <a:pt x="11" y="80"/>
                      <a:pt x="11" y="80"/>
                      <a:pt x="11" y="80"/>
                    </a:cubicBezTo>
                    <a:cubicBezTo>
                      <a:pt x="11" y="81"/>
                      <a:pt x="11" y="81"/>
                      <a:pt x="10" y="81"/>
                    </a:cubicBezTo>
                    <a:cubicBezTo>
                      <a:pt x="10" y="81"/>
                      <a:pt x="11" y="81"/>
                      <a:pt x="10" y="82"/>
                    </a:cubicBezTo>
                    <a:cubicBezTo>
                      <a:pt x="10" y="82"/>
                      <a:pt x="10" y="81"/>
                      <a:pt x="10" y="82"/>
                    </a:cubicBezTo>
                    <a:cubicBezTo>
                      <a:pt x="9" y="81"/>
                      <a:pt x="9" y="82"/>
                      <a:pt x="10" y="83"/>
                    </a:cubicBezTo>
                    <a:cubicBezTo>
                      <a:pt x="10" y="84"/>
                      <a:pt x="8" y="83"/>
                      <a:pt x="9" y="83"/>
                    </a:cubicBezTo>
                    <a:cubicBezTo>
                      <a:pt x="9" y="84"/>
                      <a:pt x="9" y="84"/>
                      <a:pt x="9" y="84"/>
                    </a:cubicBezTo>
                    <a:cubicBezTo>
                      <a:pt x="9" y="84"/>
                      <a:pt x="9" y="84"/>
                      <a:pt x="10" y="84"/>
                    </a:cubicBezTo>
                    <a:cubicBezTo>
                      <a:pt x="9" y="85"/>
                      <a:pt x="10" y="84"/>
                      <a:pt x="10" y="85"/>
                    </a:cubicBezTo>
                    <a:cubicBezTo>
                      <a:pt x="9" y="85"/>
                      <a:pt x="9" y="85"/>
                      <a:pt x="9" y="85"/>
                    </a:cubicBezTo>
                    <a:cubicBezTo>
                      <a:pt x="8" y="85"/>
                      <a:pt x="9" y="84"/>
                      <a:pt x="8" y="85"/>
                    </a:cubicBezTo>
                    <a:cubicBezTo>
                      <a:pt x="7" y="85"/>
                      <a:pt x="8" y="85"/>
                      <a:pt x="9" y="85"/>
                    </a:cubicBezTo>
                    <a:cubicBezTo>
                      <a:pt x="9" y="86"/>
                      <a:pt x="9" y="86"/>
                      <a:pt x="9" y="86"/>
                    </a:cubicBezTo>
                    <a:cubicBezTo>
                      <a:pt x="9" y="85"/>
                      <a:pt x="10" y="86"/>
                      <a:pt x="9" y="86"/>
                    </a:cubicBezTo>
                    <a:cubicBezTo>
                      <a:pt x="10" y="86"/>
                      <a:pt x="10" y="86"/>
                      <a:pt x="10" y="86"/>
                    </a:cubicBezTo>
                    <a:cubicBezTo>
                      <a:pt x="9" y="86"/>
                      <a:pt x="9" y="87"/>
                      <a:pt x="9" y="87"/>
                    </a:cubicBezTo>
                    <a:cubicBezTo>
                      <a:pt x="9" y="88"/>
                      <a:pt x="9" y="88"/>
                      <a:pt x="9" y="88"/>
                    </a:cubicBezTo>
                    <a:cubicBezTo>
                      <a:pt x="10" y="88"/>
                      <a:pt x="10" y="88"/>
                      <a:pt x="10" y="89"/>
                    </a:cubicBezTo>
                    <a:cubicBezTo>
                      <a:pt x="11" y="88"/>
                      <a:pt x="11" y="89"/>
                      <a:pt x="11" y="89"/>
                    </a:cubicBezTo>
                    <a:cubicBezTo>
                      <a:pt x="11" y="90"/>
                      <a:pt x="12" y="89"/>
                      <a:pt x="11" y="88"/>
                    </a:cubicBezTo>
                    <a:cubicBezTo>
                      <a:pt x="12" y="88"/>
                      <a:pt x="13" y="87"/>
                      <a:pt x="13" y="88"/>
                    </a:cubicBezTo>
                    <a:cubicBezTo>
                      <a:pt x="13" y="88"/>
                      <a:pt x="13" y="85"/>
                      <a:pt x="12" y="87"/>
                    </a:cubicBezTo>
                    <a:cubicBezTo>
                      <a:pt x="13" y="87"/>
                      <a:pt x="12" y="86"/>
                      <a:pt x="12" y="87"/>
                    </a:cubicBezTo>
                    <a:cubicBezTo>
                      <a:pt x="12" y="85"/>
                      <a:pt x="12" y="87"/>
                      <a:pt x="13" y="86"/>
                    </a:cubicBezTo>
                    <a:cubicBezTo>
                      <a:pt x="13" y="86"/>
                      <a:pt x="13" y="87"/>
                      <a:pt x="13" y="87"/>
                    </a:cubicBezTo>
                    <a:cubicBezTo>
                      <a:pt x="12" y="87"/>
                      <a:pt x="12" y="87"/>
                      <a:pt x="13" y="87"/>
                    </a:cubicBezTo>
                    <a:cubicBezTo>
                      <a:pt x="13" y="87"/>
                      <a:pt x="13" y="86"/>
                      <a:pt x="13" y="87"/>
                    </a:cubicBezTo>
                    <a:cubicBezTo>
                      <a:pt x="13" y="88"/>
                      <a:pt x="14" y="88"/>
                      <a:pt x="13" y="88"/>
                    </a:cubicBezTo>
                    <a:cubicBezTo>
                      <a:pt x="13" y="88"/>
                      <a:pt x="13" y="89"/>
                      <a:pt x="13" y="88"/>
                    </a:cubicBezTo>
                    <a:cubicBezTo>
                      <a:pt x="13" y="89"/>
                      <a:pt x="13" y="88"/>
                      <a:pt x="13" y="88"/>
                    </a:cubicBezTo>
                    <a:cubicBezTo>
                      <a:pt x="13" y="88"/>
                      <a:pt x="13" y="87"/>
                      <a:pt x="13" y="88"/>
                    </a:cubicBezTo>
                    <a:cubicBezTo>
                      <a:pt x="14" y="89"/>
                      <a:pt x="12" y="88"/>
                      <a:pt x="13" y="89"/>
                    </a:cubicBezTo>
                    <a:cubicBezTo>
                      <a:pt x="13" y="89"/>
                      <a:pt x="13" y="88"/>
                      <a:pt x="13" y="89"/>
                    </a:cubicBezTo>
                    <a:cubicBezTo>
                      <a:pt x="13" y="89"/>
                      <a:pt x="13" y="89"/>
                      <a:pt x="13" y="90"/>
                    </a:cubicBezTo>
                    <a:cubicBezTo>
                      <a:pt x="12" y="90"/>
                      <a:pt x="12" y="90"/>
                      <a:pt x="12" y="90"/>
                    </a:cubicBezTo>
                    <a:cubicBezTo>
                      <a:pt x="12" y="90"/>
                      <a:pt x="11" y="92"/>
                      <a:pt x="12" y="91"/>
                    </a:cubicBezTo>
                    <a:cubicBezTo>
                      <a:pt x="12" y="90"/>
                      <a:pt x="12" y="91"/>
                      <a:pt x="12" y="90"/>
                    </a:cubicBezTo>
                    <a:cubicBezTo>
                      <a:pt x="12" y="90"/>
                      <a:pt x="12" y="90"/>
                      <a:pt x="12" y="90"/>
                    </a:cubicBezTo>
                    <a:cubicBezTo>
                      <a:pt x="12" y="90"/>
                      <a:pt x="12" y="90"/>
                      <a:pt x="12" y="90"/>
                    </a:cubicBezTo>
                    <a:cubicBezTo>
                      <a:pt x="12" y="91"/>
                      <a:pt x="12" y="91"/>
                      <a:pt x="12" y="90"/>
                    </a:cubicBezTo>
                    <a:cubicBezTo>
                      <a:pt x="13" y="89"/>
                      <a:pt x="11" y="89"/>
                      <a:pt x="12" y="89"/>
                    </a:cubicBezTo>
                    <a:cubicBezTo>
                      <a:pt x="11" y="90"/>
                      <a:pt x="12" y="90"/>
                      <a:pt x="12" y="89"/>
                    </a:cubicBezTo>
                    <a:cubicBezTo>
                      <a:pt x="12" y="89"/>
                      <a:pt x="11" y="90"/>
                      <a:pt x="12" y="89"/>
                    </a:cubicBezTo>
                    <a:cubicBezTo>
                      <a:pt x="12" y="89"/>
                      <a:pt x="12" y="90"/>
                      <a:pt x="11" y="89"/>
                    </a:cubicBezTo>
                    <a:cubicBezTo>
                      <a:pt x="11" y="90"/>
                      <a:pt x="11" y="88"/>
                      <a:pt x="10" y="90"/>
                    </a:cubicBezTo>
                    <a:cubicBezTo>
                      <a:pt x="11" y="89"/>
                      <a:pt x="10" y="90"/>
                      <a:pt x="11" y="90"/>
                    </a:cubicBezTo>
                    <a:cubicBezTo>
                      <a:pt x="11" y="91"/>
                      <a:pt x="10" y="91"/>
                      <a:pt x="10" y="90"/>
                    </a:cubicBezTo>
                    <a:cubicBezTo>
                      <a:pt x="10" y="91"/>
                      <a:pt x="10" y="91"/>
                      <a:pt x="10" y="91"/>
                    </a:cubicBezTo>
                    <a:cubicBezTo>
                      <a:pt x="9" y="91"/>
                      <a:pt x="8" y="91"/>
                      <a:pt x="9" y="91"/>
                    </a:cubicBezTo>
                    <a:cubicBezTo>
                      <a:pt x="8" y="91"/>
                      <a:pt x="9" y="92"/>
                      <a:pt x="10" y="91"/>
                    </a:cubicBezTo>
                    <a:cubicBezTo>
                      <a:pt x="9" y="93"/>
                      <a:pt x="9" y="92"/>
                      <a:pt x="9" y="92"/>
                    </a:cubicBezTo>
                    <a:cubicBezTo>
                      <a:pt x="8" y="91"/>
                      <a:pt x="9" y="93"/>
                      <a:pt x="9" y="92"/>
                    </a:cubicBezTo>
                    <a:cubicBezTo>
                      <a:pt x="9" y="92"/>
                      <a:pt x="9" y="93"/>
                      <a:pt x="9" y="93"/>
                    </a:cubicBezTo>
                    <a:cubicBezTo>
                      <a:pt x="9" y="94"/>
                      <a:pt x="9" y="93"/>
                      <a:pt x="9" y="93"/>
                    </a:cubicBezTo>
                    <a:cubicBezTo>
                      <a:pt x="9" y="94"/>
                      <a:pt x="9" y="92"/>
                      <a:pt x="9" y="93"/>
                    </a:cubicBezTo>
                    <a:cubicBezTo>
                      <a:pt x="9" y="94"/>
                      <a:pt x="9" y="94"/>
                      <a:pt x="8" y="93"/>
                    </a:cubicBezTo>
                    <a:cubicBezTo>
                      <a:pt x="8" y="94"/>
                      <a:pt x="8" y="93"/>
                      <a:pt x="8" y="93"/>
                    </a:cubicBezTo>
                    <a:cubicBezTo>
                      <a:pt x="9" y="93"/>
                      <a:pt x="8" y="91"/>
                      <a:pt x="9" y="93"/>
                    </a:cubicBezTo>
                    <a:cubicBezTo>
                      <a:pt x="9" y="93"/>
                      <a:pt x="7" y="93"/>
                      <a:pt x="9" y="92"/>
                    </a:cubicBezTo>
                    <a:cubicBezTo>
                      <a:pt x="8" y="92"/>
                      <a:pt x="8" y="93"/>
                      <a:pt x="8" y="93"/>
                    </a:cubicBezTo>
                    <a:cubicBezTo>
                      <a:pt x="9" y="94"/>
                      <a:pt x="9" y="94"/>
                      <a:pt x="9" y="94"/>
                    </a:cubicBezTo>
                    <a:cubicBezTo>
                      <a:pt x="9" y="94"/>
                      <a:pt x="8" y="93"/>
                      <a:pt x="9" y="94"/>
                    </a:cubicBezTo>
                    <a:cubicBezTo>
                      <a:pt x="9" y="94"/>
                      <a:pt x="9" y="94"/>
                      <a:pt x="9" y="94"/>
                    </a:cubicBezTo>
                    <a:cubicBezTo>
                      <a:pt x="8" y="95"/>
                      <a:pt x="9" y="94"/>
                      <a:pt x="8" y="94"/>
                    </a:cubicBezTo>
                    <a:cubicBezTo>
                      <a:pt x="9" y="94"/>
                      <a:pt x="8" y="95"/>
                      <a:pt x="9" y="94"/>
                    </a:cubicBezTo>
                    <a:cubicBezTo>
                      <a:pt x="9" y="95"/>
                      <a:pt x="9" y="94"/>
                      <a:pt x="9" y="94"/>
                    </a:cubicBezTo>
                    <a:cubicBezTo>
                      <a:pt x="10" y="94"/>
                      <a:pt x="10" y="94"/>
                      <a:pt x="10" y="94"/>
                    </a:cubicBezTo>
                    <a:cubicBezTo>
                      <a:pt x="9" y="95"/>
                      <a:pt x="9" y="94"/>
                      <a:pt x="9" y="94"/>
                    </a:cubicBezTo>
                    <a:cubicBezTo>
                      <a:pt x="9" y="95"/>
                      <a:pt x="9" y="95"/>
                      <a:pt x="9" y="94"/>
                    </a:cubicBezTo>
                    <a:cubicBezTo>
                      <a:pt x="10" y="94"/>
                      <a:pt x="8" y="95"/>
                      <a:pt x="9" y="95"/>
                    </a:cubicBezTo>
                    <a:cubicBezTo>
                      <a:pt x="10" y="96"/>
                      <a:pt x="10" y="94"/>
                      <a:pt x="10" y="95"/>
                    </a:cubicBezTo>
                    <a:cubicBezTo>
                      <a:pt x="9" y="96"/>
                      <a:pt x="9" y="96"/>
                      <a:pt x="9" y="95"/>
                    </a:cubicBezTo>
                    <a:cubicBezTo>
                      <a:pt x="8" y="96"/>
                      <a:pt x="8" y="95"/>
                      <a:pt x="8" y="95"/>
                    </a:cubicBezTo>
                    <a:cubicBezTo>
                      <a:pt x="9" y="95"/>
                      <a:pt x="8" y="95"/>
                      <a:pt x="8" y="95"/>
                    </a:cubicBezTo>
                    <a:cubicBezTo>
                      <a:pt x="9" y="96"/>
                      <a:pt x="8" y="95"/>
                      <a:pt x="8" y="95"/>
                    </a:cubicBezTo>
                    <a:cubicBezTo>
                      <a:pt x="8" y="96"/>
                      <a:pt x="8" y="95"/>
                      <a:pt x="7" y="96"/>
                    </a:cubicBezTo>
                    <a:cubicBezTo>
                      <a:pt x="8" y="95"/>
                      <a:pt x="7" y="95"/>
                      <a:pt x="7" y="95"/>
                    </a:cubicBezTo>
                    <a:cubicBezTo>
                      <a:pt x="7" y="94"/>
                      <a:pt x="7" y="95"/>
                      <a:pt x="7" y="95"/>
                    </a:cubicBezTo>
                    <a:cubicBezTo>
                      <a:pt x="7" y="94"/>
                      <a:pt x="6" y="95"/>
                      <a:pt x="7" y="95"/>
                    </a:cubicBezTo>
                    <a:cubicBezTo>
                      <a:pt x="6" y="96"/>
                      <a:pt x="7" y="95"/>
                      <a:pt x="7" y="95"/>
                    </a:cubicBezTo>
                    <a:cubicBezTo>
                      <a:pt x="7" y="95"/>
                      <a:pt x="7" y="94"/>
                      <a:pt x="7" y="95"/>
                    </a:cubicBezTo>
                    <a:cubicBezTo>
                      <a:pt x="7" y="96"/>
                      <a:pt x="7" y="95"/>
                      <a:pt x="7" y="95"/>
                    </a:cubicBezTo>
                    <a:cubicBezTo>
                      <a:pt x="6" y="95"/>
                      <a:pt x="6" y="95"/>
                      <a:pt x="7" y="95"/>
                    </a:cubicBezTo>
                    <a:cubicBezTo>
                      <a:pt x="6" y="94"/>
                      <a:pt x="7" y="95"/>
                      <a:pt x="7" y="95"/>
                    </a:cubicBezTo>
                    <a:cubicBezTo>
                      <a:pt x="7" y="95"/>
                      <a:pt x="7" y="95"/>
                      <a:pt x="6" y="94"/>
                    </a:cubicBezTo>
                    <a:cubicBezTo>
                      <a:pt x="6" y="94"/>
                      <a:pt x="5" y="93"/>
                      <a:pt x="5" y="94"/>
                    </a:cubicBezTo>
                    <a:cubicBezTo>
                      <a:pt x="5" y="95"/>
                      <a:pt x="6" y="94"/>
                      <a:pt x="5" y="94"/>
                    </a:cubicBezTo>
                    <a:cubicBezTo>
                      <a:pt x="4" y="94"/>
                      <a:pt x="5" y="94"/>
                      <a:pt x="5" y="94"/>
                    </a:cubicBezTo>
                    <a:cubicBezTo>
                      <a:pt x="5" y="94"/>
                      <a:pt x="6" y="95"/>
                      <a:pt x="5" y="94"/>
                    </a:cubicBezTo>
                    <a:cubicBezTo>
                      <a:pt x="4" y="94"/>
                      <a:pt x="5" y="94"/>
                      <a:pt x="5" y="95"/>
                    </a:cubicBezTo>
                    <a:cubicBezTo>
                      <a:pt x="5" y="95"/>
                      <a:pt x="4" y="95"/>
                      <a:pt x="4" y="94"/>
                    </a:cubicBezTo>
                    <a:cubicBezTo>
                      <a:pt x="4" y="94"/>
                      <a:pt x="4" y="94"/>
                      <a:pt x="4" y="95"/>
                    </a:cubicBezTo>
                    <a:cubicBezTo>
                      <a:pt x="5" y="95"/>
                      <a:pt x="4" y="95"/>
                      <a:pt x="4" y="95"/>
                    </a:cubicBezTo>
                    <a:cubicBezTo>
                      <a:pt x="4" y="96"/>
                      <a:pt x="3" y="95"/>
                      <a:pt x="3" y="95"/>
                    </a:cubicBezTo>
                    <a:cubicBezTo>
                      <a:pt x="3" y="96"/>
                      <a:pt x="3" y="95"/>
                      <a:pt x="3" y="96"/>
                    </a:cubicBezTo>
                    <a:cubicBezTo>
                      <a:pt x="3" y="96"/>
                      <a:pt x="3" y="97"/>
                      <a:pt x="3" y="96"/>
                    </a:cubicBezTo>
                    <a:cubicBezTo>
                      <a:pt x="3" y="96"/>
                      <a:pt x="3" y="96"/>
                      <a:pt x="3" y="96"/>
                    </a:cubicBezTo>
                    <a:cubicBezTo>
                      <a:pt x="3" y="96"/>
                      <a:pt x="4" y="95"/>
                      <a:pt x="4" y="96"/>
                    </a:cubicBezTo>
                    <a:cubicBezTo>
                      <a:pt x="4" y="96"/>
                      <a:pt x="3" y="96"/>
                      <a:pt x="3" y="97"/>
                    </a:cubicBezTo>
                    <a:cubicBezTo>
                      <a:pt x="4" y="97"/>
                      <a:pt x="4" y="97"/>
                      <a:pt x="4" y="97"/>
                    </a:cubicBezTo>
                    <a:cubicBezTo>
                      <a:pt x="4" y="97"/>
                      <a:pt x="4" y="97"/>
                      <a:pt x="4" y="97"/>
                    </a:cubicBezTo>
                    <a:cubicBezTo>
                      <a:pt x="3" y="97"/>
                      <a:pt x="3" y="97"/>
                      <a:pt x="3" y="97"/>
                    </a:cubicBezTo>
                    <a:cubicBezTo>
                      <a:pt x="3" y="97"/>
                      <a:pt x="3" y="97"/>
                      <a:pt x="4" y="98"/>
                    </a:cubicBezTo>
                    <a:cubicBezTo>
                      <a:pt x="5" y="97"/>
                      <a:pt x="3" y="99"/>
                      <a:pt x="5" y="98"/>
                    </a:cubicBezTo>
                    <a:cubicBezTo>
                      <a:pt x="5" y="98"/>
                      <a:pt x="5" y="99"/>
                      <a:pt x="5" y="98"/>
                    </a:cubicBezTo>
                    <a:cubicBezTo>
                      <a:pt x="5" y="98"/>
                      <a:pt x="6" y="99"/>
                      <a:pt x="5" y="98"/>
                    </a:cubicBezTo>
                    <a:cubicBezTo>
                      <a:pt x="5" y="99"/>
                      <a:pt x="5" y="98"/>
                      <a:pt x="5" y="98"/>
                    </a:cubicBezTo>
                    <a:cubicBezTo>
                      <a:pt x="5" y="99"/>
                      <a:pt x="5" y="98"/>
                      <a:pt x="5" y="99"/>
                    </a:cubicBezTo>
                    <a:cubicBezTo>
                      <a:pt x="5" y="100"/>
                      <a:pt x="5" y="99"/>
                      <a:pt x="5" y="99"/>
                    </a:cubicBezTo>
                    <a:cubicBezTo>
                      <a:pt x="6" y="98"/>
                      <a:pt x="6" y="98"/>
                      <a:pt x="6" y="99"/>
                    </a:cubicBezTo>
                    <a:cubicBezTo>
                      <a:pt x="6" y="97"/>
                      <a:pt x="6" y="100"/>
                      <a:pt x="6" y="99"/>
                    </a:cubicBezTo>
                    <a:cubicBezTo>
                      <a:pt x="7" y="99"/>
                      <a:pt x="7" y="99"/>
                      <a:pt x="7" y="99"/>
                    </a:cubicBezTo>
                    <a:cubicBezTo>
                      <a:pt x="7" y="100"/>
                      <a:pt x="7" y="99"/>
                      <a:pt x="7" y="100"/>
                    </a:cubicBezTo>
                    <a:cubicBezTo>
                      <a:pt x="7" y="100"/>
                      <a:pt x="6" y="100"/>
                      <a:pt x="7" y="100"/>
                    </a:cubicBezTo>
                    <a:cubicBezTo>
                      <a:pt x="7" y="100"/>
                      <a:pt x="6" y="100"/>
                      <a:pt x="6" y="100"/>
                    </a:cubicBezTo>
                    <a:cubicBezTo>
                      <a:pt x="7" y="100"/>
                      <a:pt x="5" y="100"/>
                      <a:pt x="5" y="100"/>
                    </a:cubicBezTo>
                    <a:cubicBezTo>
                      <a:pt x="5" y="99"/>
                      <a:pt x="5" y="99"/>
                      <a:pt x="5" y="100"/>
                    </a:cubicBezTo>
                    <a:cubicBezTo>
                      <a:pt x="5" y="99"/>
                      <a:pt x="5" y="98"/>
                      <a:pt x="5" y="100"/>
                    </a:cubicBezTo>
                    <a:cubicBezTo>
                      <a:pt x="4" y="100"/>
                      <a:pt x="5" y="101"/>
                      <a:pt x="5" y="100"/>
                    </a:cubicBezTo>
                    <a:cubicBezTo>
                      <a:pt x="6" y="100"/>
                      <a:pt x="6" y="100"/>
                      <a:pt x="6" y="101"/>
                    </a:cubicBezTo>
                    <a:cubicBezTo>
                      <a:pt x="6" y="101"/>
                      <a:pt x="6" y="101"/>
                      <a:pt x="6" y="100"/>
                    </a:cubicBezTo>
                    <a:cubicBezTo>
                      <a:pt x="6" y="101"/>
                      <a:pt x="6" y="101"/>
                      <a:pt x="6" y="100"/>
                    </a:cubicBezTo>
                    <a:cubicBezTo>
                      <a:pt x="6" y="101"/>
                      <a:pt x="6" y="101"/>
                      <a:pt x="7" y="101"/>
                    </a:cubicBezTo>
                    <a:cubicBezTo>
                      <a:pt x="7" y="100"/>
                      <a:pt x="7" y="101"/>
                      <a:pt x="7" y="101"/>
                    </a:cubicBezTo>
                    <a:cubicBezTo>
                      <a:pt x="7" y="100"/>
                      <a:pt x="8" y="100"/>
                      <a:pt x="7" y="101"/>
                    </a:cubicBezTo>
                    <a:cubicBezTo>
                      <a:pt x="7" y="102"/>
                      <a:pt x="7" y="102"/>
                      <a:pt x="7" y="101"/>
                    </a:cubicBezTo>
                    <a:cubicBezTo>
                      <a:pt x="7" y="102"/>
                      <a:pt x="7" y="102"/>
                      <a:pt x="7" y="101"/>
                    </a:cubicBezTo>
                    <a:cubicBezTo>
                      <a:pt x="8" y="102"/>
                      <a:pt x="7" y="101"/>
                      <a:pt x="7" y="101"/>
                    </a:cubicBezTo>
                    <a:cubicBezTo>
                      <a:pt x="6" y="101"/>
                      <a:pt x="7" y="102"/>
                      <a:pt x="7" y="101"/>
                    </a:cubicBezTo>
                    <a:cubicBezTo>
                      <a:pt x="7" y="102"/>
                      <a:pt x="7" y="100"/>
                      <a:pt x="7" y="101"/>
                    </a:cubicBezTo>
                    <a:cubicBezTo>
                      <a:pt x="7" y="101"/>
                      <a:pt x="6" y="100"/>
                      <a:pt x="7" y="101"/>
                    </a:cubicBezTo>
                    <a:cubicBezTo>
                      <a:pt x="7" y="101"/>
                      <a:pt x="6" y="101"/>
                      <a:pt x="6" y="101"/>
                    </a:cubicBezTo>
                    <a:cubicBezTo>
                      <a:pt x="6" y="101"/>
                      <a:pt x="7" y="101"/>
                      <a:pt x="6" y="101"/>
                    </a:cubicBezTo>
                    <a:cubicBezTo>
                      <a:pt x="5" y="100"/>
                      <a:pt x="6" y="100"/>
                      <a:pt x="6" y="101"/>
                    </a:cubicBezTo>
                    <a:cubicBezTo>
                      <a:pt x="6" y="100"/>
                      <a:pt x="5" y="100"/>
                      <a:pt x="6" y="100"/>
                    </a:cubicBezTo>
                    <a:cubicBezTo>
                      <a:pt x="5" y="101"/>
                      <a:pt x="5" y="100"/>
                      <a:pt x="6" y="101"/>
                    </a:cubicBezTo>
                    <a:cubicBezTo>
                      <a:pt x="6" y="102"/>
                      <a:pt x="6" y="101"/>
                      <a:pt x="6" y="101"/>
                    </a:cubicBezTo>
                    <a:cubicBezTo>
                      <a:pt x="6" y="102"/>
                      <a:pt x="6" y="102"/>
                      <a:pt x="6" y="102"/>
                    </a:cubicBezTo>
                    <a:cubicBezTo>
                      <a:pt x="5" y="103"/>
                      <a:pt x="6" y="102"/>
                      <a:pt x="6" y="102"/>
                    </a:cubicBezTo>
                    <a:cubicBezTo>
                      <a:pt x="5" y="102"/>
                      <a:pt x="6" y="102"/>
                      <a:pt x="5" y="102"/>
                    </a:cubicBezTo>
                    <a:cubicBezTo>
                      <a:pt x="6" y="102"/>
                      <a:pt x="6" y="101"/>
                      <a:pt x="5" y="102"/>
                    </a:cubicBezTo>
                    <a:cubicBezTo>
                      <a:pt x="5" y="101"/>
                      <a:pt x="5" y="103"/>
                      <a:pt x="5" y="102"/>
                    </a:cubicBezTo>
                    <a:cubicBezTo>
                      <a:pt x="6" y="103"/>
                      <a:pt x="5" y="103"/>
                      <a:pt x="6" y="102"/>
                    </a:cubicBezTo>
                    <a:cubicBezTo>
                      <a:pt x="6" y="103"/>
                      <a:pt x="7" y="102"/>
                      <a:pt x="7" y="102"/>
                    </a:cubicBezTo>
                    <a:cubicBezTo>
                      <a:pt x="6" y="103"/>
                      <a:pt x="7" y="104"/>
                      <a:pt x="7" y="103"/>
                    </a:cubicBezTo>
                    <a:cubicBezTo>
                      <a:pt x="6" y="104"/>
                      <a:pt x="7" y="104"/>
                      <a:pt x="6" y="103"/>
                    </a:cubicBezTo>
                    <a:cubicBezTo>
                      <a:pt x="6" y="104"/>
                      <a:pt x="5" y="103"/>
                      <a:pt x="6" y="103"/>
                    </a:cubicBezTo>
                    <a:cubicBezTo>
                      <a:pt x="6" y="104"/>
                      <a:pt x="6" y="104"/>
                      <a:pt x="6" y="104"/>
                    </a:cubicBezTo>
                    <a:cubicBezTo>
                      <a:pt x="6" y="104"/>
                      <a:pt x="5" y="104"/>
                      <a:pt x="6" y="104"/>
                    </a:cubicBezTo>
                    <a:cubicBezTo>
                      <a:pt x="6" y="105"/>
                      <a:pt x="6" y="105"/>
                      <a:pt x="6" y="104"/>
                    </a:cubicBezTo>
                    <a:cubicBezTo>
                      <a:pt x="6" y="104"/>
                      <a:pt x="7" y="104"/>
                      <a:pt x="7" y="104"/>
                    </a:cubicBezTo>
                    <a:cubicBezTo>
                      <a:pt x="6" y="103"/>
                      <a:pt x="6" y="105"/>
                      <a:pt x="7" y="104"/>
                    </a:cubicBezTo>
                    <a:cubicBezTo>
                      <a:pt x="7" y="103"/>
                      <a:pt x="8" y="105"/>
                      <a:pt x="7" y="104"/>
                    </a:cubicBezTo>
                    <a:cubicBezTo>
                      <a:pt x="7" y="103"/>
                      <a:pt x="7" y="104"/>
                      <a:pt x="7" y="104"/>
                    </a:cubicBezTo>
                    <a:cubicBezTo>
                      <a:pt x="7" y="104"/>
                      <a:pt x="7" y="104"/>
                      <a:pt x="7" y="103"/>
                    </a:cubicBezTo>
                    <a:cubicBezTo>
                      <a:pt x="8" y="104"/>
                      <a:pt x="7" y="102"/>
                      <a:pt x="8" y="103"/>
                    </a:cubicBezTo>
                    <a:cubicBezTo>
                      <a:pt x="8" y="104"/>
                      <a:pt x="8" y="103"/>
                      <a:pt x="8" y="103"/>
                    </a:cubicBezTo>
                    <a:cubicBezTo>
                      <a:pt x="8" y="103"/>
                      <a:pt x="9" y="104"/>
                      <a:pt x="8" y="103"/>
                    </a:cubicBezTo>
                    <a:cubicBezTo>
                      <a:pt x="9" y="101"/>
                      <a:pt x="8" y="103"/>
                      <a:pt x="8" y="103"/>
                    </a:cubicBezTo>
                    <a:cubicBezTo>
                      <a:pt x="9" y="103"/>
                      <a:pt x="9" y="104"/>
                      <a:pt x="8" y="103"/>
                    </a:cubicBezTo>
                    <a:cubicBezTo>
                      <a:pt x="9" y="103"/>
                      <a:pt x="8" y="103"/>
                      <a:pt x="8" y="104"/>
                    </a:cubicBezTo>
                    <a:cubicBezTo>
                      <a:pt x="9" y="103"/>
                      <a:pt x="9" y="103"/>
                      <a:pt x="8" y="104"/>
                    </a:cubicBezTo>
                    <a:cubicBezTo>
                      <a:pt x="8" y="104"/>
                      <a:pt x="8" y="104"/>
                      <a:pt x="8" y="104"/>
                    </a:cubicBezTo>
                    <a:cubicBezTo>
                      <a:pt x="8" y="104"/>
                      <a:pt x="8" y="104"/>
                      <a:pt x="8" y="104"/>
                    </a:cubicBezTo>
                    <a:cubicBezTo>
                      <a:pt x="9" y="104"/>
                      <a:pt x="8" y="104"/>
                      <a:pt x="8" y="104"/>
                    </a:cubicBezTo>
                    <a:cubicBezTo>
                      <a:pt x="9" y="103"/>
                      <a:pt x="9" y="104"/>
                      <a:pt x="9" y="104"/>
                    </a:cubicBezTo>
                    <a:cubicBezTo>
                      <a:pt x="10" y="105"/>
                      <a:pt x="10" y="106"/>
                      <a:pt x="10" y="105"/>
                    </a:cubicBezTo>
                    <a:cubicBezTo>
                      <a:pt x="9" y="105"/>
                      <a:pt x="9" y="105"/>
                      <a:pt x="9" y="105"/>
                    </a:cubicBezTo>
                    <a:cubicBezTo>
                      <a:pt x="9" y="105"/>
                      <a:pt x="9" y="105"/>
                      <a:pt x="9" y="105"/>
                    </a:cubicBezTo>
                    <a:cubicBezTo>
                      <a:pt x="10" y="105"/>
                      <a:pt x="9" y="105"/>
                      <a:pt x="9" y="105"/>
                    </a:cubicBezTo>
                    <a:cubicBezTo>
                      <a:pt x="10" y="106"/>
                      <a:pt x="9" y="107"/>
                      <a:pt x="10" y="106"/>
                    </a:cubicBezTo>
                    <a:cubicBezTo>
                      <a:pt x="10" y="106"/>
                      <a:pt x="11" y="106"/>
                      <a:pt x="10" y="106"/>
                    </a:cubicBezTo>
                    <a:cubicBezTo>
                      <a:pt x="11" y="105"/>
                      <a:pt x="10" y="106"/>
                      <a:pt x="11" y="105"/>
                    </a:cubicBezTo>
                    <a:cubicBezTo>
                      <a:pt x="10" y="106"/>
                      <a:pt x="11" y="106"/>
                      <a:pt x="11" y="106"/>
                    </a:cubicBezTo>
                    <a:cubicBezTo>
                      <a:pt x="11" y="106"/>
                      <a:pt x="11" y="106"/>
                      <a:pt x="11" y="106"/>
                    </a:cubicBezTo>
                    <a:cubicBezTo>
                      <a:pt x="10" y="106"/>
                      <a:pt x="10" y="106"/>
                      <a:pt x="11" y="106"/>
                    </a:cubicBezTo>
                    <a:cubicBezTo>
                      <a:pt x="11" y="106"/>
                      <a:pt x="11" y="106"/>
                      <a:pt x="10" y="106"/>
                    </a:cubicBezTo>
                    <a:cubicBezTo>
                      <a:pt x="11" y="107"/>
                      <a:pt x="11" y="106"/>
                      <a:pt x="10" y="107"/>
                    </a:cubicBezTo>
                    <a:cubicBezTo>
                      <a:pt x="10" y="107"/>
                      <a:pt x="9" y="107"/>
                      <a:pt x="9" y="107"/>
                    </a:cubicBezTo>
                    <a:cubicBezTo>
                      <a:pt x="9" y="107"/>
                      <a:pt x="9" y="108"/>
                      <a:pt x="10" y="107"/>
                    </a:cubicBezTo>
                    <a:cubicBezTo>
                      <a:pt x="10" y="107"/>
                      <a:pt x="10" y="108"/>
                      <a:pt x="11" y="107"/>
                    </a:cubicBezTo>
                    <a:cubicBezTo>
                      <a:pt x="11" y="107"/>
                      <a:pt x="11" y="108"/>
                      <a:pt x="11" y="107"/>
                    </a:cubicBezTo>
                    <a:cubicBezTo>
                      <a:pt x="10" y="108"/>
                      <a:pt x="11" y="107"/>
                      <a:pt x="11" y="107"/>
                    </a:cubicBezTo>
                    <a:cubicBezTo>
                      <a:pt x="10" y="108"/>
                      <a:pt x="11" y="106"/>
                      <a:pt x="11" y="107"/>
                    </a:cubicBezTo>
                    <a:cubicBezTo>
                      <a:pt x="11" y="108"/>
                      <a:pt x="11" y="108"/>
                      <a:pt x="11" y="107"/>
                    </a:cubicBezTo>
                    <a:cubicBezTo>
                      <a:pt x="12" y="108"/>
                      <a:pt x="11" y="107"/>
                      <a:pt x="11" y="108"/>
                    </a:cubicBezTo>
                    <a:cubicBezTo>
                      <a:pt x="11" y="107"/>
                      <a:pt x="11" y="108"/>
                      <a:pt x="11" y="108"/>
                    </a:cubicBezTo>
                    <a:cubicBezTo>
                      <a:pt x="11" y="107"/>
                      <a:pt x="11" y="109"/>
                      <a:pt x="11" y="108"/>
                    </a:cubicBezTo>
                    <a:cubicBezTo>
                      <a:pt x="11" y="109"/>
                      <a:pt x="10" y="108"/>
                      <a:pt x="10" y="108"/>
                    </a:cubicBezTo>
                    <a:cubicBezTo>
                      <a:pt x="9" y="107"/>
                      <a:pt x="9" y="109"/>
                      <a:pt x="9" y="107"/>
                    </a:cubicBezTo>
                    <a:cubicBezTo>
                      <a:pt x="9" y="107"/>
                      <a:pt x="8" y="108"/>
                      <a:pt x="8" y="107"/>
                    </a:cubicBezTo>
                    <a:cubicBezTo>
                      <a:pt x="8" y="108"/>
                      <a:pt x="7" y="109"/>
                      <a:pt x="7" y="108"/>
                    </a:cubicBezTo>
                    <a:cubicBezTo>
                      <a:pt x="7" y="108"/>
                      <a:pt x="8" y="107"/>
                      <a:pt x="8" y="108"/>
                    </a:cubicBezTo>
                    <a:cubicBezTo>
                      <a:pt x="8" y="107"/>
                      <a:pt x="8" y="108"/>
                      <a:pt x="8" y="109"/>
                    </a:cubicBezTo>
                    <a:cubicBezTo>
                      <a:pt x="7" y="109"/>
                      <a:pt x="7" y="109"/>
                      <a:pt x="7" y="109"/>
                    </a:cubicBezTo>
                    <a:cubicBezTo>
                      <a:pt x="7" y="110"/>
                      <a:pt x="8" y="110"/>
                      <a:pt x="7" y="109"/>
                    </a:cubicBezTo>
                    <a:cubicBezTo>
                      <a:pt x="7" y="108"/>
                      <a:pt x="6" y="109"/>
                      <a:pt x="7" y="109"/>
                    </a:cubicBezTo>
                    <a:cubicBezTo>
                      <a:pt x="6" y="108"/>
                      <a:pt x="7" y="108"/>
                      <a:pt x="7" y="108"/>
                    </a:cubicBezTo>
                    <a:cubicBezTo>
                      <a:pt x="6" y="109"/>
                      <a:pt x="6" y="108"/>
                      <a:pt x="6" y="108"/>
                    </a:cubicBezTo>
                    <a:cubicBezTo>
                      <a:pt x="6" y="108"/>
                      <a:pt x="6" y="108"/>
                      <a:pt x="6" y="108"/>
                    </a:cubicBezTo>
                    <a:cubicBezTo>
                      <a:pt x="5" y="109"/>
                      <a:pt x="6" y="108"/>
                      <a:pt x="6" y="108"/>
                    </a:cubicBezTo>
                    <a:cubicBezTo>
                      <a:pt x="5" y="108"/>
                      <a:pt x="6" y="109"/>
                      <a:pt x="5" y="108"/>
                    </a:cubicBezTo>
                    <a:cubicBezTo>
                      <a:pt x="5" y="107"/>
                      <a:pt x="4" y="108"/>
                      <a:pt x="4" y="108"/>
                    </a:cubicBezTo>
                    <a:cubicBezTo>
                      <a:pt x="5" y="107"/>
                      <a:pt x="4" y="107"/>
                      <a:pt x="4" y="108"/>
                    </a:cubicBezTo>
                    <a:cubicBezTo>
                      <a:pt x="4" y="107"/>
                      <a:pt x="4" y="109"/>
                      <a:pt x="4" y="108"/>
                    </a:cubicBezTo>
                    <a:cubicBezTo>
                      <a:pt x="3" y="108"/>
                      <a:pt x="3" y="108"/>
                      <a:pt x="3" y="108"/>
                    </a:cubicBezTo>
                    <a:cubicBezTo>
                      <a:pt x="4" y="107"/>
                      <a:pt x="3" y="106"/>
                      <a:pt x="4" y="108"/>
                    </a:cubicBezTo>
                    <a:cubicBezTo>
                      <a:pt x="4" y="107"/>
                      <a:pt x="4" y="108"/>
                      <a:pt x="4" y="107"/>
                    </a:cubicBezTo>
                    <a:cubicBezTo>
                      <a:pt x="4" y="108"/>
                      <a:pt x="4" y="107"/>
                      <a:pt x="4" y="107"/>
                    </a:cubicBezTo>
                    <a:cubicBezTo>
                      <a:pt x="3" y="107"/>
                      <a:pt x="4" y="108"/>
                      <a:pt x="4" y="107"/>
                    </a:cubicBezTo>
                    <a:cubicBezTo>
                      <a:pt x="4" y="107"/>
                      <a:pt x="3" y="106"/>
                      <a:pt x="3" y="108"/>
                    </a:cubicBezTo>
                    <a:cubicBezTo>
                      <a:pt x="3" y="108"/>
                      <a:pt x="4" y="108"/>
                      <a:pt x="3" y="107"/>
                    </a:cubicBezTo>
                    <a:cubicBezTo>
                      <a:pt x="3" y="108"/>
                      <a:pt x="2" y="108"/>
                      <a:pt x="2" y="108"/>
                    </a:cubicBezTo>
                    <a:cubicBezTo>
                      <a:pt x="2" y="109"/>
                      <a:pt x="3" y="109"/>
                      <a:pt x="4" y="109"/>
                    </a:cubicBezTo>
                    <a:cubicBezTo>
                      <a:pt x="4" y="110"/>
                      <a:pt x="3" y="109"/>
                      <a:pt x="3" y="110"/>
                    </a:cubicBezTo>
                    <a:cubicBezTo>
                      <a:pt x="3" y="110"/>
                      <a:pt x="4" y="111"/>
                      <a:pt x="4" y="111"/>
                    </a:cubicBezTo>
                    <a:cubicBezTo>
                      <a:pt x="3" y="111"/>
                      <a:pt x="3" y="111"/>
                      <a:pt x="3" y="112"/>
                    </a:cubicBezTo>
                    <a:cubicBezTo>
                      <a:pt x="3" y="110"/>
                      <a:pt x="4" y="111"/>
                      <a:pt x="3" y="111"/>
                    </a:cubicBezTo>
                    <a:cubicBezTo>
                      <a:pt x="3" y="110"/>
                      <a:pt x="2" y="111"/>
                      <a:pt x="2" y="111"/>
                    </a:cubicBezTo>
                    <a:cubicBezTo>
                      <a:pt x="2" y="112"/>
                      <a:pt x="2" y="110"/>
                      <a:pt x="3" y="110"/>
                    </a:cubicBezTo>
                    <a:cubicBezTo>
                      <a:pt x="2" y="111"/>
                      <a:pt x="2" y="111"/>
                      <a:pt x="2" y="110"/>
                    </a:cubicBezTo>
                    <a:cubicBezTo>
                      <a:pt x="1" y="110"/>
                      <a:pt x="2" y="111"/>
                      <a:pt x="2" y="110"/>
                    </a:cubicBezTo>
                    <a:cubicBezTo>
                      <a:pt x="3" y="111"/>
                      <a:pt x="1" y="110"/>
                      <a:pt x="1" y="110"/>
                    </a:cubicBezTo>
                    <a:cubicBezTo>
                      <a:pt x="1" y="109"/>
                      <a:pt x="0" y="110"/>
                      <a:pt x="0" y="110"/>
                    </a:cubicBezTo>
                    <a:cubicBezTo>
                      <a:pt x="0" y="111"/>
                      <a:pt x="0" y="111"/>
                      <a:pt x="0" y="111"/>
                    </a:cubicBezTo>
                    <a:cubicBezTo>
                      <a:pt x="0" y="111"/>
                      <a:pt x="0" y="111"/>
                      <a:pt x="0" y="111"/>
                    </a:cubicBezTo>
                    <a:cubicBezTo>
                      <a:pt x="0" y="112"/>
                      <a:pt x="0" y="113"/>
                      <a:pt x="0" y="112"/>
                    </a:cubicBezTo>
                    <a:cubicBezTo>
                      <a:pt x="0" y="112"/>
                      <a:pt x="0" y="112"/>
                      <a:pt x="0" y="113"/>
                    </a:cubicBezTo>
                    <a:cubicBezTo>
                      <a:pt x="0" y="113"/>
                      <a:pt x="0" y="113"/>
                      <a:pt x="0" y="113"/>
                    </a:cubicBezTo>
                    <a:cubicBezTo>
                      <a:pt x="1" y="113"/>
                      <a:pt x="1" y="113"/>
                      <a:pt x="1" y="114"/>
                    </a:cubicBezTo>
                    <a:cubicBezTo>
                      <a:pt x="1" y="115"/>
                      <a:pt x="2" y="114"/>
                      <a:pt x="2" y="114"/>
                    </a:cubicBezTo>
                    <a:cubicBezTo>
                      <a:pt x="3" y="114"/>
                      <a:pt x="1" y="115"/>
                      <a:pt x="2" y="114"/>
                    </a:cubicBezTo>
                    <a:cubicBezTo>
                      <a:pt x="2" y="115"/>
                      <a:pt x="2" y="115"/>
                      <a:pt x="3" y="115"/>
                    </a:cubicBezTo>
                    <a:cubicBezTo>
                      <a:pt x="3" y="115"/>
                      <a:pt x="3" y="115"/>
                      <a:pt x="3" y="116"/>
                    </a:cubicBezTo>
                    <a:cubicBezTo>
                      <a:pt x="4" y="116"/>
                      <a:pt x="3" y="113"/>
                      <a:pt x="3" y="115"/>
                    </a:cubicBezTo>
                    <a:cubicBezTo>
                      <a:pt x="3" y="116"/>
                      <a:pt x="3" y="116"/>
                      <a:pt x="3" y="115"/>
                    </a:cubicBezTo>
                    <a:cubicBezTo>
                      <a:pt x="3" y="115"/>
                      <a:pt x="3" y="116"/>
                      <a:pt x="3" y="116"/>
                    </a:cubicBezTo>
                    <a:cubicBezTo>
                      <a:pt x="3" y="116"/>
                      <a:pt x="3" y="116"/>
                      <a:pt x="4" y="116"/>
                    </a:cubicBezTo>
                    <a:cubicBezTo>
                      <a:pt x="4" y="116"/>
                      <a:pt x="4" y="116"/>
                      <a:pt x="4" y="116"/>
                    </a:cubicBezTo>
                    <a:cubicBezTo>
                      <a:pt x="3" y="116"/>
                      <a:pt x="3" y="115"/>
                      <a:pt x="3" y="116"/>
                    </a:cubicBezTo>
                    <a:cubicBezTo>
                      <a:pt x="3" y="116"/>
                      <a:pt x="2" y="117"/>
                      <a:pt x="3" y="117"/>
                    </a:cubicBezTo>
                    <a:cubicBezTo>
                      <a:pt x="4" y="117"/>
                      <a:pt x="3" y="117"/>
                      <a:pt x="2" y="117"/>
                    </a:cubicBezTo>
                    <a:cubicBezTo>
                      <a:pt x="2" y="117"/>
                      <a:pt x="2" y="117"/>
                      <a:pt x="2" y="117"/>
                    </a:cubicBezTo>
                    <a:cubicBezTo>
                      <a:pt x="2" y="118"/>
                      <a:pt x="2" y="116"/>
                      <a:pt x="3" y="117"/>
                    </a:cubicBezTo>
                    <a:cubicBezTo>
                      <a:pt x="2" y="117"/>
                      <a:pt x="3" y="118"/>
                      <a:pt x="3" y="118"/>
                    </a:cubicBezTo>
                    <a:cubicBezTo>
                      <a:pt x="2" y="118"/>
                      <a:pt x="2" y="118"/>
                      <a:pt x="2" y="119"/>
                    </a:cubicBezTo>
                    <a:cubicBezTo>
                      <a:pt x="2" y="119"/>
                      <a:pt x="2" y="118"/>
                      <a:pt x="2" y="118"/>
                    </a:cubicBezTo>
                    <a:cubicBezTo>
                      <a:pt x="2" y="118"/>
                      <a:pt x="1" y="118"/>
                      <a:pt x="1" y="118"/>
                    </a:cubicBezTo>
                    <a:cubicBezTo>
                      <a:pt x="1" y="118"/>
                      <a:pt x="1" y="118"/>
                      <a:pt x="1" y="118"/>
                    </a:cubicBezTo>
                    <a:cubicBezTo>
                      <a:pt x="1" y="117"/>
                      <a:pt x="1" y="118"/>
                      <a:pt x="1" y="118"/>
                    </a:cubicBezTo>
                    <a:cubicBezTo>
                      <a:pt x="0" y="118"/>
                      <a:pt x="1" y="117"/>
                      <a:pt x="0" y="118"/>
                    </a:cubicBezTo>
                    <a:cubicBezTo>
                      <a:pt x="0" y="117"/>
                      <a:pt x="0" y="118"/>
                      <a:pt x="0" y="118"/>
                    </a:cubicBezTo>
                    <a:close/>
                    <a:moveTo>
                      <a:pt x="0" y="113"/>
                    </a:moveTo>
                    <a:cubicBezTo>
                      <a:pt x="1" y="112"/>
                      <a:pt x="1" y="112"/>
                      <a:pt x="1" y="112"/>
                    </a:cubicBezTo>
                    <a:cubicBezTo>
                      <a:pt x="1" y="112"/>
                      <a:pt x="1" y="113"/>
                      <a:pt x="0" y="113"/>
                    </a:cubicBezTo>
                    <a:close/>
                    <a:moveTo>
                      <a:pt x="3" y="111"/>
                    </a:moveTo>
                    <a:cubicBezTo>
                      <a:pt x="3" y="112"/>
                      <a:pt x="3" y="112"/>
                      <a:pt x="3" y="112"/>
                    </a:cubicBezTo>
                    <a:cubicBezTo>
                      <a:pt x="2" y="112"/>
                      <a:pt x="2" y="111"/>
                      <a:pt x="3" y="111"/>
                    </a:cubicBezTo>
                    <a:close/>
                    <a:moveTo>
                      <a:pt x="6" y="99"/>
                    </a:moveTo>
                    <a:cubicBezTo>
                      <a:pt x="6" y="99"/>
                      <a:pt x="6" y="99"/>
                      <a:pt x="6" y="99"/>
                    </a:cubicBezTo>
                    <a:cubicBezTo>
                      <a:pt x="5" y="99"/>
                      <a:pt x="5" y="99"/>
                      <a:pt x="6" y="99"/>
                    </a:cubicBezTo>
                    <a:close/>
                    <a:moveTo>
                      <a:pt x="9" y="103"/>
                    </a:moveTo>
                    <a:cubicBezTo>
                      <a:pt x="9" y="103"/>
                      <a:pt x="9" y="103"/>
                      <a:pt x="9" y="103"/>
                    </a:cubicBezTo>
                    <a:close/>
                    <a:moveTo>
                      <a:pt x="9" y="97"/>
                    </a:moveTo>
                    <a:cubicBezTo>
                      <a:pt x="9" y="96"/>
                      <a:pt x="9" y="96"/>
                      <a:pt x="9" y="96"/>
                    </a:cubicBezTo>
                    <a:cubicBezTo>
                      <a:pt x="8" y="97"/>
                      <a:pt x="8" y="96"/>
                      <a:pt x="9" y="96"/>
                    </a:cubicBezTo>
                    <a:cubicBezTo>
                      <a:pt x="9" y="96"/>
                      <a:pt x="9" y="97"/>
                      <a:pt x="9" y="97"/>
                    </a:cubicBezTo>
                    <a:close/>
                    <a:moveTo>
                      <a:pt x="9" y="99"/>
                    </a:moveTo>
                    <a:cubicBezTo>
                      <a:pt x="9" y="100"/>
                      <a:pt x="9" y="100"/>
                      <a:pt x="9" y="100"/>
                    </a:cubicBezTo>
                    <a:cubicBezTo>
                      <a:pt x="9" y="100"/>
                      <a:pt x="9" y="100"/>
                      <a:pt x="9" y="100"/>
                    </a:cubicBezTo>
                    <a:cubicBezTo>
                      <a:pt x="9" y="100"/>
                      <a:pt x="9" y="100"/>
                      <a:pt x="9" y="100"/>
                    </a:cubicBezTo>
                    <a:cubicBezTo>
                      <a:pt x="9" y="100"/>
                      <a:pt x="9" y="100"/>
                      <a:pt x="9" y="100"/>
                    </a:cubicBezTo>
                    <a:cubicBezTo>
                      <a:pt x="9" y="100"/>
                      <a:pt x="9" y="100"/>
                      <a:pt x="9" y="100"/>
                    </a:cubicBezTo>
                    <a:cubicBezTo>
                      <a:pt x="9" y="100"/>
                      <a:pt x="9" y="100"/>
                      <a:pt x="9" y="100"/>
                    </a:cubicBezTo>
                    <a:cubicBezTo>
                      <a:pt x="9" y="100"/>
                      <a:pt x="9" y="99"/>
                      <a:pt x="9" y="99"/>
                    </a:cubicBezTo>
                    <a:cubicBezTo>
                      <a:pt x="9" y="99"/>
                      <a:pt x="9" y="98"/>
                      <a:pt x="9" y="99"/>
                    </a:cubicBezTo>
                    <a:cubicBezTo>
                      <a:pt x="9" y="99"/>
                      <a:pt x="9" y="99"/>
                      <a:pt x="9" y="99"/>
                    </a:cubicBezTo>
                    <a:close/>
                    <a:moveTo>
                      <a:pt x="10" y="105"/>
                    </a:moveTo>
                    <a:cubicBezTo>
                      <a:pt x="10" y="105"/>
                      <a:pt x="10" y="105"/>
                      <a:pt x="10" y="105"/>
                    </a:cubicBezTo>
                    <a:cubicBezTo>
                      <a:pt x="10" y="105"/>
                      <a:pt x="10" y="105"/>
                      <a:pt x="10" y="105"/>
                    </a:cubicBezTo>
                    <a:cubicBezTo>
                      <a:pt x="10" y="105"/>
                      <a:pt x="10" y="105"/>
                      <a:pt x="10" y="105"/>
                    </a:cubicBezTo>
                    <a:close/>
                    <a:moveTo>
                      <a:pt x="10" y="105"/>
                    </a:moveTo>
                    <a:cubicBezTo>
                      <a:pt x="10" y="105"/>
                      <a:pt x="10" y="105"/>
                      <a:pt x="10" y="105"/>
                    </a:cubicBezTo>
                    <a:cubicBezTo>
                      <a:pt x="10" y="105"/>
                      <a:pt x="10" y="105"/>
                      <a:pt x="10" y="105"/>
                    </a:cubicBezTo>
                    <a:close/>
                    <a:moveTo>
                      <a:pt x="11" y="105"/>
                    </a:moveTo>
                    <a:cubicBezTo>
                      <a:pt x="10" y="105"/>
                      <a:pt x="10" y="105"/>
                      <a:pt x="10" y="105"/>
                    </a:cubicBezTo>
                    <a:lnTo>
                      <a:pt x="11" y="105"/>
                    </a:lnTo>
                    <a:close/>
                    <a:moveTo>
                      <a:pt x="9" y="86"/>
                    </a:moveTo>
                    <a:cubicBezTo>
                      <a:pt x="9" y="85"/>
                      <a:pt x="10" y="85"/>
                      <a:pt x="9" y="85"/>
                    </a:cubicBezTo>
                    <a:cubicBezTo>
                      <a:pt x="10" y="84"/>
                      <a:pt x="10" y="86"/>
                      <a:pt x="9" y="86"/>
                    </a:cubicBezTo>
                    <a:close/>
                    <a:moveTo>
                      <a:pt x="10" y="83"/>
                    </a:moveTo>
                    <a:cubicBezTo>
                      <a:pt x="10" y="84"/>
                      <a:pt x="10" y="84"/>
                      <a:pt x="10" y="84"/>
                    </a:cubicBezTo>
                    <a:cubicBezTo>
                      <a:pt x="9" y="84"/>
                      <a:pt x="9" y="83"/>
                      <a:pt x="10" y="83"/>
                    </a:cubicBezTo>
                    <a:close/>
                    <a:moveTo>
                      <a:pt x="12" y="85"/>
                    </a:moveTo>
                    <a:cubicBezTo>
                      <a:pt x="12" y="85"/>
                      <a:pt x="12" y="85"/>
                      <a:pt x="12" y="85"/>
                    </a:cubicBezTo>
                    <a:cubicBezTo>
                      <a:pt x="12" y="85"/>
                      <a:pt x="12" y="85"/>
                      <a:pt x="12" y="85"/>
                    </a:cubicBezTo>
                    <a:cubicBezTo>
                      <a:pt x="13" y="85"/>
                      <a:pt x="13" y="85"/>
                      <a:pt x="13" y="85"/>
                    </a:cubicBezTo>
                    <a:cubicBezTo>
                      <a:pt x="12" y="85"/>
                      <a:pt x="12" y="85"/>
                      <a:pt x="12" y="85"/>
                    </a:cubicBezTo>
                    <a:cubicBezTo>
                      <a:pt x="12" y="85"/>
                      <a:pt x="12" y="85"/>
                      <a:pt x="11" y="85"/>
                    </a:cubicBezTo>
                    <a:lnTo>
                      <a:pt x="12" y="85"/>
                    </a:lnTo>
                    <a:close/>
                    <a:moveTo>
                      <a:pt x="12" y="85"/>
                    </a:moveTo>
                    <a:cubicBezTo>
                      <a:pt x="11" y="85"/>
                      <a:pt x="11" y="84"/>
                      <a:pt x="11" y="84"/>
                    </a:cubicBezTo>
                    <a:cubicBezTo>
                      <a:pt x="11" y="84"/>
                      <a:pt x="12" y="84"/>
                      <a:pt x="12" y="85"/>
                    </a:cubicBezTo>
                    <a:close/>
                    <a:moveTo>
                      <a:pt x="12" y="84"/>
                    </a:moveTo>
                    <a:cubicBezTo>
                      <a:pt x="12" y="84"/>
                      <a:pt x="12" y="84"/>
                      <a:pt x="12" y="84"/>
                    </a:cubicBezTo>
                    <a:cubicBezTo>
                      <a:pt x="12" y="84"/>
                      <a:pt x="12" y="84"/>
                      <a:pt x="12" y="84"/>
                    </a:cubicBezTo>
                    <a:cubicBezTo>
                      <a:pt x="11" y="84"/>
                      <a:pt x="11" y="84"/>
                      <a:pt x="11" y="84"/>
                    </a:cubicBezTo>
                    <a:cubicBezTo>
                      <a:pt x="12" y="83"/>
                      <a:pt x="12" y="83"/>
                      <a:pt x="12" y="83"/>
                    </a:cubicBezTo>
                    <a:lnTo>
                      <a:pt x="12" y="84"/>
                    </a:lnTo>
                    <a:close/>
                    <a:moveTo>
                      <a:pt x="13" y="81"/>
                    </a:moveTo>
                    <a:cubicBezTo>
                      <a:pt x="13" y="81"/>
                      <a:pt x="13" y="81"/>
                      <a:pt x="13" y="81"/>
                    </a:cubicBezTo>
                    <a:cubicBezTo>
                      <a:pt x="13" y="81"/>
                      <a:pt x="13" y="80"/>
                      <a:pt x="13" y="80"/>
                    </a:cubicBezTo>
                    <a:cubicBezTo>
                      <a:pt x="12" y="80"/>
                      <a:pt x="12" y="81"/>
                      <a:pt x="12" y="80"/>
                    </a:cubicBezTo>
                    <a:cubicBezTo>
                      <a:pt x="12" y="80"/>
                      <a:pt x="13" y="80"/>
                      <a:pt x="13" y="80"/>
                    </a:cubicBezTo>
                    <a:cubicBezTo>
                      <a:pt x="14" y="80"/>
                      <a:pt x="13" y="80"/>
                      <a:pt x="13" y="81"/>
                    </a:cubicBezTo>
                    <a:close/>
                    <a:moveTo>
                      <a:pt x="13" y="85"/>
                    </a:moveTo>
                    <a:cubicBezTo>
                      <a:pt x="13" y="86"/>
                      <a:pt x="13" y="86"/>
                      <a:pt x="13" y="86"/>
                    </a:cubicBezTo>
                    <a:cubicBezTo>
                      <a:pt x="13" y="86"/>
                      <a:pt x="13" y="86"/>
                      <a:pt x="12" y="86"/>
                    </a:cubicBezTo>
                    <a:cubicBezTo>
                      <a:pt x="12" y="85"/>
                      <a:pt x="13" y="85"/>
                      <a:pt x="13" y="85"/>
                    </a:cubicBezTo>
                    <a:close/>
                    <a:moveTo>
                      <a:pt x="14" y="77"/>
                    </a:moveTo>
                    <a:cubicBezTo>
                      <a:pt x="13" y="77"/>
                      <a:pt x="13" y="77"/>
                      <a:pt x="13" y="77"/>
                    </a:cubicBezTo>
                    <a:cubicBezTo>
                      <a:pt x="13" y="77"/>
                      <a:pt x="14" y="76"/>
                      <a:pt x="13" y="76"/>
                    </a:cubicBezTo>
                    <a:cubicBezTo>
                      <a:pt x="14" y="76"/>
                      <a:pt x="14" y="76"/>
                      <a:pt x="14" y="77"/>
                    </a:cubicBezTo>
                    <a:close/>
                    <a:moveTo>
                      <a:pt x="19" y="60"/>
                    </a:moveTo>
                    <a:cubicBezTo>
                      <a:pt x="18" y="59"/>
                      <a:pt x="19" y="60"/>
                      <a:pt x="19" y="60"/>
                    </a:cubicBezTo>
                    <a:cubicBezTo>
                      <a:pt x="18" y="59"/>
                      <a:pt x="19" y="59"/>
                      <a:pt x="19" y="60"/>
                    </a:cubicBezTo>
                    <a:close/>
                    <a:moveTo>
                      <a:pt x="19" y="59"/>
                    </a:moveTo>
                    <a:cubicBezTo>
                      <a:pt x="19" y="59"/>
                      <a:pt x="19" y="59"/>
                      <a:pt x="19" y="59"/>
                    </a:cubicBezTo>
                    <a:cubicBezTo>
                      <a:pt x="19" y="59"/>
                      <a:pt x="19" y="60"/>
                      <a:pt x="19" y="59"/>
                    </a:cubicBezTo>
                    <a:close/>
                    <a:moveTo>
                      <a:pt x="33" y="35"/>
                    </a:moveTo>
                    <a:cubicBezTo>
                      <a:pt x="33" y="35"/>
                      <a:pt x="33" y="35"/>
                      <a:pt x="32" y="34"/>
                    </a:cubicBezTo>
                    <a:cubicBezTo>
                      <a:pt x="32" y="34"/>
                      <a:pt x="33" y="34"/>
                      <a:pt x="33" y="35"/>
                    </a:cubicBezTo>
                    <a:close/>
                    <a:moveTo>
                      <a:pt x="33" y="34"/>
                    </a:moveTo>
                    <a:cubicBezTo>
                      <a:pt x="33" y="34"/>
                      <a:pt x="33" y="34"/>
                      <a:pt x="33" y="34"/>
                    </a:cubicBezTo>
                    <a:close/>
                    <a:moveTo>
                      <a:pt x="37" y="34"/>
                    </a:moveTo>
                    <a:cubicBezTo>
                      <a:pt x="37" y="34"/>
                      <a:pt x="37" y="34"/>
                      <a:pt x="37" y="34"/>
                    </a:cubicBezTo>
                    <a:cubicBezTo>
                      <a:pt x="37" y="35"/>
                      <a:pt x="37" y="34"/>
                      <a:pt x="37" y="34"/>
                    </a:cubicBezTo>
                    <a:close/>
                    <a:moveTo>
                      <a:pt x="37" y="33"/>
                    </a:moveTo>
                    <a:cubicBezTo>
                      <a:pt x="36" y="33"/>
                      <a:pt x="37" y="33"/>
                      <a:pt x="36" y="33"/>
                    </a:cubicBezTo>
                    <a:cubicBezTo>
                      <a:pt x="36" y="33"/>
                      <a:pt x="36" y="33"/>
                      <a:pt x="36" y="33"/>
                    </a:cubicBezTo>
                    <a:cubicBezTo>
                      <a:pt x="36" y="33"/>
                      <a:pt x="36" y="33"/>
                      <a:pt x="36" y="33"/>
                    </a:cubicBezTo>
                    <a:cubicBezTo>
                      <a:pt x="36" y="32"/>
                      <a:pt x="36" y="33"/>
                      <a:pt x="37" y="33"/>
                    </a:cubicBezTo>
                    <a:close/>
                    <a:moveTo>
                      <a:pt x="37" y="31"/>
                    </a:moveTo>
                    <a:cubicBezTo>
                      <a:pt x="36" y="31"/>
                      <a:pt x="36" y="31"/>
                      <a:pt x="36" y="31"/>
                    </a:cubicBezTo>
                    <a:cubicBezTo>
                      <a:pt x="36" y="31"/>
                      <a:pt x="37" y="30"/>
                      <a:pt x="37" y="31"/>
                    </a:cubicBezTo>
                    <a:cubicBezTo>
                      <a:pt x="37" y="31"/>
                      <a:pt x="37" y="31"/>
                      <a:pt x="37" y="31"/>
                    </a:cubicBezTo>
                    <a:close/>
                    <a:moveTo>
                      <a:pt x="63" y="5"/>
                    </a:moveTo>
                    <a:cubicBezTo>
                      <a:pt x="63" y="5"/>
                      <a:pt x="63" y="5"/>
                      <a:pt x="63" y="6"/>
                    </a:cubicBezTo>
                    <a:cubicBezTo>
                      <a:pt x="63" y="6"/>
                      <a:pt x="63" y="6"/>
                      <a:pt x="63" y="5"/>
                    </a:cubicBezTo>
                    <a:close/>
                    <a:moveTo>
                      <a:pt x="106" y="9"/>
                    </a:moveTo>
                    <a:cubicBezTo>
                      <a:pt x="106" y="10"/>
                      <a:pt x="105" y="10"/>
                      <a:pt x="105" y="10"/>
                    </a:cubicBezTo>
                    <a:cubicBezTo>
                      <a:pt x="106" y="9"/>
                      <a:pt x="106" y="10"/>
                      <a:pt x="106" y="9"/>
                    </a:cubicBezTo>
                    <a:close/>
                    <a:moveTo>
                      <a:pt x="121" y="27"/>
                    </a:moveTo>
                    <a:cubicBezTo>
                      <a:pt x="121" y="27"/>
                      <a:pt x="120" y="27"/>
                      <a:pt x="121" y="27"/>
                    </a:cubicBezTo>
                    <a:cubicBezTo>
                      <a:pt x="121" y="27"/>
                      <a:pt x="121" y="27"/>
                      <a:pt x="121" y="27"/>
                    </a:cubicBezTo>
                    <a:cubicBezTo>
                      <a:pt x="121" y="26"/>
                      <a:pt x="121" y="28"/>
                      <a:pt x="121" y="27"/>
                    </a:cubicBezTo>
                    <a:close/>
                    <a:moveTo>
                      <a:pt x="120" y="24"/>
                    </a:moveTo>
                    <a:cubicBezTo>
                      <a:pt x="121" y="24"/>
                      <a:pt x="121" y="24"/>
                      <a:pt x="121" y="24"/>
                    </a:cubicBezTo>
                    <a:lnTo>
                      <a:pt x="120" y="24"/>
                    </a:lnTo>
                    <a:close/>
                    <a:moveTo>
                      <a:pt x="128" y="38"/>
                    </a:moveTo>
                    <a:cubicBezTo>
                      <a:pt x="128" y="38"/>
                      <a:pt x="127" y="38"/>
                      <a:pt x="129" y="38"/>
                    </a:cubicBezTo>
                    <a:cubicBezTo>
                      <a:pt x="128" y="38"/>
                      <a:pt x="128" y="39"/>
                      <a:pt x="128" y="38"/>
                    </a:cubicBezTo>
                    <a:cubicBezTo>
                      <a:pt x="129" y="38"/>
                      <a:pt x="127" y="37"/>
                      <a:pt x="128" y="38"/>
                    </a:cubicBezTo>
                    <a:close/>
                    <a:moveTo>
                      <a:pt x="129" y="36"/>
                    </a:moveTo>
                    <a:cubicBezTo>
                      <a:pt x="128" y="35"/>
                      <a:pt x="129" y="36"/>
                      <a:pt x="128" y="36"/>
                    </a:cubicBezTo>
                    <a:cubicBezTo>
                      <a:pt x="128" y="36"/>
                      <a:pt x="128" y="36"/>
                      <a:pt x="128" y="36"/>
                    </a:cubicBezTo>
                    <a:cubicBezTo>
                      <a:pt x="128" y="36"/>
                      <a:pt x="128" y="36"/>
                      <a:pt x="128" y="36"/>
                    </a:cubicBezTo>
                    <a:cubicBezTo>
                      <a:pt x="129" y="35"/>
                      <a:pt x="128" y="36"/>
                      <a:pt x="128" y="36"/>
                    </a:cubicBezTo>
                    <a:cubicBezTo>
                      <a:pt x="128" y="35"/>
                      <a:pt x="128" y="35"/>
                      <a:pt x="128" y="35"/>
                    </a:cubicBezTo>
                    <a:cubicBezTo>
                      <a:pt x="128" y="36"/>
                      <a:pt x="128" y="35"/>
                      <a:pt x="128" y="35"/>
                    </a:cubicBezTo>
                    <a:cubicBezTo>
                      <a:pt x="128" y="34"/>
                      <a:pt x="128" y="35"/>
                      <a:pt x="128" y="35"/>
                    </a:cubicBezTo>
                    <a:cubicBezTo>
                      <a:pt x="128" y="34"/>
                      <a:pt x="130" y="34"/>
                      <a:pt x="129" y="34"/>
                    </a:cubicBezTo>
                    <a:cubicBezTo>
                      <a:pt x="128" y="34"/>
                      <a:pt x="129" y="35"/>
                      <a:pt x="129" y="34"/>
                    </a:cubicBezTo>
                    <a:cubicBezTo>
                      <a:pt x="129" y="35"/>
                      <a:pt x="129" y="36"/>
                      <a:pt x="129" y="35"/>
                    </a:cubicBezTo>
                    <a:cubicBezTo>
                      <a:pt x="130" y="35"/>
                      <a:pt x="130" y="35"/>
                      <a:pt x="129" y="36"/>
                    </a:cubicBezTo>
                    <a:cubicBezTo>
                      <a:pt x="129" y="35"/>
                      <a:pt x="129" y="36"/>
                      <a:pt x="129" y="36"/>
                    </a:cubicBezTo>
                    <a:close/>
                    <a:moveTo>
                      <a:pt x="128" y="40"/>
                    </a:moveTo>
                    <a:cubicBezTo>
                      <a:pt x="129" y="38"/>
                      <a:pt x="128" y="39"/>
                      <a:pt x="129" y="39"/>
                    </a:cubicBezTo>
                    <a:cubicBezTo>
                      <a:pt x="130" y="39"/>
                      <a:pt x="128" y="40"/>
                      <a:pt x="128" y="40"/>
                    </a:cubicBezTo>
                    <a:cubicBezTo>
                      <a:pt x="129" y="40"/>
                      <a:pt x="128" y="40"/>
                      <a:pt x="128" y="40"/>
                    </a:cubicBezTo>
                    <a:cubicBezTo>
                      <a:pt x="129" y="40"/>
                      <a:pt x="127" y="41"/>
                      <a:pt x="128" y="40"/>
                    </a:cubicBezTo>
                    <a:close/>
                    <a:moveTo>
                      <a:pt x="128" y="41"/>
                    </a:moveTo>
                    <a:cubicBezTo>
                      <a:pt x="129" y="42"/>
                      <a:pt x="127" y="41"/>
                      <a:pt x="127" y="41"/>
                    </a:cubicBezTo>
                    <a:cubicBezTo>
                      <a:pt x="128" y="41"/>
                      <a:pt x="128" y="41"/>
                      <a:pt x="128" y="41"/>
                    </a:cubicBezTo>
                    <a:close/>
                    <a:moveTo>
                      <a:pt x="127" y="35"/>
                    </a:moveTo>
                    <a:cubicBezTo>
                      <a:pt x="127" y="36"/>
                      <a:pt x="127" y="36"/>
                      <a:pt x="127" y="35"/>
                    </a:cubicBezTo>
                    <a:cubicBezTo>
                      <a:pt x="127" y="35"/>
                      <a:pt x="128" y="36"/>
                      <a:pt x="127" y="36"/>
                    </a:cubicBezTo>
                    <a:lnTo>
                      <a:pt x="127" y="35"/>
                    </a:lnTo>
                    <a:close/>
                    <a:moveTo>
                      <a:pt x="127" y="40"/>
                    </a:moveTo>
                    <a:cubicBezTo>
                      <a:pt x="126" y="40"/>
                      <a:pt x="127" y="39"/>
                      <a:pt x="127" y="39"/>
                    </a:cubicBezTo>
                    <a:cubicBezTo>
                      <a:pt x="127" y="39"/>
                      <a:pt x="127" y="39"/>
                      <a:pt x="127" y="39"/>
                    </a:cubicBezTo>
                    <a:cubicBezTo>
                      <a:pt x="126" y="40"/>
                      <a:pt x="127" y="39"/>
                      <a:pt x="127" y="40"/>
                    </a:cubicBezTo>
                    <a:close/>
                    <a:moveTo>
                      <a:pt x="142" y="65"/>
                    </a:moveTo>
                    <a:cubicBezTo>
                      <a:pt x="143" y="66"/>
                      <a:pt x="141" y="66"/>
                      <a:pt x="141" y="65"/>
                    </a:cubicBezTo>
                    <a:cubicBezTo>
                      <a:pt x="141" y="65"/>
                      <a:pt x="141" y="64"/>
                      <a:pt x="141" y="65"/>
                    </a:cubicBezTo>
                    <a:cubicBezTo>
                      <a:pt x="142" y="63"/>
                      <a:pt x="141" y="64"/>
                      <a:pt x="142" y="65"/>
                    </a:cubicBezTo>
                    <a:close/>
                    <a:moveTo>
                      <a:pt x="142" y="67"/>
                    </a:moveTo>
                    <a:cubicBezTo>
                      <a:pt x="142" y="65"/>
                      <a:pt x="143" y="65"/>
                      <a:pt x="142" y="67"/>
                    </a:cubicBezTo>
                    <a:cubicBezTo>
                      <a:pt x="143" y="67"/>
                      <a:pt x="142" y="66"/>
                      <a:pt x="142" y="67"/>
                    </a:cubicBezTo>
                    <a:cubicBezTo>
                      <a:pt x="142" y="68"/>
                      <a:pt x="142" y="67"/>
                      <a:pt x="142" y="67"/>
                    </a:cubicBezTo>
                    <a:cubicBezTo>
                      <a:pt x="142" y="67"/>
                      <a:pt x="140" y="68"/>
                      <a:pt x="142" y="67"/>
                    </a:cubicBezTo>
                    <a:close/>
                    <a:moveTo>
                      <a:pt x="142" y="68"/>
                    </a:moveTo>
                    <a:cubicBezTo>
                      <a:pt x="141" y="68"/>
                      <a:pt x="142" y="68"/>
                      <a:pt x="141" y="68"/>
                    </a:cubicBezTo>
                    <a:cubicBezTo>
                      <a:pt x="142" y="66"/>
                      <a:pt x="141" y="68"/>
                      <a:pt x="142" y="68"/>
                    </a:cubicBezTo>
                    <a:close/>
                    <a:moveTo>
                      <a:pt x="141" y="62"/>
                    </a:moveTo>
                    <a:cubicBezTo>
                      <a:pt x="141" y="63"/>
                      <a:pt x="141" y="62"/>
                      <a:pt x="141" y="63"/>
                    </a:cubicBezTo>
                    <a:cubicBezTo>
                      <a:pt x="141" y="63"/>
                      <a:pt x="140" y="63"/>
                      <a:pt x="141" y="63"/>
                    </a:cubicBezTo>
                    <a:cubicBezTo>
                      <a:pt x="141" y="62"/>
                      <a:pt x="141" y="62"/>
                      <a:pt x="141" y="62"/>
                    </a:cubicBezTo>
                    <a:close/>
                    <a:moveTo>
                      <a:pt x="141" y="67"/>
                    </a:moveTo>
                    <a:cubicBezTo>
                      <a:pt x="140" y="66"/>
                      <a:pt x="141" y="65"/>
                      <a:pt x="141" y="66"/>
                    </a:cubicBezTo>
                    <a:cubicBezTo>
                      <a:pt x="141" y="68"/>
                      <a:pt x="142" y="66"/>
                      <a:pt x="141" y="66"/>
                    </a:cubicBezTo>
                    <a:cubicBezTo>
                      <a:pt x="141" y="67"/>
                      <a:pt x="140" y="67"/>
                      <a:pt x="141" y="67"/>
                    </a:cubicBezTo>
                    <a:close/>
                    <a:moveTo>
                      <a:pt x="146" y="69"/>
                    </a:moveTo>
                    <a:cubicBezTo>
                      <a:pt x="145" y="69"/>
                      <a:pt x="146" y="69"/>
                      <a:pt x="145" y="69"/>
                    </a:cubicBezTo>
                    <a:cubicBezTo>
                      <a:pt x="145" y="69"/>
                      <a:pt x="146" y="69"/>
                      <a:pt x="146" y="69"/>
                    </a:cubicBezTo>
                    <a:close/>
                    <a:moveTo>
                      <a:pt x="145" y="68"/>
                    </a:moveTo>
                    <a:cubicBezTo>
                      <a:pt x="145" y="68"/>
                      <a:pt x="146" y="68"/>
                      <a:pt x="145" y="68"/>
                    </a:cubicBezTo>
                    <a:cubicBezTo>
                      <a:pt x="146" y="69"/>
                      <a:pt x="145" y="68"/>
                      <a:pt x="145" y="68"/>
                    </a:cubicBezTo>
                    <a:close/>
                    <a:moveTo>
                      <a:pt x="151" y="93"/>
                    </a:moveTo>
                    <a:cubicBezTo>
                      <a:pt x="152" y="93"/>
                      <a:pt x="152" y="94"/>
                      <a:pt x="151" y="94"/>
                    </a:cubicBezTo>
                    <a:cubicBezTo>
                      <a:pt x="152" y="93"/>
                      <a:pt x="151" y="93"/>
                      <a:pt x="151" y="93"/>
                    </a:cubicBezTo>
                    <a:close/>
                    <a:moveTo>
                      <a:pt x="152" y="95"/>
                    </a:moveTo>
                    <a:cubicBezTo>
                      <a:pt x="151" y="95"/>
                      <a:pt x="152" y="95"/>
                      <a:pt x="152" y="96"/>
                    </a:cubicBezTo>
                    <a:cubicBezTo>
                      <a:pt x="151" y="96"/>
                      <a:pt x="151" y="94"/>
                      <a:pt x="152" y="95"/>
                    </a:cubicBezTo>
                    <a:close/>
                    <a:moveTo>
                      <a:pt x="149" y="87"/>
                    </a:moveTo>
                    <a:cubicBezTo>
                      <a:pt x="148" y="87"/>
                      <a:pt x="148" y="87"/>
                      <a:pt x="148" y="87"/>
                    </a:cubicBezTo>
                    <a:cubicBezTo>
                      <a:pt x="148" y="86"/>
                      <a:pt x="148" y="86"/>
                      <a:pt x="148" y="86"/>
                    </a:cubicBezTo>
                    <a:cubicBezTo>
                      <a:pt x="149" y="87"/>
                      <a:pt x="149" y="87"/>
                      <a:pt x="149" y="87"/>
                    </a:cubicBezTo>
                    <a:cubicBezTo>
                      <a:pt x="149" y="87"/>
                      <a:pt x="149" y="87"/>
                      <a:pt x="149" y="87"/>
                    </a:cubicBezTo>
                    <a:cubicBezTo>
                      <a:pt x="149" y="87"/>
                      <a:pt x="149" y="87"/>
                      <a:pt x="149" y="87"/>
                    </a:cubicBezTo>
                    <a:cubicBezTo>
                      <a:pt x="149" y="87"/>
                      <a:pt x="149" y="87"/>
                      <a:pt x="149" y="87"/>
                    </a:cubicBezTo>
                    <a:cubicBezTo>
                      <a:pt x="149" y="87"/>
                      <a:pt x="149" y="87"/>
                      <a:pt x="149" y="87"/>
                    </a:cubicBezTo>
                    <a:close/>
                    <a:moveTo>
                      <a:pt x="148" y="86"/>
                    </a:moveTo>
                    <a:cubicBezTo>
                      <a:pt x="148" y="86"/>
                      <a:pt x="148" y="86"/>
                      <a:pt x="148" y="86"/>
                    </a:cubicBezTo>
                    <a:cubicBezTo>
                      <a:pt x="149" y="86"/>
                      <a:pt x="149" y="86"/>
                      <a:pt x="149" y="86"/>
                    </a:cubicBezTo>
                    <a:cubicBezTo>
                      <a:pt x="149" y="86"/>
                      <a:pt x="149" y="86"/>
                      <a:pt x="149" y="86"/>
                    </a:cubicBezTo>
                    <a:cubicBezTo>
                      <a:pt x="149" y="86"/>
                      <a:pt x="149" y="86"/>
                      <a:pt x="149" y="86"/>
                    </a:cubicBezTo>
                    <a:cubicBezTo>
                      <a:pt x="149" y="86"/>
                      <a:pt x="149" y="86"/>
                      <a:pt x="149" y="86"/>
                    </a:cubicBezTo>
                    <a:cubicBezTo>
                      <a:pt x="149" y="86"/>
                      <a:pt x="149" y="86"/>
                      <a:pt x="149" y="86"/>
                    </a:cubicBezTo>
                    <a:cubicBezTo>
                      <a:pt x="149" y="86"/>
                      <a:pt x="149" y="86"/>
                      <a:pt x="149" y="86"/>
                    </a:cubicBezTo>
                    <a:cubicBezTo>
                      <a:pt x="149" y="86"/>
                      <a:pt x="149" y="86"/>
                      <a:pt x="148" y="86"/>
                    </a:cubicBezTo>
                    <a:close/>
                    <a:moveTo>
                      <a:pt x="149" y="88"/>
                    </a:moveTo>
                    <a:cubicBezTo>
                      <a:pt x="149" y="88"/>
                      <a:pt x="149" y="88"/>
                      <a:pt x="149" y="88"/>
                    </a:cubicBezTo>
                    <a:cubicBezTo>
                      <a:pt x="149" y="88"/>
                      <a:pt x="149" y="88"/>
                      <a:pt x="149" y="88"/>
                    </a:cubicBezTo>
                    <a:cubicBezTo>
                      <a:pt x="149" y="88"/>
                      <a:pt x="148" y="88"/>
                      <a:pt x="149" y="88"/>
                    </a:cubicBezTo>
                    <a:close/>
                    <a:moveTo>
                      <a:pt x="150" y="90"/>
                    </a:moveTo>
                    <a:cubicBezTo>
                      <a:pt x="149" y="90"/>
                      <a:pt x="150" y="90"/>
                      <a:pt x="149" y="90"/>
                    </a:cubicBezTo>
                    <a:cubicBezTo>
                      <a:pt x="149" y="90"/>
                      <a:pt x="149" y="91"/>
                      <a:pt x="148" y="90"/>
                    </a:cubicBezTo>
                    <a:cubicBezTo>
                      <a:pt x="149" y="90"/>
                      <a:pt x="149" y="90"/>
                      <a:pt x="149" y="90"/>
                    </a:cubicBezTo>
                    <a:cubicBezTo>
                      <a:pt x="148" y="89"/>
                      <a:pt x="148" y="89"/>
                      <a:pt x="149" y="89"/>
                    </a:cubicBezTo>
                    <a:cubicBezTo>
                      <a:pt x="149" y="89"/>
                      <a:pt x="150" y="89"/>
                      <a:pt x="150" y="90"/>
                    </a:cubicBezTo>
                    <a:close/>
                    <a:moveTo>
                      <a:pt x="150" y="94"/>
                    </a:moveTo>
                    <a:cubicBezTo>
                      <a:pt x="150" y="94"/>
                      <a:pt x="150" y="94"/>
                      <a:pt x="150" y="94"/>
                    </a:cubicBezTo>
                    <a:cubicBezTo>
                      <a:pt x="149" y="94"/>
                      <a:pt x="149" y="94"/>
                      <a:pt x="149" y="94"/>
                    </a:cubicBezTo>
                    <a:cubicBezTo>
                      <a:pt x="149" y="94"/>
                      <a:pt x="149" y="94"/>
                      <a:pt x="149" y="93"/>
                    </a:cubicBezTo>
                    <a:cubicBezTo>
                      <a:pt x="149" y="93"/>
                      <a:pt x="149" y="93"/>
                      <a:pt x="150" y="93"/>
                    </a:cubicBezTo>
                    <a:cubicBezTo>
                      <a:pt x="149" y="93"/>
                      <a:pt x="149" y="94"/>
                      <a:pt x="150" y="94"/>
                    </a:cubicBezTo>
                    <a:close/>
                    <a:moveTo>
                      <a:pt x="149" y="94"/>
                    </a:moveTo>
                    <a:cubicBezTo>
                      <a:pt x="149" y="94"/>
                      <a:pt x="150" y="94"/>
                      <a:pt x="150" y="94"/>
                    </a:cubicBezTo>
                    <a:cubicBezTo>
                      <a:pt x="149" y="94"/>
                      <a:pt x="150" y="94"/>
                      <a:pt x="149" y="94"/>
                    </a:cubicBezTo>
                    <a:close/>
                    <a:moveTo>
                      <a:pt x="149" y="95"/>
                    </a:moveTo>
                    <a:cubicBezTo>
                      <a:pt x="148" y="95"/>
                      <a:pt x="149" y="94"/>
                      <a:pt x="149" y="94"/>
                    </a:cubicBezTo>
                    <a:cubicBezTo>
                      <a:pt x="149" y="94"/>
                      <a:pt x="149" y="94"/>
                      <a:pt x="149" y="94"/>
                    </a:cubicBezTo>
                    <a:cubicBezTo>
                      <a:pt x="149" y="94"/>
                      <a:pt x="149" y="94"/>
                      <a:pt x="149" y="94"/>
                    </a:cubicBezTo>
                    <a:cubicBezTo>
                      <a:pt x="149" y="94"/>
                      <a:pt x="149" y="95"/>
                      <a:pt x="149" y="94"/>
                    </a:cubicBezTo>
                    <a:cubicBezTo>
                      <a:pt x="149" y="94"/>
                      <a:pt x="150" y="94"/>
                      <a:pt x="150" y="95"/>
                    </a:cubicBezTo>
                    <a:cubicBezTo>
                      <a:pt x="149" y="95"/>
                      <a:pt x="149" y="95"/>
                      <a:pt x="149" y="95"/>
                    </a:cubicBezTo>
                    <a:close/>
                    <a:moveTo>
                      <a:pt x="148" y="95"/>
                    </a:moveTo>
                    <a:cubicBezTo>
                      <a:pt x="148" y="95"/>
                      <a:pt x="148" y="95"/>
                      <a:pt x="148" y="95"/>
                    </a:cubicBezTo>
                    <a:cubicBezTo>
                      <a:pt x="148" y="95"/>
                      <a:pt x="148" y="94"/>
                      <a:pt x="148" y="95"/>
                    </a:cubicBezTo>
                    <a:cubicBezTo>
                      <a:pt x="148" y="95"/>
                      <a:pt x="148" y="95"/>
                      <a:pt x="148" y="95"/>
                    </a:cubicBezTo>
                    <a:cubicBezTo>
                      <a:pt x="149" y="95"/>
                      <a:pt x="149" y="95"/>
                      <a:pt x="149" y="95"/>
                    </a:cubicBezTo>
                    <a:cubicBezTo>
                      <a:pt x="148" y="96"/>
                      <a:pt x="148" y="96"/>
                      <a:pt x="148" y="95"/>
                    </a:cubicBezTo>
                    <a:close/>
                    <a:moveTo>
                      <a:pt x="159" y="110"/>
                    </a:moveTo>
                    <a:cubicBezTo>
                      <a:pt x="159" y="110"/>
                      <a:pt x="159" y="110"/>
                      <a:pt x="159" y="110"/>
                    </a:cubicBezTo>
                    <a:cubicBezTo>
                      <a:pt x="158" y="110"/>
                      <a:pt x="158" y="109"/>
                      <a:pt x="159" y="110"/>
                    </a:cubicBezTo>
                    <a:close/>
                    <a:moveTo>
                      <a:pt x="156" y="109"/>
                    </a:moveTo>
                    <a:cubicBezTo>
                      <a:pt x="157" y="108"/>
                      <a:pt x="157" y="110"/>
                      <a:pt x="156" y="109"/>
                    </a:cubicBezTo>
                    <a:cubicBezTo>
                      <a:pt x="157" y="110"/>
                      <a:pt x="156" y="109"/>
                      <a:pt x="156" y="109"/>
                    </a:cubicBezTo>
                    <a:close/>
                    <a:moveTo>
                      <a:pt x="156" y="116"/>
                    </a:moveTo>
                    <a:cubicBezTo>
                      <a:pt x="156" y="116"/>
                      <a:pt x="157" y="117"/>
                      <a:pt x="156" y="117"/>
                    </a:cubicBezTo>
                    <a:lnTo>
                      <a:pt x="156" y="116"/>
                    </a:lnTo>
                    <a:close/>
                    <a:moveTo>
                      <a:pt x="155" y="114"/>
                    </a:moveTo>
                    <a:cubicBezTo>
                      <a:pt x="157" y="114"/>
                      <a:pt x="156" y="115"/>
                      <a:pt x="156" y="114"/>
                    </a:cubicBezTo>
                    <a:cubicBezTo>
                      <a:pt x="155" y="113"/>
                      <a:pt x="156" y="113"/>
                      <a:pt x="156" y="114"/>
                    </a:cubicBezTo>
                    <a:cubicBezTo>
                      <a:pt x="155" y="113"/>
                      <a:pt x="155" y="115"/>
                      <a:pt x="155" y="114"/>
                    </a:cubicBezTo>
                    <a:close/>
                    <a:moveTo>
                      <a:pt x="154" y="109"/>
                    </a:moveTo>
                    <a:cubicBezTo>
                      <a:pt x="155" y="109"/>
                      <a:pt x="155" y="109"/>
                      <a:pt x="155" y="110"/>
                    </a:cubicBezTo>
                    <a:cubicBezTo>
                      <a:pt x="155" y="109"/>
                      <a:pt x="154" y="110"/>
                      <a:pt x="154" y="109"/>
                    </a:cubicBezTo>
                    <a:close/>
                    <a:moveTo>
                      <a:pt x="154" y="109"/>
                    </a:moveTo>
                    <a:cubicBezTo>
                      <a:pt x="153" y="108"/>
                      <a:pt x="154" y="107"/>
                      <a:pt x="155" y="109"/>
                    </a:cubicBezTo>
                    <a:cubicBezTo>
                      <a:pt x="154" y="110"/>
                      <a:pt x="155" y="109"/>
                      <a:pt x="155" y="109"/>
                    </a:cubicBezTo>
                    <a:cubicBezTo>
                      <a:pt x="154" y="109"/>
                      <a:pt x="153" y="108"/>
                      <a:pt x="154" y="109"/>
                    </a:cubicBezTo>
                    <a:close/>
                    <a:moveTo>
                      <a:pt x="153" y="119"/>
                    </a:moveTo>
                    <a:cubicBezTo>
                      <a:pt x="153" y="120"/>
                      <a:pt x="154" y="120"/>
                      <a:pt x="154" y="120"/>
                    </a:cubicBezTo>
                    <a:cubicBezTo>
                      <a:pt x="153" y="119"/>
                      <a:pt x="153" y="119"/>
                      <a:pt x="153" y="119"/>
                    </a:cubicBezTo>
                    <a:close/>
                    <a:moveTo>
                      <a:pt x="153" y="123"/>
                    </a:moveTo>
                    <a:cubicBezTo>
                      <a:pt x="153" y="122"/>
                      <a:pt x="153" y="122"/>
                      <a:pt x="153" y="122"/>
                    </a:cubicBezTo>
                    <a:cubicBezTo>
                      <a:pt x="154" y="122"/>
                      <a:pt x="153" y="123"/>
                      <a:pt x="153" y="123"/>
                    </a:cubicBezTo>
                    <a:close/>
                    <a:moveTo>
                      <a:pt x="152" y="119"/>
                    </a:moveTo>
                    <a:cubicBezTo>
                      <a:pt x="153" y="119"/>
                      <a:pt x="152" y="118"/>
                      <a:pt x="152" y="119"/>
                    </a:cubicBezTo>
                    <a:cubicBezTo>
                      <a:pt x="152" y="119"/>
                      <a:pt x="152" y="119"/>
                      <a:pt x="153" y="119"/>
                    </a:cubicBezTo>
                    <a:lnTo>
                      <a:pt x="152" y="119"/>
                    </a:lnTo>
                    <a:close/>
                    <a:moveTo>
                      <a:pt x="154" y="126"/>
                    </a:moveTo>
                    <a:cubicBezTo>
                      <a:pt x="153" y="126"/>
                      <a:pt x="153" y="127"/>
                      <a:pt x="153" y="126"/>
                    </a:cubicBezTo>
                    <a:cubicBezTo>
                      <a:pt x="154" y="126"/>
                      <a:pt x="154" y="126"/>
                      <a:pt x="154" y="126"/>
                    </a:cubicBezTo>
                    <a:close/>
                    <a:moveTo>
                      <a:pt x="153" y="128"/>
                    </a:moveTo>
                    <a:cubicBezTo>
                      <a:pt x="154" y="128"/>
                      <a:pt x="154" y="129"/>
                      <a:pt x="153" y="129"/>
                    </a:cubicBezTo>
                    <a:cubicBezTo>
                      <a:pt x="154" y="128"/>
                      <a:pt x="153" y="128"/>
                      <a:pt x="153" y="128"/>
                    </a:cubicBezTo>
                    <a:close/>
                    <a:moveTo>
                      <a:pt x="153" y="129"/>
                    </a:moveTo>
                    <a:cubicBezTo>
                      <a:pt x="153" y="129"/>
                      <a:pt x="152" y="127"/>
                      <a:pt x="153" y="128"/>
                    </a:cubicBezTo>
                    <a:cubicBezTo>
                      <a:pt x="153" y="128"/>
                      <a:pt x="153" y="127"/>
                      <a:pt x="153" y="128"/>
                    </a:cubicBezTo>
                    <a:cubicBezTo>
                      <a:pt x="153" y="129"/>
                      <a:pt x="153" y="128"/>
                      <a:pt x="153" y="128"/>
                    </a:cubicBezTo>
                    <a:cubicBezTo>
                      <a:pt x="153" y="129"/>
                      <a:pt x="153" y="129"/>
                      <a:pt x="153" y="129"/>
                    </a:cubicBezTo>
                    <a:cubicBezTo>
                      <a:pt x="153" y="129"/>
                      <a:pt x="154" y="129"/>
                      <a:pt x="153" y="129"/>
                    </a:cubicBezTo>
                    <a:cubicBezTo>
                      <a:pt x="153" y="129"/>
                      <a:pt x="153" y="129"/>
                      <a:pt x="153" y="129"/>
                    </a:cubicBezTo>
                    <a:close/>
                    <a:moveTo>
                      <a:pt x="151" y="127"/>
                    </a:moveTo>
                    <a:cubicBezTo>
                      <a:pt x="151" y="127"/>
                      <a:pt x="152" y="126"/>
                      <a:pt x="152" y="127"/>
                    </a:cubicBezTo>
                    <a:cubicBezTo>
                      <a:pt x="152" y="127"/>
                      <a:pt x="152" y="127"/>
                      <a:pt x="152" y="127"/>
                    </a:cubicBezTo>
                    <a:cubicBezTo>
                      <a:pt x="152" y="128"/>
                      <a:pt x="151" y="127"/>
                      <a:pt x="151" y="127"/>
                    </a:cubicBezTo>
                    <a:close/>
                    <a:moveTo>
                      <a:pt x="151" y="131"/>
                    </a:moveTo>
                    <a:cubicBezTo>
                      <a:pt x="151" y="131"/>
                      <a:pt x="151" y="131"/>
                      <a:pt x="151" y="131"/>
                    </a:cubicBezTo>
                    <a:cubicBezTo>
                      <a:pt x="151" y="131"/>
                      <a:pt x="151" y="131"/>
                      <a:pt x="151" y="131"/>
                    </a:cubicBezTo>
                    <a:cubicBezTo>
                      <a:pt x="152" y="131"/>
                      <a:pt x="152" y="131"/>
                      <a:pt x="152" y="131"/>
                    </a:cubicBezTo>
                    <a:cubicBezTo>
                      <a:pt x="152" y="131"/>
                      <a:pt x="152" y="131"/>
                      <a:pt x="152" y="131"/>
                    </a:cubicBezTo>
                    <a:lnTo>
                      <a:pt x="151" y="131"/>
                    </a:lnTo>
                    <a:close/>
                    <a:moveTo>
                      <a:pt x="149" y="128"/>
                    </a:moveTo>
                    <a:cubicBezTo>
                      <a:pt x="149" y="129"/>
                      <a:pt x="149" y="129"/>
                      <a:pt x="149" y="129"/>
                    </a:cubicBezTo>
                    <a:cubicBezTo>
                      <a:pt x="149" y="129"/>
                      <a:pt x="149" y="129"/>
                      <a:pt x="149" y="129"/>
                    </a:cubicBezTo>
                    <a:cubicBezTo>
                      <a:pt x="149" y="129"/>
                      <a:pt x="149" y="129"/>
                      <a:pt x="149" y="129"/>
                    </a:cubicBezTo>
                    <a:cubicBezTo>
                      <a:pt x="149" y="129"/>
                      <a:pt x="149" y="129"/>
                      <a:pt x="149" y="129"/>
                    </a:cubicBezTo>
                    <a:cubicBezTo>
                      <a:pt x="149" y="129"/>
                      <a:pt x="149" y="129"/>
                      <a:pt x="149" y="129"/>
                    </a:cubicBezTo>
                    <a:cubicBezTo>
                      <a:pt x="149" y="129"/>
                      <a:pt x="149" y="129"/>
                      <a:pt x="149" y="129"/>
                    </a:cubicBezTo>
                    <a:cubicBezTo>
                      <a:pt x="149" y="128"/>
                      <a:pt x="149" y="128"/>
                      <a:pt x="149" y="128"/>
                    </a:cubicBezTo>
                    <a:cubicBezTo>
                      <a:pt x="148" y="128"/>
                      <a:pt x="148" y="128"/>
                      <a:pt x="148" y="128"/>
                    </a:cubicBezTo>
                    <a:cubicBezTo>
                      <a:pt x="149" y="128"/>
                      <a:pt x="149" y="128"/>
                      <a:pt x="149" y="128"/>
                    </a:cubicBezTo>
                    <a:close/>
                    <a:moveTo>
                      <a:pt x="150" y="127"/>
                    </a:moveTo>
                    <a:cubicBezTo>
                      <a:pt x="150" y="127"/>
                      <a:pt x="150" y="127"/>
                      <a:pt x="150" y="127"/>
                    </a:cubicBezTo>
                    <a:cubicBezTo>
                      <a:pt x="150" y="127"/>
                      <a:pt x="150" y="127"/>
                      <a:pt x="150" y="127"/>
                    </a:cubicBezTo>
                    <a:cubicBezTo>
                      <a:pt x="149" y="127"/>
                      <a:pt x="149" y="127"/>
                      <a:pt x="149" y="127"/>
                    </a:cubicBezTo>
                    <a:cubicBezTo>
                      <a:pt x="149" y="126"/>
                      <a:pt x="149" y="126"/>
                      <a:pt x="149" y="126"/>
                    </a:cubicBezTo>
                    <a:cubicBezTo>
                      <a:pt x="150" y="126"/>
                      <a:pt x="149" y="127"/>
                      <a:pt x="149" y="126"/>
                    </a:cubicBezTo>
                    <a:cubicBezTo>
                      <a:pt x="150" y="127"/>
                      <a:pt x="149" y="126"/>
                      <a:pt x="150" y="127"/>
                    </a:cubicBezTo>
                    <a:close/>
                    <a:moveTo>
                      <a:pt x="150" y="125"/>
                    </a:moveTo>
                    <a:cubicBezTo>
                      <a:pt x="149" y="124"/>
                      <a:pt x="150" y="125"/>
                      <a:pt x="150" y="125"/>
                    </a:cubicBezTo>
                    <a:cubicBezTo>
                      <a:pt x="151" y="125"/>
                      <a:pt x="151" y="126"/>
                      <a:pt x="151" y="125"/>
                    </a:cubicBezTo>
                    <a:cubicBezTo>
                      <a:pt x="150" y="126"/>
                      <a:pt x="150" y="125"/>
                      <a:pt x="150" y="125"/>
                    </a:cubicBezTo>
                    <a:cubicBezTo>
                      <a:pt x="149" y="126"/>
                      <a:pt x="149" y="125"/>
                      <a:pt x="150" y="125"/>
                    </a:cubicBezTo>
                    <a:close/>
                    <a:moveTo>
                      <a:pt x="150" y="125"/>
                    </a:moveTo>
                    <a:cubicBezTo>
                      <a:pt x="151" y="124"/>
                      <a:pt x="151" y="124"/>
                      <a:pt x="151" y="124"/>
                    </a:cubicBezTo>
                    <a:cubicBezTo>
                      <a:pt x="151" y="124"/>
                      <a:pt x="151" y="125"/>
                      <a:pt x="151" y="125"/>
                    </a:cubicBezTo>
                    <a:cubicBezTo>
                      <a:pt x="152" y="124"/>
                      <a:pt x="150" y="125"/>
                      <a:pt x="150" y="125"/>
                    </a:cubicBezTo>
                    <a:close/>
                    <a:moveTo>
                      <a:pt x="150" y="123"/>
                    </a:moveTo>
                    <a:cubicBezTo>
                      <a:pt x="151" y="123"/>
                      <a:pt x="150" y="124"/>
                      <a:pt x="150" y="124"/>
                    </a:cubicBezTo>
                    <a:cubicBezTo>
                      <a:pt x="150" y="123"/>
                      <a:pt x="150" y="124"/>
                      <a:pt x="150" y="123"/>
                    </a:cubicBezTo>
                    <a:cubicBezTo>
                      <a:pt x="150" y="123"/>
                      <a:pt x="150" y="123"/>
                      <a:pt x="150" y="123"/>
                    </a:cubicBezTo>
                    <a:cubicBezTo>
                      <a:pt x="150" y="123"/>
                      <a:pt x="150" y="124"/>
                      <a:pt x="150" y="123"/>
                    </a:cubicBezTo>
                    <a:close/>
                    <a:moveTo>
                      <a:pt x="151" y="121"/>
                    </a:moveTo>
                    <a:cubicBezTo>
                      <a:pt x="150" y="121"/>
                      <a:pt x="150" y="121"/>
                      <a:pt x="150" y="121"/>
                    </a:cubicBezTo>
                    <a:cubicBezTo>
                      <a:pt x="150" y="120"/>
                      <a:pt x="150" y="120"/>
                      <a:pt x="150" y="121"/>
                    </a:cubicBezTo>
                    <a:lnTo>
                      <a:pt x="151" y="121"/>
                    </a:lnTo>
                    <a:close/>
                    <a:moveTo>
                      <a:pt x="151" y="123"/>
                    </a:moveTo>
                    <a:cubicBezTo>
                      <a:pt x="151" y="123"/>
                      <a:pt x="150" y="123"/>
                      <a:pt x="151" y="123"/>
                    </a:cubicBezTo>
                    <a:close/>
                    <a:moveTo>
                      <a:pt x="150" y="124"/>
                    </a:moveTo>
                    <a:cubicBezTo>
                      <a:pt x="151" y="124"/>
                      <a:pt x="151" y="125"/>
                      <a:pt x="151" y="124"/>
                    </a:cubicBezTo>
                    <a:cubicBezTo>
                      <a:pt x="151" y="124"/>
                      <a:pt x="150" y="124"/>
                      <a:pt x="150" y="124"/>
                    </a:cubicBezTo>
                    <a:close/>
                    <a:moveTo>
                      <a:pt x="149" y="128"/>
                    </a:moveTo>
                    <a:cubicBezTo>
                      <a:pt x="150" y="128"/>
                      <a:pt x="149" y="129"/>
                      <a:pt x="150" y="129"/>
                    </a:cubicBezTo>
                    <a:cubicBezTo>
                      <a:pt x="149" y="128"/>
                      <a:pt x="150" y="129"/>
                      <a:pt x="150" y="129"/>
                    </a:cubicBezTo>
                    <a:cubicBezTo>
                      <a:pt x="150" y="128"/>
                      <a:pt x="150" y="128"/>
                      <a:pt x="150" y="129"/>
                    </a:cubicBezTo>
                    <a:cubicBezTo>
                      <a:pt x="149" y="129"/>
                      <a:pt x="150" y="129"/>
                      <a:pt x="150" y="129"/>
                    </a:cubicBezTo>
                    <a:cubicBezTo>
                      <a:pt x="150" y="128"/>
                      <a:pt x="150" y="129"/>
                      <a:pt x="150" y="129"/>
                    </a:cubicBezTo>
                    <a:cubicBezTo>
                      <a:pt x="150" y="129"/>
                      <a:pt x="149" y="128"/>
                      <a:pt x="150" y="129"/>
                    </a:cubicBezTo>
                    <a:cubicBezTo>
                      <a:pt x="150" y="129"/>
                      <a:pt x="149" y="129"/>
                      <a:pt x="150" y="129"/>
                    </a:cubicBezTo>
                    <a:cubicBezTo>
                      <a:pt x="149" y="129"/>
                      <a:pt x="150" y="129"/>
                      <a:pt x="149" y="129"/>
                    </a:cubicBezTo>
                    <a:cubicBezTo>
                      <a:pt x="149" y="129"/>
                      <a:pt x="150" y="128"/>
                      <a:pt x="149" y="128"/>
                    </a:cubicBezTo>
                    <a:cubicBezTo>
                      <a:pt x="149" y="128"/>
                      <a:pt x="149" y="128"/>
                      <a:pt x="149" y="128"/>
                    </a:cubicBezTo>
                    <a:cubicBezTo>
                      <a:pt x="149" y="128"/>
                      <a:pt x="149" y="128"/>
                      <a:pt x="149" y="128"/>
                    </a:cubicBezTo>
                    <a:cubicBezTo>
                      <a:pt x="149" y="128"/>
                      <a:pt x="148" y="127"/>
                      <a:pt x="149" y="128"/>
                    </a:cubicBezTo>
                    <a:cubicBezTo>
                      <a:pt x="149" y="128"/>
                      <a:pt x="149" y="128"/>
                      <a:pt x="149" y="128"/>
                    </a:cubicBezTo>
                    <a:cubicBezTo>
                      <a:pt x="150" y="128"/>
                      <a:pt x="148" y="128"/>
                      <a:pt x="149" y="128"/>
                    </a:cubicBezTo>
                    <a:cubicBezTo>
                      <a:pt x="149" y="127"/>
                      <a:pt x="149" y="128"/>
                      <a:pt x="150" y="127"/>
                    </a:cubicBezTo>
                    <a:cubicBezTo>
                      <a:pt x="150" y="127"/>
                      <a:pt x="149" y="127"/>
                      <a:pt x="150" y="127"/>
                    </a:cubicBezTo>
                    <a:cubicBezTo>
                      <a:pt x="150" y="127"/>
                      <a:pt x="150" y="127"/>
                      <a:pt x="151" y="127"/>
                    </a:cubicBezTo>
                    <a:cubicBezTo>
                      <a:pt x="151" y="128"/>
                      <a:pt x="151" y="128"/>
                      <a:pt x="151" y="128"/>
                    </a:cubicBezTo>
                    <a:cubicBezTo>
                      <a:pt x="150" y="128"/>
                      <a:pt x="150" y="127"/>
                      <a:pt x="149" y="128"/>
                    </a:cubicBezTo>
                    <a:close/>
                    <a:moveTo>
                      <a:pt x="149" y="132"/>
                    </a:moveTo>
                    <a:cubicBezTo>
                      <a:pt x="149" y="132"/>
                      <a:pt x="149" y="132"/>
                      <a:pt x="149" y="132"/>
                    </a:cubicBezTo>
                    <a:cubicBezTo>
                      <a:pt x="149" y="131"/>
                      <a:pt x="149" y="132"/>
                      <a:pt x="149" y="132"/>
                    </a:cubicBezTo>
                    <a:cubicBezTo>
                      <a:pt x="149" y="131"/>
                      <a:pt x="149" y="131"/>
                      <a:pt x="149" y="131"/>
                    </a:cubicBezTo>
                    <a:cubicBezTo>
                      <a:pt x="149" y="131"/>
                      <a:pt x="149" y="131"/>
                      <a:pt x="149" y="131"/>
                    </a:cubicBezTo>
                    <a:cubicBezTo>
                      <a:pt x="149" y="131"/>
                      <a:pt x="149" y="131"/>
                      <a:pt x="149" y="131"/>
                    </a:cubicBezTo>
                    <a:cubicBezTo>
                      <a:pt x="149" y="131"/>
                      <a:pt x="149" y="131"/>
                      <a:pt x="149" y="131"/>
                    </a:cubicBezTo>
                    <a:cubicBezTo>
                      <a:pt x="149" y="131"/>
                      <a:pt x="149" y="131"/>
                      <a:pt x="149" y="131"/>
                    </a:cubicBezTo>
                    <a:cubicBezTo>
                      <a:pt x="149" y="131"/>
                      <a:pt x="149" y="131"/>
                      <a:pt x="149" y="131"/>
                    </a:cubicBezTo>
                    <a:cubicBezTo>
                      <a:pt x="149" y="131"/>
                      <a:pt x="149" y="131"/>
                      <a:pt x="149" y="131"/>
                    </a:cubicBezTo>
                    <a:cubicBezTo>
                      <a:pt x="149" y="131"/>
                      <a:pt x="149" y="131"/>
                      <a:pt x="149" y="131"/>
                    </a:cubicBezTo>
                    <a:cubicBezTo>
                      <a:pt x="150" y="131"/>
                      <a:pt x="150" y="131"/>
                      <a:pt x="150" y="131"/>
                    </a:cubicBezTo>
                    <a:cubicBezTo>
                      <a:pt x="150" y="131"/>
                      <a:pt x="150" y="131"/>
                      <a:pt x="150" y="131"/>
                    </a:cubicBezTo>
                    <a:cubicBezTo>
                      <a:pt x="150" y="131"/>
                      <a:pt x="150" y="131"/>
                      <a:pt x="150" y="131"/>
                    </a:cubicBezTo>
                    <a:cubicBezTo>
                      <a:pt x="150" y="131"/>
                      <a:pt x="150" y="131"/>
                      <a:pt x="150" y="132"/>
                    </a:cubicBezTo>
                    <a:cubicBezTo>
                      <a:pt x="150" y="132"/>
                      <a:pt x="150" y="132"/>
                      <a:pt x="150" y="132"/>
                    </a:cubicBezTo>
                    <a:cubicBezTo>
                      <a:pt x="150" y="132"/>
                      <a:pt x="150" y="132"/>
                      <a:pt x="150" y="132"/>
                    </a:cubicBezTo>
                    <a:cubicBezTo>
                      <a:pt x="149" y="132"/>
                      <a:pt x="149" y="132"/>
                      <a:pt x="149" y="132"/>
                    </a:cubicBezTo>
                    <a:close/>
                    <a:moveTo>
                      <a:pt x="148" y="131"/>
                    </a:moveTo>
                    <a:cubicBezTo>
                      <a:pt x="148" y="131"/>
                      <a:pt x="148" y="131"/>
                      <a:pt x="148" y="131"/>
                    </a:cubicBezTo>
                    <a:cubicBezTo>
                      <a:pt x="149" y="131"/>
                      <a:pt x="149" y="131"/>
                      <a:pt x="149" y="131"/>
                    </a:cubicBezTo>
                    <a:cubicBezTo>
                      <a:pt x="149" y="131"/>
                      <a:pt x="149" y="131"/>
                      <a:pt x="149" y="131"/>
                    </a:cubicBezTo>
                    <a:cubicBezTo>
                      <a:pt x="149" y="131"/>
                      <a:pt x="149" y="131"/>
                      <a:pt x="149" y="131"/>
                    </a:cubicBezTo>
                    <a:cubicBezTo>
                      <a:pt x="149" y="131"/>
                      <a:pt x="149" y="131"/>
                      <a:pt x="149" y="131"/>
                    </a:cubicBezTo>
                    <a:lnTo>
                      <a:pt x="148" y="131"/>
                    </a:lnTo>
                    <a:close/>
                    <a:moveTo>
                      <a:pt x="148" y="137"/>
                    </a:moveTo>
                    <a:cubicBezTo>
                      <a:pt x="148" y="137"/>
                      <a:pt x="148" y="137"/>
                      <a:pt x="148" y="137"/>
                    </a:cubicBezTo>
                    <a:cubicBezTo>
                      <a:pt x="148" y="137"/>
                      <a:pt x="148" y="137"/>
                      <a:pt x="148" y="137"/>
                    </a:cubicBezTo>
                    <a:cubicBezTo>
                      <a:pt x="148" y="137"/>
                      <a:pt x="148" y="137"/>
                      <a:pt x="148" y="137"/>
                    </a:cubicBezTo>
                    <a:cubicBezTo>
                      <a:pt x="148" y="137"/>
                      <a:pt x="148" y="137"/>
                      <a:pt x="148" y="137"/>
                    </a:cubicBezTo>
                    <a:cubicBezTo>
                      <a:pt x="148" y="137"/>
                      <a:pt x="148" y="137"/>
                      <a:pt x="148" y="137"/>
                    </a:cubicBezTo>
                    <a:cubicBezTo>
                      <a:pt x="148" y="137"/>
                      <a:pt x="148" y="137"/>
                      <a:pt x="148" y="137"/>
                    </a:cubicBezTo>
                    <a:close/>
                    <a:moveTo>
                      <a:pt x="148" y="138"/>
                    </a:moveTo>
                    <a:cubicBezTo>
                      <a:pt x="148" y="138"/>
                      <a:pt x="148" y="138"/>
                      <a:pt x="148" y="138"/>
                    </a:cubicBezTo>
                    <a:cubicBezTo>
                      <a:pt x="148" y="138"/>
                      <a:pt x="148" y="138"/>
                      <a:pt x="148" y="138"/>
                    </a:cubicBezTo>
                    <a:cubicBezTo>
                      <a:pt x="148" y="138"/>
                      <a:pt x="148" y="138"/>
                      <a:pt x="148" y="138"/>
                    </a:cubicBezTo>
                    <a:cubicBezTo>
                      <a:pt x="148" y="137"/>
                      <a:pt x="148" y="137"/>
                      <a:pt x="148" y="137"/>
                    </a:cubicBezTo>
                    <a:cubicBezTo>
                      <a:pt x="148" y="138"/>
                      <a:pt x="148" y="138"/>
                      <a:pt x="148" y="138"/>
                    </a:cubicBezTo>
                    <a:cubicBezTo>
                      <a:pt x="148" y="138"/>
                      <a:pt x="148" y="138"/>
                      <a:pt x="148" y="138"/>
                    </a:cubicBezTo>
                    <a:cubicBezTo>
                      <a:pt x="148" y="138"/>
                      <a:pt x="148" y="138"/>
                      <a:pt x="148" y="138"/>
                    </a:cubicBezTo>
                    <a:cubicBezTo>
                      <a:pt x="148" y="138"/>
                      <a:pt x="148" y="138"/>
                      <a:pt x="148" y="138"/>
                    </a:cubicBezTo>
                    <a:cubicBezTo>
                      <a:pt x="148" y="138"/>
                      <a:pt x="148" y="138"/>
                      <a:pt x="148" y="138"/>
                    </a:cubicBezTo>
                    <a:cubicBezTo>
                      <a:pt x="148" y="138"/>
                      <a:pt x="148" y="138"/>
                      <a:pt x="148" y="138"/>
                    </a:cubicBezTo>
                    <a:cubicBezTo>
                      <a:pt x="148" y="138"/>
                      <a:pt x="148" y="138"/>
                      <a:pt x="148" y="138"/>
                    </a:cubicBezTo>
                    <a:close/>
                    <a:moveTo>
                      <a:pt x="148" y="133"/>
                    </a:moveTo>
                    <a:cubicBezTo>
                      <a:pt x="147" y="133"/>
                      <a:pt x="147" y="133"/>
                      <a:pt x="147" y="133"/>
                    </a:cubicBezTo>
                    <a:cubicBezTo>
                      <a:pt x="148" y="132"/>
                      <a:pt x="148" y="132"/>
                      <a:pt x="148" y="133"/>
                    </a:cubicBezTo>
                    <a:cubicBezTo>
                      <a:pt x="148" y="132"/>
                      <a:pt x="148" y="133"/>
                      <a:pt x="148" y="133"/>
                    </a:cubicBezTo>
                    <a:cubicBezTo>
                      <a:pt x="147" y="133"/>
                      <a:pt x="147" y="133"/>
                      <a:pt x="147" y="133"/>
                    </a:cubicBezTo>
                    <a:lnTo>
                      <a:pt x="148" y="133"/>
                    </a:lnTo>
                    <a:close/>
                    <a:moveTo>
                      <a:pt x="147" y="133"/>
                    </a:moveTo>
                    <a:cubicBezTo>
                      <a:pt x="147" y="133"/>
                      <a:pt x="147" y="133"/>
                      <a:pt x="147" y="133"/>
                    </a:cubicBezTo>
                    <a:cubicBezTo>
                      <a:pt x="147" y="133"/>
                      <a:pt x="147" y="133"/>
                      <a:pt x="147" y="133"/>
                    </a:cubicBezTo>
                    <a:cubicBezTo>
                      <a:pt x="147" y="133"/>
                      <a:pt x="147" y="133"/>
                      <a:pt x="147" y="133"/>
                    </a:cubicBezTo>
                    <a:cubicBezTo>
                      <a:pt x="147" y="133"/>
                      <a:pt x="147" y="133"/>
                      <a:pt x="147" y="133"/>
                    </a:cubicBezTo>
                    <a:cubicBezTo>
                      <a:pt x="147" y="133"/>
                      <a:pt x="147" y="134"/>
                      <a:pt x="147" y="133"/>
                    </a:cubicBezTo>
                    <a:close/>
                    <a:moveTo>
                      <a:pt x="143" y="71"/>
                    </a:moveTo>
                    <a:cubicBezTo>
                      <a:pt x="143" y="71"/>
                      <a:pt x="142" y="71"/>
                      <a:pt x="142" y="71"/>
                    </a:cubicBezTo>
                    <a:cubicBezTo>
                      <a:pt x="143" y="72"/>
                      <a:pt x="142" y="71"/>
                      <a:pt x="142" y="71"/>
                    </a:cubicBezTo>
                    <a:cubicBezTo>
                      <a:pt x="142" y="68"/>
                      <a:pt x="143" y="70"/>
                      <a:pt x="143" y="70"/>
                    </a:cubicBezTo>
                    <a:cubicBezTo>
                      <a:pt x="143" y="70"/>
                      <a:pt x="143" y="71"/>
                      <a:pt x="144" y="70"/>
                    </a:cubicBezTo>
                    <a:cubicBezTo>
                      <a:pt x="145" y="70"/>
                      <a:pt x="145" y="71"/>
                      <a:pt x="144" y="70"/>
                    </a:cubicBezTo>
                    <a:cubicBezTo>
                      <a:pt x="145" y="71"/>
                      <a:pt x="143" y="70"/>
                      <a:pt x="144" y="70"/>
                    </a:cubicBezTo>
                    <a:cubicBezTo>
                      <a:pt x="143" y="69"/>
                      <a:pt x="144" y="71"/>
                      <a:pt x="143" y="71"/>
                    </a:cubicBezTo>
                    <a:cubicBezTo>
                      <a:pt x="144" y="73"/>
                      <a:pt x="143" y="73"/>
                      <a:pt x="144" y="72"/>
                    </a:cubicBezTo>
                    <a:cubicBezTo>
                      <a:pt x="144" y="72"/>
                      <a:pt x="144" y="72"/>
                      <a:pt x="144" y="72"/>
                    </a:cubicBezTo>
                    <a:cubicBezTo>
                      <a:pt x="144" y="70"/>
                      <a:pt x="144" y="73"/>
                      <a:pt x="144" y="72"/>
                    </a:cubicBezTo>
                    <a:cubicBezTo>
                      <a:pt x="144" y="73"/>
                      <a:pt x="144" y="72"/>
                      <a:pt x="143" y="71"/>
                    </a:cubicBezTo>
                    <a:close/>
                    <a:moveTo>
                      <a:pt x="142" y="142"/>
                    </a:moveTo>
                    <a:cubicBezTo>
                      <a:pt x="143" y="141"/>
                      <a:pt x="143" y="142"/>
                      <a:pt x="143" y="142"/>
                    </a:cubicBezTo>
                    <a:lnTo>
                      <a:pt x="142" y="142"/>
                    </a:lnTo>
                    <a:close/>
                    <a:moveTo>
                      <a:pt x="142" y="142"/>
                    </a:moveTo>
                    <a:cubicBezTo>
                      <a:pt x="142" y="142"/>
                      <a:pt x="142" y="142"/>
                      <a:pt x="142" y="142"/>
                    </a:cubicBezTo>
                    <a:cubicBezTo>
                      <a:pt x="143" y="142"/>
                      <a:pt x="143" y="142"/>
                      <a:pt x="143" y="142"/>
                    </a:cubicBezTo>
                    <a:cubicBezTo>
                      <a:pt x="142" y="143"/>
                      <a:pt x="142" y="142"/>
                      <a:pt x="142" y="142"/>
                    </a:cubicBezTo>
                    <a:close/>
                    <a:moveTo>
                      <a:pt x="142" y="71"/>
                    </a:moveTo>
                    <a:cubicBezTo>
                      <a:pt x="141" y="70"/>
                      <a:pt x="142" y="72"/>
                      <a:pt x="142" y="71"/>
                    </a:cubicBezTo>
                    <a:cubicBezTo>
                      <a:pt x="142" y="71"/>
                      <a:pt x="141" y="71"/>
                      <a:pt x="142" y="70"/>
                    </a:cubicBezTo>
                    <a:cubicBezTo>
                      <a:pt x="142" y="68"/>
                      <a:pt x="142" y="71"/>
                      <a:pt x="142" y="71"/>
                    </a:cubicBezTo>
                    <a:cubicBezTo>
                      <a:pt x="143" y="70"/>
                      <a:pt x="142" y="72"/>
                      <a:pt x="142" y="71"/>
                    </a:cubicBezTo>
                    <a:close/>
                    <a:moveTo>
                      <a:pt x="141" y="69"/>
                    </a:moveTo>
                    <a:cubicBezTo>
                      <a:pt x="141" y="69"/>
                      <a:pt x="140" y="68"/>
                      <a:pt x="140" y="69"/>
                    </a:cubicBezTo>
                    <a:cubicBezTo>
                      <a:pt x="140" y="69"/>
                      <a:pt x="141" y="69"/>
                      <a:pt x="140" y="69"/>
                    </a:cubicBezTo>
                    <a:cubicBezTo>
                      <a:pt x="141" y="68"/>
                      <a:pt x="141" y="69"/>
                      <a:pt x="141" y="69"/>
                    </a:cubicBezTo>
                    <a:close/>
                    <a:moveTo>
                      <a:pt x="140" y="144"/>
                    </a:moveTo>
                    <a:cubicBezTo>
                      <a:pt x="140" y="144"/>
                      <a:pt x="141" y="144"/>
                      <a:pt x="141" y="144"/>
                    </a:cubicBezTo>
                    <a:cubicBezTo>
                      <a:pt x="140" y="144"/>
                      <a:pt x="140" y="144"/>
                      <a:pt x="140" y="144"/>
                    </a:cubicBezTo>
                    <a:close/>
                    <a:moveTo>
                      <a:pt x="140" y="59"/>
                    </a:moveTo>
                    <a:cubicBezTo>
                      <a:pt x="139" y="60"/>
                      <a:pt x="139" y="60"/>
                      <a:pt x="139" y="60"/>
                    </a:cubicBezTo>
                    <a:cubicBezTo>
                      <a:pt x="138" y="60"/>
                      <a:pt x="138" y="59"/>
                      <a:pt x="139" y="59"/>
                    </a:cubicBezTo>
                    <a:cubicBezTo>
                      <a:pt x="140" y="58"/>
                      <a:pt x="140" y="58"/>
                      <a:pt x="140" y="59"/>
                    </a:cubicBezTo>
                    <a:close/>
                    <a:moveTo>
                      <a:pt x="139" y="59"/>
                    </a:moveTo>
                    <a:cubicBezTo>
                      <a:pt x="140" y="59"/>
                      <a:pt x="138" y="62"/>
                      <a:pt x="139" y="59"/>
                    </a:cubicBezTo>
                    <a:cubicBezTo>
                      <a:pt x="140" y="58"/>
                      <a:pt x="139" y="59"/>
                      <a:pt x="139" y="59"/>
                    </a:cubicBezTo>
                    <a:close/>
                    <a:moveTo>
                      <a:pt x="139" y="61"/>
                    </a:moveTo>
                    <a:cubicBezTo>
                      <a:pt x="139" y="59"/>
                      <a:pt x="139" y="61"/>
                      <a:pt x="139" y="61"/>
                    </a:cubicBezTo>
                    <a:cubicBezTo>
                      <a:pt x="140" y="62"/>
                      <a:pt x="139" y="61"/>
                      <a:pt x="139" y="61"/>
                    </a:cubicBezTo>
                    <a:cubicBezTo>
                      <a:pt x="139" y="60"/>
                      <a:pt x="140" y="62"/>
                      <a:pt x="139" y="61"/>
                    </a:cubicBezTo>
                    <a:cubicBezTo>
                      <a:pt x="139" y="61"/>
                      <a:pt x="140" y="61"/>
                      <a:pt x="140" y="61"/>
                    </a:cubicBezTo>
                    <a:cubicBezTo>
                      <a:pt x="140" y="60"/>
                      <a:pt x="140" y="62"/>
                      <a:pt x="140" y="61"/>
                    </a:cubicBezTo>
                    <a:cubicBezTo>
                      <a:pt x="140" y="61"/>
                      <a:pt x="139" y="61"/>
                      <a:pt x="139" y="61"/>
                    </a:cubicBezTo>
                    <a:close/>
                    <a:moveTo>
                      <a:pt x="138" y="62"/>
                    </a:moveTo>
                    <a:cubicBezTo>
                      <a:pt x="139" y="62"/>
                      <a:pt x="138" y="61"/>
                      <a:pt x="139" y="62"/>
                    </a:cubicBezTo>
                    <a:cubicBezTo>
                      <a:pt x="138" y="62"/>
                      <a:pt x="140" y="62"/>
                      <a:pt x="139" y="62"/>
                    </a:cubicBezTo>
                    <a:cubicBezTo>
                      <a:pt x="139" y="63"/>
                      <a:pt x="139" y="63"/>
                      <a:pt x="139" y="62"/>
                    </a:cubicBezTo>
                    <a:cubicBezTo>
                      <a:pt x="139" y="60"/>
                      <a:pt x="138" y="61"/>
                      <a:pt x="139" y="62"/>
                    </a:cubicBezTo>
                    <a:cubicBezTo>
                      <a:pt x="139" y="61"/>
                      <a:pt x="138" y="62"/>
                      <a:pt x="138" y="62"/>
                    </a:cubicBezTo>
                    <a:close/>
                    <a:moveTo>
                      <a:pt x="138" y="60"/>
                    </a:moveTo>
                    <a:cubicBezTo>
                      <a:pt x="137" y="59"/>
                      <a:pt x="137" y="60"/>
                      <a:pt x="137" y="60"/>
                    </a:cubicBezTo>
                    <a:cubicBezTo>
                      <a:pt x="136" y="59"/>
                      <a:pt x="138" y="60"/>
                      <a:pt x="138" y="60"/>
                    </a:cubicBezTo>
                    <a:close/>
                    <a:moveTo>
                      <a:pt x="137" y="146"/>
                    </a:moveTo>
                    <a:cubicBezTo>
                      <a:pt x="136" y="145"/>
                      <a:pt x="136" y="145"/>
                      <a:pt x="136" y="145"/>
                    </a:cubicBezTo>
                    <a:cubicBezTo>
                      <a:pt x="136" y="145"/>
                      <a:pt x="137" y="145"/>
                      <a:pt x="137" y="145"/>
                    </a:cubicBezTo>
                    <a:cubicBezTo>
                      <a:pt x="137" y="145"/>
                      <a:pt x="137" y="145"/>
                      <a:pt x="137" y="145"/>
                    </a:cubicBezTo>
                    <a:lnTo>
                      <a:pt x="137" y="146"/>
                    </a:lnTo>
                    <a:close/>
                    <a:moveTo>
                      <a:pt x="136" y="146"/>
                    </a:moveTo>
                    <a:cubicBezTo>
                      <a:pt x="136" y="146"/>
                      <a:pt x="136" y="146"/>
                      <a:pt x="137" y="146"/>
                    </a:cubicBezTo>
                    <a:cubicBezTo>
                      <a:pt x="137" y="146"/>
                      <a:pt x="137" y="146"/>
                      <a:pt x="137" y="146"/>
                    </a:cubicBezTo>
                    <a:cubicBezTo>
                      <a:pt x="136" y="146"/>
                      <a:pt x="137" y="146"/>
                      <a:pt x="136" y="146"/>
                    </a:cubicBezTo>
                    <a:close/>
                    <a:moveTo>
                      <a:pt x="134" y="54"/>
                    </a:moveTo>
                    <a:cubicBezTo>
                      <a:pt x="133" y="55"/>
                      <a:pt x="133" y="52"/>
                      <a:pt x="134" y="54"/>
                    </a:cubicBezTo>
                    <a:cubicBezTo>
                      <a:pt x="134" y="53"/>
                      <a:pt x="134" y="55"/>
                      <a:pt x="135" y="54"/>
                    </a:cubicBezTo>
                    <a:cubicBezTo>
                      <a:pt x="134" y="54"/>
                      <a:pt x="135" y="55"/>
                      <a:pt x="135" y="54"/>
                    </a:cubicBezTo>
                    <a:cubicBezTo>
                      <a:pt x="134" y="52"/>
                      <a:pt x="133" y="55"/>
                      <a:pt x="134" y="54"/>
                    </a:cubicBezTo>
                    <a:close/>
                    <a:moveTo>
                      <a:pt x="134" y="51"/>
                    </a:moveTo>
                    <a:cubicBezTo>
                      <a:pt x="134" y="50"/>
                      <a:pt x="135" y="51"/>
                      <a:pt x="134" y="51"/>
                    </a:cubicBezTo>
                    <a:cubicBezTo>
                      <a:pt x="134" y="52"/>
                      <a:pt x="134" y="51"/>
                      <a:pt x="134" y="51"/>
                    </a:cubicBezTo>
                    <a:close/>
                    <a:moveTo>
                      <a:pt x="132" y="47"/>
                    </a:moveTo>
                    <a:cubicBezTo>
                      <a:pt x="133" y="47"/>
                      <a:pt x="132" y="47"/>
                      <a:pt x="132" y="47"/>
                    </a:cubicBezTo>
                    <a:cubicBezTo>
                      <a:pt x="133" y="47"/>
                      <a:pt x="133" y="47"/>
                      <a:pt x="132" y="47"/>
                    </a:cubicBezTo>
                    <a:cubicBezTo>
                      <a:pt x="132" y="48"/>
                      <a:pt x="132" y="47"/>
                      <a:pt x="132" y="47"/>
                    </a:cubicBezTo>
                    <a:close/>
                    <a:moveTo>
                      <a:pt x="132" y="41"/>
                    </a:moveTo>
                    <a:cubicBezTo>
                      <a:pt x="131" y="42"/>
                      <a:pt x="131" y="41"/>
                      <a:pt x="131" y="41"/>
                    </a:cubicBezTo>
                    <a:cubicBezTo>
                      <a:pt x="131" y="42"/>
                      <a:pt x="132" y="41"/>
                      <a:pt x="132" y="41"/>
                    </a:cubicBezTo>
                    <a:close/>
                    <a:moveTo>
                      <a:pt x="132" y="42"/>
                    </a:moveTo>
                    <a:cubicBezTo>
                      <a:pt x="132" y="43"/>
                      <a:pt x="132" y="42"/>
                      <a:pt x="131" y="42"/>
                    </a:cubicBezTo>
                    <a:cubicBezTo>
                      <a:pt x="131" y="41"/>
                      <a:pt x="132" y="40"/>
                      <a:pt x="132" y="42"/>
                    </a:cubicBezTo>
                    <a:close/>
                    <a:moveTo>
                      <a:pt x="131" y="46"/>
                    </a:moveTo>
                    <a:cubicBezTo>
                      <a:pt x="131" y="46"/>
                      <a:pt x="130" y="47"/>
                      <a:pt x="131" y="46"/>
                    </a:cubicBezTo>
                    <a:cubicBezTo>
                      <a:pt x="132" y="46"/>
                      <a:pt x="132" y="46"/>
                      <a:pt x="131" y="46"/>
                    </a:cubicBezTo>
                    <a:cubicBezTo>
                      <a:pt x="131" y="45"/>
                      <a:pt x="131" y="46"/>
                      <a:pt x="131" y="46"/>
                    </a:cubicBezTo>
                    <a:close/>
                    <a:moveTo>
                      <a:pt x="132" y="152"/>
                    </a:moveTo>
                    <a:cubicBezTo>
                      <a:pt x="132" y="152"/>
                      <a:pt x="132" y="152"/>
                      <a:pt x="132" y="153"/>
                    </a:cubicBezTo>
                    <a:cubicBezTo>
                      <a:pt x="132" y="153"/>
                      <a:pt x="131" y="152"/>
                      <a:pt x="132" y="152"/>
                    </a:cubicBezTo>
                    <a:close/>
                    <a:moveTo>
                      <a:pt x="128" y="43"/>
                    </a:moveTo>
                    <a:cubicBezTo>
                      <a:pt x="129" y="44"/>
                      <a:pt x="128" y="44"/>
                      <a:pt x="128" y="44"/>
                    </a:cubicBezTo>
                    <a:cubicBezTo>
                      <a:pt x="128" y="43"/>
                      <a:pt x="128" y="43"/>
                      <a:pt x="128" y="44"/>
                    </a:cubicBezTo>
                    <a:cubicBezTo>
                      <a:pt x="128" y="44"/>
                      <a:pt x="128" y="44"/>
                      <a:pt x="128" y="44"/>
                    </a:cubicBezTo>
                    <a:cubicBezTo>
                      <a:pt x="128" y="43"/>
                      <a:pt x="128" y="44"/>
                      <a:pt x="128" y="43"/>
                    </a:cubicBezTo>
                    <a:cubicBezTo>
                      <a:pt x="128" y="42"/>
                      <a:pt x="128" y="43"/>
                      <a:pt x="128" y="43"/>
                    </a:cubicBezTo>
                    <a:close/>
                    <a:moveTo>
                      <a:pt x="129" y="44"/>
                    </a:moveTo>
                    <a:cubicBezTo>
                      <a:pt x="130" y="44"/>
                      <a:pt x="130" y="44"/>
                      <a:pt x="129" y="44"/>
                    </a:cubicBezTo>
                    <a:cubicBezTo>
                      <a:pt x="129" y="45"/>
                      <a:pt x="129" y="43"/>
                      <a:pt x="129" y="44"/>
                    </a:cubicBezTo>
                    <a:cubicBezTo>
                      <a:pt x="129" y="43"/>
                      <a:pt x="129" y="43"/>
                      <a:pt x="130" y="43"/>
                    </a:cubicBezTo>
                    <a:cubicBezTo>
                      <a:pt x="129" y="42"/>
                      <a:pt x="130" y="43"/>
                      <a:pt x="130" y="43"/>
                    </a:cubicBezTo>
                    <a:cubicBezTo>
                      <a:pt x="130" y="42"/>
                      <a:pt x="130" y="43"/>
                      <a:pt x="130" y="43"/>
                    </a:cubicBezTo>
                    <a:cubicBezTo>
                      <a:pt x="130" y="44"/>
                      <a:pt x="130" y="42"/>
                      <a:pt x="130" y="43"/>
                    </a:cubicBezTo>
                    <a:cubicBezTo>
                      <a:pt x="130" y="44"/>
                      <a:pt x="130" y="44"/>
                      <a:pt x="130" y="44"/>
                    </a:cubicBezTo>
                    <a:cubicBezTo>
                      <a:pt x="129" y="45"/>
                      <a:pt x="131" y="44"/>
                      <a:pt x="130" y="44"/>
                    </a:cubicBezTo>
                    <a:cubicBezTo>
                      <a:pt x="130" y="45"/>
                      <a:pt x="131" y="45"/>
                      <a:pt x="130" y="45"/>
                    </a:cubicBezTo>
                    <a:cubicBezTo>
                      <a:pt x="130" y="45"/>
                      <a:pt x="130" y="45"/>
                      <a:pt x="130" y="45"/>
                    </a:cubicBezTo>
                    <a:cubicBezTo>
                      <a:pt x="130" y="45"/>
                      <a:pt x="130" y="45"/>
                      <a:pt x="129" y="44"/>
                    </a:cubicBezTo>
                    <a:close/>
                    <a:moveTo>
                      <a:pt x="129" y="150"/>
                    </a:moveTo>
                    <a:cubicBezTo>
                      <a:pt x="129" y="150"/>
                      <a:pt x="129" y="150"/>
                      <a:pt x="129" y="150"/>
                    </a:cubicBezTo>
                    <a:cubicBezTo>
                      <a:pt x="130" y="151"/>
                      <a:pt x="129" y="151"/>
                      <a:pt x="130" y="151"/>
                    </a:cubicBezTo>
                    <a:cubicBezTo>
                      <a:pt x="129" y="151"/>
                      <a:pt x="129" y="151"/>
                      <a:pt x="129" y="150"/>
                    </a:cubicBezTo>
                    <a:close/>
                    <a:moveTo>
                      <a:pt x="129" y="149"/>
                    </a:moveTo>
                    <a:cubicBezTo>
                      <a:pt x="129" y="149"/>
                      <a:pt x="129" y="149"/>
                      <a:pt x="129" y="149"/>
                    </a:cubicBezTo>
                    <a:cubicBezTo>
                      <a:pt x="129" y="148"/>
                      <a:pt x="129" y="148"/>
                      <a:pt x="129" y="148"/>
                    </a:cubicBezTo>
                    <a:cubicBezTo>
                      <a:pt x="130" y="148"/>
                      <a:pt x="130" y="148"/>
                      <a:pt x="130" y="148"/>
                    </a:cubicBezTo>
                    <a:cubicBezTo>
                      <a:pt x="129" y="149"/>
                      <a:pt x="130" y="149"/>
                      <a:pt x="130" y="149"/>
                    </a:cubicBezTo>
                    <a:cubicBezTo>
                      <a:pt x="130" y="150"/>
                      <a:pt x="130" y="150"/>
                      <a:pt x="130" y="150"/>
                    </a:cubicBezTo>
                    <a:cubicBezTo>
                      <a:pt x="129" y="149"/>
                      <a:pt x="129" y="149"/>
                      <a:pt x="129" y="149"/>
                    </a:cubicBezTo>
                    <a:cubicBezTo>
                      <a:pt x="129" y="149"/>
                      <a:pt x="129" y="149"/>
                      <a:pt x="129" y="149"/>
                    </a:cubicBezTo>
                    <a:close/>
                    <a:moveTo>
                      <a:pt x="127" y="149"/>
                    </a:moveTo>
                    <a:cubicBezTo>
                      <a:pt x="127" y="149"/>
                      <a:pt x="127" y="149"/>
                      <a:pt x="127" y="149"/>
                    </a:cubicBezTo>
                    <a:cubicBezTo>
                      <a:pt x="127" y="149"/>
                      <a:pt x="127" y="149"/>
                      <a:pt x="127" y="149"/>
                    </a:cubicBezTo>
                    <a:cubicBezTo>
                      <a:pt x="127" y="149"/>
                      <a:pt x="127" y="149"/>
                      <a:pt x="127" y="149"/>
                    </a:cubicBezTo>
                    <a:cubicBezTo>
                      <a:pt x="127" y="149"/>
                      <a:pt x="127" y="149"/>
                      <a:pt x="127" y="149"/>
                    </a:cubicBezTo>
                    <a:cubicBezTo>
                      <a:pt x="127" y="149"/>
                      <a:pt x="127" y="149"/>
                      <a:pt x="127" y="149"/>
                    </a:cubicBezTo>
                    <a:cubicBezTo>
                      <a:pt x="127" y="149"/>
                      <a:pt x="127" y="149"/>
                      <a:pt x="127" y="149"/>
                    </a:cubicBezTo>
                    <a:cubicBezTo>
                      <a:pt x="127" y="149"/>
                      <a:pt x="128" y="149"/>
                      <a:pt x="129" y="150"/>
                    </a:cubicBezTo>
                    <a:cubicBezTo>
                      <a:pt x="129" y="150"/>
                      <a:pt x="129" y="150"/>
                      <a:pt x="129" y="150"/>
                    </a:cubicBezTo>
                    <a:cubicBezTo>
                      <a:pt x="128" y="150"/>
                      <a:pt x="128" y="150"/>
                      <a:pt x="128" y="150"/>
                    </a:cubicBezTo>
                    <a:cubicBezTo>
                      <a:pt x="128" y="150"/>
                      <a:pt x="128" y="149"/>
                      <a:pt x="128" y="150"/>
                    </a:cubicBezTo>
                    <a:cubicBezTo>
                      <a:pt x="128" y="150"/>
                      <a:pt x="127" y="150"/>
                      <a:pt x="127" y="150"/>
                    </a:cubicBezTo>
                    <a:cubicBezTo>
                      <a:pt x="128" y="149"/>
                      <a:pt x="126" y="150"/>
                      <a:pt x="127" y="149"/>
                    </a:cubicBezTo>
                    <a:close/>
                    <a:moveTo>
                      <a:pt x="126" y="32"/>
                    </a:moveTo>
                    <a:cubicBezTo>
                      <a:pt x="126" y="33"/>
                      <a:pt x="125" y="32"/>
                      <a:pt x="125" y="32"/>
                    </a:cubicBezTo>
                    <a:cubicBezTo>
                      <a:pt x="126" y="32"/>
                      <a:pt x="126" y="31"/>
                      <a:pt x="126" y="32"/>
                    </a:cubicBezTo>
                    <a:close/>
                    <a:moveTo>
                      <a:pt x="125" y="32"/>
                    </a:moveTo>
                    <a:cubicBezTo>
                      <a:pt x="125" y="32"/>
                      <a:pt x="125" y="32"/>
                      <a:pt x="125" y="32"/>
                    </a:cubicBezTo>
                    <a:cubicBezTo>
                      <a:pt x="125" y="33"/>
                      <a:pt x="125" y="34"/>
                      <a:pt x="125" y="32"/>
                    </a:cubicBezTo>
                    <a:close/>
                    <a:moveTo>
                      <a:pt x="126" y="34"/>
                    </a:moveTo>
                    <a:cubicBezTo>
                      <a:pt x="126" y="33"/>
                      <a:pt x="125" y="33"/>
                      <a:pt x="125" y="34"/>
                    </a:cubicBezTo>
                    <a:cubicBezTo>
                      <a:pt x="125" y="34"/>
                      <a:pt x="126" y="34"/>
                      <a:pt x="125" y="34"/>
                    </a:cubicBezTo>
                    <a:cubicBezTo>
                      <a:pt x="124" y="33"/>
                      <a:pt x="126" y="33"/>
                      <a:pt x="126" y="34"/>
                    </a:cubicBezTo>
                    <a:cubicBezTo>
                      <a:pt x="125" y="34"/>
                      <a:pt x="126" y="34"/>
                      <a:pt x="126" y="34"/>
                    </a:cubicBezTo>
                    <a:cubicBezTo>
                      <a:pt x="127" y="33"/>
                      <a:pt x="126" y="34"/>
                      <a:pt x="126" y="34"/>
                    </a:cubicBezTo>
                    <a:cubicBezTo>
                      <a:pt x="126" y="34"/>
                      <a:pt x="126" y="36"/>
                      <a:pt x="126" y="34"/>
                    </a:cubicBezTo>
                    <a:close/>
                    <a:moveTo>
                      <a:pt x="125" y="148"/>
                    </a:moveTo>
                    <a:cubicBezTo>
                      <a:pt x="125" y="148"/>
                      <a:pt x="125" y="148"/>
                      <a:pt x="125" y="148"/>
                    </a:cubicBezTo>
                    <a:cubicBezTo>
                      <a:pt x="125" y="148"/>
                      <a:pt x="125" y="148"/>
                      <a:pt x="125" y="148"/>
                    </a:cubicBezTo>
                    <a:cubicBezTo>
                      <a:pt x="125" y="149"/>
                      <a:pt x="125" y="149"/>
                      <a:pt x="125" y="149"/>
                    </a:cubicBezTo>
                    <a:cubicBezTo>
                      <a:pt x="125" y="149"/>
                      <a:pt x="125" y="149"/>
                      <a:pt x="125" y="149"/>
                    </a:cubicBezTo>
                    <a:cubicBezTo>
                      <a:pt x="125" y="149"/>
                      <a:pt x="125" y="149"/>
                      <a:pt x="125" y="148"/>
                    </a:cubicBezTo>
                    <a:close/>
                    <a:moveTo>
                      <a:pt x="125" y="35"/>
                    </a:moveTo>
                    <a:cubicBezTo>
                      <a:pt x="125" y="35"/>
                      <a:pt x="124" y="34"/>
                      <a:pt x="125" y="35"/>
                    </a:cubicBezTo>
                    <a:cubicBezTo>
                      <a:pt x="125" y="35"/>
                      <a:pt x="125" y="35"/>
                      <a:pt x="126" y="35"/>
                    </a:cubicBezTo>
                    <a:cubicBezTo>
                      <a:pt x="125" y="36"/>
                      <a:pt x="125" y="35"/>
                      <a:pt x="125" y="35"/>
                    </a:cubicBezTo>
                    <a:cubicBezTo>
                      <a:pt x="125" y="36"/>
                      <a:pt x="125" y="36"/>
                      <a:pt x="125" y="35"/>
                    </a:cubicBezTo>
                    <a:cubicBezTo>
                      <a:pt x="124" y="35"/>
                      <a:pt x="125" y="34"/>
                      <a:pt x="125" y="35"/>
                    </a:cubicBezTo>
                    <a:close/>
                    <a:moveTo>
                      <a:pt x="124" y="33"/>
                    </a:moveTo>
                    <a:cubicBezTo>
                      <a:pt x="123" y="32"/>
                      <a:pt x="124" y="33"/>
                      <a:pt x="124" y="33"/>
                    </a:cubicBezTo>
                    <a:cubicBezTo>
                      <a:pt x="123" y="33"/>
                      <a:pt x="124" y="32"/>
                      <a:pt x="124" y="33"/>
                    </a:cubicBezTo>
                    <a:close/>
                    <a:moveTo>
                      <a:pt x="123" y="148"/>
                    </a:moveTo>
                    <a:cubicBezTo>
                      <a:pt x="124" y="148"/>
                      <a:pt x="124" y="148"/>
                      <a:pt x="124" y="148"/>
                    </a:cubicBezTo>
                    <a:cubicBezTo>
                      <a:pt x="124" y="148"/>
                      <a:pt x="124" y="148"/>
                      <a:pt x="124" y="148"/>
                    </a:cubicBezTo>
                    <a:cubicBezTo>
                      <a:pt x="123" y="148"/>
                      <a:pt x="123" y="148"/>
                      <a:pt x="123" y="148"/>
                    </a:cubicBezTo>
                    <a:close/>
                    <a:moveTo>
                      <a:pt x="121" y="148"/>
                    </a:moveTo>
                    <a:cubicBezTo>
                      <a:pt x="122" y="148"/>
                      <a:pt x="122" y="148"/>
                      <a:pt x="122" y="148"/>
                    </a:cubicBezTo>
                    <a:cubicBezTo>
                      <a:pt x="122" y="148"/>
                      <a:pt x="122" y="148"/>
                      <a:pt x="122" y="148"/>
                    </a:cubicBezTo>
                    <a:cubicBezTo>
                      <a:pt x="121" y="149"/>
                      <a:pt x="121" y="149"/>
                      <a:pt x="121" y="149"/>
                    </a:cubicBezTo>
                    <a:lnTo>
                      <a:pt x="121" y="148"/>
                    </a:lnTo>
                    <a:close/>
                    <a:moveTo>
                      <a:pt x="120" y="149"/>
                    </a:moveTo>
                    <a:cubicBezTo>
                      <a:pt x="120" y="149"/>
                      <a:pt x="120" y="149"/>
                      <a:pt x="120" y="149"/>
                    </a:cubicBezTo>
                    <a:cubicBezTo>
                      <a:pt x="120" y="149"/>
                      <a:pt x="120" y="149"/>
                      <a:pt x="120" y="149"/>
                    </a:cubicBezTo>
                    <a:cubicBezTo>
                      <a:pt x="121" y="149"/>
                      <a:pt x="121" y="149"/>
                      <a:pt x="121" y="149"/>
                    </a:cubicBezTo>
                    <a:cubicBezTo>
                      <a:pt x="121" y="149"/>
                      <a:pt x="121" y="149"/>
                      <a:pt x="121" y="149"/>
                    </a:cubicBezTo>
                    <a:cubicBezTo>
                      <a:pt x="121" y="149"/>
                      <a:pt x="121" y="149"/>
                      <a:pt x="121" y="149"/>
                    </a:cubicBezTo>
                    <a:cubicBezTo>
                      <a:pt x="121" y="149"/>
                      <a:pt x="121" y="150"/>
                      <a:pt x="121" y="149"/>
                    </a:cubicBezTo>
                    <a:cubicBezTo>
                      <a:pt x="121" y="149"/>
                      <a:pt x="121" y="149"/>
                      <a:pt x="121" y="149"/>
                    </a:cubicBezTo>
                    <a:cubicBezTo>
                      <a:pt x="120" y="149"/>
                      <a:pt x="120" y="149"/>
                      <a:pt x="120" y="149"/>
                    </a:cubicBezTo>
                    <a:close/>
                    <a:moveTo>
                      <a:pt x="120" y="151"/>
                    </a:moveTo>
                    <a:cubicBezTo>
                      <a:pt x="120" y="151"/>
                      <a:pt x="120" y="151"/>
                      <a:pt x="120" y="151"/>
                    </a:cubicBezTo>
                    <a:close/>
                    <a:moveTo>
                      <a:pt x="120" y="150"/>
                    </a:moveTo>
                    <a:cubicBezTo>
                      <a:pt x="120" y="150"/>
                      <a:pt x="120" y="150"/>
                      <a:pt x="120" y="150"/>
                    </a:cubicBezTo>
                    <a:cubicBezTo>
                      <a:pt x="120" y="150"/>
                      <a:pt x="120" y="150"/>
                      <a:pt x="120" y="150"/>
                    </a:cubicBezTo>
                    <a:close/>
                    <a:moveTo>
                      <a:pt x="119" y="31"/>
                    </a:moveTo>
                    <a:cubicBezTo>
                      <a:pt x="119" y="32"/>
                      <a:pt x="119" y="31"/>
                      <a:pt x="119" y="31"/>
                    </a:cubicBezTo>
                    <a:cubicBezTo>
                      <a:pt x="119" y="31"/>
                      <a:pt x="119" y="31"/>
                      <a:pt x="119" y="31"/>
                    </a:cubicBezTo>
                    <a:cubicBezTo>
                      <a:pt x="119" y="33"/>
                      <a:pt x="119" y="32"/>
                      <a:pt x="119" y="31"/>
                    </a:cubicBezTo>
                    <a:close/>
                    <a:moveTo>
                      <a:pt x="119" y="30"/>
                    </a:moveTo>
                    <a:cubicBezTo>
                      <a:pt x="119" y="30"/>
                      <a:pt x="120" y="30"/>
                      <a:pt x="119" y="30"/>
                    </a:cubicBezTo>
                    <a:cubicBezTo>
                      <a:pt x="120" y="31"/>
                      <a:pt x="119" y="30"/>
                      <a:pt x="119" y="30"/>
                    </a:cubicBezTo>
                    <a:close/>
                    <a:moveTo>
                      <a:pt x="118" y="20"/>
                    </a:moveTo>
                    <a:cubicBezTo>
                      <a:pt x="119" y="20"/>
                      <a:pt x="119" y="20"/>
                      <a:pt x="119" y="20"/>
                    </a:cubicBezTo>
                    <a:lnTo>
                      <a:pt x="118" y="20"/>
                    </a:lnTo>
                    <a:close/>
                    <a:moveTo>
                      <a:pt x="118" y="28"/>
                    </a:moveTo>
                    <a:cubicBezTo>
                      <a:pt x="117" y="27"/>
                      <a:pt x="118" y="27"/>
                      <a:pt x="118" y="27"/>
                    </a:cubicBezTo>
                    <a:cubicBezTo>
                      <a:pt x="118" y="27"/>
                      <a:pt x="118" y="27"/>
                      <a:pt x="118" y="27"/>
                    </a:cubicBezTo>
                    <a:cubicBezTo>
                      <a:pt x="117" y="29"/>
                      <a:pt x="117" y="28"/>
                      <a:pt x="118" y="28"/>
                    </a:cubicBezTo>
                    <a:close/>
                    <a:moveTo>
                      <a:pt x="117" y="20"/>
                    </a:moveTo>
                    <a:cubicBezTo>
                      <a:pt x="117" y="20"/>
                      <a:pt x="117" y="19"/>
                      <a:pt x="117" y="20"/>
                    </a:cubicBezTo>
                    <a:close/>
                    <a:moveTo>
                      <a:pt x="117" y="23"/>
                    </a:moveTo>
                    <a:cubicBezTo>
                      <a:pt x="117" y="23"/>
                      <a:pt x="117" y="23"/>
                      <a:pt x="117" y="23"/>
                    </a:cubicBezTo>
                    <a:cubicBezTo>
                      <a:pt x="117" y="23"/>
                      <a:pt x="117" y="23"/>
                      <a:pt x="117" y="23"/>
                    </a:cubicBezTo>
                    <a:close/>
                    <a:moveTo>
                      <a:pt x="117" y="20"/>
                    </a:moveTo>
                    <a:cubicBezTo>
                      <a:pt x="117" y="20"/>
                      <a:pt x="117" y="20"/>
                      <a:pt x="117" y="20"/>
                    </a:cubicBezTo>
                    <a:cubicBezTo>
                      <a:pt x="117" y="21"/>
                      <a:pt x="117" y="21"/>
                      <a:pt x="117" y="21"/>
                    </a:cubicBezTo>
                    <a:cubicBezTo>
                      <a:pt x="117" y="21"/>
                      <a:pt x="117" y="21"/>
                      <a:pt x="117" y="21"/>
                    </a:cubicBezTo>
                    <a:lnTo>
                      <a:pt x="117" y="20"/>
                    </a:lnTo>
                    <a:close/>
                    <a:moveTo>
                      <a:pt x="116" y="20"/>
                    </a:moveTo>
                    <a:cubicBezTo>
                      <a:pt x="116" y="20"/>
                      <a:pt x="117" y="20"/>
                      <a:pt x="117" y="20"/>
                    </a:cubicBezTo>
                    <a:cubicBezTo>
                      <a:pt x="116" y="20"/>
                      <a:pt x="116" y="21"/>
                      <a:pt x="116" y="20"/>
                    </a:cubicBezTo>
                    <a:close/>
                    <a:moveTo>
                      <a:pt x="114" y="18"/>
                    </a:moveTo>
                    <a:cubicBezTo>
                      <a:pt x="114" y="19"/>
                      <a:pt x="114" y="18"/>
                      <a:pt x="114" y="19"/>
                    </a:cubicBezTo>
                    <a:cubicBezTo>
                      <a:pt x="114" y="19"/>
                      <a:pt x="114" y="18"/>
                      <a:pt x="114" y="18"/>
                    </a:cubicBezTo>
                    <a:close/>
                    <a:moveTo>
                      <a:pt x="114" y="20"/>
                    </a:moveTo>
                    <a:cubicBezTo>
                      <a:pt x="114" y="20"/>
                      <a:pt x="114" y="20"/>
                      <a:pt x="114" y="20"/>
                    </a:cubicBezTo>
                    <a:cubicBezTo>
                      <a:pt x="114" y="20"/>
                      <a:pt x="114" y="20"/>
                      <a:pt x="114" y="20"/>
                    </a:cubicBezTo>
                    <a:cubicBezTo>
                      <a:pt x="114" y="21"/>
                      <a:pt x="114" y="21"/>
                      <a:pt x="114" y="21"/>
                    </a:cubicBezTo>
                    <a:cubicBezTo>
                      <a:pt x="114" y="21"/>
                      <a:pt x="114" y="21"/>
                      <a:pt x="114" y="21"/>
                    </a:cubicBezTo>
                    <a:cubicBezTo>
                      <a:pt x="114" y="20"/>
                      <a:pt x="114" y="20"/>
                      <a:pt x="114" y="20"/>
                    </a:cubicBezTo>
                    <a:close/>
                    <a:moveTo>
                      <a:pt x="113" y="19"/>
                    </a:moveTo>
                    <a:cubicBezTo>
                      <a:pt x="113" y="19"/>
                      <a:pt x="113" y="19"/>
                      <a:pt x="113" y="19"/>
                    </a:cubicBezTo>
                    <a:cubicBezTo>
                      <a:pt x="113" y="19"/>
                      <a:pt x="113" y="19"/>
                      <a:pt x="113" y="19"/>
                    </a:cubicBezTo>
                    <a:close/>
                    <a:moveTo>
                      <a:pt x="112" y="153"/>
                    </a:moveTo>
                    <a:cubicBezTo>
                      <a:pt x="112" y="152"/>
                      <a:pt x="112" y="152"/>
                      <a:pt x="112" y="152"/>
                    </a:cubicBezTo>
                    <a:cubicBezTo>
                      <a:pt x="112" y="153"/>
                      <a:pt x="112" y="153"/>
                      <a:pt x="112" y="153"/>
                    </a:cubicBezTo>
                    <a:close/>
                    <a:moveTo>
                      <a:pt x="111" y="153"/>
                    </a:moveTo>
                    <a:cubicBezTo>
                      <a:pt x="112" y="152"/>
                      <a:pt x="112" y="152"/>
                      <a:pt x="112" y="152"/>
                    </a:cubicBezTo>
                    <a:cubicBezTo>
                      <a:pt x="112" y="153"/>
                      <a:pt x="112" y="153"/>
                      <a:pt x="112" y="153"/>
                    </a:cubicBezTo>
                    <a:lnTo>
                      <a:pt x="111" y="153"/>
                    </a:lnTo>
                    <a:close/>
                    <a:moveTo>
                      <a:pt x="108" y="10"/>
                    </a:moveTo>
                    <a:cubicBezTo>
                      <a:pt x="108" y="9"/>
                      <a:pt x="108" y="10"/>
                      <a:pt x="108" y="10"/>
                    </a:cubicBezTo>
                    <a:cubicBezTo>
                      <a:pt x="107" y="9"/>
                      <a:pt x="108" y="9"/>
                      <a:pt x="108" y="10"/>
                    </a:cubicBezTo>
                    <a:close/>
                    <a:moveTo>
                      <a:pt x="108" y="10"/>
                    </a:moveTo>
                    <a:cubicBezTo>
                      <a:pt x="108" y="10"/>
                      <a:pt x="108" y="10"/>
                      <a:pt x="107" y="10"/>
                    </a:cubicBezTo>
                    <a:cubicBezTo>
                      <a:pt x="107" y="10"/>
                      <a:pt x="108" y="9"/>
                      <a:pt x="108" y="10"/>
                    </a:cubicBezTo>
                    <a:cubicBezTo>
                      <a:pt x="108" y="10"/>
                      <a:pt x="108" y="10"/>
                      <a:pt x="108" y="10"/>
                    </a:cubicBezTo>
                    <a:cubicBezTo>
                      <a:pt x="108" y="10"/>
                      <a:pt x="108" y="10"/>
                      <a:pt x="108" y="10"/>
                    </a:cubicBezTo>
                    <a:cubicBezTo>
                      <a:pt x="109" y="10"/>
                      <a:pt x="109" y="10"/>
                      <a:pt x="109" y="10"/>
                    </a:cubicBezTo>
                    <a:lnTo>
                      <a:pt x="108" y="10"/>
                    </a:lnTo>
                    <a:close/>
                    <a:moveTo>
                      <a:pt x="107" y="13"/>
                    </a:moveTo>
                    <a:cubicBezTo>
                      <a:pt x="107" y="13"/>
                      <a:pt x="107" y="13"/>
                      <a:pt x="107" y="13"/>
                    </a:cubicBezTo>
                    <a:cubicBezTo>
                      <a:pt x="107" y="12"/>
                      <a:pt x="107" y="12"/>
                      <a:pt x="107" y="12"/>
                    </a:cubicBezTo>
                    <a:cubicBezTo>
                      <a:pt x="107" y="13"/>
                      <a:pt x="107" y="13"/>
                      <a:pt x="108" y="12"/>
                    </a:cubicBezTo>
                    <a:cubicBezTo>
                      <a:pt x="108" y="13"/>
                      <a:pt x="107" y="13"/>
                      <a:pt x="108" y="14"/>
                    </a:cubicBezTo>
                    <a:cubicBezTo>
                      <a:pt x="108" y="13"/>
                      <a:pt x="108" y="13"/>
                      <a:pt x="108" y="13"/>
                    </a:cubicBezTo>
                    <a:cubicBezTo>
                      <a:pt x="108" y="13"/>
                      <a:pt x="109" y="13"/>
                      <a:pt x="109" y="13"/>
                    </a:cubicBezTo>
                    <a:cubicBezTo>
                      <a:pt x="108" y="14"/>
                      <a:pt x="108" y="14"/>
                      <a:pt x="108" y="14"/>
                    </a:cubicBezTo>
                    <a:cubicBezTo>
                      <a:pt x="108" y="14"/>
                      <a:pt x="108" y="14"/>
                      <a:pt x="108" y="14"/>
                    </a:cubicBezTo>
                    <a:cubicBezTo>
                      <a:pt x="108" y="14"/>
                      <a:pt x="108" y="14"/>
                      <a:pt x="108" y="15"/>
                    </a:cubicBezTo>
                    <a:cubicBezTo>
                      <a:pt x="108" y="15"/>
                      <a:pt x="108" y="15"/>
                      <a:pt x="108" y="15"/>
                    </a:cubicBezTo>
                    <a:cubicBezTo>
                      <a:pt x="107" y="14"/>
                      <a:pt x="107" y="14"/>
                      <a:pt x="107" y="14"/>
                    </a:cubicBezTo>
                    <a:cubicBezTo>
                      <a:pt x="107" y="14"/>
                      <a:pt x="107" y="14"/>
                      <a:pt x="107" y="14"/>
                    </a:cubicBezTo>
                    <a:cubicBezTo>
                      <a:pt x="107" y="14"/>
                      <a:pt x="107" y="14"/>
                      <a:pt x="107" y="14"/>
                    </a:cubicBezTo>
                    <a:cubicBezTo>
                      <a:pt x="106" y="13"/>
                      <a:pt x="106" y="13"/>
                      <a:pt x="107" y="13"/>
                    </a:cubicBezTo>
                    <a:close/>
                    <a:moveTo>
                      <a:pt x="106" y="11"/>
                    </a:moveTo>
                    <a:cubicBezTo>
                      <a:pt x="107" y="11"/>
                      <a:pt x="107" y="11"/>
                      <a:pt x="107" y="11"/>
                    </a:cubicBezTo>
                    <a:cubicBezTo>
                      <a:pt x="107" y="11"/>
                      <a:pt x="107" y="12"/>
                      <a:pt x="107" y="12"/>
                    </a:cubicBezTo>
                    <a:cubicBezTo>
                      <a:pt x="106" y="12"/>
                      <a:pt x="106" y="11"/>
                      <a:pt x="106" y="11"/>
                    </a:cubicBezTo>
                    <a:close/>
                    <a:moveTo>
                      <a:pt x="106" y="14"/>
                    </a:moveTo>
                    <a:cubicBezTo>
                      <a:pt x="106" y="14"/>
                      <a:pt x="106" y="14"/>
                      <a:pt x="106" y="14"/>
                    </a:cubicBezTo>
                    <a:cubicBezTo>
                      <a:pt x="106" y="14"/>
                      <a:pt x="106" y="13"/>
                      <a:pt x="106" y="13"/>
                    </a:cubicBezTo>
                    <a:cubicBezTo>
                      <a:pt x="106" y="13"/>
                      <a:pt x="106" y="13"/>
                      <a:pt x="106" y="13"/>
                    </a:cubicBezTo>
                    <a:cubicBezTo>
                      <a:pt x="106" y="13"/>
                      <a:pt x="106" y="13"/>
                      <a:pt x="106" y="13"/>
                    </a:cubicBezTo>
                    <a:cubicBezTo>
                      <a:pt x="107" y="14"/>
                      <a:pt x="106" y="14"/>
                      <a:pt x="106" y="14"/>
                    </a:cubicBezTo>
                    <a:cubicBezTo>
                      <a:pt x="106" y="14"/>
                      <a:pt x="106" y="14"/>
                      <a:pt x="106" y="14"/>
                    </a:cubicBezTo>
                    <a:close/>
                    <a:moveTo>
                      <a:pt x="105" y="13"/>
                    </a:moveTo>
                    <a:cubicBezTo>
                      <a:pt x="104" y="13"/>
                      <a:pt x="104" y="13"/>
                      <a:pt x="104" y="13"/>
                    </a:cubicBezTo>
                    <a:cubicBezTo>
                      <a:pt x="105" y="12"/>
                      <a:pt x="105" y="13"/>
                      <a:pt x="105" y="13"/>
                    </a:cubicBezTo>
                    <a:cubicBezTo>
                      <a:pt x="105" y="12"/>
                      <a:pt x="105" y="12"/>
                      <a:pt x="105" y="12"/>
                    </a:cubicBezTo>
                    <a:cubicBezTo>
                      <a:pt x="105" y="13"/>
                      <a:pt x="105" y="13"/>
                      <a:pt x="105" y="13"/>
                    </a:cubicBezTo>
                    <a:close/>
                    <a:moveTo>
                      <a:pt x="104" y="158"/>
                    </a:moveTo>
                    <a:cubicBezTo>
                      <a:pt x="105" y="157"/>
                      <a:pt x="105" y="157"/>
                      <a:pt x="105" y="157"/>
                    </a:cubicBezTo>
                    <a:cubicBezTo>
                      <a:pt x="105" y="158"/>
                      <a:pt x="105" y="158"/>
                      <a:pt x="105" y="158"/>
                    </a:cubicBezTo>
                    <a:lnTo>
                      <a:pt x="104" y="158"/>
                    </a:lnTo>
                    <a:close/>
                    <a:moveTo>
                      <a:pt x="104" y="152"/>
                    </a:moveTo>
                    <a:cubicBezTo>
                      <a:pt x="105" y="152"/>
                      <a:pt x="104" y="151"/>
                      <a:pt x="105" y="152"/>
                    </a:cubicBezTo>
                    <a:cubicBezTo>
                      <a:pt x="104" y="152"/>
                      <a:pt x="104" y="152"/>
                      <a:pt x="104" y="152"/>
                    </a:cubicBezTo>
                    <a:close/>
                    <a:moveTo>
                      <a:pt x="104" y="12"/>
                    </a:moveTo>
                    <a:cubicBezTo>
                      <a:pt x="104" y="12"/>
                      <a:pt x="104" y="12"/>
                      <a:pt x="104" y="12"/>
                    </a:cubicBezTo>
                    <a:cubicBezTo>
                      <a:pt x="104" y="13"/>
                      <a:pt x="104" y="13"/>
                      <a:pt x="104" y="13"/>
                    </a:cubicBezTo>
                    <a:lnTo>
                      <a:pt x="104" y="12"/>
                    </a:lnTo>
                    <a:close/>
                    <a:moveTo>
                      <a:pt x="103" y="13"/>
                    </a:moveTo>
                    <a:cubicBezTo>
                      <a:pt x="103" y="12"/>
                      <a:pt x="104" y="12"/>
                      <a:pt x="104" y="12"/>
                    </a:cubicBezTo>
                    <a:cubicBezTo>
                      <a:pt x="104" y="12"/>
                      <a:pt x="103" y="13"/>
                      <a:pt x="103" y="13"/>
                    </a:cubicBezTo>
                    <a:close/>
                    <a:moveTo>
                      <a:pt x="103" y="13"/>
                    </a:moveTo>
                    <a:cubicBezTo>
                      <a:pt x="103" y="13"/>
                      <a:pt x="103" y="13"/>
                      <a:pt x="103" y="13"/>
                    </a:cubicBezTo>
                    <a:cubicBezTo>
                      <a:pt x="103" y="12"/>
                      <a:pt x="103" y="13"/>
                      <a:pt x="103" y="13"/>
                    </a:cubicBezTo>
                    <a:cubicBezTo>
                      <a:pt x="103" y="13"/>
                      <a:pt x="103" y="13"/>
                      <a:pt x="103" y="13"/>
                    </a:cubicBezTo>
                    <a:close/>
                    <a:moveTo>
                      <a:pt x="103" y="12"/>
                    </a:moveTo>
                    <a:cubicBezTo>
                      <a:pt x="103" y="12"/>
                      <a:pt x="103" y="12"/>
                      <a:pt x="103" y="13"/>
                    </a:cubicBezTo>
                    <a:cubicBezTo>
                      <a:pt x="103" y="13"/>
                      <a:pt x="103" y="12"/>
                      <a:pt x="103" y="12"/>
                    </a:cubicBezTo>
                    <a:close/>
                    <a:moveTo>
                      <a:pt x="102" y="10"/>
                    </a:moveTo>
                    <a:cubicBezTo>
                      <a:pt x="102" y="10"/>
                      <a:pt x="102" y="9"/>
                      <a:pt x="102" y="10"/>
                    </a:cubicBezTo>
                    <a:cubicBezTo>
                      <a:pt x="102" y="10"/>
                      <a:pt x="101" y="10"/>
                      <a:pt x="102" y="10"/>
                    </a:cubicBezTo>
                    <a:close/>
                    <a:moveTo>
                      <a:pt x="100" y="13"/>
                    </a:moveTo>
                    <a:cubicBezTo>
                      <a:pt x="100" y="13"/>
                      <a:pt x="100" y="12"/>
                      <a:pt x="100" y="12"/>
                    </a:cubicBezTo>
                    <a:cubicBezTo>
                      <a:pt x="101" y="12"/>
                      <a:pt x="100" y="13"/>
                      <a:pt x="100" y="13"/>
                    </a:cubicBezTo>
                    <a:cubicBezTo>
                      <a:pt x="100" y="13"/>
                      <a:pt x="101" y="12"/>
                      <a:pt x="100" y="13"/>
                    </a:cubicBezTo>
                    <a:close/>
                    <a:moveTo>
                      <a:pt x="98" y="10"/>
                    </a:moveTo>
                    <a:cubicBezTo>
                      <a:pt x="98" y="9"/>
                      <a:pt x="99" y="10"/>
                      <a:pt x="99" y="9"/>
                    </a:cubicBezTo>
                    <a:cubicBezTo>
                      <a:pt x="99" y="9"/>
                      <a:pt x="99" y="9"/>
                      <a:pt x="98" y="10"/>
                    </a:cubicBezTo>
                    <a:close/>
                    <a:moveTo>
                      <a:pt x="98" y="10"/>
                    </a:moveTo>
                    <a:cubicBezTo>
                      <a:pt x="99" y="11"/>
                      <a:pt x="99" y="10"/>
                      <a:pt x="99" y="11"/>
                    </a:cubicBezTo>
                    <a:cubicBezTo>
                      <a:pt x="98" y="11"/>
                      <a:pt x="98" y="11"/>
                      <a:pt x="98" y="11"/>
                    </a:cubicBezTo>
                    <a:lnTo>
                      <a:pt x="98" y="10"/>
                    </a:lnTo>
                    <a:close/>
                    <a:moveTo>
                      <a:pt x="98" y="158"/>
                    </a:moveTo>
                    <a:cubicBezTo>
                      <a:pt x="98" y="158"/>
                      <a:pt x="98" y="158"/>
                      <a:pt x="98" y="159"/>
                    </a:cubicBezTo>
                    <a:lnTo>
                      <a:pt x="98" y="158"/>
                    </a:lnTo>
                    <a:close/>
                    <a:moveTo>
                      <a:pt x="96" y="158"/>
                    </a:moveTo>
                    <a:cubicBezTo>
                      <a:pt x="97" y="158"/>
                      <a:pt x="97" y="158"/>
                      <a:pt x="97" y="158"/>
                    </a:cubicBezTo>
                    <a:cubicBezTo>
                      <a:pt x="97" y="158"/>
                      <a:pt x="97" y="158"/>
                      <a:pt x="97" y="159"/>
                    </a:cubicBezTo>
                    <a:cubicBezTo>
                      <a:pt x="96" y="159"/>
                      <a:pt x="96" y="159"/>
                      <a:pt x="96" y="159"/>
                    </a:cubicBezTo>
                    <a:lnTo>
                      <a:pt x="96" y="158"/>
                    </a:lnTo>
                    <a:close/>
                    <a:moveTo>
                      <a:pt x="96" y="7"/>
                    </a:moveTo>
                    <a:cubicBezTo>
                      <a:pt x="96" y="7"/>
                      <a:pt x="96" y="7"/>
                      <a:pt x="96" y="7"/>
                    </a:cubicBezTo>
                    <a:cubicBezTo>
                      <a:pt x="96" y="7"/>
                      <a:pt x="96" y="8"/>
                      <a:pt x="96" y="7"/>
                    </a:cubicBezTo>
                    <a:close/>
                    <a:moveTo>
                      <a:pt x="96" y="154"/>
                    </a:moveTo>
                    <a:cubicBezTo>
                      <a:pt x="96" y="155"/>
                      <a:pt x="96" y="155"/>
                      <a:pt x="96" y="155"/>
                    </a:cubicBezTo>
                    <a:cubicBezTo>
                      <a:pt x="95" y="155"/>
                      <a:pt x="95" y="154"/>
                      <a:pt x="95" y="154"/>
                    </a:cubicBezTo>
                    <a:cubicBezTo>
                      <a:pt x="96" y="155"/>
                      <a:pt x="96" y="154"/>
                      <a:pt x="96" y="154"/>
                    </a:cubicBezTo>
                    <a:close/>
                    <a:moveTo>
                      <a:pt x="95" y="155"/>
                    </a:moveTo>
                    <a:cubicBezTo>
                      <a:pt x="95" y="155"/>
                      <a:pt x="95" y="155"/>
                      <a:pt x="95" y="155"/>
                    </a:cubicBezTo>
                    <a:cubicBezTo>
                      <a:pt x="95" y="154"/>
                      <a:pt x="95" y="155"/>
                      <a:pt x="96" y="155"/>
                    </a:cubicBezTo>
                    <a:cubicBezTo>
                      <a:pt x="96" y="155"/>
                      <a:pt x="96" y="155"/>
                      <a:pt x="95" y="155"/>
                    </a:cubicBezTo>
                    <a:close/>
                    <a:moveTo>
                      <a:pt x="95" y="158"/>
                    </a:moveTo>
                    <a:cubicBezTo>
                      <a:pt x="95" y="158"/>
                      <a:pt x="95" y="158"/>
                      <a:pt x="95" y="158"/>
                    </a:cubicBezTo>
                    <a:cubicBezTo>
                      <a:pt x="94" y="157"/>
                      <a:pt x="95" y="158"/>
                      <a:pt x="95" y="158"/>
                    </a:cubicBezTo>
                    <a:close/>
                    <a:moveTo>
                      <a:pt x="94" y="156"/>
                    </a:moveTo>
                    <a:cubicBezTo>
                      <a:pt x="95" y="156"/>
                      <a:pt x="95" y="156"/>
                      <a:pt x="95" y="156"/>
                    </a:cubicBezTo>
                    <a:cubicBezTo>
                      <a:pt x="95" y="156"/>
                      <a:pt x="95" y="156"/>
                      <a:pt x="95" y="156"/>
                    </a:cubicBezTo>
                    <a:cubicBezTo>
                      <a:pt x="94" y="156"/>
                      <a:pt x="96" y="156"/>
                      <a:pt x="96" y="156"/>
                    </a:cubicBezTo>
                    <a:cubicBezTo>
                      <a:pt x="95" y="158"/>
                      <a:pt x="95" y="158"/>
                      <a:pt x="95" y="158"/>
                    </a:cubicBezTo>
                    <a:cubicBezTo>
                      <a:pt x="95" y="158"/>
                      <a:pt x="95" y="158"/>
                      <a:pt x="95" y="158"/>
                    </a:cubicBezTo>
                    <a:cubicBezTo>
                      <a:pt x="95" y="158"/>
                      <a:pt x="95" y="158"/>
                      <a:pt x="95" y="158"/>
                    </a:cubicBezTo>
                    <a:cubicBezTo>
                      <a:pt x="95" y="157"/>
                      <a:pt x="95" y="157"/>
                      <a:pt x="95" y="157"/>
                    </a:cubicBezTo>
                    <a:cubicBezTo>
                      <a:pt x="95" y="157"/>
                      <a:pt x="95" y="157"/>
                      <a:pt x="95" y="157"/>
                    </a:cubicBezTo>
                    <a:cubicBezTo>
                      <a:pt x="94" y="157"/>
                      <a:pt x="94" y="157"/>
                      <a:pt x="94" y="157"/>
                    </a:cubicBezTo>
                    <a:lnTo>
                      <a:pt x="94" y="156"/>
                    </a:lnTo>
                    <a:close/>
                    <a:moveTo>
                      <a:pt x="93" y="8"/>
                    </a:moveTo>
                    <a:cubicBezTo>
                      <a:pt x="93" y="6"/>
                      <a:pt x="93" y="7"/>
                      <a:pt x="94" y="7"/>
                    </a:cubicBezTo>
                    <a:cubicBezTo>
                      <a:pt x="94" y="7"/>
                      <a:pt x="94" y="7"/>
                      <a:pt x="94" y="8"/>
                    </a:cubicBezTo>
                    <a:cubicBezTo>
                      <a:pt x="93" y="7"/>
                      <a:pt x="93" y="9"/>
                      <a:pt x="93" y="8"/>
                    </a:cubicBezTo>
                    <a:close/>
                    <a:moveTo>
                      <a:pt x="92" y="153"/>
                    </a:moveTo>
                    <a:cubicBezTo>
                      <a:pt x="92" y="153"/>
                      <a:pt x="92" y="151"/>
                      <a:pt x="92" y="151"/>
                    </a:cubicBezTo>
                    <a:cubicBezTo>
                      <a:pt x="92" y="152"/>
                      <a:pt x="93" y="151"/>
                      <a:pt x="93" y="151"/>
                    </a:cubicBezTo>
                    <a:cubicBezTo>
                      <a:pt x="94" y="152"/>
                      <a:pt x="92" y="153"/>
                      <a:pt x="92" y="153"/>
                    </a:cubicBezTo>
                    <a:close/>
                    <a:moveTo>
                      <a:pt x="92" y="155"/>
                    </a:moveTo>
                    <a:cubicBezTo>
                      <a:pt x="93" y="154"/>
                      <a:pt x="92" y="156"/>
                      <a:pt x="92" y="156"/>
                    </a:cubicBezTo>
                    <a:cubicBezTo>
                      <a:pt x="92" y="155"/>
                      <a:pt x="92" y="156"/>
                      <a:pt x="92" y="155"/>
                    </a:cubicBezTo>
                    <a:close/>
                    <a:moveTo>
                      <a:pt x="92" y="154"/>
                    </a:moveTo>
                    <a:cubicBezTo>
                      <a:pt x="92" y="154"/>
                      <a:pt x="92" y="154"/>
                      <a:pt x="92" y="154"/>
                    </a:cubicBezTo>
                    <a:cubicBezTo>
                      <a:pt x="92" y="155"/>
                      <a:pt x="92" y="155"/>
                      <a:pt x="92" y="154"/>
                    </a:cubicBezTo>
                    <a:cubicBezTo>
                      <a:pt x="92" y="155"/>
                      <a:pt x="92" y="154"/>
                      <a:pt x="92" y="154"/>
                    </a:cubicBezTo>
                    <a:cubicBezTo>
                      <a:pt x="92" y="155"/>
                      <a:pt x="92" y="155"/>
                      <a:pt x="92" y="154"/>
                    </a:cubicBezTo>
                    <a:cubicBezTo>
                      <a:pt x="91" y="155"/>
                      <a:pt x="92" y="153"/>
                      <a:pt x="92" y="154"/>
                    </a:cubicBezTo>
                    <a:close/>
                    <a:moveTo>
                      <a:pt x="89" y="5"/>
                    </a:moveTo>
                    <a:cubicBezTo>
                      <a:pt x="90" y="4"/>
                      <a:pt x="90" y="4"/>
                      <a:pt x="90" y="4"/>
                    </a:cubicBezTo>
                    <a:cubicBezTo>
                      <a:pt x="90" y="5"/>
                      <a:pt x="89" y="5"/>
                      <a:pt x="89" y="5"/>
                    </a:cubicBezTo>
                    <a:close/>
                    <a:moveTo>
                      <a:pt x="89" y="9"/>
                    </a:moveTo>
                    <a:cubicBezTo>
                      <a:pt x="89" y="9"/>
                      <a:pt x="89" y="9"/>
                      <a:pt x="89" y="9"/>
                    </a:cubicBezTo>
                    <a:cubicBezTo>
                      <a:pt x="89" y="9"/>
                      <a:pt x="89" y="8"/>
                      <a:pt x="89" y="9"/>
                    </a:cubicBezTo>
                    <a:close/>
                    <a:moveTo>
                      <a:pt x="89" y="7"/>
                    </a:moveTo>
                    <a:cubicBezTo>
                      <a:pt x="88" y="7"/>
                      <a:pt x="88" y="7"/>
                      <a:pt x="88" y="7"/>
                    </a:cubicBezTo>
                    <a:cubicBezTo>
                      <a:pt x="88" y="7"/>
                      <a:pt x="89" y="7"/>
                      <a:pt x="89" y="7"/>
                    </a:cubicBezTo>
                    <a:close/>
                    <a:moveTo>
                      <a:pt x="88" y="9"/>
                    </a:moveTo>
                    <a:cubicBezTo>
                      <a:pt x="89" y="9"/>
                      <a:pt x="89" y="9"/>
                      <a:pt x="89" y="9"/>
                    </a:cubicBezTo>
                    <a:cubicBezTo>
                      <a:pt x="88" y="9"/>
                      <a:pt x="88" y="9"/>
                      <a:pt x="88" y="9"/>
                    </a:cubicBezTo>
                    <a:close/>
                    <a:moveTo>
                      <a:pt x="80" y="4"/>
                    </a:moveTo>
                    <a:cubicBezTo>
                      <a:pt x="80" y="5"/>
                      <a:pt x="81" y="5"/>
                      <a:pt x="80" y="5"/>
                    </a:cubicBezTo>
                    <a:cubicBezTo>
                      <a:pt x="80" y="4"/>
                      <a:pt x="80" y="3"/>
                      <a:pt x="80" y="4"/>
                    </a:cubicBezTo>
                    <a:close/>
                    <a:moveTo>
                      <a:pt x="81" y="11"/>
                    </a:moveTo>
                    <a:cubicBezTo>
                      <a:pt x="81" y="11"/>
                      <a:pt x="81" y="11"/>
                      <a:pt x="81" y="10"/>
                    </a:cubicBezTo>
                    <a:cubicBezTo>
                      <a:pt x="81" y="10"/>
                      <a:pt x="81" y="10"/>
                      <a:pt x="81" y="10"/>
                    </a:cubicBezTo>
                    <a:cubicBezTo>
                      <a:pt x="81" y="10"/>
                      <a:pt x="81" y="11"/>
                      <a:pt x="82" y="10"/>
                    </a:cubicBezTo>
                    <a:cubicBezTo>
                      <a:pt x="82" y="9"/>
                      <a:pt x="82" y="11"/>
                      <a:pt x="83" y="11"/>
                    </a:cubicBezTo>
                    <a:cubicBezTo>
                      <a:pt x="83" y="11"/>
                      <a:pt x="82" y="11"/>
                      <a:pt x="81" y="11"/>
                    </a:cubicBezTo>
                    <a:cubicBezTo>
                      <a:pt x="81" y="11"/>
                      <a:pt x="81" y="11"/>
                      <a:pt x="81" y="11"/>
                    </a:cubicBezTo>
                    <a:cubicBezTo>
                      <a:pt x="81" y="10"/>
                      <a:pt x="81" y="11"/>
                      <a:pt x="81" y="11"/>
                    </a:cubicBezTo>
                    <a:close/>
                    <a:moveTo>
                      <a:pt x="80" y="154"/>
                    </a:moveTo>
                    <a:cubicBezTo>
                      <a:pt x="80" y="153"/>
                      <a:pt x="80" y="153"/>
                      <a:pt x="80" y="153"/>
                    </a:cubicBezTo>
                    <a:cubicBezTo>
                      <a:pt x="80" y="153"/>
                      <a:pt x="80" y="153"/>
                      <a:pt x="80" y="153"/>
                    </a:cubicBezTo>
                    <a:cubicBezTo>
                      <a:pt x="80" y="154"/>
                      <a:pt x="80" y="153"/>
                      <a:pt x="80" y="154"/>
                    </a:cubicBezTo>
                    <a:close/>
                    <a:moveTo>
                      <a:pt x="80" y="153"/>
                    </a:moveTo>
                    <a:cubicBezTo>
                      <a:pt x="80" y="153"/>
                      <a:pt x="80" y="152"/>
                      <a:pt x="80" y="152"/>
                    </a:cubicBezTo>
                    <a:cubicBezTo>
                      <a:pt x="80" y="153"/>
                      <a:pt x="80" y="153"/>
                      <a:pt x="80" y="153"/>
                    </a:cubicBezTo>
                    <a:cubicBezTo>
                      <a:pt x="80" y="152"/>
                      <a:pt x="80" y="153"/>
                      <a:pt x="80" y="153"/>
                    </a:cubicBezTo>
                    <a:close/>
                    <a:moveTo>
                      <a:pt x="80" y="6"/>
                    </a:moveTo>
                    <a:cubicBezTo>
                      <a:pt x="80" y="6"/>
                      <a:pt x="80" y="6"/>
                      <a:pt x="80" y="6"/>
                    </a:cubicBezTo>
                    <a:cubicBezTo>
                      <a:pt x="80" y="7"/>
                      <a:pt x="80" y="7"/>
                      <a:pt x="80" y="7"/>
                    </a:cubicBezTo>
                    <a:cubicBezTo>
                      <a:pt x="80" y="7"/>
                      <a:pt x="80" y="6"/>
                      <a:pt x="80" y="6"/>
                    </a:cubicBezTo>
                    <a:close/>
                    <a:moveTo>
                      <a:pt x="79" y="2"/>
                    </a:moveTo>
                    <a:cubicBezTo>
                      <a:pt x="80" y="2"/>
                      <a:pt x="80" y="2"/>
                      <a:pt x="80" y="2"/>
                    </a:cubicBezTo>
                    <a:cubicBezTo>
                      <a:pt x="80" y="3"/>
                      <a:pt x="79" y="3"/>
                      <a:pt x="79" y="2"/>
                    </a:cubicBezTo>
                    <a:close/>
                    <a:moveTo>
                      <a:pt x="79" y="6"/>
                    </a:moveTo>
                    <a:cubicBezTo>
                      <a:pt x="79" y="6"/>
                      <a:pt x="80" y="6"/>
                      <a:pt x="79" y="7"/>
                    </a:cubicBezTo>
                    <a:cubicBezTo>
                      <a:pt x="79" y="8"/>
                      <a:pt x="79" y="6"/>
                      <a:pt x="79" y="6"/>
                    </a:cubicBezTo>
                    <a:close/>
                    <a:moveTo>
                      <a:pt x="76" y="155"/>
                    </a:moveTo>
                    <a:cubicBezTo>
                      <a:pt x="76" y="155"/>
                      <a:pt x="76" y="155"/>
                      <a:pt x="76" y="155"/>
                    </a:cubicBezTo>
                    <a:cubicBezTo>
                      <a:pt x="76" y="155"/>
                      <a:pt x="76" y="155"/>
                      <a:pt x="76" y="155"/>
                    </a:cubicBezTo>
                    <a:cubicBezTo>
                      <a:pt x="76" y="155"/>
                      <a:pt x="76" y="155"/>
                      <a:pt x="76" y="155"/>
                    </a:cubicBezTo>
                    <a:close/>
                    <a:moveTo>
                      <a:pt x="75" y="5"/>
                    </a:moveTo>
                    <a:cubicBezTo>
                      <a:pt x="75" y="5"/>
                      <a:pt x="76" y="4"/>
                      <a:pt x="75" y="5"/>
                    </a:cubicBezTo>
                    <a:cubicBezTo>
                      <a:pt x="74" y="4"/>
                      <a:pt x="75" y="4"/>
                      <a:pt x="75" y="4"/>
                    </a:cubicBezTo>
                    <a:cubicBezTo>
                      <a:pt x="75" y="4"/>
                      <a:pt x="76" y="4"/>
                      <a:pt x="75" y="5"/>
                    </a:cubicBezTo>
                    <a:close/>
                    <a:moveTo>
                      <a:pt x="75" y="154"/>
                    </a:moveTo>
                    <a:cubicBezTo>
                      <a:pt x="75" y="154"/>
                      <a:pt x="75" y="154"/>
                      <a:pt x="75" y="154"/>
                    </a:cubicBezTo>
                    <a:cubicBezTo>
                      <a:pt x="75" y="154"/>
                      <a:pt x="75" y="154"/>
                      <a:pt x="75" y="154"/>
                    </a:cubicBezTo>
                    <a:cubicBezTo>
                      <a:pt x="76" y="155"/>
                      <a:pt x="74" y="154"/>
                      <a:pt x="75" y="154"/>
                    </a:cubicBezTo>
                    <a:close/>
                    <a:moveTo>
                      <a:pt x="75" y="156"/>
                    </a:moveTo>
                    <a:cubicBezTo>
                      <a:pt x="75" y="155"/>
                      <a:pt x="75" y="155"/>
                      <a:pt x="75" y="155"/>
                    </a:cubicBezTo>
                    <a:cubicBezTo>
                      <a:pt x="75" y="155"/>
                      <a:pt x="75" y="155"/>
                      <a:pt x="75" y="155"/>
                    </a:cubicBezTo>
                    <a:cubicBezTo>
                      <a:pt x="75" y="155"/>
                      <a:pt x="75" y="155"/>
                      <a:pt x="75" y="155"/>
                    </a:cubicBezTo>
                    <a:cubicBezTo>
                      <a:pt x="75" y="155"/>
                      <a:pt x="75" y="155"/>
                      <a:pt x="75" y="155"/>
                    </a:cubicBezTo>
                    <a:cubicBezTo>
                      <a:pt x="75" y="155"/>
                      <a:pt x="75" y="155"/>
                      <a:pt x="75" y="156"/>
                    </a:cubicBezTo>
                    <a:cubicBezTo>
                      <a:pt x="75" y="156"/>
                      <a:pt x="75" y="156"/>
                      <a:pt x="75" y="156"/>
                    </a:cubicBezTo>
                    <a:cubicBezTo>
                      <a:pt x="75" y="156"/>
                      <a:pt x="74" y="156"/>
                      <a:pt x="75" y="156"/>
                    </a:cubicBezTo>
                    <a:close/>
                    <a:moveTo>
                      <a:pt x="72" y="4"/>
                    </a:moveTo>
                    <a:cubicBezTo>
                      <a:pt x="72" y="4"/>
                      <a:pt x="73" y="5"/>
                      <a:pt x="73" y="4"/>
                    </a:cubicBezTo>
                    <a:cubicBezTo>
                      <a:pt x="72" y="5"/>
                      <a:pt x="72" y="3"/>
                      <a:pt x="72" y="4"/>
                    </a:cubicBezTo>
                    <a:close/>
                    <a:moveTo>
                      <a:pt x="72" y="153"/>
                    </a:moveTo>
                    <a:cubicBezTo>
                      <a:pt x="72" y="153"/>
                      <a:pt x="72" y="153"/>
                      <a:pt x="72" y="153"/>
                    </a:cubicBezTo>
                    <a:cubicBezTo>
                      <a:pt x="72" y="153"/>
                      <a:pt x="72" y="153"/>
                      <a:pt x="72" y="153"/>
                    </a:cubicBezTo>
                    <a:cubicBezTo>
                      <a:pt x="73" y="153"/>
                      <a:pt x="73" y="153"/>
                      <a:pt x="73" y="153"/>
                    </a:cubicBezTo>
                    <a:lnTo>
                      <a:pt x="72" y="153"/>
                    </a:lnTo>
                    <a:close/>
                    <a:moveTo>
                      <a:pt x="71" y="154"/>
                    </a:moveTo>
                    <a:cubicBezTo>
                      <a:pt x="72" y="153"/>
                      <a:pt x="72" y="153"/>
                      <a:pt x="72" y="153"/>
                    </a:cubicBezTo>
                    <a:cubicBezTo>
                      <a:pt x="72" y="153"/>
                      <a:pt x="72" y="153"/>
                      <a:pt x="72" y="153"/>
                    </a:cubicBezTo>
                    <a:cubicBezTo>
                      <a:pt x="72" y="153"/>
                      <a:pt x="72" y="153"/>
                      <a:pt x="72" y="153"/>
                    </a:cubicBezTo>
                    <a:cubicBezTo>
                      <a:pt x="72" y="154"/>
                      <a:pt x="72" y="154"/>
                      <a:pt x="72" y="154"/>
                    </a:cubicBezTo>
                    <a:cubicBezTo>
                      <a:pt x="72" y="154"/>
                      <a:pt x="72" y="154"/>
                      <a:pt x="72" y="154"/>
                    </a:cubicBezTo>
                    <a:cubicBezTo>
                      <a:pt x="72" y="154"/>
                      <a:pt x="72" y="154"/>
                      <a:pt x="72" y="154"/>
                    </a:cubicBezTo>
                    <a:cubicBezTo>
                      <a:pt x="72" y="154"/>
                      <a:pt x="72" y="154"/>
                      <a:pt x="72" y="154"/>
                    </a:cubicBezTo>
                    <a:cubicBezTo>
                      <a:pt x="72" y="154"/>
                      <a:pt x="72" y="154"/>
                      <a:pt x="72" y="154"/>
                    </a:cubicBezTo>
                    <a:lnTo>
                      <a:pt x="71" y="154"/>
                    </a:lnTo>
                    <a:close/>
                    <a:moveTo>
                      <a:pt x="70" y="153"/>
                    </a:moveTo>
                    <a:cubicBezTo>
                      <a:pt x="70" y="153"/>
                      <a:pt x="70" y="152"/>
                      <a:pt x="70" y="152"/>
                    </a:cubicBezTo>
                    <a:cubicBezTo>
                      <a:pt x="70" y="153"/>
                      <a:pt x="70" y="153"/>
                      <a:pt x="70" y="153"/>
                    </a:cubicBezTo>
                    <a:close/>
                    <a:moveTo>
                      <a:pt x="70" y="7"/>
                    </a:moveTo>
                    <a:cubicBezTo>
                      <a:pt x="71" y="7"/>
                      <a:pt x="70" y="7"/>
                      <a:pt x="70" y="7"/>
                    </a:cubicBezTo>
                    <a:cubicBezTo>
                      <a:pt x="69" y="8"/>
                      <a:pt x="70" y="7"/>
                      <a:pt x="70" y="7"/>
                    </a:cubicBezTo>
                    <a:cubicBezTo>
                      <a:pt x="69" y="7"/>
                      <a:pt x="69" y="7"/>
                      <a:pt x="70" y="7"/>
                    </a:cubicBezTo>
                    <a:close/>
                    <a:moveTo>
                      <a:pt x="69" y="6"/>
                    </a:moveTo>
                    <a:cubicBezTo>
                      <a:pt x="70" y="7"/>
                      <a:pt x="70" y="7"/>
                      <a:pt x="70" y="7"/>
                    </a:cubicBezTo>
                    <a:cubicBezTo>
                      <a:pt x="69" y="6"/>
                      <a:pt x="70" y="7"/>
                      <a:pt x="69" y="6"/>
                    </a:cubicBezTo>
                    <a:close/>
                    <a:moveTo>
                      <a:pt x="68" y="154"/>
                    </a:moveTo>
                    <a:cubicBezTo>
                      <a:pt x="68" y="154"/>
                      <a:pt x="68" y="154"/>
                      <a:pt x="68" y="154"/>
                    </a:cubicBezTo>
                    <a:cubicBezTo>
                      <a:pt x="69" y="154"/>
                      <a:pt x="69" y="154"/>
                      <a:pt x="69" y="154"/>
                    </a:cubicBezTo>
                    <a:cubicBezTo>
                      <a:pt x="68" y="154"/>
                      <a:pt x="68" y="154"/>
                      <a:pt x="68" y="154"/>
                    </a:cubicBezTo>
                    <a:cubicBezTo>
                      <a:pt x="68" y="154"/>
                      <a:pt x="68" y="154"/>
                      <a:pt x="68" y="154"/>
                    </a:cubicBezTo>
                    <a:close/>
                    <a:moveTo>
                      <a:pt x="67" y="9"/>
                    </a:moveTo>
                    <a:cubicBezTo>
                      <a:pt x="68" y="9"/>
                      <a:pt x="68" y="9"/>
                      <a:pt x="68" y="9"/>
                    </a:cubicBezTo>
                    <a:cubicBezTo>
                      <a:pt x="68" y="9"/>
                      <a:pt x="68" y="9"/>
                      <a:pt x="68" y="9"/>
                    </a:cubicBezTo>
                    <a:lnTo>
                      <a:pt x="67" y="9"/>
                    </a:lnTo>
                    <a:close/>
                    <a:moveTo>
                      <a:pt x="67" y="6"/>
                    </a:moveTo>
                    <a:cubicBezTo>
                      <a:pt x="66" y="6"/>
                      <a:pt x="66" y="6"/>
                      <a:pt x="66" y="6"/>
                    </a:cubicBezTo>
                    <a:cubicBezTo>
                      <a:pt x="66" y="6"/>
                      <a:pt x="66" y="6"/>
                      <a:pt x="67" y="6"/>
                    </a:cubicBezTo>
                    <a:close/>
                    <a:moveTo>
                      <a:pt x="66" y="155"/>
                    </a:moveTo>
                    <a:cubicBezTo>
                      <a:pt x="67" y="155"/>
                      <a:pt x="66" y="155"/>
                      <a:pt x="66" y="155"/>
                    </a:cubicBezTo>
                    <a:cubicBezTo>
                      <a:pt x="65" y="155"/>
                      <a:pt x="66" y="154"/>
                      <a:pt x="66" y="155"/>
                    </a:cubicBezTo>
                    <a:close/>
                    <a:moveTo>
                      <a:pt x="65" y="8"/>
                    </a:moveTo>
                    <a:cubicBezTo>
                      <a:pt x="65" y="9"/>
                      <a:pt x="65" y="9"/>
                      <a:pt x="65" y="9"/>
                    </a:cubicBezTo>
                    <a:lnTo>
                      <a:pt x="65" y="8"/>
                    </a:lnTo>
                    <a:close/>
                    <a:moveTo>
                      <a:pt x="65" y="9"/>
                    </a:moveTo>
                    <a:cubicBezTo>
                      <a:pt x="65" y="9"/>
                      <a:pt x="65" y="9"/>
                      <a:pt x="65" y="9"/>
                    </a:cubicBezTo>
                    <a:cubicBezTo>
                      <a:pt x="65" y="9"/>
                      <a:pt x="65" y="9"/>
                      <a:pt x="65" y="9"/>
                    </a:cubicBezTo>
                    <a:cubicBezTo>
                      <a:pt x="65" y="9"/>
                      <a:pt x="65" y="9"/>
                      <a:pt x="65" y="9"/>
                    </a:cubicBezTo>
                    <a:close/>
                    <a:moveTo>
                      <a:pt x="64" y="8"/>
                    </a:moveTo>
                    <a:cubicBezTo>
                      <a:pt x="65" y="8"/>
                      <a:pt x="65" y="8"/>
                      <a:pt x="65" y="9"/>
                    </a:cubicBezTo>
                    <a:lnTo>
                      <a:pt x="64" y="8"/>
                    </a:lnTo>
                    <a:close/>
                    <a:moveTo>
                      <a:pt x="64" y="158"/>
                    </a:moveTo>
                    <a:cubicBezTo>
                      <a:pt x="63" y="158"/>
                      <a:pt x="63" y="158"/>
                      <a:pt x="63" y="158"/>
                    </a:cubicBezTo>
                    <a:cubicBezTo>
                      <a:pt x="63" y="158"/>
                      <a:pt x="63" y="158"/>
                      <a:pt x="63" y="158"/>
                    </a:cubicBezTo>
                    <a:cubicBezTo>
                      <a:pt x="64" y="157"/>
                      <a:pt x="64" y="157"/>
                      <a:pt x="64" y="157"/>
                    </a:cubicBezTo>
                    <a:cubicBezTo>
                      <a:pt x="63" y="157"/>
                      <a:pt x="63" y="157"/>
                      <a:pt x="63" y="157"/>
                    </a:cubicBezTo>
                    <a:cubicBezTo>
                      <a:pt x="63" y="157"/>
                      <a:pt x="63" y="157"/>
                      <a:pt x="63" y="157"/>
                    </a:cubicBezTo>
                    <a:cubicBezTo>
                      <a:pt x="63" y="157"/>
                      <a:pt x="63" y="157"/>
                      <a:pt x="63" y="157"/>
                    </a:cubicBezTo>
                    <a:cubicBezTo>
                      <a:pt x="64" y="157"/>
                      <a:pt x="63" y="157"/>
                      <a:pt x="64" y="157"/>
                    </a:cubicBezTo>
                    <a:cubicBezTo>
                      <a:pt x="64" y="157"/>
                      <a:pt x="63" y="158"/>
                      <a:pt x="64" y="158"/>
                    </a:cubicBezTo>
                    <a:close/>
                    <a:moveTo>
                      <a:pt x="64" y="9"/>
                    </a:moveTo>
                    <a:cubicBezTo>
                      <a:pt x="64" y="8"/>
                      <a:pt x="64" y="8"/>
                      <a:pt x="64" y="8"/>
                    </a:cubicBezTo>
                    <a:cubicBezTo>
                      <a:pt x="64" y="8"/>
                      <a:pt x="64" y="8"/>
                      <a:pt x="64" y="8"/>
                    </a:cubicBezTo>
                    <a:lnTo>
                      <a:pt x="64" y="9"/>
                    </a:lnTo>
                    <a:close/>
                    <a:moveTo>
                      <a:pt x="63" y="9"/>
                    </a:moveTo>
                    <a:cubicBezTo>
                      <a:pt x="63" y="9"/>
                      <a:pt x="63" y="9"/>
                      <a:pt x="63" y="8"/>
                    </a:cubicBezTo>
                    <a:cubicBezTo>
                      <a:pt x="63" y="9"/>
                      <a:pt x="63" y="9"/>
                      <a:pt x="63" y="9"/>
                    </a:cubicBezTo>
                    <a:cubicBezTo>
                      <a:pt x="64" y="9"/>
                      <a:pt x="64" y="9"/>
                      <a:pt x="64" y="9"/>
                    </a:cubicBezTo>
                    <a:lnTo>
                      <a:pt x="63" y="9"/>
                    </a:lnTo>
                    <a:close/>
                    <a:moveTo>
                      <a:pt x="63" y="154"/>
                    </a:moveTo>
                    <a:cubicBezTo>
                      <a:pt x="63" y="153"/>
                      <a:pt x="63" y="153"/>
                      <a:pt x="63" y="153"/>
                    </a:cubicBezTo>
                    <a:cubicBezTo>
                      <a:pt x="63" y="153"/>
                      <a:pt x="63" y="153"/>
                      <a:pt x="63" y="153"/>
                    </a:cubicBezTo>
                    <a:cubicBezTo>
                      <a:pt x="63" y="155"/>
                      <a:pt x="63" y="154"/>
                      <a:pt x="63" y="154"/>
                    </a:cubicBezTo>
                    <a:close/>
                    <a:moveTo>
                      <a:pt x="62" y="9"/>
                    </a:moveTo>
                    <a:cubicBezTo>
                      <a:pt x="62" y="9"/>
                      <a:pt x="62" y="9"/>
                      <a:pt x="62" y="9"/>
                    </a:cubicBezTo>
                    <a:cubicBezTo>
                      <a:pt x="62" y="9"/>
                      <a:pt x="62" y="9"/>
                      <a:pt x="62" y="9"/>
                    </a:cubicBezTo>
                    <a:cubicBezTo>
                      <a:pt x="62" y="9"/>
                      <a:pt x="62" y="9"/>
                      <a:pt x="62" y="9"/>
                    </a:cubicBezTo>
                    <a:cubicBezTo>
                      <a:pt x="62" y="9"/>
                      <a:pt x="62" y="9"/>
                      <a:pt x="62" y="9"/>
                    </a:cubicBezTo>
                    <a:cubicBezTo>
                      <a:pt x="62" y="10"/>
                      <a:pt x="62" y="10"/>
                      <a:pt x="61" y="10"/>
                    </a:cubicBezTo>
                    <a:lnTo>
                      <a:pt x="62" y="9"/>
                    </a:lnTo>
                    <a:close/>
                    <a:moveTo>
                      <a:pt x="61" y="7"/>
                    </a:moveTo>
                    <a:cubicBezTo>
                      <a:pt x="61" y="8"/>
                      <a:pt x="61" y="7"/>
                      <a:pt x="61" y="7"/>
                    </a:cubicBezTo>
                    <a:cubicBezTo>
                      <a:pt x="62" y="7"/>
                      <a:pt x="62" y="7"/>
                      <a:pt x="62" y="7"/>
                    </a:cubicBezTo>
                    <a:cubicBezTo>
                      <a:pt x="62" y="7"/>
                      <a:pt x="62" y="8"/>
                      <a:pt x="61" y="7"/>
                    </a:cubicBezTo>
                    <a:close/>
                    <a:moveTo>
                      <a:pt x="61" y="5"/>
                    </a:moveTo>
                    <a:cubicBezTo>
                      <a:pt x="60" y="5"/>
                      <a:pt x="60" y="5"/>
                      <a:pt x="60" y="5"/>
                    </a:cubicBezTo>
                    <a:cubicBezTo>
                      <a:pt x="60" y="5"/>
                      <a:pt x="61" y="5"/>
                      <a:pt x="61" y="5"/>
                    </a:cubicBezTo>
                    <a:close/>
                    <a:moveTo>
                      <a:pt x="61" y="6"/>
                    </a:moveTo>
                    <a:cubicBezTo>
                      <a:pt x="61" y="6"/>
                      <a:pt x="60" y="6"/>
                      <a:pt x="60" y="6"/>
                    </a:cubicBezTo>
                    <a:cubicBezTo>
                      <a:pt x="60" y="5"/>
                      <a:pt x="60" y="5"/>
                      <a:pt x="60" y="5"/>
                    </a:cubicBezTo>
                    <a:cubicBezTo>
                      <a:pt x="60" y="6"/>
                      <a:pt x="60" y="6"/>
                      <a:pt x="60" y="6"/>
                    </a:cubicBezTo>
                    <a:cubicBezTo>
                      <a:pt x="60" y="5"/>
                      <a:pt x="60" y="5"/>
                      <a:pt x="60" y="5"/>
                    </a:cubicBezTo>
                    <a:cubicBezTo>
                      <a:pt x="61" y="6"/>
                      <a:pt x="61" y="6"/>
                      <a:pt x="61" y="6"/>
                    </a:cubicBezTo>
                    <a:close/>
                    <a:moveTo>
                      <a:pt x="59" y="9"/>
                    </a:moveTo>
                    <a:cubicBezTo>
                      <a:pt x="59" y="8"/>
                      <a:pt x="60" y="9"/>
                      <a:pt x="60" y="9"/>
                    </a:cubicBezTo>
                    <a:cubicBezTo>
                      <a:pt x="60" y="8"/>
                      <a:pt x="60" y="10"/>
                      <a:pt x="60" y="9"/>
                    </a:cubicBezTo>
                    <a:cubicBezTo>
                      <a:pt x="61" y="9"/>
                      <a:pt x="60" y="8"/>
                      <a:pt x="60" y="8"/>
                    </a:cubicBezTo>
                    <a:cubicBezTo>
                      <a:pt x="61" y="8"/>
                      <a:pt x="61" y="8"/>
                      <a:pt x="61" y="8"/>
                    </a:cubicBezTo>
                    <a:cubicBezTo>
                      <a:pt x="61" y="9"/>
                      <a:pt x="61" y="9"/>
                      <a:pt x="61" y="9"/>
                    </a:cubicBezTo>
                    <a:cubicBezTo>
                      <a:pt x="61" y="9"/>
                      <a:pt x="61" y="9"/>
                      <a:pt x="61" y="9"/>
                    </a:cubicBezTo>
                    <a:cubicBezTo>
                      <a:pt x="61" y="9"/>
                      <a:pt x="61" y="9"/>
                      <a:pt x="61" y="10"/>
                    </a:cubicBezTo>
                    <a:cubicBezTo>
                      <a:pt x="61" y="9"/>
                      <a:pt x="61" y="9"/>
                      <a:pt x="61" y="9"/>
                    </a:cubicBezTo>
                    <a:cubicBezTo>
                      <a:pt x="61" y="9"/>
                      <a:pt x="60" y="9"/>
                      <a:pt x="60" y="10"/>
                    </a:cubicBezTo>
                    <a:cubicBezTo>
                      <a:pt x="60" y="10"/>
                      <a:pt x="60" y="10"/>
                      <a:pt x="59" y="10"/>
                    </a:cubicBezTo>
                    <a:cubicBezTo>
                      <a:pt x="60" y="10"/>
                      <a:pt x="59" y="10"/>
                      <a:pt x="59" y="10"/>
                    </a:cubicBezTo>
                    <a:cubicBezTo>
                      <a:pt x="60" y="10"/>
                      <a:pt x="60" y="10"/>
                      <a:pt x="59" y="10"/>
                    </a:cubicBezTo>
                    <a:cubicBezTo>
                      <a:pt x="59" y="9"/>
                      <a:pt x="60" y="10"/>
                      <a:pt x="60" y="10"/>
                    </a:cubicBezTo>
                    <a:cubicBezTo>
                      <a:pt x="60" y="9"/>
                      <a:pt x="60" y="9"/>
                      <a:pt x="59" y="9"/>
                    </a:cubicBezTo>
                    <a:close/>
                    <a:moveTo>
                      <a:pt x="59" y="154"/>
                    </a:moveTo>
                    <a:cubicBezTo>
                      <a:pt x="59" y="154"/>
                      <a:pt x="59" y="154"/>
                      <a:pt x="59" y="154"/>
                    </a:cubicBezTo>
                    <a:cubicBezTo>
                      <a:pt x="59" y="154"/>
                      <a:pt x="59" y="154"/>
                      <a:pt x="59" y="154"/>
                    </a:cubicBezTo>
                    <a:cubicBezTo>
                      <a:pt x="59" y="154"/>
                      <a:pt x="59" y="154"/>
                      <a:pt x="59" y="154"/>
                    </a:cubicBezTo>
                    <a:cubicBezTo>
                      <a:pt x="59" y="154"/>
                      <a:pt x="59" y="154"/>
                      <a:pt x="59" y="154"/>
                    </a:cubicBezTo>
                    <a:close/>
                    <a:moveTo>
                      <a:pt x="56" y="156"/>
                    </a:moveTo>
                    <a:cubicBezTo>
                      <a:pt x="56" y="155"/>
                      <a:pt x="56" y="155"/>
                      <a:pt x="56" y="155"/>
                    </a:cubicBezTo>
                    <a:cubicBezTo>
                      <a:pt x="57" y="155"/>
                      <a:pt x="56" y="156"/>
                      <a:pt x="56" y="156"/>
                    </a:cubicBezTo>
                    <a:close/>
                    <a:moveTo>
                      <a:pt x="56" y="150"/>
                    </a:moveTo>
                    <a:cubicBezTo>
                      <a:pt x="56" y="150"/>
                      <a:pt x="56" y="150"/>
                      <a:pt x="56" y="150"/>
                    </a:cubicBezTo>
                    <a:cubicBezTo>
                      <a:pt x="56" y="150"/>
                      <a:pt x="56" y="150"/>
                      <a:pt x="56" y="150"/>
                    </a:cubicBezTo>
                    <a:close/>
                    <a:moveTo>
                      <a:pt x="54" y="14"/>
                    </a:moveTo>
                    <a:cubicBezTo>
                      <a:pt x="54" y="14"/>
                      <a:pt x="54" y="14"/>
                      <a:pt x="54" y="14"/>
                    </a:cubicBezTo>
                    <a:cubicBezTo>
                      <a:pt x="54" y="14"/>
                      <a:pt x="54" y="14"/>
                      <a:pt x="54" y="14"/>
                    </a:cubicBezTo>
                    <a:close/>
                    <a:moveTo>
                      <a:pt x="54" y="150"/>
                    </a:moveTo>
                    <a:cubicBezTo>
                      <a:pt x="54" y="150"/>
                      <a:pt x="54" y="150"/>
                      <a:pt x="54" y="150"/>
                    </a:cubicBezTo>
                    <a:cubicBezTo>
                      <a:pt x="54" y="150"/>
                      <a:pt x="54" y="150"/>
                      <a:pt x="54" y="150"/>
                    </a:cubicBezTo>
                    <a:close/>
                    <a:moveTo>
                      <a:pt x="53" y="16"/>
                    </a:moveTo>
                    <a:cubicBezTo>
                      <a:pt x="53" y="16"/>
                      <a:pt x="53" y="14"/>
                      <a:pt x="53" y="15"/>
                    </a:cubicBezTo>
                    <a:cubicBezTo>
                      <a:pt x="53" y="15"/>
                      <a:pt x="53" y="15"/>
                      <a:pt x="53" y="15"/>
                    </a:cubicBezTo>
                    <a:cubicBezTo>
                      <a:pt x="53" y="15"/>
                      <a:pt x="53" y="15"/>
                      <a:pt x="53" y="15"/>
                    </a:cubicBezTo>
                    <a:cubicBezTo>
                      <a:pt x="53" y="16"/>
                      <a:pt x="53" y="16"/>
                      <a:pt x="53" y="15"/>
                    </a:cubicBezTo>
                    <a:cubicBezTo>
                      <a:pt x="53" y="16"/>
                      <a:pt x="53" y="15"/>
                      <a:pt x="53" y="16"/>
                    </a:cubicBezTo>
                    <a:close/>
                    <a:moveTo>
                      <a:pt x="53" y="13"/>
                    </a:moveTo>
                    <a:cubicBezTo>
                      <a:pt x="54" y="13"/>
                      <a:pt x="54" y="14"/>
                      <a:pt x="53" y="14"/>
                    </a:cubicBezTo>
                    <a:lnTo>
                      <a:pt x="53" y="13"/>
                    </a:lnTo>
                    <a:close/>
                    <a:moveTo>
                      <a:pt x="51" y="15"/>
                    </a:moveTo>
                    <a:cubicBezTo>
                      <a:pt x="51" y="15"/>
                      <a:pt x="51" y="15"/>
                      <a:pt x="51" y="15"/>
                    </a:cubicBezTo>
                    <a:cubicBezTo>
                      <a:pt x="51" y="15"/>
                      <a:pt x="51" y="15"/>
                      <a:pt x="51" y="15"/>
                    </a:cubicBezTo>
                    <a:close/>
                    <a:moveTo>
                      <a:pt x="50" y="151"/>
                    </a:moveTo>
                    <a:cubicBezTo>
                      <a:pt x="51" y="151"/>
                      <a:pt x="51" y="151"/>
                      <a:pt x="51" y="151"/>
                    </a:cubicBezTo>
                    <a:cubicBezTo>
                      <a:pt x="51" y="152"/>
                      <a:pt x="50" y="152"/>
                      <a:pt x="50" y="151"/>
                    </a:cubicBezTo>
                    <a:close/>
                    <a:moveTo>
                      <a:pt x="50" y="15"/>
                    </a:moveTo>
                    <a:cubicBezTo>
                      <a:pt x="50" y="15"/>
                      <a:pt x="50" y="15"/>
                      <a:pt x="50" y="15"/>
                    </a:cubicBezTo>
                    <a:cubicBezTo>
                      <a:pt x="51" y="15"/>
                      <a:pt x="50" y="14"/>
                      <a:pt x="51" y="15"/>
                    </a:cubicBezTo>
                    <a:cubicBezTo>
                      <a:pt x="51" y="15"/>
                      <a:pt x="50" y="15"/>
                      <a:pt x="50" y="15"/>
                    </a:cubicBezTo>
                    <a:cubicBezTo>
                      <a:pt x="51" y="15"/>
                      <a:pt x="50" y="15"/>
                      <a:pt x="50" y="15"/>
                    </a:cubicBezTo>
                    <a:close/>
                    <a:moveTo>
                      <a:pt x="50" y="14"/>
                    </a:moveTo>
                    <a:cubicBezTo>
                      <a:pt x="50" y="14"/>
                      <a:pt x="50" y="14"/>
                      <a:pt x="50" y="15"/>
                    </a:cubicBezTo>
                    <a:cubicBezTo>
                      <a:pt x="50" y="14"/>
                      <a:pt x="50" y="15"/>
                      <a:pt x="50" y="14"/>
                    </a:cubicBezTo>
                    <a:close/>
                    <a:moveTo>
                      <a:pt x="50" y="18"/>
                    </a:moveTo>
                    <a:cubicBezTo>
                      <a:pt x="49" y="18"/>
                      <a:pt x="49" y="17"/>
                      <a:pt x="49" y="17"/>
                    </a:cubicBezTo>
                    <a:cubicBezTo>
                      <a:pt x="50" y="18"/>
                      <a:pt x="50" y="18"/>
                      <a:pt x="50" y="18"/>
                    </a:cubicBezTo>
                    <a:close/>
                    <a:moveTo>
                      <a:pt x="50" y="149"/>
                    </a:moveTo>
                    <a:cubicBezTo>
                      <a:pt x="50" y="149"/>
                      <a:pt x="50" y="149"/>
                      <a:pt x="50" y="149"/>
                    </a:cubicBezTo>
                    <a:cubicBezTo>
                      <a:pt x="50" y="149"/>
                      <a:pt x="50" y="149"/>
                      <a:pt x="50" y="149"/>
                    </a:cubicBezTo>
                    <a:cubicBezTo>
                      <a:pt x="50" y="149"/>
                      <a:pt x="50" y="149"/>
                      <a:pt x="50" y="149"/>
                    </a:cubicBezTo>
                    <a:close/>
                    <a:moveTo>
                      <a:pt x="50" y="153"/>
                    </a:moveTo>
                    <a:cubicBezTo>
                      <a:pt x="49" y="154"/>
                      <a:pt x="49" y="154"/>
                      <a:pt x="49" y="154"/>
                    </a:cubicBezTo>
                    <a:cubicBezTo>
                      <a:pt x="49" y="153"/>
                      <a:pt x="50" y="153"/>
                      <a:pt x="50" y="153"/>
                    </a:cubicBezTo>
                    <a:close/>
                    <a:moveTo>
                      <a:pt x="49" y="14"/>
                    </a:moveTo>
                    <a:cubicBezTo>
                      <a:pt x="49" y="14"/>
                      <a:pt x="49" y="14"/>
                      <a:pt x="49" y="14"/>
                    </a:cubicBezTo>
                    <a:cubicBezTo>
                      <a:pt x="49" y="14"/>
                      <a:pt x="49" y="14"/>
                      <a:pt x="49" y="14"/>
                    </a:cubicBezTo>
                    <a:close/>
                    <a:moveTo>
                      <a:pt x="48" y="22"/>
                    </a:moveTo>
                    <a:cubicBezTo>
                      <a:pt x="48" y="22"/>
                      <a:pt x="48" y="21"/>
                      <a:pt x="48" y="22"/>
                    </a:cubicBezTo>
                    <a:cubicBezTo>
                      <a:pt x="49" y="22"/>
                      <a:pt x="48" y="22"/>
                      <a:pt x="48" y="22"/>
                    </a:cubicBezTo>
                    <a:cubicBezTo>
                      <a:pt x="49" y="23"/>
                      <a:pt x="48" y="22"/>
                      <a:pt x="48" y="22"/>
                    </a:cubicBezTo>
                    <a:close/>
                    <a:moveTo>
                      <a:pt x="46" y="25"/>
                    </a:moveTo>
                    <a:cubicBezTo>
                      <a:pt x="47" y="24"/>
                      <a:pt x="48" y="25"/>
                      <a:pt x="47" y="25"/>
                    </a:cubicBezTo>
                    <a:cubicBezTo>
                      <a:pt x="47" y="25"/>
                      <a:pt x="46" y="25"/>
                      <a:pt x="46" y="25"/>
                    </a:cubicBezTo>
                    <a:close/>
                    <a:moveTo>
                      <a:pt x="46" y="26"/>
                    </a:moveTo>
                    <a:cubicBezTo>
                      <a:pt x="46" y="26"/>
                      <a:pt x="46" y="25"/>
                      <a:pt x="46" y="25"/>
                    </a:cubicBezTo>
                    <a:cubicBezTo>
                      <a:pt x="46" y="26"/>
                      <a:pt x="47" y="26"/>
                      <a:pt x="47" y="25"/>
                    </a:cubicBezTo>
                    <a:cubicBezTo>
                      <a:pt x="47" y="26"/>
                      <a:pt x="47" y="25"/>
                      <a:pt x="46" y="26"/>
                    </a:cubicBezTo>
                    <a:close/>
                    <a:moveTo>
                      <a:pt x="46" y="21"/>
                    </a:moveTo>
                    <a:cubicBezTo>
                      <a:pt x="46" y="21"/>
                      <a:pt x="46" y="21"/>
                      <a:pt x="46" y="21"/>
                    </a:cubicBezTo>
                    <a:cubicBezTo>
                      <a:pt x="46" y="21"/>
                      <a:pt x="46" y="21"/>
                      <a:pt x="45" y="21"/>
                    </a:cubicBezTo>
                    <a:cubicBezTo>
                      <a:pt x="45" y="21"/>
                      <a:pt x="45" y="21"/>
                      <a:pt x="45" y="21"/>
                    </a:cubicBezTo>
                    <a:lnTo>
                      <a:pt x="46" y="21"/>
                    </a:lnTo>
                    <a:close/>
                    <a:moveTo>
                      <a:pt x="46" y="18"/>
                    </a:moveTo>
                    <a:cubicBezTo>
                      <a:pt x="46" y="18"/>
                      <a:pt x="46" y="18"/>
                      <a:pt x="46" y="18"/>
                    </a:cubicBezTo>
                    <a:cubicBezTo>
                      <a:pt x="45" y="18"/>
                      <a:pt x="46" y="18"/>
                      <a:pt x="46" y="18"/>
                    </a:cubicBezTo>
                    <a:close/>
                    <a:moveTo>
                      <a:pt x="45" y="151"/>
                    </a:moveTo>
                    <a:cubicBezTo>
                      <a:pt x="45" y="151"/>
                      <a:pt x="45" y="151"/>
                      <a:pt x="45" y="151"/>
                    </a:cubicBezTo>
                    <a:cubicBezTo>
                      <a:pt x="46" y="150"/>
                      <a:pt x="46" y="150"/>
                      <a:pt x="46" y="150"/>
                    </a:cubicBezTo>
                    <a:cubicBezTo>
                      <a:pt x="46" y="151"/>
                      <a:pt x="46" y="151"/>
                      <a:pt x="45" y="151"/>
                    </a:cubicBezTo>
                    <a:close/>
                    <a:moveTo>
                      <a:pt x="43" y="151"/>
                    </a:moveTo>
                    <a:cubicBezTo>
                      <a:pt x="43" y="151"/>
                      <a:pt x="43" y="150"/>
                      <a:pt x="43" y="151"/>
                    </a:cubicBezTo>
                    <a:cubicBezTo>
                      <a:pt x="43" y="151"/>
                      <a:pt x="43" y="151"/>
                      <a:pt x="43" y="151"/>
                    </a:cubicBezTo>
                    <a:close/>
                    <a:moveTo>
                      <a:pt x="41" y="26"/>
                    </a:moveTo>
                    <a:cubicBezTo>
                      <a:pt x="42" y="26"/>
                      <a:pt x="42" y="26"/>
                      <a:pt x="42" y="26"/>
                    </a:cubicBezTo>
                    <a:cubicBezTo>
                      <a:pt x="41" y="26"/>
                      <a:pt x="42" y="26"/>
                      <a:pt x="41" y="26"/>
                    </a:cubicBezTo>
                    <a:close/>
                    <a:moveTo>
                      <a:pt x="41" y="25"/>
                    </a:moveTo>
                    <a:cubicBezTo>
                      <a:pt x="40" y="26"/>
                      <a:pt x="40" y="26"/>
                      <a:pt x="39" y="26"/>
                    </a:cubicBezTo>
                    <a:cubicBezTo>
                      <a:pt x="40" y="25"/>
                      <a:pt x="40" y="25"/>
                      <a:pt x="41" y="25"/>
                    </a:cubicBezTo>
                    <a:close/>
                    <a:moveTo>
                      <a:pt x="41" y="26"/>
                    </a:moveTo>
                    <a:cubicBezTo>
                      <a:pt x="41" y="27"/>
                      <a:pt x="40" y="26"/>
                      <a:pt x="40" y="26"/>
                    </a:cubicBezTo>
                    <a:lnTo>
                      <a:pt x="41" y="26"/>
                    </a:lnTo>
                    <a:close/>
                    <a:moveTo>
                      <a:pt x="40" y="29"/>
                    </a:moveTo>
                    <a:cubicBezTo>
                      <a:pt x="40" y="28"/>
                      <a:pt x="40" y="28"/>
                      <a:pt x="40" y="28"/>
                    </a:cubicBezTo>
                    <a:cubicBezTo>
                      <a:pt x="40" y="28"/>
                      <a:pt x="40" y="28"/>
                      <a:pt x="40" y="28"/>
                    </a:cubicBezTo>
                    <a:cubicBezTo>
                      <a:pt x="41" y="28"/>
                      <a:pt x="41" y="28"/>
                      <a:pt x="41" y="28"/>
                    </a:cubicBezTo>
                    <a:cubicBezTo>
                      <a:pt x="40" y="28"/>
                      <a:pt x="40" y="28"/>
                      <a:pt x="40" y="28"/>
                    </a:cubicBezTo>
                    <a:lnTo>
                      <a:pt x="40" y="29"/>
                    </a:lnTo>
                    <a:close/>
                    <a:moveTo>
                      <a:pt x="40" y="149"/>
                    </a:moveTo>
                    <a:cubicBezTo>
                      <a:pt x="40" y="148"/>
                      <a:pt x="40" y="148"/>
                      <a:pt x="40" y="148"/>
                    </a:cubicBezTo>
                    <a:cubicBezTo>
                      <a:pt x="40" y="149"/>
                      <a:pt x="40" y="149"/>
                      <a:pt x="40" y="149"/>
                    </a:cubicBezTo>
                    <a:close/>
                    <a:moveTo>
                      <a:pt x="40" y="149"/>
                    </a:moveTo>
                    <a:cubicBezTo>
                      <a:pt x="40" y="149"/>
                      <a:pt x="40" y="149"/>
                      <a:pt x="40" y="149"/>
                    </a:cubicBezTo>
                    <a:cubicBezTo>
                      <a:pt x="40" y="150"/>
                      <a:pt x="40" y="150"/>
                      <a:pt x="40" y="150"/>
                    </a:cubicBezTo>
                    <a:lnTo>
                      <a:pt x="40" y="149"/>
                    </a:lnTo>
                    <a:close/>
                    <a:moveTo>
                      <a:pt x="39" y="28"/>
                    </a:moveTo>
                    <a:cubicBezTo>
                      <a:pt x="39" y="28"/>
                      <a:pt x="39" y="27"/>
                      <a:pt x="39" y="27"/>
                    </a:cubicBezTo>
                    <a:cubicBezTo>
                      <a:pt x="39" y="27"/>
                      <a:pt x="40" y="27"/>
                      <a:pt x="40" y="27"/>
                    </a:cubicBezTo>
                    <a:cubicBezTo>
                      <a:pt x="40" y="27"/>
                      <a:pt x="40" y="27"/>
                      <a:pt x="40" y="27"/>
                    </a:cubicBezTo>
                    <a:cubicBezTo>
                      <a:pt x="40" y="27"/>
                      <a:pt x="40" y="27"/>
                      <a:pt x="40" y="27"/>
                    </a:cubicBezTo>
                    <a:cubicBezTo>
                      <a:pt x="40" y="27"/>
                      <a:pt x="40" y="27"/>
                      <a:pt x="40" y="27"/>
                    </a:cubicBezTo>
                    <a:cubicBezTo>
                      <a:pt x="40" y="28"/>
                      <a:pt x="40" y="28"/>
                      <a:pt x="39" y="28"/>
                    </a:cubicBezTo>
                    <a:close/>
                    <a:moveTo>
                      <a:pt x="38" y="29"/>
                    </a:moveTo>
                    <a:cubicBezTo>
                      <a:pt x="38" y="29"/>
                      <a:pt x="38" y="29"/>
                      <a:pt x="38" y="29"/>
                    </a:cubicBezTo>
                    <a:cubicBezTo>
                      <a:pt x="38" y="29"/>
                      <a:pt x="38" y="29"/>
                      <a:pt x="38" y="29"/>
                    </a:cubicBezTo>
                    <a:cubicBezTo>
                      <a:pt x="39" y="29"/>
                      <a:pt x="38" y="29"/>
                      <a:pt x="38" y="29"/>
                    </a:cubicBezTo>
                    <a:close/>
                    <a:moveTo>
                      <a:pt x="38" y="33"/>
                    </a:moveTo>
                    <a:cubicBezTo>
                      <a:pt x="38" y="32"/>
                      <a:pt x="38" y="33"/>
                      <a:pt x="38" y="32"/>
                    </a:cubicBezTo>
                    <a:cubicBezTo>
                      <a:pt x="38" y="33"/>
                      <a:pt x="38" y="33"/>
                      <a:pt x="38" y="33"/>
                    </a:cubicBezTo>
                    <a:cubicBezTo>
                      <a:pt x="38" y="33"/>
                      <a:pt x="38" y="33"/>
                      <a:pt x="38" y="33"/>
                    </a:cubicBezTo>
                    <a:close/>
                    <a:moveTo>
                      <a:pt x="37" y="150"/>
                    </a:moveTo>
                    <a:cubicBezTo>
                      <a:pt x="38" y="150"/>
                      <a:pt x="38" y="150"/>
                      <a:pt x="38" y="150"/>
                    </a:cubicBezTo>
                    <a:cubicBezTo>
                      <a:pt x="37" y="150"/>
                      <a:pt x="37" y="150"/>
                      <a:pt x="37" y="150"/>
                    </a:cubicBezTo>
                    <a:close/>
                    <a:moveTo>
                      <a:pt x="34" y="149"/>
                    </a:moveTo>
                    <a:cubicBezTo>
                      <a:pt x="33" y="149"/>
                      <a:pt x="33" y="149"/>
                      <a:pt x="33" y="149"/>
                    </a:cubicBezTo>
                    <a:cubicBezTo>
                      <a:pt x="33" y="149"/>
                      <a:pt x="33" y="149"/>
                      <a:pt x="33" y="149"/>
                    </a:cubicBezTo>
                    <a:cubicBezTo>
                      <a:pt x="34" y="149"/>
                      <a:pt x="34" y="149"/>
                      <a:pt x="34" y="149"/>
                    </a:cubicBezTo>
                    <a:close/>
                    <a:moveTo>
                      <a:pt x="35" y="149"/>
                    </a:moveTo>
                    <a:cubicBezTo>
                      <a:pt x="36" y="149"/>
                      <a:pt x="36" y="150"/>
                      <a:pt x="36" y="149"/>
                    </a:cubicBezTo>
                    <a:cubicBezTo>
                      <a:pt x="36" y="150"/>
                      <a:pt x="36" y="150"/>
                      <a:pt x="36" y="150"/>
                    </a:cubicBezTo>
                    <a:cubicBezTo>
                      <a:pt x="36" y="150"/>
                      <a:pt x="35" y="150"/>
                      <a:pt x="35" y="149"/>
                    </a:cubicBezTo>
                    <a:close/>
                    <a:moveTo>
                      <a:pt x="34" y="38"/>
                    </a:moveTo>
                    <a:cubicBezTo>
                      <a:pt x="33" y="39"/>
                      <a:pt x="34" y="39"/>
                      <a:pt x="34" y="38"/>
                    </a:cubicBezTo>
                    <a:cubicBezTo>
                      <a:pt x="34" y="38"/>
                      <a:pt x="33" y="38"/>
                      <a:pt x="34" y="37"/>
                    </a:cubicBezTo>
                    <a:cubicBezTo>
                      <a:pt x="34" y="38"/>
                      <a:pt x="34" y="38"/>
                      <a:pt x="34" y="37"/>
                    </a:cubicBezTo>
                    <a:cubicBezTo>
                      <a:pt x="34" y="36"/>
                      <a:pt x="35" y="36"/>
                      <a:pt x="34" y="36"/>
                    </a:cubicBezTo>
                    <a:cubicBezTo>
                      <a:pt x="34" y="36"/>
                      <a:pt x="34" y="36"/>
                      <a:pt x="34" y="36"/>
                    </a:cubicBezTo>
                    <a:cubicBezTo>
                      <a:pt x="34" y="36"/>
                      <a:pt x="34" y="36"/>
                      <a:pt x="34" y="36"/>
                    </a:cubicBezTo>
                    <a:cubicBezTo>
                      <a:pt x="35" y="36"/>
                      <a:pt x="35" y="36"/>
                      <a:pt x="35" y="36"/>
                    </a:cubicBezTo>
                    <a:cubicBezTo>
                      <a:pt x="35" y="36"/>
                      <a:pt x="35" y="36"/>
                      <a:pt x="35" y="37"/>
                    </a:cubicBezTo>
                    <a:cubicBezTo>
                      <a:pt x="36" y="37"/>
                      <a:pt x="36" y="37"/>
                      <a:pt x="36" y="37"/>
                    </a:cubicBezTo>
                    <a:cubicBezTo>
                      <a:pt x="35" y="37"/>
                      <a:pt x="35" y="36"/>
                      <a:pt x="35" y="37"/>
                    </a:cubicBezTo>
                    <a:cubicBezTo>
                      <a:pt x="35" y="37"/>
                      <a:pt x="35" y="37"/>
                      <a:pt x="35" y="37"/>
                    </a:cubicBezTo>
                    <a:cubicBezTo>
                      <a:pt x="35" y="37"/>
                      <a:pt x="35" y="37"/>
                      <a:pt x="35" y="37"/>
                    </a:cubicBezTo>
                    <a:cubicBezTo>
                      <a:pt x="34" y="37"/>
                      <a:pt x="34" y="37"/>
                      <a:pt x="35" y="37"/>
                    </a:cubicBezTo>
                    <a:cubicBezTo>
                      <a:pt x="34" y="37"/>
                      <a:pt x="34" y="38"/>
                      <a:pt x="34" y="38"/>
                    </a:cubicBezTo>
                    <a:close/>
                    <a:moveTo>
                      <a:pt x="33" y="151"/>
                    </a:moveTo>
                    <a:cubicBezTo>
                      <a:pt x="33" y="151"/>
                      <a:pt x="33" y="151"/>
                      <a:pt x="33" y="150"/>
                    </a:cubicBezTo>
                    <a:cubicBezTo>
                      <a:pt x="34" y="150"/>
                      <a:pt x="34" y="150"/>
                      <a:pt x="34" y="150"/>
                    </a:cubicBezTo>
                    <a:cubicBezTo>
                      <a:pt x="34" y="149"/>
                      <a:pt x="34" y="149"/>
                      <a:pt x="34" y="149"/>
                    </a:cubicBezTo>
                    <a:cubicBezTo>
                      <a:pt x="34" y="150"/>
                      <a:pt x="34" y="150"/>
                      <a:pt x="34" y="150"/>
                    </a:cubicBezTo>
                    <a:cubicBezTo>
                      <a:pt x="34" y="150"/>
                      <a:pt x="34" y="150"/>
                      <a:pt x="34" y="150"/>
                    </a:cubicBezTo>
                    <a:cubicBezTo>
                      <a:pt x="34" y="150"/>
                      <a:pt x="34" y="150"/>
                      <a:pt x="34" y="150"/>
                    </a:cubicBezTo>
                    <a:cubicBezTo>
                      <a:pt x="34" y="150"/>
                      <a:pt x="34" y="150"/>
                      <a:pt x="34" y="150"/>
                    </a:cubicBezTo>
                    <a:cubicBezTo>
                      <a:pt x="34" y="151"/>
                      <a:pt x="33" y="151"/>
                      <a:pt x="33" y="151"/>
                    </a:cubicBezTo>
                    <a:cubicBezTo>
                      <a:pt x="34" y="151"/>
                      <a:pt x="33" y="151"/>
                      <a:pt x="33" y="151"/>
                    </a:cubicBezTo>
                    <a:close/>
                    <a:moveTo>
                      <a:pt x="31" y="47"/>
                    </a:moveTo>
                    <a:cubicBezTo>
                      <a:pt x="31" y="47"/>
                      <a:pt x="31" y="46"/>
                      <a:pt x="31" y="47"/>
                    </a:cubicBezTo>
                    <a:cubicBezTo>
                      <a:pt x="31" y="46"/>
                      <a:pt x="30" y="46"/>
                      <a:pt x="31" y="47"/>
                    </a:cubicBezTo>
                    <a:cubicBezTo>
                      <a:pt x="30" y="47"/>
                      <a:pt x="31" y="47"/>
                      <a:pt x="31" y="46"/>
                    </a:cubicBezTo>
                    <a:cubicBezTo>
                      <a:pt x="31" y="46"/>
                      <a:pt x="31" y="46"/>
                      <a:pt x="31" y="47"/>
                    </a:cubicBezTo>
                    <a:close/>
                    <a:moveTo>
                      <a:pt x="32" y="46"/>
                    </a:moveTo>
                    <a:cubicBezTo>
                      <a:pt x="32" y="46"/>
                      <a:pt x="32" y="46"/>
                      <a:pt x="32" y="46"/>
                    </a:cubicBezTo>
                    <a:cubicBezTo>
                      <a:pt x="32" y="46"/>
                      <a:pt x="32" y="46"/>
                      <a:pt x="32" y="46"/>
                    </a:cubicBezTo>
                    <a:cubicBezTo>
                      <a:pt x="32" y="47"/>
                      <a:pt x="32" y="47"/>
                      <a:pt x="32" y="46"/>
                    </a:cubicBezTo>
                    <a:cubicBezTo>
                      <a:pt x="32" y="46"/>
                      <a:pt x="32" y="46"/>
                      <a:pt x="32" y="46"/>
                    </a:cubicBezTo>
                    <a:cubicBezTo>
                      <a:pt x="32" y="46"/>
                      <a:pt x="31" y="46"/>
                      <a:pt x="32" y="46"/>
                    </a:cubicBezTo>
                    <a:close/>
                    <a:moveTo>
                      <a:pt x="31" y="148"/>
                    </a:moveTo>
                    <a:cubicBezTo>
                      <a:pt x="31" y="148"/>
                      <a:pt x="31" y="148"/>
                      <a:pt x="31" y="148"/>
                    </a:cubicBezTo>
                    <a:cubicBezTo>
                      <a:pt x="32" y="148"/>
                      <a:pt x="32" y="148"/>
                      <a:pt x="32" y="148"/>
                    </a:cubicBezTo>
                    <a:lnTo>
                      <a:pt x="31" y="148"/>
                    </a:lnTo>
                    <a:close/>
                    <a:moveTo>
                      <a:pt x="31" y="152"/>
                    </a:moveTo>
                    <a:cubicBezTo>
                      <a:pt x="31" y="152"/>
                      <a:pt x="31" y="152"/>
                      <a:pt x="31" y="151"/>
                    </a:cubicBezTo>
                    <a:cubicBezTo>
                      <a:pt x="31" y="152"/>
                      <a:pt x="31" y="152"/>
                      <a:pt x="31" y="152"/>
                    </a:cubicBezTo>
                    <a:cubicBezTo>
                      <a:pt x="32" y="152"/>
                      <a:pt x="32" y="152"/>
                      <a:pt x="31" y="152"/>
                    </a:cubicBezTo>
                    <a:close/>
                    <a:moveTo>
                      <a:pt x="31" y="150"/>
                    </a:moveTo>
                    <a:cubicBezTo>
                      <a:pt x="31" y="150"/>
                      <a:pt x="31" y="150"/>
                      <a:pt x="31" y="149"/>
                    </a:cubicBezTo>
                    <a:cubicBezTo>
                      <a:pt x="31" y="149"/>
                      <a:pt x="31" y="149"/>
                      <a:pt x="31" y="149"/>
                    </a:cubicBezTo>
                    <a:cubicBezTo>
                      <a:pt x="31" y="149"/>
                      <a:pt x="31" y="149"/>
                      <a:pt x="31" y="149"/>
                    </a:cubicBezTo>
                    <a:cubicBezTo>
                      <a:pt x="31" y="150"/>
                      <a:pt x="31" y="150"/>
                      <a:pt x="31" y="150"/>
                    </a:cubicBezTo>
                    <a:cubicBezTo>
                      <a:pt x="31" y="150"/>
                      <a:pt x="31" y="150"/>
                      <a:pt x="31" y="150"/>
                    </a:cubicBezTo>
                    <a:cubicBezTo>
                      <a:pt x="31" y="151"/>
                      <a:pt x="31" y="151"/>
                      <a:pt x="31" y="151"/>
                    </a:cubicBezTo>
                    <a:lnTo>
                      <a:pt x="31" y="150"/>
                    </a:lnTo>
                    <a:close/>
                    <a:moveTo>
                      <a:pt x="31" y="149"/>
                    </a:moveTo>
                    <a:cubicBezTo>
                      <a:pt x="31" y="149"/>
                      <a:pt x="31" y="149"/>
                      <a:pt x="31" y="149"/>
                    </a:cubicBezTo>
                    <a:cubicBezTo>
                      <a:pt x="31" y="149"/>
                      <a:pt x="31" y="149"/>
                      <a:pt x="31" y="149"/>
                    </a:cubicBezTo>
                    <a:close/>
                    <a:moveTo>
                      <a:pt x="29" y="154"/>
                    </a:moveTo>
                    <a:cubicBezTo>
                      <a:pt x="29" y="154"/>
                      <a:pt x="29" y="153"/>
                      <a:pt x="29" y="153"/>
                    </a:cubicBezTo>
                    <a:cubicBezTo>
                      <a:pt x="30" y="153"/>
                      <a:pt x="29" y="154"/>
                      <a:pt x="29" y="154"/>
                    </a:cubicBezTo>
                    <a:close/>
                    <a:moveTo>
                      <a:pt x="29" y="148"/>
                    </a:moveTo>
                    <a:cubicBezTo>
                      <a:pt x="30" y="148"/>
                      <a:pt x="30" y="148"/>
                      <a:pt x="30" y="148"/>
                    </a:cubicBezTo>
                    <a:cubicBezTo>
                      <a:pt x="30" y="148"/>
                      <a:pt x="30" y="148"/>
                      <a:pt x="30" y="148"/>
                    </a:cubicBezTo>
                    <a:lnTo>
                      <a:pt x="29" y="148"/>
                    </a:lnTo>
                    <a:close/>
                    <a:moveTo>
                      <a:pt x="27" y="50"/>
                    </a:moveTo>
                    <a:cubicBezTo>
                      <a:pt x="27" y="51"/>
                      <a:pt x="27" y="51"/>
                      <a:pt x="27" y="51"/>
                    </a:cubicBezTo>
                    <a:cubicBezTo>
                      <a:pt x="27" y="51"/>
                      <a:pt x="27" y="51"/>
                      <a:pt x="27" y="51"/>
                    </a:cubicBezTo>
                    <a:cubicBezTo>
                      <a:pt x="26" y="51"/>
                      <a:pt x="26" y="51"/>
                      <a:pt x="26" y="51"/>
                    </a:cubicBezTo>
                    <a:lnTo>
                      <a:pt x="27" y="50"/>
                    </a:lnTo>
                    <a:close/>
                    <a:moveTo>
                      <a:pt x="26" y="53"/>
                    </a:moveTo>
                    <a:cubicBezTo>
                      <a:pt x="26" y="52"/>
                      <a:pt x="26" y="52"/>
                      <a:pt x="26" y="52"/>
                    </a:cubicBezTo>
                    <a:cubicBezTo>
                      <a:pt x="26" y="52"/>
                      <a:pt x="26" y="52"/>
                      <a:pt x="26" y="52"/>
                    </a:cubicBezTo>
                    <a:cubicBezTo>
                      <a:pt x="26" y="53"/>
                      <a:pt x="26" y="53"/>
                      <a:pt x="26" y="53"/>
                    </a:cubicBezTo>
                    <a:cubicBezTo>
                      <a:pt x="26" y="53"/>
                      <a:pt x="26" y="53"/>
                      <a:pt x="26" y="53"/>
                    </a:cubicBezTo>
                    <a:cubicBezTo>
                      <a:pt x="26" y="53"/>
                      <a:pt x="26" y="53"/>
                      <a:pt x="26" y="53"/>
                    </a:cubicBezTo>
                    <a:close/>
                    <a:moveTo>
                      <a:pt x="26" y="145"/>
                    </a:moveTo>
                    <a:cubicBezTo>
                      <a:pt x="27" y="145"/>
                      <a:pt x="27" y="145"/>
                      <a:pt x="27" y="145"/>
                    </a:cubicBezTo>
                    <a:cubicBezTo>
                      <a:pt x="27" y="145"/>
                      <a:pt x="27" y="145"/>
                      <a:pt x="27" y="145"/>
                    </a:cubicBezTo>
                    <a:cubicBezTo>
                      <a:pt x="27" y="145"/>
                      <a:pt x="27" y="145"/>
                      <a:pt x="27" y="145"/>
                    </a:cubicBezTo>
                    <a:cubicBezTo>
                      <a:pt x="26" y="145"/>
                      <a:pt x="26" y="145"/>
                      <a:pt x="26" y="145"/>
                    </a:cubicBezTo>
                    <a:cubicBezTo>
                      <a:pt x="26" y="145"/>
                      <a:pt x="26" y="145"/>
                      <a:pt x="26" y="145"/>
                    </a:cubicBezTo>
                    <a:close/>
                    <a:moveTo>
                      <a:pt x="26" y="144"/>
                    </a:moveTo>
                    <a:cubicBezTo>
                      <a:pt x="26" y="145"/>
                      <a:pt x="26" y="145"/>
                      <a:pt x="26" y="145"/>
                    </a:cubicBezTo>
                    <a:lnTo>
                      <a:pt x="26" y="144"/>
                    </a:lnTo>
                    <a:close/>
                    <a:moveTo>
                      <a:pt x="26" y="54"/>
                    </a:moveTo>
                    <a:cubicBezTo>
                      <a:pt x="26" y="54"/>
                      <a:pt x="26" y="53"/>
                      <a:pt x="27" y="53"/>
                    </a:cubicBezTo>
                    <a:cubicBezTo>
                      <a:pt x="27" y="54"/>
                      <a:pt x="27" y="54"/>
                      <a:pt x="27" y="54"/>
                    </a:cubicBezTo>
                    <a:cubicBezTo>
                      <a:pt x="26" y="54"/>
                      <a:pt x="26" y="54"/>
                      <a:pt x="26" y="54"/>
                    </a:cubicBezTo>
                    <a:cubicBezTo>
                      <a:pt x="26" y="54"/>
                      <a:pt x="26" y="54"/>
                      <a:pt x="26" y="54"/>
                    </a:cubicBezTo>
                    <a:cubicBezTo>
                      <a:pt x="26" y="54"/>
                      <a:pt x="26" y="54"/>
                      <a:pt x="26" y="54"/>
                    </a:cubicBezTo>
                    <a:close/>
                    <a:moveTo>
                      <a:pt x="26" y="144"/>
                    </a:moveTo>
                    <a:cubicBezTo>
                      <a:pt x="26" y="144"/>
                      <a:pt x="26" y="144"/>
                      <a:pt x="26" y="144"/>
                    </a:cubicBezTo>
                    <a:cubicBezTo>
                      <a:pt x="25" y="144"/>
                      <a:pt x="26" y="144"/>
                      <a:pt x="26" y="144"/>
                    </a:cubicBezTo>
                    <a:close/>
                    <a:moveTo>
                      <a:pt x="25" y="53"/>
                    </a:moveTo>
                    <a:cubicBezTo>
                      <a:pt x="25" y="52"/>
                      <a:pt x="25" y="52"/>
                      <a:pt x="25" y="52"/>
                    </a:cubicBezTo>
                    <a:cubicBezTo>
                      <a:pt x="25" y="52"/>
                      <a:pt x="25" y="52"/>
                      <a:pt x="25" y="52"/>
                    </a:cubicBezTo>
                    <a:cubicBezTo>
                      <a:pt x="26" y="53"/>
                      <a:pt x="26" y="53"/>
                      <a:pt x="26" y="53"/>
                    </a:cubicBezTo>
                    <a:cubicBezTo>
                      <a:pt x="26" y="53"/>
                      <a:pt x="26" y="53"/>
                      <a:pt x="26" y="53"/>
                    </a:cubicBezTo>
                    <a:lnTo>
                      <a:pt x="25" y="53"/>
                    </a:lnTo>
                    <a:close/>
                    <a:moveTo>
                      <a:pt x="25" y="145"/>
                    </a:moveTo>
                    <a:cubicBezTo>
                      <a:pt x="25" y="145"/>
                      <a:pt x="25" y="145"/>
                      <a:pt x="25" y="145"/>
                    </a:cubicBezTo>
                    <a:cubicBezTo>
                      <a:pt x="25" y="145"/>
                      <a:pt x="25" y="145"/>
                      <a:pt x="25" y="145"/>
                    </a:cubicBezTo>
                    <a:cubicBezTo>
                      <a:pt x="25" y="145"/>
                      <a:pt x="25" y="146"/>
                      <a:pt x="25" y="145"/>
                    </a:cubicBezTo>
                    <a:close/>
                    <a:moveTo>
                      <a:pt x="25" y="144"/>
                    </a:moveTo>
                    <a:cubicBezTo>
                      <a:pt x="25" y="144"/>
                      <a:pt x="25" y="144"/>
                      <a:pt x="25" y="144"/>
                    </a:cubicBezTo>
                    <a:cubicBezTo>
                      <a:pt x="25" y="144"/>
                      <a:pt x="25" y="144"/>
                      <a:pt x="25" y="144"/>
                    </a:cubicBezTo>
                    <a:cubicBezTo>
                      <a:pt x="25" y="144"/>
                      <a:pt x="25" y="144"/>
                      <a:pt x="25" y="144"/>
                    </a:cubicBezTo>
                    <a:close/>
                    <a:moveTo>
                      <a:pt x="24" y="54"/>
                    </a:moveTo>
                    <a:cubicBezTo>
                      <a:pt x="24" y="54"/>
                      <a:pt x="24" y="54"/>
                      <a:pt x="24" y="54"/>
                    </a:cubicBezTo>
                    <a:cubicBezTo>
                      <a:pt x="24" y="54"/>
                      <a:pt x="24" y="54"/>
                      <a:pt x="24" y="54"/>
                    </a:cubicBezTo>
                    <a:cubicBezTo>
                      <a:pt x="25" y="54"/>
                      <a:pt x="24" y="54"/>
                      <a:pt x="24" y="54"/>
                    </a:cubicBezTo>
                    <a:close/>
                    <a:moveTo>
                      <a:pt x="23" y="59"/>
                    </a:moveTo>
                    <a:cubicBezTo>
                      <a:pt x="23" y="60"/>
                      <a:pt x="23" y="60"/>
                      <a:pt x="23" y="60"/>
                    </a:cubicBezTo>
                    <a:cubicBezTo>
                      <a:pt x="23" y="60"/>
                      <a:pt x="23" y="59"/>
                      <a:pt x="23" y="60"/>
                    </a:cubicBezTo>
                    <a:cubicBezTo>
                      <a:pt x="23" y="59"/>
                      <a:pt x="23" y="60"/>
                      <a:pt x="23" y="59"/>
                    </a:cubicBezTo>
                    <a:close/>
                    <a:moveTo>
                      <a:pt x="22" y="58"/>
                    </a:moveTo>
                    <a:cubicBezTo>
                      <a:pt x="22" y="58"/>
                      <a:pt x="22" y="58"/>
                      <a:pt x="22" y="58"/>
                    </a:cubicBezTo>
                    <a:cubicBezTo>
                      <a:pt x="22" y="58"/>
                      <a:pt x="22" y="58"/>
                      <a:pt x="22" y="58"/>
                    </a:cubicBezTo>
                    <a:cubicBezTo>
                      <a:pt x="22" y="58"/>
                      <a:pt x="22" y="58"/>
                      <a:pt x="22" y="58"/>
                    </a:cubicBezTo>
                    <a:close/>
                    <a:moveTo>
                      <a:pt x="23" y="58"/>
                    </a:moveTo>
                    <a:cubicBezTo>
                      <a:pt x="23" y="58"/>
                      <a:pt x="23" y="58"/>
                      <a:pt x="23" y="58"/>
                    </a:cubicBezTo>
                    <a:cubicBezTo>
                      <a:pt x="23" y="58"/>
                      <a:pt x="23" y="58"/>
                      <a:pt x="23" y="58"/>
                    </a:cubicBezTo>
                    <a:cubicBezTo>
                      <a:pt x="23" y="59"/>
                      <a:pt x="23" y="59"/>
                      <a:pt x="23" y="59"/>
                    </a:cubicBezTo>
                    <a:cubicBezTo>
                      <a:pt x="22" y="58"/>
                      <a:pt x="22" y="58"/>
                      <a:pt x="23" y="58"/>
                    </a:cubicBezTo>
                    <a:close/>
                    <a:moveTo>
                      <a:pt x="23" y="57"/>
                    </a:moveTo>
                    <a:cubicBezTo>
                      <a:pt x="23" y="57"/>
                      <a:pt x="22" y="57"/>
                      <a:pt x="23" y="56"/>
                    </a:cubicBezTo>
                    <a:cubicBezTo>
                      <a:pt x="23" y="57"/>
                      <a:pt x="23" y="56"/>
                      <a:pt x="23" y="56"/>
                    </a:cubicBezTo>
                    <a:lnTo>
                      <a:pt x="23" y="57"/>
                    </a:lnTo>
                    <a:close/>
                    <a:moveTo>
                      <a:pt x="23" y="60"/>
                    </a:moveTo>
                    <a:cubicBezTo>
                      <a:pt x="23" y="60"/>
                      <a:pt x="24" y="59"/>
                      <a:pt x="23" y="60"/>
                    </a:cubicBezTo>
                    <a:cubicBezTo>
                      <a:pt x="23" y="60"/>
                      <a:pt x="23" y="60"/>
                      <a:pt x="23" y="60"/>
                    </a:cubicBezTo>
                    <a:cubicBezTo>
                      <a:pt x="24" y="59"/>
                      <a:pt x="23" y="60"/>
                      <a:pt x="23" y="60"/>
                    </a:cubicBezTo>
                    <a:cubicBezTo>
                      <a:pt x="24" y="60"/>
                      <a:pt x="23" y="61"/>
                      <a:pt x="23" y="60"/>
                    </a:cubicBezTo>
                    <a:close/>
                    <a:moveTo>
                      <a:pt x="22" y="62"/>
                    </a:moveTo>
                    <a:cubicBezTo>
                      <a:pt x="22" y="62"/>
                      <a:pt x="22" y="62"/>
                      <a:pt x="22" y="62"/>
                    </a:cubicBezTo>
                    <a:cubicBezTo>
                      <a:pt x="22" y="62"/>
                      <a:pt x="22" y="62"/>
                      <a:pt x="22" y="62"/>
                    </a:cubicBezTo>
                    <a:cubicBezTo>
                      <a:pt x="22" y="62"/>
                      <a:pt x="22" y="62"/>
                      <a:pt x="22" y="62"/>
                    </a:cubicBezTo>
                    <a:cubicBezTo>
                      <a:pt x="23" y="62"/>
                      <a:pt x="22" y="62"/>
                      <a:pt x="22" y="62"/>
                    </a:cubicBezTo>
                    <a:close/>
                    <a:moveTo>
                      <a:pt x="22" y="143"/>
                    </a:moveTo>
                    <a:cubicBezTo>
                      <a:pt x="22" y="143"/>
                      <a:pt x="22" y="143"/>
                      <a:pt x="22" y="143"/>
                    </a:cubicBezTo>
                    <a:cubicBezTo>
                      <a:pt x="22" y="143"/>
                      <a:pt x="22" y="143"/>
                      <a:pt x="22" y="143"/>
                    </a:cubicBezTo>
                    <a:cubicBezTo>
                      <a:pt x="22" y="143"/>
                      <a:pt x="22" y="143"/>
                      <a:pt x="22" y="143"/>
                    </a:cubicBezTo>
                    <a:cubicBezTo>
                      <a:pt x="22" y="144"/>
                      <a:pt x="21" y="143"/>
                      <a:pt x="22" y="143"/>
                    </a:cubicBezTo>
                    <a:close/>
                    <a:moveTo>
                      <a:pt x="20" y="63"/>
                    </a:moveTo>
                    <a:cubicBezTo>
                      <a:pt x="21" y="63"/>
                      <a:pt x="20" y="63"/>
                      <a:pt x="20" y="63"/>
                    </a:cubicBezTo>
                    <a:cubicBezTo>
                      <a:pt x="21" y="62"/>
                      <a:pt x="21" y="62"/>
                      <a:pt x="21" y="62"/>
                    </a:cubicBezTo>
                    <a:cubicBezTo>
                      <a:pt x="20" y="62"/>
                      <a:pt x="21" y="61"/>
                      <a:pt x="20" y="62"/>
                    </a:cubicBezTo>
                    <a:cubicBezTo>
                      <a:pt x="20" y="62"/>
                      <a:pt x="20" y="62"/>
                      <a:pt x="20" y="61"/>
                    </a:cubicBezTo>
                    <a:cubicBezTo>
                      <a:pt x="20" y="61"/>
                      <a:pt x="20" y="61"/>
                      <a:pt x="20" y="61"/>
                    </a:cubicBezTo>
                    <a:cubicBezTo>
                      <a:pt x="21" y="62"/>
                      <a:pt x="21" y="62"/>
                      <a:pt x="21" y="62"/>
                    </a:cubicBezTo>
                    <a:cubicBezTo>
                      <a:pt x="22" y="61"/>
                      <a:pt x="22" y="62"/>
                      <a:pt x="22" y="62"/>
                    </a:cubicBezTo>
                    <a:cubicBezTo>
                      <a:pt x="22" y="62"/>
                      <a:pt x="22" y="62"/>
                      <a:pt x="22" y="62"/>
                    </a:cubicBezTo>
                    <a:cubicBezTo>
                      <a:pt x="22" y="62"/>
                      <a:pt x="21" y="62"/>
                      <a:pt x="21" y="63"/>
                    </a:cubicBezTo>
                    <a:cubicBezTo>
                      <a:pt x="20" y="63"/>
                      <a:pt x="20" y="63"/>
                      <a:pt x="20" y="63"/>
                    </a:cubicBezTo>
                    <a:cubicBezTo>
                      <a:pt x="20" y="64"/>
                      <a:pt x="20" y="64"/>
                      <a:pt x="20" y="63"/>
                    </a:cubicBezTo>
                    <a:close/>
                    <a:moveTo>
                      <a:pt x="15" y="76"/>
                    </a:moveTo>
                    <a:cubicBezTo>
                      <a:pt x="15" y="77"/>
                      <a:pt x="15" y="77"/>
                      <a:pt x="16" y="76"/>
                    </a:cubicBezTo>
                    <a:cubicBezTo>
                      <a:pt x="15" y="77"/>
                      <a:pt x="16" y="77"/>
                      <a:pt x="16" y="77"/>
                    </a:cubicBezTo>
                    <a:cubicBezTo>
                      <a:pt x="16" y="76"/>
                      <a:pt x="15" y="77"/>
                      <a:pt x="15" y="77"/>
                    </a:cubicBezTo>
                    <a:cubicBezTo>
                      <a:pt x="15" y="78"/>
                      <a:pt x="15" y="77"/>
                      <a:pt x="15" y="76"/>
                    </a:cubicBezTo>
                    <a:close/>
                    <a:moveTo>
                      <a:pt x="14" y="79"/>
                    </a:moveTo>
                    <a:cubicBezTo>
                      <a:pt x="14" y="79"/>
                      <a:pt x="14" y="79"/>
                      <a:pt x="14" y="79"/>
                    </a:cubicBezTo>
                    <a:cubicBezTo>
                      <a:pt x="14" y="79"/>
                      <a:pt x="14" y="79"/>
                      <a:pt x="14" y="79"/>
                    </a:cubicBezTo>
                    <a:cubicBezTo>
                      <a:pt x="14" y="79"/>
                      <a:pt x="14" y="79"/>
                      <a:pt x="14" y="79"/>
                    </a:cubicBezTo>
                    <a:cubicBezTo>
                      <a:pt x="14" y="79"/>
                      <a:pt x="14" y="79"/>
                      <a:pt x="14" y="79"/>
                    </a:cubicBezTo>
                    <a:close/>
                    <a:moveTo>
                      <a:pt x="10" y="110"/>
                    </a:moveTo>
                    <a:cubicBezTo>
                      <a:pt x="10" y="110"/>
                      <a:pt x="10" y="110"/>
                      <a:pt x="10" y="110"/>
                    </a:cubicBezTo>
                    <a:cubicBezTo>
                      <a:pt x="9" y="110"/>
                      <a:pt x="9" y="110"/>
                      <a:pt x="8" y="110"/>
                    </a:cubicBezTo>
                    <a:cubicBezTo>
                      <a:pt x="8" y="109"/>
                      <a:pt x="8" y="109"/>
                      <a:pt x="8" y="109"/>
                    </a:cubicBezTo>
                    <a:cubicBezTo>
                      <a:pt x="8" y="109"/>
                      <a:pt x="8" y="109"/>
                      <a:pt x="8" y="109"/>
                    </a:cubicBezTo>
                    <a:cubicBezTo>
                      <a:pt x="8" y="109"/>
                      <a:pt x="9" y="109"/>
                      <a:pt x="9" y="108"/>
                    </a:cubicBezTo>
                    <a:cubicBezTo>
                      <a:pt x="9" y="108"/>
                      <a:pt x="8" y="109"/>
                      <a:pt x="9" y="110"/>
                    </a:cubicBezTo>
                    <a:cubicBezTo>
                      <a:pt x="9" y="110"/>
                      <a:pt x="9" y="110"/>
                      <a:pt x="9" y="110"/>
                    </a:cubicBezTo>
                    <a:cubicBezTo>
                      <a:pt x="10" y="110"/>
                      <a:pt x="10" y="110"/>
                      <a:pt x="10" y="110"/>
                    </a:cubicBezTo>
                    <a:close/>
                    <a:moveTo>
                      <a:pt x="10" y="127"/>
                    </a:moveTo>
                    <a:cubicBezTo>
                      <a:pt x="10" y="128"/>
                      <a:pt x="10" y="128"/>
                      <a:pt x="10" y="128"/>
                    </a:cubicBezTo>
                    <a:cubicBezTo>
                      <a:pt x="10" y="128"/>
                      <a:pt x="10" y="128"/>
                      <a:pt x="9" y="128"/>
                    </a:cubicBezTo>
                    <a:cubicBezTo>
                      <a:pt x="10" y="128"/>
                      <a:pt x="10" y="128"/>
                      <a:pt x="10" y="128"/>
                    </a:cubicBezTo>
                    <a:lnTo>
                      <a:pt x="10" y="127"/>
                    </a:lnTo>
                    <a:close/>
                    <a:moveTo>
                      <a:pt x="10" y="110"/>
                    </a:moveTo>
                    <a:cubicBezTo>
                      <a:pt x="10" y="110"/>
                      <a:pt x="10" y="110"/>
                      <a:pt x="10" y="110"/>
                    </a:cubicBezTo>
                    <a:cubicBezTo>
                      <a:pt x="10" y="110"/>
                      <a:pt x="10" y="110"/>
                      <a:pt x="10" y="110"/>
                    </a:cubicBezTo>
                    <a:close/>
                    <a:moveTo>
                      <a:pt x="11" y="129"/>
                    </a:moveTo>
                    <a:cubicBezTo>
                      <a:pt x="10" y="130"/>
                      <a:pt x="11" y="129"/>
                      <a:pt x="10" y="129"/>
                    </a:cubicBezTo>
                    <a:cubicBezTo>
                      <a:pt x="10" y="129"/>
                      <a:pt x="10" y="129"/>
                      <a:pt x="10" y="129"/>
                    </a:cubicBezTo>
                    <a:cubicBezTo>
                      <a:pt x="10" y="129"/>
                      <a:pt x="10" y="129"/>
                      <a:pt x="10" y="129"/>
                    </a:cubicBezTo>
                    <a:cubicBezTo>
                      <a:pt x="10" y="129"/>
                      <a:pt x="11" y="129"/>
                      <a:pt x="10" y="129"/>
                    </a:cubicBezTo>
                    <a:cubicBezTo>
                      <a:pt x="11" y="129"/>
                      <a:pt x="10" y="129"/>
                      <a:pt x="10" y="129"/>
                    </a:cubicBezTo>
                    <a:lnTo>
                      <a:pt x="11" y="129"/>
                    </a:lnTo>
                    <a:close/>
                    <a:moveTo>
                      <a:pt x="11" y="131"/>
                    </a:moveTo>
                    <a:cubicBezTo>
                      <a:pt x="11" y="131"/>
                      <a:pt x="12" y="131"/>
                      <a:pt x="11" y="131"/>
                    </a:cubicBezTo>
                    <a:cubicBezTo>
                      <a:pt x="11" y="131"/>
                      <a:pt x="11" y="131"/>
                      <a:pt x="12" y="131"/>
                    </a:cubicBezTo>
                    <a:cubicBezTo>
                      <a:pt x="12" y="132"/>
                      <a:pt x="12" y="131"/>
                      <a:pt x="12" y="131"/>
                    </a:cubicBezTo>
                    <a:cubicBezTo>
                      <a:pt x="11" y="131"/>
                      <a:pt x="11" y="131"/>
                      <a:pt x="11" y="131"/>
                    </a:cubicBezTo>
                    <a:close/>
                    <a:moveTo>
                      <a:pt x="9" y="130"/>
                    </a:moveTo>
                    <a:cubicBezTo>
                      <a:pt x="9" y="130"/>
                      <a:pt x="10" y="130"/>
                      <a:pt x="10" y="130"/>
                    </a:cubicBezTo>
                    <a:cubicBezTo>
                      <a:pt x="10" y="131"/>
                      <a:pt x="10" y="130"/>
                      <a:pt x="10" y="130"/>
                    </a:cubicBezTo>
                    <a:cubicBezTo>
                      <a:pt x="10" y="130"/>
                      <a:pt x="11" y="129"/>
                      <a:pt x="11" y="130"/>
                    </a:cubicBezTo>
                    <a:cubicBezTo>
                      <a:pt x="10" y="130"/>
                      <a:pt x="10" y="130"/>
                      <a:pt x="10" y="130"/>
                    </a:cubicBezTo>
                    <a:cubicBezTo>
                      <a:pt x="10" y="130"/>
                      <a:pt x="11" y="131"/>
                      <a:pt x="11" y="130"/>
                    </a:cubicBezTo>
                    <a:cubicBezTo>
                      <a:pt x="11" y="130"/>
                      <a:pt x="11" y="130"/>
                      <a:pt x="11" y="130"/>
                    </a:cubicBezTo>
                    <a:cubicBezTo>
                      <a:pt x="11" y="130"/>
                      <a:pt x="11" y="130"/>
                      <a:pt x="11" y="130"/>
                    </a:cubicBezTo>
                    <a:cubicBezTo>
                      <a:pt x="11" y="131"/>
                      <a:pt x="11" y="131"/>
                      <a:pt x="10" y="132"/>
                    </a:cubicBezTo>
                    <a:cubicBezTo>
                      <a:pt x="10" y="132"/>
                      <a:pt x="11" y="131"/>
                      <a:pt x="10" y="131"/>
                    </a:cubicBezTo>
                    <a:cubicBezTo>
                      <a:pt x="10" y="130"/>
                      <a:pt x="11" y="131"/>
                      <a:pt x="11" y="130"/>
                    </a:cubicBezTo>
                    <a:cubicBezTo>
                      <a:pt x="10" y="129"/>
                      <a:pt x="10" y="130"/>
                      <a:pt x="9" y="131"/>
                    </a:cubicBezTo>
                    <a:cubicBezTo>
                      <a:pt x="9" y="129"/>
                      <a:pt x="9" y="131"/>
                      <a:pt x="9" y="130"/>
                    </a:cubicBezTo>
                    <a:close/>
                    <a:moveTo>
                      <a:pt x="9" y="127"/>
                    </a:moveTo>
                    <a:cubicBezTo>
                      <a:pt x="9" y="127"/>
                      <a:pt x="9" y="127"/>
                      <a:pt x="9" y="127"/>
                    </a:cubicBezTo>
                    <a:cubicBezTo>
                      <a:pt x="9" y="127"/>
                      <a:pt x="9" y="127"/>
                      <a:pt x="9" y="127"/>
                    </a:cubicBezTo>
                    <a:cubicBezTo>
                      <a:pt x="9" y="127"/>
                      <a:pt x="9" y="127"/>
                      <a:pt x="9" y="127"/>
                    </a:cubicBezTo>
                    <a:cubicBezTo>
                      <a:pt x="9" y="127"/>
                      <a:pt x="9" y="127"/>
                      <a:pt x="9" y="127"/>
                    </a:cubicBezTo>
                    <a:cubicBezTo>
                      <a:pt x="9" y="127"/>
                      <a:pt x="9" y="127"/>
                      <a:pt x="9" y="127"/>
                    </a:cubicBezTo>
                    <a:cubicBezTo>
                      <a:pt x="9" y="127"/>
                      <a:pt x="9" y="127"/>
                      <a:pt x="9" y="127"/>
                    </a:cubicBezTo>
                    <a:cubicBezTo>
                      <a:pt x="9" y="126"/>
                      <a:pt x="9" y="126"/>
                      <a:pt x="9" y="127"/>
                    </a:cubicBezTo>
                    <a:close/>
                    <a:moveTo>
                      <a:pt x="9" y="128"/>
                    </a:moveTo>
                    <a:cubicBezTo>
                      <a:pt x="9" y="128"/>
                      <a:pt x="9" y="128"/>
                      <a:pt x="9" y="128"/>
                    </a:cubicBezTo>
                    <a:cubicBezTo>
                      <a:pt x="8" y="128"/>
                      <a:pt x="8" y="128"/>
                      <a:pt x="8" y="128"/>
                    </a:cubicBezTo>
                    <a:cubicBezTo>
                      <a:pt x="8" y="128"/>
                      <a:pt x="8" y="128"/>
                      <a:pt x="8" y="128"/>
                    </a:cubicBezTo>
                    <a:cubicBezTo>
                      <a:pt x="8" y="128"/>
                      <a:pt x="9" y="128"/>
                      <a:pt x="9" y="128"/>
                    </a:cubicBezTo>
                    <a:cubicBezTo>
                      <a:pt x="9" y="128"/>
                      <a:pt x="9" y="128"/>
                      <a:pt x="9" y="128"/>
                    </a:cubicBezTo>
                    <a:cubicBezTo>
                      <a:pt x="9" y="128"/>
                      <a:pt x="9" y="128"/>
                      <a:pt x="9" y="128"/>
                    </a:cubicBezTo>
                    <a:close/>
                    <a:moveTo>
                      <a:pt x="8" y="129"/>
                    </a:moveTo>
                    <a:cubicBezTo>
                      <a:pt x="9" y="130"/>
                      <a:pt x="9" y="130"/>
                      <a:pt x="9" y="130"/>
                    </a:cubicBezTo>
                    <a:cubicBezTo>
                      <a:pt x="9" y="129"/>
                      <a:pt x="8" y="130"/>
                      <a:pt x="8" y="130"/>
                    </a:cubicBezTo>
                    <a:lnTo>
                      <a:pt x="8" y="129"/>
                    </a:lnTo>
                    <a:close/>
                    <a:moveTo>
                      <a:pt x="7" y="131"/>
                    </a:moveTo>
                    <a:cubicBezTo>
                      <a:pt x="7" y="131"/>
                      <a:pt x="7" y="131"/>
                      <a:pt x="6" y="131"/>
                    </a:cubicBezTo>
                    <a:cubicBezTo>
                      <a:pt x="6" y="131"/>
                      <a:pt x="6" y="130"/>
                      <a:pt x="7" y="131"/>
                    </a:cubicBezTo>
                    <a:close/>
                    <a:moveTo>
                      <a:pt x="6" y="129"/>
                    </a:moveTo>
                    <a:cubicBezTo>
                      <a:pt x="6" y="128"/>
                      <a:pt x="6" y="128"/>
                      <a:pt x="7" y="128"/>
                    </a:cubicBezTo>
                    <a:cubicBezTo>
                      <a:pt x="7" y="128"/>
                      <a:pt x="7" y="129"/>
                      <a:pt x="6" y="129"/>
                    </a:cubicBezTo>
                    <a:close/>
                    <a:moveTo>
                      <a:pt x="7" y="131"/>
                    </a:moveTo>
                    <a:cubicBezTo>
                      <a:pt x="7" y="132"/>
                      <a:pt x="7" y="131"/>
                      <a:pt x="7" y="132"/>
                    </a:cubicBezTo>
                    <a:cubicBezTo>
                      <a:pt x="7" y="132"/>
                      <a:pt x="7" y="132"/>
                      <a:pt x="7" y="131"/>
                    </a:cubicBezTo>
                    <a:cubicBezTo>
                      <a:pt x="7" y="131"/>
                      <a:pt x="7" y="131"/>
                      <a:pt x="7" y="131"/>
                    </a:cubicBezTo>
                    <a:cubicBezTo>
                      <a:pt x="6" y="131"/>
                      <a:pt x="7" y="130"/>
                      <a:pt x="7" y="131"/>
                    </a:cubicBezTo>
                    <a:cubicBezTo>
                      <a:pt x="7" y="131"/>
                      <a:pt x="7" y="130"/>
                      <a:pt x="7" y="130"/>
                    </a:cubicBezTo>
                    <a:cubicBezTo>
                      <a:pt x="8" y="130"/>
                      <a:pt x="7" y="131"/>
                      <a:pt x="7" y="131"/>
                    </a:cubicBezTo>
                    <a:close/>
                    <a:moveTo>
                      <a:pt x="7" y="129"/>
                    </a:moveTo>
                    <a:cubicBezTo>
                      <a:pt x="7" y="129"/>
                      <a:pt x="7" y="129"/>
                      <a:pt x="7" y="129"/>
                    </a:cubicBezTo>
                    <a:cubicBezTo>
                      <a:pt x="8" y="129"/>
                      <a:pt x="7" y="129"/>
                      <a:pt x="7" y="129"/>
                    </a:cubicBezTo>
                    <a:close/>
                    <a:moveTo>
                      <a:pt x="8" y="127"/>
                    </a:moveTo>
                    <a:cubicBezTo>
                      <a:pt x="8" y="127"/>
                      <a:pt x="7" y="128"/>
                      <a:pt x="7" y="127"/>
                    </a:cubicBezTo>
                    <a:cubicBezTo>
                      <a:pt x="7" y="127"/>
                      <a:pt x="8" y="126"/>
                      <a:pt x="8" y="127"/>
                    </a:cubicBezTo>
                    <a:close/>
                    <a:moveTo>
                      <a:pt x="6" y="125"/>
                    </a:moveTo>
                    <a:cubicBezTo>
                      <a:pt x="7" y="125"/>
                      <a:pt x="7" y="125"/>
                      <a:pt x="7" y="125"/>
                    </a:cubicBezTo>
                    <a:cubicBezTo>
                      <a:pt x="6" y="126"/>
                      <a:pt x="6" y="125"/>
                      <a:pt x="6" y="125"/>
                    </a:cubicBezTo>
                    <a:close/>
                    <a:moveTo>
                      <a:pt x="5" y="112"/>
                    </a:moveTo>
                    <a:cubicBezTo>
                      <a:pt x="4" y="112"/>
                      <a:pt x="5" y="112"/>
                      <a:pt x="5" y="111"/>
                    </a:cubicBezTo>
                    <a:cubicBezTo>
                      <a:pt x="5" y="111"/>
                      <a:pt x="5" y="111"/>
                      <a:pt x="5" y="111"/>
                    </a:cubicBezTo>
                    <a:cubicBezTo>
                      <a:pt x="5" y="112"/>
                      <a:pt x="5" y="111"/>
                      <a:pt x="5" y="112"/>
                    </a:cubicBezTo>
                    <a:close/>
                    <a:moveTo>
                      <a:pt x="5" y="113"/>
                    </a:moveTo>
                    <a:cubicBezTo>
                      <a:pt x="4" y="112"/>
                      <a:pt x="5" y="112"/>
                      <a:pt x="5" y="112"/>
                    </a:cubicBezTo>
                    <a:lnTo>
                      <a:pt x="5" y="113"/>
                    </a:lnTo>
                    <a:close/>
                    <a:moveTo>
                      <a:pt x="4" y="115"/>
                    </a:moveTo>
                    <a:cubicBezTo>
                      <a:pt x="4" y="115"/>
                      <a:pt x="4" y="115"/>
                      <a:pt x="4" y="115"/>
                    </a:cubicBezTo>
                    <a:cubicBezTo>
                      <a:pt x="4" y="115"/>
                      <a:pt x="4" y="115"/>
                      <a:pt x="4" y="115"/>
                    </a:cubicBezTo>
                    <a:close/>
                    <a:moveTo>
                      <a:pt x="4" y="115"/>
                    </a:moveTo>
                    <a:cubicBezTo>
                      <a:pt x="4" y="115"/>
                      <a:pt x="4" y="115"/>
                      <a:pt x="4" y="115"/>
                    </a:cubicBezTo>
                    <a:cubicBezTo>
                      <a:pt x="4" y="115"/>
                      <a:pt x="3" y="115"/>
                      <a:pt x="3" y="115"/>
                    </a:cubicBezTo>
                    <a:cubicBezTo>
                      <a:pt x="4" y="114"/>
                      <a:pt x="4" y="115"/>
                      <a:pt x="4" y="115"/>
                    </a:cubicBezTo>
                    <a:close/>
                    <a:moveTo>
                      <a:pt x="4" y="116"/>
                    </a:moveTo>
                    <a:cubicBezTo>
                      <a:pt x="4" y="117"/>
                      <a:pt x="4" y="117"/>
                      <a:pt x="4" y="117"/>
                    </a:cubicBezTo>
                    <a:cubicBezTo>
                      <a:pt x="4" y="117"/>
                      <a:pt x="4" y="117"/>
                      <a:pt x="4" y="117"/>
                    </a:cubicBezTo>
                    <a:cubicBezTo>
                      <a:pt x="4" y="117"/>
                      <a:pt x="4" y="117"/>
                      <a:pt x="4" y="117"/>
                    </a:cubicBezTo>
                    <a:cubicBezTo>
                      <a:pt x="3" y="117"/>
                      <a:pt x="3" y="117"/>
                      <a:pt x="3" y="117"/>
                    </a:cubicBezTo>
                    <a:cubicBezTo>
                      <a:pt x="3" y="117"/>
                      <a:pt x="3" y="116"/>
                      <a:pt x="4" y="116"/>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7" name="Freeform 30">
                <a:extLst>
                  <a:ext uri="{FF2B5EF4-FFF2-40B4-BE49-F238E27FC236}">
                    <a16:creationId xmlns:a16="http://schemas.microsoft.com/office/drawing/2014/main" id="{433B5224-0E19-4FA6-AF8F-6D7350306652}"/>
                  </a:ext>
                </a:extLst>
              </p:cNvPr>
              <p:cNvSpPr>
                <a:spLocks noEditPoints="1"/>
              </p:cNvSpPr>
              <p:nvPr/>
            </p:nvSpPr>
            <p:spPr bwMode="auto">
              <a:xfrm>
                <a:off x="4677" y="2338"/>
                <a:ext cx="244" cy="329"/>
              </a:xfrm>
              <a:custGeom>
                <a:avLst/>
                <a:gdLst>
                  <a:gd name="T0" fmla="*/ 1 w 103"/>
                  <a:gd name="T1" fmla="*/ 119 h 139"/>
                  <a:gd name="T2" fmla="*/ 4 w 103"/>
                  <a:gd name="T3" fmla="*/ 121 h 139"/>
                  <a:gd name="T4" fmla="*/ 7 w 103"/>
                  <a:gd name="T5" fmla="*/ 126 h 139"/>
                  <a:gd name="T6" fmla="*/ 7 w 103"/>
                  <a:gd name="T7" fmla="*/ 132 h 139"/>
                  <a:gd name="T8" fmla="*/ 13 w 103"/>
                  <a:gd name="T9" fmla="*/ 136 h 139"/>
                  <a:gd name="T10" fmla="*/ 24 w 103"/>
                  <a:gd name="T11" fmla="*/ 97 h 139"/>
                  <a:gd name="T12" fmla="*/ 43 w 103"/>
                  <a:gd name="T13" fmla="*/ 57 h 139"/>
                  <a:gd name="T14" fmla="*/ 75 w 103"/>
                  <a:gd name="T15" fmla="*/ 19 h 139"/>
                  <a:gd name="T16" fmla="*/ 101 w 103"/>
                  <a:gd name="T17" fmla="*/ 7 h 139"/>
                  <a:gd name="T18" fmla="*/ 94 w 103"/>
                  <a:gd name="T19" fmla="*/ 7 h 139"/>
                  <a:gd name="T20" fmla="*/ 87 w 103"/>
                  <a:gd name="T21" fmla="*/ 6 h 139"/>
                  <a:gd name="T22" fmla="*/ 78 w 103"/>
                  <a:gd name="T23" fmla="*/ 2 h 139"/>
                  <a:gd name="T24" fmla="*/ 72 w 103"/>
                  <a:gd name="T25" fmla="*/ 3 h 139"/>
                  <a:gd name="T26" fmla="*/ 64 w 103"/>
                  <a:gd name="T27" fmla="*/ 8 h 139"/>
                  <a:gd name="T28" fmla="*/ 56 w 103"/>
                  <a:gd name="T29" fmla="*/ 12 h 139"/>
                  <a:gd name="T30" fmla="*/ 51 w 103"/>
                  <a:gd name="T31" fmla="*/ 14 h 139"/>
                  <a:gd name="T32" fmla="*/ 45 w 103"/>
                  <a:gd name="T33" fmla="*/ 17 h 139"/>
                  <a:gd name="T34" fmla="*/ 38 w 103"/>
                  <a:gd name="T35" fmla="*/ 25 h 139"/>
                  <a:gd name="T36" fmla="*/ 34 w 103"/>
                  <a:gd name="T37" fmla="*/ 33 h 139"/>
                  <a:gd name="T38" fmla="*/ 32 w 103"/>
                  <a:gd name="T39" fmla="*/ 40 h 139"/>
                  <a:gd name="T40" fmla="*/ 28 w 103"/>
                  <a:gd name="T41" fmla="*/ 48 h 139"/>
                  <a:gd name="T42" fmla="*/ 24 w 103"/>
                  <a:gd name="T43" fmla="*/ 52 h 139"/>
                  <a:gd name="T44" fmla="*/ 21 w 103"/>
                  <a:gd name="T45" fmla="*/ 57 h 139"/>
                  <a:gd name="T46" fmla="*/ 23 w 103"/>
                  <a:gd name="T47" fmla="*/ 60 h 139"/>
                  <a:gd name="T48" fmla="*/ 18 w 103"/>
                  <a:gd name="T49" fmla="*/ 68 h 139"/>
                  <a:gd name="T50" fmla="*/ 17 w 103"/>
                  <a:gd name="T51" fmla="*/ 70 h 139"/>
                  <a:gd name="T52" fmla="*/ 14 w 103"/>
                  <a:gd name="T53" fmla="*/ 75 h 139"/>
                  <a:gd name="T54" fmla="*/ 11 w 103"/>
                  <a:gd name="T55" fmla="*/ 80 h 139"/>
                  <a:gd name="T56" fmla="*/ 13 w 103"/>
                  <a:gd name="T57" fmla="*/ 89 h 139"/>
                  <a:gd name="T58" fmla="*/ 9 w 103"/>
                  <a:gd name="T59" fmla="*/ 94 h 139"/>
                  <a:gd name="T60" fmla="*/ 6 w 103"/>
                  <a:gd name="T61" fmla="*/ 94 h 139"/>
                  <a:gd name="T62" fmla="*/ 6 w 103"/>
                  <a:gd name="T63" fmla="*/ 100 h 139"/>
                  <a:gd name="T64" fmla="*/ 7 w 103"/>
                  <a:gd name="T65" fmla="*/ 104 h 139"/>
                  <a:gd name="T66" fmla="*/ 11 w 103"/>
                  <a:gd name="T67" fmla="*/ 107 h 139"/>
                  <a:gd name="T68" fmla="*/ 4 w 103"/>
                  <a:gd name="T69" fmla="*/ 108 h 139"/>
                  <a:gd name="T70" fmla="*/ 7 w 103"/>
                  <a:gd name="T71" fmla="*/ 95 h 139"/>
                  <a:gd name="T72" fmla="*/ 7 w 103"/>
                  <a:gd name="T73" fmla="*/ 102 h 139"/>
                  <a:gd name="T74" fmla="*/ 7 w 103"/>
                  <a:gd name="T75" fmla="*/ 101 h 139"/>
                  <a:gd name="T76" fmla="*/ 9 w 103"/>
                  <a:gd name="T77" fmla="*/ 100 h 139"/>
                  <a:gd name="T78" fmla="*/ 10 w 103"/>
                  <a:gd name="T79" fmla="*/ 83 h 139"/>
                  <a:gd name="T80" fmla="*/ 13 w 103"/>
                  <a:gd name="T81" fmla="*/ 85 h 139"/>
                  <a:gd name="T82" fmla="*/ 23 w 103"/>
                  <a:gd name="T83" fmla="*/ 56 h 139"/>
                  <a:gd name="T84" fmla="*/ 97 w 103"/>
                  <a:gd name="T85" fmla="*/ 8 h 139"/>
                  <a:gd name="T86" fmla="*/ 85 w 103"/>
                  <a:gd name="T87" fmla="*/ 10 h 139"/>
                  <a:gd name="T88" fmla="*/ 84 w 103"/>
                  <a:gd name="T89" fmla="*/ 8 h 139"/>
                  <a:gd name="T90" fmla="*/ 81 w 103"/>
                  <a:gd name="T91" fmla="*/ 5 h 139"/>
                  <a:gd name="T92" fmla="*/ 70 w 103"/>
                  <a:gd name="T93" fmla="*/ 7 h 139"/>
                  <a:gd name="T94" fmla="*/ 60 w 103"/>
                  <a:gd name="T95" fmla="*/ 5 h 139"/>
                  <a:gd name="T96" fmla="*/ 54 w 103"/>
                  <a:gd name="T97" fmla="*/ 14 h 139"/>
                  <a:gd name="T98" fmla="*/ 48 w 103"/>
                  <a:gd name="T99" fmla="*/ 22 h 139"/>
                  <a:gd name="T100" fmla="*/ 46 w 103"/>
                  <a:gd name="T101" fmla="*/ 26 h 139"/>
                  <a:gd name="T102" fmla="*/ 40 w 103"/>
                  <a:gd name="T103" fmla="*/ 27 h 139"/>
                  <a:gd name="T104" fmla="*/ 38 w 103"/>
                  <a:gd name="T105" fmla="*/ 29 h 139"/>
                  <a:gd name="T106" fmla="*/ 36 w 103"/>
                  <a:gd name="T107" fmla="*/ 36 h 139"/>
                  <a:gd name="T108" fmla="*/ 26 w 103"/>
                  <a:gd name="T109" fmla="*/ 53 h 139"/>
                  <a:gd name="T110" fmla="*/ 23 w 103"/>
                  <a:gd name="T111" fmla="*/ 61 h 139"/>
                  <a:gd name="T112" fmla="*/ 14 w 103"/>
                  <a:gd name="T113" fmla="*/ 137 h 139"/>
                  <a:gd name="T114" fmla="*/ 10 w 103"/>
                  <a:gd name="T115" fmla="*/ 129 h 139"/>
                  <a:gd name="T116" fmla="*/ 11 w 103"/>
                  <a:gd name="T117" fmla="*/ 130 h 139"/>
                  <a:gd name="T118" fmla="*/ 7 w 103"/>
                  <a:gd name="T119" fmla="*/ 125 h 139"/>
                  <a:gd name="T120" fmla="*/ 2 w 103"/>
                  <a:gd name="T121" fmla="*/ 120 h 139"/>
                  <a:gd name="T122" fmla="*/ 3 w 103"/>
                  <a:gd name="T123" fmla="*/ 11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139">
                    <a:moveTo>
                      <a:pt x="0" y="112"/>
                    </a:moveTo>
                    <a:cubicBezTo>
                      <a:pt x="0" y="112"/>
                      <a:pt x="0" y="112"/>
                      <a:pt x="0" y="113"/>
                    </a:cubicBezTo>
                    <a:cubicBezTo>
                      <a:pt x="0" y="113"/>
                      <a:pt x="0" y="113"/>
                      <a:pt x="0" y="113"/>
                    </a:cubicBezTo>
                    <a:cubicBezTo>
                      <a:pt x="1" y="113"/>
                      <a:pt x="1" y="113"/>
                      <a:pt x="1" y="114"/>
                    </a:cubicBezTo>
                    <a:cubicBezTo>
                      <a:pt x="1" y="115"/>
                      <a:pt x="2" y="114"/>
                      <a:pt x="2" y="114"/>
                    </a:cubicBezTo>
                    <a:cubicBezTo>
                      <a:pt x="3" y="114"/>
                      <a:pt x="2" y="115"/>
                      <a:pt x="2" y="115"/>
                    </a:cubicBezTo>
                    <a:cubicBezTo>
                      <a:pt x="2" y="115"/>
                      <a:pt x="2" y="115"/>
                      <a:pt x="3" y="115"/>
                    </a:cubicBezTo>
                    <a:cubicBezTo>
                      <a:pt x="3" y="115"/>
                      <a:pt x="3" y="115"/>
                      <a:pt x="3" y="116"/>
                    </a:cubicBezTo>
                    <a:cubicBezTo>
                      <a:pt x="3" y="116"/>
                      <a:pt x="3" y="116"/>
                      <a:pt x="3" y="116"/>
                    </a:cubicBezTo>
                    <a:cubicBezTo>
                      <a:pt x="3" y="116"/>
                      <a:pt x="3" y="116"/>
                      <a:pt x="3" y="116"/>
                    </a:cubicBezTo>
                    <a:cubicBezTo>
                      <a:pt x="3" y="116"/>
                      <a:pt x="3" y="116"/>
                      <a:pt x="3" y="116"/>
                    </a:cubicBezTo>
                    <a:cubicBezTo>
                      <a:pt x="3" y="116"/>
                      <a:pt x="3" y="116"/>
                      <a:pt x="3" y="116"/>
                    </a:cubicBezTo>
                    <a:cubicBezTo>
                      <a:pt x="3" y="116"/>
                      <a:pt x="3" y="116"/>
                      <a:pt x="3" y="116"/>
                    </a:cubicBezTo>
                    <a:cubicBezTo>
                      <a:pt x="3" y="116"/>
                      <a:pt x="3" y="116"/>
                      <a:pt x="3" y="116"/>
                    </a:cubicBezTo>
                    <a:cubicBezTo>
                      <a:pt x="4" y="116"/>
                      <a:pt x="4" y="116"/>
                      <a:pt x="4" y="116"/>
                    </a:cubicBezTo>
                    <a:cubicBezTo>
                      <a:pt x="4" y="116"/>
                      <a:pt x="4" y="116"/>
                      <a:pt x="4" y="116"/>
                    </a:cubicBezTo>
                    <a:cubicBezTo>
                      <a:pt x="4" y="116"/>
                      <a:pt x="4" y="116"/>
                      <a:pt x="4" y="116"/>
                    </a:cubicBezTo>
                    <a:cubicBezTo>
                      <a:pt x="3" y="116"/>
                      <a:pt x="3" y="115"/>
                      <a:pt x="3" y="116"/>
                    </a:cubicBezTo>
                    <a:cubicBezTo>
                      <a:pt x="3" y="116"/>
                      <a:pt x="3" y="116"/>
                      <a:pt x="3" y="116"/>
                    </a:cubicBezTo>
                    <a:cubicBezTo>
                      <a:pt x="3" y="116"/>
                      <a:pt x="2" y="117"/>
                      <a:pt x="3" y="117"/>
                    </a:cubicBezTo>
                    <a:cubicBezTo>
                      <a:pt x="3" y="117"/>
                      <a:pt x="3" y="117"/>
                      <a:pt x="3" y="117"/>
                    </a:cubicBezTo>
                    <a:cubicBezTo>
                      <a:pt x="3" y="117"/>
                      <a:pt x="3" y="117"/>
                      <a:pt x="3" y="117"/>
                    </a:cubicBezTo>
                    <a:cubicBezTo>
                      <a:pt x="2" y="117"/>
                      <a:pt x="3" y="118"/>
                      <a:pt x="3" y="118"/>
                    </a:cubicBezTo>
                    <a:cubicBezTo>
                      <a:pt x="2" y="118"/>
                      <a:pt x="2" y="118"/>
                      <a:pt x="2" y="119"/>
                    </a:cubicBezTo>
                    <a:cubicBezTo>
                      <a:pt x="2" y="119"/>
                      <a:pt x="2" y="118"/>
                      <a:pt x="2" y="118"/>
                    </a:cubicBezTo>
                    <a:cubicBezTo>
                      <a:pt x="2" y="118"/>
                      <a:pt x="2" y="118"/>
                      <a:pt x="2" y="118"/>
                    </a:cubicBezTo>
                    <a:cubicBezTo>
                      <a:pt x="1" y="118"/>
                      <a:pt x="1" y="118"/>
                      <a:pt x="1" y="118"/>
                    </a:cubicBezTo>
                    <a:cubicBezTo>
                      <a:pt x="1" y="117"/>
                      <a:pt x="1" y="118"/>
                      <a:pt x="1" y="118"/>
                    </a:cubicBezTo>
                    <a:cubicBezTo>
                      <a:pt x="0" y="118"/>
                      <a:pt x="1" y="117"/>
                      <a:pt x="0" y="118"/>
                    </a:cubicBezTo>
                    <a:cubicBezTo>
                      <a:pt x="0" y="117"/>
                      <a:pt x="0" y="118"/>
                      <a:pt x="0" y="118"/>
                    </a:cubicBezTo>
                    <a:cubicBezTo>
                      <a:pt x="0" y="119"/>
                      <a:pt x="1" y="119"/>
                      <a:pt x="0" y="119"/>
                    </a:cubicBezTo>
                    <a:cubicBezTo>
                      <a:pt x="1" y="118"/>
                      <a:pt x="1" y="119"/>
                      <a:pt x="1" y="119"/>
                    </a:cubicBezTo>
                    <a:cubicBezTo>
                      <a:pt x="1" y="119"/>
                      <a:pt x="1" y="119"/>
                      <a:pt x="1" y="119"/>
                    </a:cubicBezTo>
                    <a:cubicBezTo>
                      <a:pt x="1" y="119"/>
                      <a:pt x="1" y="119"/>
                      <a:pt x="1" y="119"/>
                    </a:cubicBezTo>
                    <a:cubicBezTo>
                      <a:pt x="1" y="119"/>
                      <a:pt x="1" y="119"/>
                      <a:pt x="1" y="119"/>
                    </a:cubicBezTo>
                    <a:cubicBezTo>
                      <a:pt x="1" y="119"/>
                      <a:pt x="1" y="119"/>
                      <a:pt x="1" y="119"/>
                    </a:cubicBezTo>
                    <a:cubicBezTo>
                      <a:pt x="1" y="119"/>
                      <a:pt x="1" y="119"/>
                      <a:pt x="0" y="119"/>
                    </a:cubicBezTo>
                    <a:cubicBezTo>
                      <a:pt x="0" y="120"/>
                      <a:pt x="1" y="119"/>
                      <a:pt x="1" y="120"/>
                    </a:cubicBezTo>
                    <a:cubicBezTo>
                      <a:pt x="1" y="119"/>
                      <a:pt x="1" y="119"/>
                      <a:pt x="1" y="119"/>
                    </a:cubicBezTo>
                    <a:cubicBezTo>
                      <a:pt x="1" y="119"/>
                      <a:pt x="1" y="119"/>
                      <a:pt x="1" y="119"/>
                    </a:cubicBezTo>
                    <a:cubicBezTo>
                      <a:pt x="2" y="120"/>
                      <a:pt x="2" y="120"/>
                      <a:pt x="2" y="120"/>
                    </a:cubicBezTo>
                    <a:cubicBezTo>
                      <a:pt x="2" y="120"/>
                      <a:pt x="2" y="120"/>
                      <a:pt x="2" y="120"/>
                    </a:cubicBezTo>
                    <a:cubicBezTo>
                      <a:pt x="2" y="120"/>
                      <a:pt x="2" y="120"/>
                      <a:pt x="2" y="120"/>
                    </a:cubicBezTo>
                    <a:cubicBezTo>
                      <a:pt x="1" y="120"/>
                      <a:pt x="1" y="120"/>
                      <a:pt x="1" y="120"/>
                    </a:cubicBezTo>
                    <a:cubicBezTo>
                      <a:pt x="1" y="120"/>
                      <a:pt x="1" y="120"/>
                      <a:pt x="2" y="120"/>
                    </a:cubicBezTo>
                    <a:cubicBezTo>
                      <a:pt x="2" y="120"/>
                      <a:pt x="2" y="120"/>
                      <a:pt x="2" y="120"/>
                    </a:cubicBezTo>
                    <a:cubicBezTo>
                      <a:pt x="2" y="120"/>
                      <a:pt x="2" y="120"/>
                      <a:pt x="2" y="120"/>
                    </a:cubicBezTo>
                    <a:cubicBezTo>
                      <a:pt x="2" y="120"/>
                      <a:pt x="3" y="121"/>
                      <a:pt x="2" y="120"/>
                    </a:cubicBezTo>
                    <a:cubicBezTo>
                      <a:pt x="3" y="121"/>
                      <a:pt x="2" y="121"/>
                      <a:pt x="2" y="121"/>
                    </a:cubicBezTo>
                    <a:cubicBezTo>
                      <a:pt x="2" y="121"/>
                      <a:pt x="2" y="121"/>
                      <a:pt x="2" y="121"/>
                    </a:cubicBezTo>
                    <a:cubicBezTo>
                      <a:pt x="2" y="122"/>
                      <a:pt x="2" y="122"/>
                      <a:pt x="2" y="122"/>
                    </a:cubicBezTo>
                    <a:cubicBezTo>
                      <a:pt x="3" y="121"/>
                      <a:pt x="3" y="121"/>
                      <a:pt x="3" y="121"/>
                    </a:cubicBezTo>
                    <a:cubicBezTo>
                      <a:pt x="3" y="121"/>
                      <a:pt x="3" y="121"/>
                      <a:pt x="3" y="121"/>
                    </a:cubicBezTo>
                    <a:cubicBezTo>
                      <a:pt x="3" y="121"/>
                      <a:pt x="3" y="121"/>
                      <a:pt x="3" y="121"/>
                    </a:cubicBezTo>
                    <a:cubicBezTo>
                      <a:pt x="3" y="121"/>
                      <a:pt x="3" y="121"/>
                      <a:pt x="3" y="121"/>
                    </a:cubicBezTo>
                    <a:cubicBezTo>
                      <a:pt x="3" y="121"/>
                      <a:pt x="3" y="121"/>
                      <a:pt x="3" y="121"/>
                    </a:cubicBezTo>
                    <a:cubicBezTo>
                      <a:pt x="3" y="121"/>
                      <a:pt x="3" y="121"/>
                      <a:pt x="3" y="121"/>
                    </a:cubicBezTo>
                    <a:cubicBezTo>
                      <a:pt x="3" y="121"/>
                      <a:pt x="3" y="121"/>
                      <a:pt x="3" y="121"/>
                    </a:cubicBezTo>
                    <a:cubicBezTo>
                      <a:pt x="3" y="121"/>
                      <a:pt x="3" y="121"/>
                      <a:pt x="3" y="121"/>
                    </a:cubicBezTo>
                    <a:cubicBezTo>
                      <a:pt x="3" y="121"/>
                      <a:pt x="3" y="121"/>
                      <a:pt x="3" y="121"/>
                    </a:cubicBezTo>
                    <a:cubicBezTo>
                      <a:pt x="3" y="122"/>
                      <a:pt x="3" y="122"/>
                      <a:pt x="4" y="122"/>
                    </a:cubicBezTo>
                    <a:cubicBezTo>
                      <a:pt x="3" y="121"/>
                      <a:pt x="3" y="120"/>
                      <a:pt x="4" y="121"/>
                    </a:cubicBezTo>
                    <a:cubicBezTo>
                      <a:pt x="4" y="121"/>
                      <a:pt x="4" y="121"/>
                      <a:pt x="4" y="121"/>
                    </a:cubicBezTo>
                    <a:cubicBezTo>
                      <a:pt x="4" y="121"/>
                      <a:pt x="4" y="121"/>
                      <a:pt x="4" y="121"/>
                    </a:cubicBezTo>
                    <a:cubicBezTo>
                      <a:pt x="5" y="122"/>
                      <a:pt x="5" y="122"/>
                      <a:pt x="5" y="122"/>
                    </a:cubicBezTo>
                    <a:cubicBezTo>
                      <a:pt x="5" y="122"/>
                      <a:pt x="5" y="122"/>
                      <a:pt x="5" y="122"/>
                    </a:cubicBezTo>
                    <a:cubicBezTo>
                      <a:pt x="5" y="122"/>
                      <a:pt x="5" y="122"/>
                      <a:pt x="5" y="122"/>
                    </a:cubicBezTo>
                    <a:cubicBezTo>
                      <a:pt x="5" y="122"/>
                      <a:pt x="5" y="122"/>
                      <a:pt x="5" y="122"/>
                    </a:cubicBezTo>
                    <a:cubicBezTo>
                      <a:pt x="5" y="122"/>
                      <a:pt x="5" y="122"/>
                      <a:pt x="5" y="122"/>
                    </a:cubicBezTo>
                    <a:cubicBezTo>
                      <a:pt x="5" y="122"/>
                      <a:pt x="5" y="122"/>
                      <a:pt x="5" y="122"/>
                    </a:cubicBezTo>
                    <a:cubicBezTo>
                      <a:pt x="5" y="123"/>
                      <a:pt x="5" y="123"/>
                      <a:pt x="5" y="123"/>
                    </a:cubicBezTo>
                    <a:cubicBezTo>
                      <a:pt x="4" y="123"/>
                      <a:pt x="5" y="123"/>
                      <a:pt x="5" y="122"/>
                    </a:cubicBezTo>
                    <a:cubicBezTo>
                      <a:pt x="3" y="121"/>
                      <a:pt x="3" y="123"/>
                      <a:pt x="3" y="122"/>
                    </a:cubicBezTo>
                    <a:cubicBezTo>
                      <a:pt x="2" y="122"/>
                      <a:pt x="3" y="123"/>
                      <a:pt x="3" y="123"/>
                    </a:cubicBezTo>
                    <a:cubicBezTo>
                      <a:pt x="3" y="123"/>
                      <a:pt x="4" y="123"/>
                      <a:pt x="4" y="123"/>
                    </a:cubicBezTo>
                    <a:cubicBezTo>
                      <a:pt x="4" y="123"/>
                      <a:pt x="3" y="124"/>
                      <a:pt x="4" y="124"/>
                    </a:cubicBezTo>
                    <a:cubicBezTo>
                      <a:pt x="4" y="124"/>
                      <a:pt x="3" y="124"/>
                      <a:pt x="3" y="124"/>
                    </a:cubicBezTo>
                    <a:cubicBezTo>
                      <a:pt x="3" y="124"/>
                      <a:pt x="3" y="124"/>
                      <a:pt x="3" y="124"/>
                    </a:cubicBezTo>
                    <a:cubicBezTo>
                      <a:pt x="3" y="124"/>
                      <a:pt x="3" y="124"/>
                      <a:pt x="3" y="125"/>
                    </a:cubicBezTo>
                    <a:cubicBezTo>
                      <a:pt x="3" y="125"/>
                      <a:pt x="4" y="125"/>
                      <a:pt x="4" y="124"/>
                    </a:cubicBezTo>
                    <a:cubicBezTo>
                      <a:pt x="6" y="124"/>
                      <a:pt x="4" y="125"/>
                      <a:pt x="5" y="125"/>
                    </a:cubicBezTo>
                    <a:cubicBezTo>
                      <a:pt x="5" y="123"/>
                      <a:pt x="6" y="125"/>
                      <a:pt x="6" y="125"/>
                    </a:cubicBezTo>
                    <a:cubicBezTo>
                      <a:pt x="6" y="125"/>
                      <a:pt x="6" y="125"/>
                      <a:pt x="6" y="125"/>
                    </a:cubicBezTo>
                    <a:cubicBezTo>
                      <a:pt x="6" y="125"/>
                      <a:pt x="6" y="125"/>
                      <a:pt x="6" y="125"/>
                    </a:cubicBezTo>
                    <a:cubicBezTo>
                      <a:pt x="6" y="125"/>
                      <a:pt x="6" y="125"/>
                      <a:pt x="6" y="125"/>
                    </a:cubicBezTo>
                    <a:cubicBezTo>
                      <a:pt x="7" y="125"/>
                      <a:pt x="6" y="124"/>
                      <a:pt x="7" y="125"/>
                    </a:cubicBezTo>
                    <a:cubicBezTo>
                      <a:pt x="7" y="125"/>
                      <a:pt x="6" y="126"/>
                      <a:pt x="7" y="125"/>
                    </a:cubicBezTo>
                    <a:cubicBezTo>
                      <a:pt x="7" y="125"/>
                      <a:pt x="6" y="125"/>
                      <a:pt x="7" y="125"/>
                    </a:cubicBezTo>
                    <a:cubicBezTo>
                      <a:pt x="7" y="125"/>
                      <a:pt x="7" y="125"/>
                      <a:pt x="7" y="125"/>
                    </a:cubicBezTo>
                    <a:cubicBezTo>
                      <a:pt x="6" y="125"/>
                      <a:pt x="7" y="125"/>
                      <a:pt x="7" y="125"/>
                    </a:cubicBezTo>
                    <a:cubicBezTo>
                      <a:pt x="7" y="125"/>
                      <a:pt x="7" y="125"/>
                      <a:pt x="7" y="125"/>
                    </a:cubicBezTo>
                    <a:cubicBezTo>
                      <a:pt x="6" y="125"/>
                      <a:pt x="7" y="125"/>
                      <a:pt x="7" y="126"/>
                    </a:cubicBezTo>
                    <a:cubicBezTo>
                      <a:pt x="7" y="125"/>
                      <a:pt x="7" y="125"/>
                      <a:pt x="7" y="125"/>
                    </a:cubicBezTo>
                    <a:cubicBezTo>
                      <a:pt x="7" y="125"/>
                      <a:pt x="6" y="126"/>
                      <a:pt x="6" y="125"/>
                    </a:cubicBezTo>
                    <a:cubicBezTo>
                      <a:pt x="6" y="126"/>
                      <a:pt x="6" y="125"/>
                      <a:pt x="6" y="126"/>
                    </a:cubicBezTo>
                    <a:cubicBezTo>
                      <a:pt x="7" y="125"/>
                      <a:pt x="7" y="125"/>
                      <a:pt x="7" y="126"/>
                    </a:cubicBezTo>
                    <a:cubicBezTo>
                      <a:pt x="6" y="126"/>
                      <a:pt x="6" y="126"/>
                      <a:pt x="7" y="126"/>
                    </a:cubicBezTo>
                    <a:cubicBezTo>
                      <a:pt x="7" y="127"/>
                      <a:pt x="7" y="126"/>
                      <a:pt x="7" y="126"/>
                    </a:cubicBezTo>
                    <a:cubicBezTo>
                      <a:pt x="7" y="126"/>
                      <a:pt x="7" y="126"/>
                      <a:pt x="7" y="126"/>
                    </a:cubicBezTo>
                    <a:cubicBezTo>
                      <a:pt x="7" y="127"/>
                      <a:pt x="7" y="126"/>
                      <a:pt x="7" y="126"/>
                    </a:cubicBezTo>
                    <a:cubicBezTo>
                      <a:pt x="7" y="127"/>
                      <a:pt x="7" y="126"/>
                      <a:pt x="7" y="127"/>
                    </a:cubicBezTo>
                    <a:cubicBezTo>
                      <a:pt x="7" y="127"/>
                      <a:pt x="7" y="126"/>
                      <a:pt x="7" y="127"/>
                    </a:cubicBezTo>
                    <a:cubicBezTo>
                      <a:pt x="7" y="127"/>
                      <a:pt x="7" y="127"/>
                      <a:pt x="6" y="127"/>
                    </a:cubicBezTo>
                    <a:cubicBezTo>
                      <a:pt x="6" y="127"/>
                      <a:pt x="6" y="127"/>
                      <a:pt x="7" y="128"/>
                    </a:cubicBezTo>
                    <a:cubicBezTo>
                      <a:pt x="7" y="128"/>
                      <a:pt x="8" y="127"/>
                      <a:pt x="7" y="128"/>
                    </a:cubicBezTo>
                    <a:cubicBezTo>
                      <a:pt x="7" y="127"/>
                      <a:pt x="7" y="128"/>
                      <a:pt x="7" y="128"/>
                    </a:cubicBezTo>
                    <a:cubicBezTo>
                      <a:pt x="7" y="128"/>
                      <a:pt x="8" y="128"/>
                      <a:pt x="7" y="128"/>
                    </a:cubicBezTo>
                    <a:cubicBezTo>
                      <a:pt x="7" y="128"/>
                      <a:pt x="6" y="128"/>
                      <a:pt x="6" y="128"/>
                    </a:cubicBezTo>
                    <a:cubicBezTo>
                      <a:pt x="7" y="128"/>
                      <a:pt x="6" y="129"/>
                      <a:pt x="6" y="128"/>
                    </a:cubicBezTo>
                    <a:cubicBezTo>
                      <a:pt x="7" y="128"/>
                      <a:pt x="7" y="128"/>
                      <a:pt x="7" y="128"/>
                    </a:cubicBezTo>
                    <a:cubicBezTo>
                      <a:pt x="7" y="128"/>
                      <a:pt x="7" y="129"/>
                      <a:pt x="6" y="129"/>
                    </a:cubicBezTo>
                    <a:cubicBezTo>
                      <a:pt x="6" y="128"/>
                      <a:pt x="6" y="129"/>
                      <a:pt x="6" y="128"/>
                    </a:cubicBezTo>
                    <a:cubicBezTo>
                      <a:pt x="6" y="128"/>
                      <a:pt x="5" y="129"/>
                      <a:pt x="6" y="129"/>
                    </a:cubicBezTo>
                    <a:cubicBezTo>
                      <a:pt x="6" y="129"/>
                      <a:pt x="5" y="129"/>
                      <a:pt x="5" y="128"/>
                    </a:cubicBezTo>
                    <a:cubicBezTo>
                      <a:pt x="5" y="128"/>
                      <a:pt x="5" y="128"/>
                      <a:pt x="5" y="128"/>
                    </a:cubicBezTo>
                    <a:cubicBezTo>
                      <a:pt x="5" y="128"/>
                      <a:pt x="4" y="129"/>
                      <a:pt x="5" y="129"/>
                    </a:cubicBezTo>
                    <a:cubicBezTo>
                      <a:pt x="4" y="130"/>
                      <a:pt x="3" y="129"/>
                      <a:pt x="4" y="130"/>
                    </a:cubicBezTo>
                    <a:cubicBezTo>
                      <a:pt x="4" y="130"/>
                      <a:pt x="4" y="130"/>
                      <a:pt x="4" y="130"/>
                    </a:cubicBezTo>
                    <a:cubicBezTo>
                      <a:pt x="4" y="131"/>
                      <a:pt x="4" y="131"/>
                      <a:pt x="4" y="131"/>
                    </a:cubicBezTo>
                    <a:cubicBezTo>
                      <a:pt x="5" y="131"/>
                      <a:pt x="5" y="130"/>
                      <a:pt x="6" y="131"/>
                    </a:cubicBezTo>
                    <a:cubicBezTo>
                      <a:pt x="5" y="131"/>
                      <a:pt x="6" y="132"/>
                      <a:pt x="6" y="132"/>
                    </a:cubicBezTo>
                    <a:cubicBezTo>
                      <a:pt x="6" y="131"/>
                      <a:pt x="6" y="131"/>
                      <a:pt x="6" y="131"/>
                    </a:cubicBezTo>
                    <a:cubicBezTo>
                      <a:pt x="6" y="131"/>
                      <a:pt x="6" y="130"/>
                      <a:pt x="7" y="131"/>
                    </a:cubicBezTo>
                    <a:cubicBezTo>
                      <a:pt x="7" y="131"/>
                      <a:pt x="7" y="131"/>
                      <a:pt x="7" y="131"/>
                    </a:cubicBezTo>
                    <a:cubicBezTo>
                      <a:pt x="7" y="131"/>
                      <a:pt x="7" y="131"/>
                      <a:pt x="7" y="131"/>
                    </a:cubicBezTo>
                    <a:cubicBezTo>
                      <a:pt x="6" y="131"/>
                      <a:pt x="6" y="129"/>
                      <a:pt x="7" y="130"/>
                    </a:cubicBezTo>
                    <a:cubicBezTo>
                      <a:pt x="7" y="130"/>
                      <a:pt x="7" y="131"/>
                      <a:pt x="7" y="131"/>
                    </a:cubicBezTo>
                    <a:cubicBezTo>
                      <a:pt x="7" y="131"/>
                      <a:pt x="7" y="131"/>
                      <a:pt x="7" y="132"/>
                    </a:cubicBezTo>
                    <a:cubicBezTo>
                      <a:pt x="7" y="131"/>
                      <a:pt x="7" y="131"/>
                      <a:pt x="7" y="131"/>
                    </a:cubicBezTo>
                    <a:cubicBezTo>
                      <a:pt x="7" y="131"/>
                      <a:pt x="7" y="131"/>
                      <a:pt x="7" y="131"/>
                    </a:cubicBezTo>
                    <a:cubicBezTo>
                      <a:pt x="7" y="131"/>
                      <a:pt x="7" y="131"/>
                      <a:pt x="7" y="131"/>
                    </a:cubicBezTo>
                    <a:cubicBezTo>
                      <a:pt x="6" y="131"/>
                      <a:pt x="6" y="131"/>
                      <a:pt x="6" y="131"/>
                    </a:cubicBezTo>
                    <a:cubicBezTo>
                      <a:pt x="7" y="132"/>
                      <a:pt x="7" y="132"/>
                      <a:pt x="7" y="132"/>
                    </a:cubicBezTo>
                    <a:cubicBezTo>
                      <a:pt x="7" y="132"/>
                      <a:pt x="7" y="132"/>
                      <a:pt x="7" y="132"/>
                    </a:cubicBezTo>
                    <a:cubicBezTo>
                      <a:pt x="7" y="132"/>
                      <a:pt x="7" y="132"/>
                      <a:pt x="7" y="132"/>
                    </a:cubicBezTo>
                    <a:cubicBezTo>
                      <a:pt x="7" y="133"/>
                      <a:pt x="8" y="132"/>
                      <a:pt x="7" y="132"/>
                    </a:cubicBezTo>
                    <a:cubicBezTo>
                      <a:pt x="8" y="132"/>
                      <a:pt x="7" y="132"/>
                      <a:pt x="7" y="133"/>
                    </a:cubicBezTo>
                    <a:cubicBezTo>
                      <a:pt x="7" y="133"/>
                      <a:pt x="8" y="132"/>
                      <a:pt x="8" y="133"/>
                    </a:cubicBezTo>
                    <a:cubicBezTo>
                      <a:pt x="7" y="133"/>
                      <a:pt x="7" y="134"/>
                      <a:pt x="7" y="134"/>
                    </a:cubicBezTo>
                    <a:cubicBezTo>
                      <a:pt x="8" y="134"/>
                      <a:pt x="8" y="134"/>
                      <a:pt x="8" y="134"/>
                    </a:cubicBezTo>
                    <a:cubicBezTo>
                      <a:pt x="8" y="134"/>
                      <a:pt x="8" y="134"/>
                      <a:pt x="8" y="134"/>
                    </a:cubicBezTo>
                    <a:cubicBezTo>
                      <a:pt x="7" y="133"/>
                      <a:pt x="8" y="133"/>
                      <a:pt x="8" y="134"/>
                    </a:cubicBezTo>
                    <a:cubicBezTo>
                      <a:pt x="8" y="134"/>
                      <a:pt x="10" y="132"/>
                      <a:pt x="10" y="133"/>
                    </a:cubicBezTo>
                    <a:cubicBezTo>
                      <a:pt x="8" y="131"/>
                      <a:pt x="11" y="132"/>
                      <a:pt x="10" y="134"/>
                    </a:cubicBezTo>
                    <a:cubicBezTo>
                      <a:pt x="11" y="135"/>
                      <a:pt x="11" y="133"/>
                      <a:pt x="11" y="133"/>
                    </a:cubicBezTo>
                    <a:cubicBezTo>
                      <a:pt x="12" y="135"/>
                      <a:pt x="12" y="132"/>
                      <a:pt x="12" y="132"/>
                    </a:cubicBezTo>
                    <a:cubicBezTo>
                      <a:pt x="11" y="134"/>
                      <a:pt x="12" y="131"/>
                      <a:pt x="12" y="133"/>
                    </a:cubicBezTo>
                    <a:cubicBezTo>
                      <a:pt x="12" y="132"/>
                      <a:pt x="11" y="132"/>
                      <a:pt x="12" y="133"/>
                    </a:cubicBezTo>
                    <a:cubicBezTo>
                      <a:pt x="12" y="134"/>
                      <a:pt x="12" y="134"/>
                      <a:pt x="13" y="134"/>
                    </a:cubicBezTo>
                    <a:cubicBezTo>
                      <a:pt x="14" y="135"/>
                      <a:pt x="13" y="133"/>
                      <a:pt x="13" y="134"/>
                    </a:cubicBezTo>
                    <a:cubicBezTo>
                      <a:pt x="13" y="136"/>
                      <a:pt x="14" y="134"/>
                      <a:pt x="13" y="134"/>
                    </a:cubicBezTo>
                    <a:cubicBezTo>
                      <a:pt x="13" y="135"/>
                      <a:pt x="13" y="134"/>
                      <a:pt x="14" y="135"/>
                    </a:cubicBezTo>
                    <a:cubicBezTo>
                      <a:pt x="12" y="135"/>
                      <a:pt x="13" y="136"/>
                      <a:pt x="13" y="135"/>
                    </a:cubicBezTo>
                    <a:cubicBezTo>
                      <a:pt x="13" y="136"/>
                      <a:pt x="13" y="135"/>
                      <a:pt x="13" y="135"/>
                    </a:cubicBezTo>
                    <a:cubicBezTo>
                      <a:pt x="15" y="135"/>
                      <a:pt x="13" y="135"/>
                      <a:pt x="13" y="135"/>
                    </a:cubicBezTo>
                    <a:cubicBezTo>
                      <a:pt x="12" y="135"/>
                      <a:pt x="13" y="136"/>
                      <a:pt x="13" y="135"/>
                    </a:cubicBezTo>
                    <a:cubicBezTo>
                      <a:pt x="13" y="133"/>
                      <a:pt x="14" y="135"/>
                      <a:pt x="13" y="135"/>
                    </a:cubicBezTo>
                    <a:cubicBezTo>
                      <a:pt x="13" y="134"/>
                      <a:pt x="13" y="135"/>
                      <a:pt x="13" y="135"/>
                    </a:cubicBezTo>
                    <a:cubicBezTo>
                      <a:pt x="13" y="135"/>
                      <a:pt x="14" y="136"/>
                      <a:pt x="13" y="135"/>
                    </a:cubicBezTo>
                    <a:cubicBezTo>
                      <a:pt x="13" y="136"/>
                      <a:pt x="14" y="136"/>
                      <a:pt x="13" y="136"/>
                    </a:cubicBezTo>
                    <a:cubicBezTo>
                      <a:pt x="14" y="137"/>
                      <a:pt x="14" y="137"/>
                      <a:pt x="13" y="136"/>
                    </a:cubicBezTo>
                    <a:cubicBezTo>
                      <a:pt x="14" y="138"/>
                      <a:pt x="13" y="136"/>
                      <a:pt x="14" y="137"/>
                    </a:cubicBezTo>
                    <a:cubicBezTo>
                      <a:pt x="14" y="136"/>
                      <a:pt x="14" y="136"/>
                      <a:pt x="14" y="137"/>
                    </a:cubicBezTo>
                    <a:cubicBezTo>
                      <a:pt x="15" y="136"/>
                      <a:pt x="14" y="137"/>
                      <a:pt x="14" y="137"/>
                    </a:cubicBezTo>
                    <a:cubicBezTo>
                      <a:pt x="14" y="138"/>
                      <a:pt x="14" y="135"/>
                      <a:pt x="14" y="137"/>
                    </a:cubicBezTo>
                    <a:cubicBezTo>
                      <a:pt x="13" y="137"/>
                      <a:pt x="14" y="137"/>
                      <a:pt x="13" y="138"/>
                    </a:cubicBezTo>
                    <a:cubicBezTo>
                      <a:pt x="15" y="138"/>
                      <a:pt x="14" y="137"/>
                      <a:pt x="14" y="138"/>
                    </a:cubicBezTo>
                    <a:cubicBezTo>
                      <a:pt x="14" y="137"/>
                      <a:pt x="14" y="138"/>
                      <a:pt x="15" y="135"/>
                    </a:cubicBezTo>
                    <a:cubicBezTo>
                      <a:pt x="16" y="137"/>
                      <a:pt x="15" y="136"/>
                      <a:pt x="15" y="135"/>
                    </a:cubicBezTo>
                    <a:cubicBezTo>
                      <a:pt x="13" y="135"/>
                      <a:pt x="14" y="134"/>
                      <a:pt x="13" y="133"/>
                    </a:cubicBezTo>
                    <a:cubicBezTo>
                      <a:pt x="11" y="132"/>
                      <a:pt x="11" y="132"/>
                      <a:pt x="11" y="132"/>
                    </a:cubicBezTo>
                    <a:cubicBezTo>
                      <a:pt x="11" y="131"/>
                      <a:pt x="11" y="131"/>
                      <a:pt x="12" y="131"/>
                    </a:cubicBezTo>
                    <a:cubicBezTo>
                      <a:pt x="13" y="129"/>
                      <a:pt x="11" y="130"/>
                      <a:pt x="11" y="128"/>
                    </a:cubicBezTo>
                    <a:cubicBezTo>
                      <a:pt x="11" y="127"/>
                      <a:pt x="11" y="128"/>
                      <a:pt x="11" y="125"/>
                    </a:cubicBezTo>
                    <a:cubicBezTo>
                      <a:pt x="12" y="125"/>
                      <a:pt x="12" y="125"/>
                      <a:pt x="11" y="125"/>
                    </a:cubicBezTo>
                    <a:cubicBezTo>
                      <a:pt x="12" y="124"/>
                      <a:pt x="13" y="121"/>
                      <a:pt x="12" y="122"/>
                    </a:cubicBezTo>
                    <a:cubicBezTo>
                      <a:pt x="11" y="122"/>
                      <a:pt x="13" y="118"/>
                      <a:pt x="13" y="120"/>
                    </a:cubicBezTo>
                    <a:cubicBezTo>
                      <a:pt x="12" y="121"/>
                      <a:pt x="12" y="120"/>
                      <a:pt x="12" y="120"/>
                    </a:cubicBezTo>
                    <a:cubicBezTo>
                      <a:pt x="12" y="119"/>
                      <a:pt x="12" y="118"/>
                      <a:pt x="14" y="118"/>
                    </a:cubicBezTo>
                    <a:cubicBezTo>
                      <a:pt x="14" y="118"/>
                      <a:pt x="16" y="117"/>
                      <a:pt x="15" y="117"/>
                    </a:cubicBezTo>
                    <a:cubicBezTo>
                      <a:pt x="14" y="117"/>
                      <a:pt x="15" y="114"/>
                      <a:pt x="15" y="114"/>
                    </a:cubicBezTo>
                    <a:cubicBezTo>
                      <a:pt x="16" y="112"/>
                      <a:pt x="15" y="114"/>
                      <a:pt x="17" y="113"/>
                    </a:cubicBezTo>
                    <a:cubicBezTo>
                      <a:pt x="18" y="109"/>
                      <a:pt x="16" y="112"/>
                      <a:pt x="17" y="111"/>
                    </a:cubicBezTo>
                    <a:cubicBezTo>
                      <a:pt x="18" y="110"/>
                      <a:pt x="17" y="112"/>
                      <a:pt x="17" y="110"/>
                    </a:cubicBezTo>
                    <a:cubicBezTo>
                      <a:pt x="16" y="110"/>
                      <a:pt x="16" y="111"/>
                      <a:pt x="18" y="109"/>
                    </a:cubicBezTo>
                    <a:cubicBezTo>
                      <a:pt x="19" y="109"/>
                      <a:pt x="20" y="105"/>
                      <a:pt x="19" y="107"/>
                    </a:cubicBezTo>
                    <a:cubicBezTo>
                      <a:pt x="18" y="107"/>
                      <a:pt x="19" y="103"/>
                      <a:pt x="19" y="105"/>
                    </a:cubicBezTo>
                    <a:cubicBezTo>
                      <a:pt x="19" y="104"/>
                      <a:pt x="17" y="106"/>
                      <a:pt x="19" y="102"/>
                    </a:cubicBezTo>
                    <a:cubicBezTo>
                      <a:pt x="21" y="100"/>
                      <a:pt x="18" y="100"/>
                      <a:pt x="20" y="101"/>
                    </a:cubicBezTo>
                    <a:cubicBezTo>
                      <a:pt x="19" y="100"/>
                      <a:pt x="20" y="102"/>
                      <a:pt x="21" y="100"/>
                    </a:cubicBezTo>
                    <a:cubicBezTo>
                      <a:pt x="20" y="99"/>
                      <a:pt x="23" y="101"/>
                      <a:pt x="22" y="98"/>
                    </a:cubicBezTo>
                    <a:cubicBezTo>
                      <a:pt x="22" y="98"/>
                      <a:pt x="25" y="96"/>
                      <a:pt x="24" y="97"/>
                    </a:cubicBezTo>
                    <a:cubicBezTo>
                      <a:pt x="24" y="96"/>
                      <a:pt x="22" y="96"/>
                      <a:pt x="23" y="96"/>
                    </a:cubicBezTo>
                    <a:cubicBezTo>
                      <a:pt x="23" y="95"/>
                      <a:pt x="22" y="93"/>
                      <a:pt x="22" y="93"/>
                    </a:cubicBezTo>
                    <a:cubicBezTo>
                      <a:pt x="21" y="91"/>
                      <a:pt x="22" y="94"/>
                      <a:pt x="22" y="94"/>
                    </a:cubicBezTo>
                    <a:cubicBezTo>
                      <a:pt x="21" y="93"/>
                      <a:pt x="20" y="93"/>
                      <a:pt x="22" y="93"/>
                    </a:cubicBezTo>
                    <a:cubicBezTo>
                      <a:pt x="22" y="92"/>
                      <a:pt x="22" y="91"/>
                      <a:pt x="23" y="91"/>
                    </a:cubicBezTo>
                    <a:cubicBezTo>
                      <a:pt x="23" y="90"/>
                      <a:pt x="22" y="92"/>
                      <a:pt x="22" y="90"/>
                    </a:cubicBezTo>
                    <a:cubicBezTo>
                      <a:pt x="22" y="90"/>
                      <a:pt x="21" y="89"/>
                      <a:pt x="23" y="88"/>
                    </a:cubicBezTo>
                    <a:cubicBezTo>
                      <a:pt x="23" y="88"/>
                      <a:pt x="22" y="87"/>
                      <a:pt x="23" y="89"/>
                    </a:cubicBezTo>
                    <a:cubicBezTo>
                      <a:pt x="24" y="89"/>
                      <a:pt x="23" y="90"/>
                      <a:pt x="23" y="86"/>
                    </a:cubicBezTo>
                    <a:cubicBezTo>
                      <a:pt x="24" y="85"/>
                      <a:pt x="21" y="85"/>
                      <a:pt x="24" y="83"/>
                    </a:cubicBezTo>
                    <a:cubicBezTo>
                      <a:pt x="24" y="85"/>
                      <a:pt x="23" y="84"/>
                      <a:pt x="24" y="81"/>
                    </a:cubicBezTo>
                    <a:cubicBezTo>
                      <a:pt x="24" y="80"/>
                      <a:pt x="24" y="78"/>
                      <a:pt x="24" y="79"/>
                    </a:cubicBezTo>
                    <a:cubicBezTo>
                      <a:pt x="25" y="78"/>
                      <a:pt x="25" y="78"/>
                      <a:pt x="24" y="76"/>
                    </a:cubicBezTo>
                    <a:cubicBezTo>
                      <a:pt x="24" y="76"/>
                      <a:pt x="24" y="76"/>
                      <a:pt x="25" y="74"/>
                    </a:cubicBezTo>
                    <a:cubicBezTo>
                      <a:pt x="25" y="74"/>
                      <a:pt x="25" y="72"/>
                      <a:pt x="24" y="73"/>
                    </a:cubicBezTo>
                    <a:cubicBezTo>
                      <a:pt x="24" y="70"/>
                      <a:pt x="24" y="71"/>
                      <a:pt x="24" y="70"/>
                    </a:cubicBezTo>
                    <a:cubicBezTo>
                      <a:pt x="24" y="68"/>
                      <a:pt x="24" y="68"/>
                      <a:pt x="25" y="67"/>
                    </a:cubicBezTo>
                    <a:cubicBezTo>
                      <a:pt x="25" y="68"/>
                      <a:pt x="27" y="65"/>
                      <a:pt x="26" y="65"/>
                    </a:cubicBezTo>
                    <a:cubicBezTo>
                      <a:pt x="27" y="64"/>
                      <a:pt x="28" y="65"/>
                      <a:pt x="28" y="64"/>
                    </a:cubicBezTo>
                    <a:cubicBezTo>
                      <a:pt x="28" y="64"/>
                      <a:pt x="28" y="63"/>
                      <a:pt x="29" y="62"/>
                    </a:cubicBezTo>
                    <a:cubicBezTo>
                      <a:pt x="30" y="61"/>
                      <a:pt x="30" y="61"/>
                      <a:pt x="30" y="60"/>
                    </a:cubicBezTo>
                    <a:cubicBezTo>
                      <a:pt x="30" y="60"/>
                      <a:pt x="31" y="60"/>
                      <a:pt x="32" y="60"/>
                    </a:cubicBezTo>
                    <a:cubicBezTo>
                      <a:pt x="32" y="61"/>
                      <a:pt x="33" y="61"/>
                      <a:pt x="33" y="60"/>
                    </a:cubicBezTo>
                    <a:cubicBezTo>
                      <a:pt x="34" y="59"/>
                      <a:pt x="33" y="61"/>
                      <a:pt x="35" y="60"/>
                    </a:cubicBezTo>
                    <a:cubicBezTo>
                      <a:pt x="34" y="59"/>
                      <a:pt x="35" y="61"/>
                      <a:pt x="36" y="59"/>
                    </a:cubicBezTo>
                    <a:cubicBezTo>
                      <a:pt x="36" y="60"/>
                      <a:pt x="38" y="59"/>
                      <a:pt x="38" y="59"/>
                    </a:cubicBezTo>
                    <a:cubicBezTo>
                      <a:pt x="38" y="59"/>
                      <a:pt x="40" y="62"/>
                      <a:pt x="39" y="59"/>
                    </a:cubicBezTo>
                    <a:cubicBezTo>
                      <a:pt x="39" y="60"/>
                      <a:pt x="40" y="61"/>
                      <a:pt x="40" y="61"/>
                    </a:cubicBezTo>
                    <a:cubicBezTo>
                      <a:pt x="41" y="61"/>
                      <a:pt x="41" y="60"/>
                      <a:pt x="41" y="59"/>
                    </a:cubicBezTo>
                    <a:cubicBezTo>
                      <a:pt x="39" y="57"/>
                      <a:pt x="43" y="58"/>
                      <a:pt x="42" y="59"/>
                    </a:cubicBezTo>
                    <a:cubicBezTo>
                      <a:pt x="41" y="58"/>
                      <a:pt x="43" y="58"/>
                      <a:pt x="43" y="58"/>
                    </a:cubicBezTo>
                    <a:cubicBezTo>
                      <a:pt x="44" y="58"/>
                      <a:pt x="42" y="56"/>
                      <a:pt x="43" y="57"/>
                    </a:cubicBezTo>
                    <a:cubicBezTo>
                      <a:pt x="43" y="58"/>
                      <a:pt x="44" y="56"/>
                      <a:pt x="43" y="55"/>
                    </a:cubicBezTo>
                    <a:cubicBezTo>
                      <a:pt x="42" y="54"/>
                      <a:pt x="42" y="57"/>
                      <a:pt x="43" y="54"/>
                    </a:cubicBezTo>
                    <a:cubicBezTo>
                      <a:pt x="43" y="54"/>
                      <a:pt x="41" y="53"/>
                      <a:pt x="42" y="51"/>
                    </a:cubicBezTo>
                    <a:cubicBezTo>
                      <a:pt x="42" y="49"/>
                      <a:pt x="43" y="49"/>
                      <a:pt x="42" y="48"/>
                    </a:cubicBezTo>
                    <a:cubicBezTo>
                      <a:pt x="42" y="46"/>
                      <a:pt x="43" y="46"/>
                      <a:pt x="42" y="47"/>
                    </a:cubicBezTo>
                    <a:cubicBezTo>
                      <a:pt x="43" y="46"/>
                      <a:pt x="41" y="46"/>
                      <a:pt x="43" y="45"/>
                    </a:cubicBezTo>
                    <a:cubicBezTo>
                      <a:pt x="44" y="45"/>
                      <a:pt x="44" y="42"/>
                      <a:pt x="44" y="42"/>
                    </a:cubicBezTo>
                    <a:cubicBezTo>
                      <a:pt x="45" y="40"/>
                      <a:pt x="45" y="40"/>
                      <a:pt x="45" y="40"/>
                    </a:cubicBezTo>
                    <a:cubicBezTo>
                      <a:pt x="45" y="39"/>
                      <a:pt x="45" y="36"/>
                      <a:pt x="45" y="37"/>
                    </a:cubicBezTo>
                    <a:cubicBezTo>
                      <a:pt x="46" y="36"/>
                      <a:pt x="47" y="35"/>
                      <a:pt x="47" y="34"/>
                    </a:cubicBezTo>
                    <a:cubicBezTo>
                      <a:pt x="47" y="32"/>
                      <a:pt x="48" y="32"/>
                      <a:pt x="45" y="32"/>
                    </a:cubicBezTo>
                    <a:cubicBezTo>
                      <a:pt x="46" y="31"/>
                      <a:pt x="45" y="31"/>
                      <a:pt x="46" y="30"/>
                    </a:cubicBezTo>
                    <a:cubicBezTo>
                      <a:pt x="46" y="28"/>
                      <a:pt x="47" y="29"/>
                      <a:pt x="47" y="27"/>
                    </a:cubicBezTo>
                    <a:cubicBezTo>
                      <a:pt x="46" y="26"/>
                      <a:pt x="49" y="25"/>
                      <a:pt x="48" y="25"/>
                    </a:cubicBezTo>
                    <a:cubicBezTo>
                      <a:pt x="48" y="24"/>
                      <a:pt x="50" y="23"/>
                      <a:pt x="50" y="23"/>
                    </a:cubicBezTo>
                    <a:cubicBezTo>
                      <a:pt x="50" y="23"/>
                      <a:pt x="52" y="23"/>
                      <a:pt x="52" y="23"/>
                    </a:cubicBezTo>
                    <a:cubicBezTo>
                      <a:pt x="53" y="22"/>
                      <a:pt x="53" y="21"/>
                      <a:pt x="53" y="21"/>
                    </a:cubicBezTo>
                    <a:cubicBezTo>
                      <a:pt x="52" y="20"/>
                      <a:pt x="53" y="22"/>
                      <a:pt x="55" y="20"/>
                    </a:cubicBezTo>
                    <a:cubicBezTo>
                      <a:pt x="55" y="19"/>
                      <a:pt x="56" y="19"/>
                      <a:pt x="56" y="18"/>
                    </a:cubicBezTo>
                    <a:cubicBezTo>
                      <a:pt x="56" y="18"/>
                      <a:pt x="57" y="18"/>
                      <a:pt x="57" y="19"/>
                    </a:cubicBezTo>
                    <a:cubicBezTo>
                      <a:pt x="58" y="20"/>
                      <a:pt x="58" y="19"/>
                      <a:pt x="58" y="19"/>
                    </a:cubicBezTo>
                    <a:cubicBezTo>
                      <a:pt x="58" y="19"/>
                      <a:pt x="58" y="18"/>
                      <a:pt x="58" y="19"/>
                    </a:cubicBezTo>
                    <a:cubicBezTo>
                      <a:pt x="58" y="18"/>
                      <a:pt x="59" y="19"/>
                      <a:pt x="59" y="19"/>
                    </a:cubicBezTo>
                    <a:cubicBezTo>
                      <a:pt x="59" y="19"/>
                      <a:pt x="59" y="19"/>
                      <a:pt x="60" y="18"/>
                    </a:cubicBezTo>
                    <a:cubicBezTo>
                      <a:pt x="60" y="18"/>
                      <a:pt x="60" y="18"/>
                      <a:pt x="60" y="18"/>
                    </a:cubicBezTo>
                    <a:cubicBezTo>
                      <a:pt x="60" y="18"/>
                      <a:pt x="61" y="18"/>
                      <a:pt x="61" y="17"/>
                    </a:cubicBezTo>
                    <a:cubicBezTo>
                      <a:pt x="63" y="18"/>
                      <a:pt x="62" y="17"/>
                      <a:pt x="63" y="18"/>
                    </a:cubicBezTo>
                    <a:cubicBezTo>
                      <a:pt x="63" y="18"/>
                      <a:pt x="65" y="18"/>
                      <a:pt x="65" y="18"/>
                    </a:cubicBezTo>
                    <a:cubicBezTo>
                      <a:pt x="67" y="20"/>
                      <a:pt x="66" y="18"/>
                      <a:pt x="68" y="17"/>
                    </a:cubicBezTo>
                    <a:cubicBezTo>
                      <a:pt x="68" y="16"/>
                      <a:pt x="68" y="18"/>
                      <a:pt x="70" y="17"/>
                    </a:cubicBezTo>
                    <a:cubicBezTo>
                      <a:pt x="70" y="18"/>
                      <a:pt x="71" y="19"/>
                      <a:pt x="72" y="18"/>
                    </a:cubicBezTo>
                    <a:cubicBezTo>
                      <a:pt x="72" y="17"/>
                      <a:pt x="74" y="17"/>
                      <a:pt x="75" y="19"/>
                    </a:cubicBezTo>
                    <a:cubicBezTo>
                      <a:pt x="74" y="20"/>
                      <a:pt x="77" y="19"/>
                      <a:pt x="77" y="20"/>
                    </a:cubicBezTo>
                    <a:cubicBezTo>
                      <a:pt x="78" y="20"/>
                      <a:pt x="78" y="22"/>
                      <a:pt x="78" y="22"/>
                    </a:cubicBezTo>
                    <a:cubicBezTo>
                      <a:pt x="78" y="23"/>
                      <a:pt x="80" y="20"/>
                      <a:pt x="80" y="22"/>
                    </a:cubicBezTo>
                    <a:cubicBezTo>
                      <a:pt x="78" y="21"/>
                      <a:pt x="82" y="22"/>
                      <a:pt x="82" y="22"/>
                    </a:cubicBezTo>
                    <a:cubicBezTo>
                      <a:pt x="82" y="25"/>
                      <a:pt x="85" y="21"/>
                      <a:pt x="84" y="22"/>
                    </a:cubicBezTo>
                    <a:cubicBezTo>
                      <a:pt x="85" y="22"/>
                      <a:pt x="86" y="23"/>
                      <a:pt x="86" y="23"/>
                    </a:cubicBezTo>
                    <a:cubicBezTo>
                      <a:pt x="86" y="25"/>
                      <a:pt x="87" y="25"/>
                      <a:pt x="87" y="23"/>
                    </a:cubicBezTo>
                    <a:cubicBezTo>
                      <a:pt x="87" y="20"/>
                      <a:pt x="89" y="24"/>
                      <a:pt x="89" y="23"/>
                    </a:cubicBezTo>
                    <a:cubicBezTo>
                      <a:pt x="90" y="21"/>
                      <a:pt x="90" y="24"/>
                      <a:pt x="91" y="23"/>
                    </a:cubicBezTo>
                    <a:cubicBezTo>
                      <a:pt x="90" y="22"/>
                      <a:pt x="91" y="20"/>
                      <a:pt x="91" y="21"/>
                    </a:cubicBezTo>
                    <a:cubicBezTo>
                      <a:pt x="93" y="21"/>
                      <a:pt x="90" y="21"/>
                      <a:pt x="92" y="23"/>
                    </a:cubicBezTo>
                    <a:cubicBezTo>
                      <a:pt x="90" y="23"/>
                      <a:pt x="95" y="17"/>
                      <a:pt x="94" y="22"/>
                    </a:cubicBezTo>
                    <a:cubicBezTo>
                      <a:pt x="92" y="23"/>
                      <a:pt x="95" y="21"/>
                      <a:pt x="95" y="20"/>
                    </a:cubicBezTo>
                    <a:cubicBezTo>
                      <a:pt x="97" y="21"/>
                      <a:pt x="96" y="20"/>
                      <a:pt x="95" y="18"/>
                    </a:cubicBezTo>
                    <a:cubicBezTo>
                      <a:pt x="97" y="18"/>
                      <a:pt x="96" y="19"/>
                      <a:pt x="96" y="16"/>
                    </a:cubicBezTo>
                    <a:cubicBezTo>
                      <a:pt x="96" y="13"/>
                      <a:pt x="94" y="15"/>
                      <a:pt x="96" y="14"/>
                    </a:cubicBezTo>
                    <a:cubicBezTo>
                      <a:pt x="95" y="12"/>
                      <a:pt x="96" y="12"/>
                      <a:pt x="97" y="11"/>
                    </a:cubicBezTo>
                    <a:cubicBezTo>
                      <a:pt x="98" y="11"/>
                      <a:pt x="98" y="12"/>
                      <a:pt x="97" y="12"/>
                    </a:cubicBezTo>
                    <a:cubicBezTo>
                      <a:pt x="97" y="12"/>
                      <a:pt x="98" y="10"/>
                      <a:pt x="98" y="11"/>
                    </a:cubicBezTo>
                    <a:cubicBezTo>
                      <a:pt x="98" y="10"/>
                      <a:pt x="98" y="10"/>
                      <a:pt x="98" y="10"/>
                    </a:cubicBezTo>
                    <a:cubicBezTo>
                      <a:pt x="98" y="10"/>
                      <a:pt x="98" y="10"/>
                      <a:pt x="98" y="10"/>
                    </a:cubicBezTo>
                    <a:cubicBezTo>
                      <a:pt x="99" y="10"/>
                      <a:pt x="99" y="10"/>
                      <a:pt x="100" y="10"/>
                    </a:cubicBezTo>
                    <a:cubicBezTo>
                      <a:pt x="100" y="10"/>
                      <a:pt x="101" y="10"/>
                      <a:pt x="102" y="10"/>
                    </a:cubicBezTo>
                    <a:cubicBezTo>
                      <a:pt x="102" y="10"/>
                      <a:pt x="102" y="10"/>
                      <a:pt x="102" y="10"/>
                    </a:cubicBezTo>
                    <a:cubicBezTo>
                      <a:pt x="102" y="10"/>
                      <a:pt x="102" y="10"/>
                      <a:pt x="102" y="10"/>
                    </a:cubicBezTo>
                    <a:cubicBezTo>
                      <a:pt x="102" y="10"/>
                      <a:pt x="102" y="10"/>
                      <a:pt x="102" y="10"/>
                    </a:cubicBezTo>
                    <a:cubicBezTo>
                      <a:pt x="103" y="10"/>
                      <a:pt x="103" y="10"/>
                      <a:pt x="103" y="10"/>
                    </a:cubicBezTo>
                    <a:cubicBezTo>
                      <a:pt x="102" y="9"/>
                      <a:pt x="102" y="9"/>
                      <a:pt x="102" y="9"/>
                    </a:cubicBezTo>
                    <a:cubicBezTo>
                      <a:pt x="102" y="9"/>
                      <a:pt x="103" y="10"/>
                      <a:pt x="102" y="9"/>
                    </a:cubicBezTo>
                    <a:cubicBezTo>
                      <a:pt x="101" y="9"/>
                      <a:pt x="102" y="9"/>
                      <a:pt x="102" y="8"/>
                    </a:cubicBezTo>
                    <a:cubicBezTo>
                      <a:pt x="102" y="8"/>
                      <a:pt x="101" y="8"/>
                      <a:pt x="101" y="8"/>
                    </a:cubicBezTo>
                    <a:cubicBezTo>
                      <a:pt x="101" y="8"/>
                      <a:pt x="101" y="8"/>
                      <a:pt x="101" y="7"/>
                    </a:cubicBezTo>
                    <a:cubicBezTo>
                      <a:pt x="100" y="7"/>
                      <a:pt x="100" y="7"/>
                      <a:pt x="100" y="7"/>
                    </a:cubicBezTo>
                    <a:cubicBezTo>
                      <a:pt x="100" y="7"/>
                      <a:pt x="100" y="6"/>
                      <a:pt x="100" y="6"/>
                    </a:cubicBezTo>
                    <a:cubicBezTo>
                      <a:pt x="99" y="6"/>
                      <a:pt x="99" y="5"/>
                      <a:pt x="99" y="7"/>
                    </a:cubicBezTo>
                    <a:cubicBezTo>
                      <a:pt x="99" y="8"/>
                      <a:pt x="99" y="7"/>
                      <a:pt x="99" y="8"/>
                    </a:cubicBezTo>
                    <a:cubicBezTo>
                      <a:pt x="98" y="8"/>
                      <a:pt x="98" y="8"/>
                      <a:pt x="98" y="8"/>
                    </a:cubicBezTo>
                    <a:cubicBezTo>
                      <a:pt x="98" y="8"/>
                      <a:pt x="98" y="8"/>
                      <a:pt x="98" y="8"/>
                    </a:cubicBezTo>
                    <a:cubicBezTo>
                      <a:pt x="98" y="8"/>
                      <a:pt x="98" y="8"/>
                      <a:pt x="98" y="8"/>
                    </a:cubicBezTo>
                    <a:cubicBezTo>
                      <a:pt x="97" y="8"/>
                      <a:pt x="97" y="8"/>
                      <a:pt x="98" y="7"/>
                    </a:cubicBezTo>
                    <a:cubicBezTo>
                      <a:pt x="98" y="7"/>
                      <a:pt x="98" y="7"/>
                      <a:pt x="98" y="7"/>
                    </a:cubicBezTo>
                    <a:cubicBezTo>
                      <a:pt x="98" y="7"/>
                      <a:pt x="98" y="7"/>
                      <a:pt x="98" y="7"/>
                    </a:cubicBezTo>
                    <a:cubicBezTo>
                      <a:pt x="98" y="6"/>
                      <a:pt x="98" y="6"/>
                      <a:pt x="98" y="6"/>
                    </a:cubicBezTo>
                    <a:cubicBezTo>
                      <a:pt x="98" y="6"/>
                      <a:pt x="98" y="6"/>
                      <a:pt x="98" y="6"/>
                    </a:cubicBezTo>
                    <a:cubicBezTo>
                      <a:pt x="98" y="6"/>
                      <a:pt x="98" y="5"/>
                      <a:pt x="98" y="5"/>
                    </a:cubicBezTo>
                    <a:cubicBezTo>
                      <a:pt x="98" y="5"/>
                      <a:pt x="98" y="5"/>
                      <a:pt x="98" y="5"/>
                    </a:cubicBezTo>
                    <a:cubicBezTo>
                      <a:pt x="97" y="5"/>
                      <a:pt x="97" y="5"/>
                      <a:pt x="97" y="5"/>
                    </a:cubicBezTo>
                    <a:cubicBezTo>
                      <a:pt x="96" y="6"/>
                      <a:pt x="96" y="6"/>
                      <a:pt x="96" y="6"/>
                    </a:cubicBezTo>
                    <a:cubicBezTo>
                      <a:pt x="97" y="6"/>
                      <a:pt x="96" y="5"/>
                      <a:pt x="96" y="5"/>
                    </a:cubicBezTo>
                    <a:cubicBezTo>
                      <a:pt x="96" y="5"/>
                      <a:pt x="96" y="5"/>
                      <a:pt x="96" y="5"/>
                    </a:cubicBezTo>
                    <a:cubicBezTo>
                      <a:pt x="96" y="5"/>
                      <a:pt x="96" y="4"/>
                      <a:pt x="96" y="4"/>
                    </a:cubicBezTo>
                    <a:cubicBezTo>
                      <a:pt x="95" y="3"/>
                      <a:pt x="96" y="4"/>
                      <a:pt x="95" y="4"/>
                    </a:cubicBezTo>
                    <a:cubicBezTo>
                      <a:pt x="94" y="4"/>
                      <a:pt x="94" y="4"/>
                      <a:pt x="94" y="4"/>
                    </a:cubicBezTo>
                    <a:cubicBezTo>
                      <a:pt x="94" y="4"/>
                      <a:pt x="94" y="4"/>
                      <a:pt x="94" y="5"/>
                    </a:cubicBezTo>
                    <a:cubicBezTo>
                      <a:pt x="94" y="5"/>
                      <a:pt x="94" y="5"/>
                      <a:pt x="94" y="5"/>
                    </a:cubicBezTo>
                    <a:cubicBezTo>
                      <a:pt x="94" y="5"/>
                      <a:pt x="94" y="5"/>
                      <a:pt x="94" y="5"/>
                    </a:cubicBezTo>
                    <a:cubicBezTo>
                      <a:pt x="95" y="6"/>
                      <a:pt x="95" y="6"/>
                      <a:pt x="95" y="5"/>
                    </a:cubicBezTo>
                    <a:cubicBezTo>
                      <a:pt x="95" y="6"/>
                      <a:pt x="95" y="6"/>
                      <a:pt x="95" y="6"/>
                    </a:cubicBezTo>
                    <a:cubicBezTo>
                      <a:pt x="95" y="6"/>
                      <a:pt x="95" y="5"/>
                      <a:pt x="95" y="6"/>
                    </a:cubicBezTo>
                    <a:cubicBezTo>
                      <a:pt x="95" y="6"/>
                      <a:pt x="95" y="6"/>
                      <a:pt x="95" y="6"/>
                    </a:cubicBezTo>
                    <a:cubicBezTo>
                      <a:pt x="94" y="6"/>
                      <a:pt x="93" y="6"/>
                      <a:pt x="94" y="7"/>
                    </a:cubicBezTo>
                    <a:cubicBezTo>
                      <a:pt x="94" y="7"/>
                      <a:pt x="94" y="7"/>
                      <a:pt x="94" y="7"/>
                    </a:cubicBezTo>
                    <a:cubicBezTo>
                      <a:pt x="94" y="7"/>
                      <a:pt x="94" y="6"/>
                      <a:pt x="94" y="7"/>
                    </a:cubicBezTo>
                    <a:cubicBezTo>
                      <a:pt x="93" y="8"/>
                      <a:pt x="93" y="7"/>
                      <a:pt x="94" y="7"/>
                    </a:cubicBezTo>
                    <a:cubicBezTo>
                      <a:pt x="94" y="7"/>
                      <a:pt x="94" y="7"/>
                      <a:pt x="94" y="8"/>
                    </a:cubicBezTo>
                    <a:cubicBezTo>
                      <a:pt x="93" y="6"/>
                      <a:pt x="93" y="8"/>
                      <a:pt x="93" y="8"/>
                    </a:cubicBezTo>
                    <a:cubicBezTo>
                      <a:pt x="94" y="8"/>
                      <a:pt x="94" y="8"/>
                      <a:pt x="93" y="8"/>
                    </a:cubicBezTo>
                    <a:cubicBezTo>
                      <a:pt x="93" y="8"/>
                      <a:pt x="94" y="7"/>
                      <a:pt x="93" y="7"/>
                    </a:cubicBezTo>
                    <a:cubicBezTo>
                      <a:pt x="93" y="7"/>
                      <a:pt x="93" y="7"/>
                      <a:pt x="93" y="7"/>
                    </a:cubicBezTo>
                    <a:cubicBezTo>
                      <a:pt x="93" y="7"/>
                      <a:pt x="93" y="7"/>
                      <a:pt x="93" y="7"/>
                    </a:cubicBezTo>
                    <a:cubicBezTo>
                      <a:pt x="94" y="7"/>
                      <a:pt x="93" y="7"/>
                      <a:pt x="93" y="7"/>
                    </a:cubicBezTo>
                    <a:cubicBezTo>
                      <a:pt x="94" y="7"/>
                      <a:pt x="94" y="7"/>
                      <a:pt x="93" y="7"/>
                    </a:cubicBezTo>
                    <a:cubicBezTo>
                      <a:pt x="94" y="7"/>
                      <a:pt x="94" y="6"/>
                      <a:pt x="93" y="7"/>
                    </a:cubicBezTo>
                    <a:cubicBezTo>
                      <a:pt x="94" y="7"/>
                      <a:pt x="94" y="7"/>
                      <a:pt x="94" y="7"/>
                    </a:cubicBezTo>
                    <a:cubicBezTo>
                      <a:pt x="94" y="7"/>
                      <a:pt x="94" y="7"/>
                      <a:pt x="94" y="7"/>
                    </a:cubicBezTo>
                    <a:cubicBezTo>
                      <a:pt x="94" y="7"/>
                      <a:pt x="94" y="7"/>
                      <a:pt x="94" y="6"/>
                    </a:cubicBezTo>
                    <a:cubicBezTo>
                      <a:pt x="94" y="6"/>
                      <a:pt x="93" y="6"/>
                      <a:pt x="94" y="6"/>
                    </a:cubicBezTo>
                    <a:cubicBezTo>
                      <a:pt x="93" y="7"/>
                      <a:pt x="93" y="7"/>
                      <a:pt x="93" y="7"/>
                    </a:cubicBezTo>
                    <a:cubicBezTo>
                      <a:pt x="93" y="7"/>
                      <a:pt x="93" y="7"/>
                      <a:pt x="93" y="7"/>
                    </a:cubicBezTo>
                    <a:cubicBezTo>
                      <a:pt x="92" y="7"/>
                      <a:pt x="92" y="7"/>
                      <a:pt x="93" y="8"/>
                    </a:cubicBezTo>
                    <a:cubicBezTo>
                      <a:pt x="92" y="8"/>
                      <a:pt x="92" y="9"/>
                      <a:pt x="92" y="8"/>
                    </a:cubicBezTo>
                    <a:cubicBezTo>
                      <a:pt x="92" y="8"/>
                      <a:pt x="92" y="7"/>
                      <a:pt x="91" y="7"/>
                    </a:cubicBezTo>
                    <a:cubicBezTo>
                      <a:pt x="92" y="6"/>
                      <a:pt x="92" y="8"/>
                      <a:pt x="92" y="7"/>
                    </a:cubicBezTo>
                    <a:cubicBezTo>
                      <a:pt x="91" y="7"/>
                      <a:pt x="93" y="7"/>
                      <a:pt x="93" y="7"/>
                    </a:cubicBezTo>
                    <a:cubicBezTo>
                      <a:pt x="93" y="7"/>
                      <a:pt x="92" y="7"/>
                      <a:pt x="92" y="7"/>
                    </a:cubicBezTo>
                    <a:cubicBezTo>
                      <a:pt x="91" y="6"/>
                      <a:pt x="92" y="5"/>
                      <a:pt x="91" y="6"/>
                    </a:cubicBezTo>
                    <a:cubicBezTo>
                      <a:pt x="90" y="6"/>
                      <a:pt x="90" y="6"/>
                      <a:pt x="91" y="6"/>
                    </a:cubicBezTo>
                    <a:cubicBezTo>
                      <a:pt x="91" y="5"/>
                      <a:pt x="91" y="5"/>
                      <a:pt x="91" y="5"/>
                    </a:cubicBezTo>
                    <a:cubicBezTo>
                      <a:pt x="90" y="5"/>
                      <a:pt x="90" y="5"/>
                      <a:pt x="90" y="4"/>
                    </a:cubicBezTo>
                    <a:cubicBezTo>
                      <a:pt x="90" y="4"/>
                      <a:pt x="90" y="4"/>
                      <a:pt x="90" y="4"/>
                    </a:cubicBezTo>
                    <a:cubicBezTo>
                      <a:pt x="89" y="4"/>
                      <a:pt x="89" y="4"/>
                      <a:pt x="89" y="4"/>
                    </a:cubicBezTo>
                    <a:cubicBezTo>
                      <a:pt x="89" y="4"/>
                      <a:pt x="88" y="4"/>
                      <a:pt x="88" y="4"/>
                    </a:cubicBezTo>
                    <a:cubicBezTo>
                      <a:pt x="87" y="3"/>
                      <a:pt x="88" y="4"/>
                      <a:pt x="88" y="4"/>
                    </a:cubicBezTo>
                    <a:cubicBezTo>
                      <a:pt x="87" y="3"/>
                      <a:pt x="88" y="5"/>
                      <a:pt x="87" y="5"/>
                    </a:cubicBezTo>
                    <a:cubicBezTo>
                      <a:pt x="88" y="5"/>
                      <a:pt x="87" y="4"/>
                      <a:pt x="86" y="6"/>
                    </a:cubicBezTo>
                    <a:cubicBezTo>
                      <a:pt x="87" y="6"/>
                      <a:pt x="87" y="6"/>
                      <a:pt x="87" y="6"/>
                    </a:cubicBezTo>
                    <a:cubicBezTo>
                      <a:pt x="87" y="6"/>
                      <a:pt x="87" y="6"/>
                      <a:pt x="87" y="6"/>
                    </a:cubicBezTo>
                    <a:cubicBezTo>
                      <a:pt x="87" y="7"/>
                      <a:pt x="86" y="7"/>
                      <a:pt x="87" y="7"/>
                    </a:cubicBezTo>
                    <a:cubicBezTo>
                      <a:pt x="87" y="6"/>
                      <a:pt x="87" y="6"/>
                      <a:pt x="88" y="6"/>
                    </a:cubicBezTo>
                    <a:cubicBezTo>
                      <a:pt x="88" y="7"/>
                      <a:pt x="87" y="7"/>
                      <a:pt x="88" y="7"/>
                    </a:cubicBezTo>
                    <a:cubicBezTo>
                      <a:pt x="88" y="7"/>
                      <a:pt x="88" y="7"/>
                      <a:pt x="88" y="7"/>
                    </a:cubicBezTo>
                    <a:cubicBezTo>
                      <a:pt x="89" y="7"/>
                      <a:pt x="88" y="8"/>
                      <a:pt x="88" y="7"/>
                    </a:cubicBezTo>
                    <a:cubicBezTo>
                      <a:pt x="88" y="7"/>
                      <a:pt x="87" y="7"/>
                      <a:pt x="88" y="8"/>
                    </a:cubicBezTo>
                    <a:cubicBezTo>
                      <a:pt x="87" y="8"/>
                      <a:pt x="87" y="7"/>
                      <a:pt x="87" y="7"/>
                    </a:cubicBezTo>
                    <a:cubicBezTo>
                      <a:pt x="86" y="6"/>
                      <a:pt x="87" y="8"/>
                      <a:pt x="86" y="8"/>
                    </a:cubicBezTo>
                    <a:cubicBezTo>
                      <a:pt x="85" y="7"/>
                      <a:pt x="86" y="6"/>
                      <a:pt x="85" y="6"/>
                    </a:cubicBezTo>
                    <a:cubicBezTo>
                      <a:pt x="85" y="6"/>
                      <a:pt x="85" y="6"/>
                      <a:pt x="85" y="6"/>
                    </a:cubicBezTo>
                    <a:cubicBezTo>
                      <a:pt x="85" y="6"/>
                      <a:pt x="85" y="6"/>
                      <a:pt x="84" y="6"/>
                    </a:cubicBezTo>
                    <a:cubicBezTo>
                      <a:pt x="84" y="5"/>
                      <a:pt x="84" y="5"/>
                      <a:pt x="84" y="5"/>
                    </a:cubicBezTo>
                    <a:cubicBezTo>
                      <a:pt x="84" y="4"/>
                      <a:pt x="84" y="4"/>
                      <a:pt x="84" y="4"/>
                    </a:cubicBezTo>
                    <a:cubicBezTo>
                      <a:pt x="83" y="4"/>
                      <a:pt x="83" y="6"/>
                      <a:pt x="82" y="6"/>
                    </a:cubicBezTo>
                    <a:cubicBezTo>
                      <a:pt x="82" y="5"/>
                      <a:pt x="82" y="6"/>
                      <a:pt x="82" y="5"/>
                    </a:cubicBezTo>
                    <a:cubicBezTo>
                      <a:pt x="81" y="5"/>
                      <a:pt x="81" y="5"/>
                      <a:pt x="81" y="5"/>
                    </a:cubicBezTo>
                    <a:cubicBezTo>
                      <a:pt x="81" y="5"/>
                      <a:pt x="81" y="5"/>
                      <a:pt x="81" y="5"/>
                    </a:cubicBezTo>
                    <a:cubicBezTo>
                      <a:pt x="81" y="5"/>
                      <a:pt x="81" y="5"/>
                      <a:pt x="81" y="5"/>
                    </a:cubicBezTo>
                    <a:cubicBezTo>
                      <a:pt x="81" y="5"/>
                      <a:pt x="81" y="4"/>
                      <a:pt x="82" y="4"/>
                    </a:cubicBezTo>
                    <a:cubicBezTo>
                      <a:pt x="82" y="4"/>
                      <a:pt x="82" y="3"/>
                      <a:pt x="82" y="4"/>
                    </a:cubicBezTo>
                    <a:cubicBezTo>
                      <a:pt x="82" y="3"/>
                      <a:pt x="82" y="3"/>
                      <a:pt x="82" y="3"/>
                    </a:cubicBezTo>
                    <a:cubicBezTo>
                      <a:pt x="82" y="3"/>
                      <a:pt x="82" y="2"/>
                      <a:pt x="82" y="2"/>
                    </a:cubicBezTo>
                    <a:cubicBezTo>
                      <a:pt x="81" y="2"/>
                      <a:pt x="81" y="2"/>
                      <a:pt x="81" y="2"/>
                    </a:cubicBezTo>
                    <a:cubicBezTo>
                      <a:pt x="81" y="2"/>
                      <a:pt x="81" y="1"/>
                      <a:pt x="81" y="2"/>
                    </a:cubicBezTo>
                    <a:cubicBezTo>
                      <a:pt x="81" y="2"/>
                      <a:pt x="80" y="2"/>
                      <a:pt x="80" y="2"/>
                    </a:cubicBezTo>
                    <a:cubicBezTo>
                      <a:pt x="79" y="2"/>
                      <a:pt x="79" y="2"/>
                      <a:pt x="79" y="2"/>
                    </a:cubicBezTo>
                    <a:cubicBezTo>
                      <a:pt x="80" y="2"/>
                      <a:pt x="80" y="2"/>
                      <a:pt x="80" y="2"/>
                    </a:cubicBezTo>
                    <a:cubicBezTo>
                      <a:pt x="80" y="3"/>
                      <a:pt x="79" y="3"/>
                      <a:pt x="79" y="2"/>
                    </a:cubicBezTo>
                    <a:cubicBezTo>
                      <a:pt x="79" y="2"/>
                      <a:pt x="79" y="2"/>
                      <a:pt x="79" y="2"/>
                    </a:cubicBezTo>
                    <a:cubicBezTo>
                      <a:pt x="79" y="2"/>
                      <a:pt x="79" y="2"/>
                      <a:pt x="79" y="2"/>
                    </a:cubicBezTo>
                    <a:cubicBezTo>
                      <a:pt x="79" y="2"/>
                      <a:pt x="79" y="2"/>
                      <a:pt x="78" y="2"/>
                    </a:cubicBezTo>
                    <a:cubicBezTo>
                      <a:pt x="78" y="3"/>
                      <a:pt x="78" y="4"/>
                      <a:pt x="78" y="4"/>
                    </a:cubicBezTo>
                    <a:cubicBezTo>
                      <a:pt x="78" y="4"/>
                      <a:pt x="78" y="3"/>
                      <a:pt x="78" y="3"/>
                    </a:cubicBezTo>
                    <a:cubicBezTo>
                      <a:pt x="78" y="4"/>
                      <a:pt x="77" y="5"/>
                      <a:pt x="77" y="4"/>
                    </a:cubicBezTo>
                    <a:cubicBezTo>
                      <a:pt x="77" y="5"/>
                      <a:pt x="76" y="2"/>
                      <a:pt x="76" y="4"/>
                    </a:cubicBezTo>
                    <a:cubicBezTo>
                      <a:pt x="76" y="5"/>
                      <a:pt x="76" y="5"/>
                      <a:pt x="76" y="5"/>
                    </a:cubicBezTo>
                    <a:cubicBezTo>
                      <a:pt x="76" y="5"/>
                      <a:pt x="76" y="5"/>
                      <a:pt x="76" y="5"/>
                    </a:cubicBezTo>
                    <a:cubicBezTo>
                      <a:pt x="76" y="4"/>
                      <a:pt x="75" y="6"/>
                      <a:pt x="76" y="5"/>
                    </a:cubicBezTo>
                    <a:cubicBezTo>
                      <a:pt x="76" y="4"/>
                      <a:pt x="76" y="4"/>
                      <a:pt x="76" y="4"/>
                    </a:cubicBezTo>
                    <a:cubicBezTo>
                      <a:pt x="75" y="4"/>
                      <a:pt x="75" y="3"/>
                      <a:pt x="75" y="4"/>
                    </a:cubicBezTo>
                    <a:cubicBezTo>
                      <a:pt x="75" y="3"/>
                      <a:pt x="75" y="3"/>
                      <a:pt x="75" y="3"/>
                    </a:cubicBezTo>
                    <a:cubicBezTo>
                      <a:pt x="75" y="3"/>
                      <a:pt x="75" y="3"/>
                      <a:pt x="75" y="3"/>
                    </a:cubicBezTo>
                    <a:cubicBezTo>
                      <a:pt x="75" y="3"/>
                      <a:pt x="75" y="3"/>
                      <a:pt x="75" y="3"/>
                    </a:cubicBezTo>
                    <a:cubicBezTo>
                      <a:pt x="75" y="3"/>
                      <a:pt x="75" y="3"/>
                      <a:pt x="75" y="3"/>
                    </a:cubicBezTo>
                    <a:cubicBezTo>
                      <a:pt x="75" y="3"/>
                      <a:pt x="75" y="3"/>
                      <a:pt x="75" y="3"/>
                    </a:cubicBezTo>
                    <a:cubicBezTo>
                      <a:pt x="75" y="3"/>
                      <a:pt x="75" y="3"/>
                      <a:pt x="75" y="3"/>
                    </a:cubicBezTo>
                    <a:cubicBezTo>
                      <a:pt x="75" y="3"/>
                      <a:pt x="75" y="3"/>
                      <a:pt x="75" y="3"/>
                    </a:cubicBezTo>
                    <a:cubicBezTo>
                      <a:pt x="75" y="3"/>
                      <a:pt x="75" y="3"/>
                      <a:pt x="75" y="3"/>
                    </a:cubicBezTo>
                    <a:cubicBezTo>
                      <a:pt x="74" y="3"/>
                      <a:pt x="74" y="3"/>
                      <a:pt x="74" y="3"/>
                    </a:cubicBezTo>
                    <a:cubicBezTo>
                      <a:pt x="74" y="3"/>
                      <a:pt x="74" y="3"/>
                      <a:pt x="73" y="3"/>
                    </a:cubicBezTo>
                    <a:cubicBezTo>
                      <a:pt x="74" y="3"/>
                      <a:pt x="74" y="3"/>
                      <a:pt x="74" y="3"/>
                    </a:cubicBezTo>
                    <a:cubicBezTo>
                      <a:pt x="74" y="2"/>
                      <a:pt x="74" y="2"/>
                      <a:pt x="74" y="2"/>
                    </a:cubicBezTo>
                    <a:cubicBezTo>
                      <a:pt x="74" y="2"/>
                      <a:pt x="74" y="2"/>
                      <a:pt x="74" y="2"/>
                    </a:cubicBezTo>
                    <a:cubicBezTo>
                      <a:pt x="74" y="2"/>
                      <a:pt x="74" y="2"/>
                      <a:pt x="74" y="2"/>
                    </a:cubicBezTo>
                    <a:cubicBezTo>
                      <a:pt x="75" y="1"/>
                      <a:pt x="75" y="2"/>
                      <a:pt x="75" y="1"/>
                    </a:cubicBezTo>
                    <a:cubicBezTo>
                      <a:pt x="74" y="0"/>
                      <a:pt x="74" y="2"/>
                      <a:pt x="74" y="1"/>
                    </a:cubicBezTo>
                    <a:cubicBezTo>
                      <a:pt x="74" y="1"/>
                      <a:pt x="74" y="1"/>
                      <a:pt x="73" y="1"/>
                    </a:cubicBezTo>
                    <a:cubicBezTo>
                      <a:pt x="73" y="0"/>
                      <a:pt x="74" y="2"/>
                      <a:pt x="73" y="2"/>
                    </a:cubicBezTo>
                    <a:cubicBezTo>
                      <a:pt x="73" y="2"/>
                      <a:pt x="73" y="2"/>
                      <a:pt x="73" y="2"/>
                    </a:cubicBezTo>
                    <a:cubicBezTo>
                      <a:pt x="72" y="3"/>
                      <a:pt x="72" y="3"/>
                      <a:pt x="72" y="3"/>
                    </a:cubicBezTo>
                    <a:cubicBezTo>
                      <a:pt x="72" y="3"/>
                      <a:pt x="72" y="0"/>
                      <a:pt x="72" y="2"/>
                    </a:cubicBezTo>
                    <a:cubicBezTo>
                      <a:pt x="72" y="3"/>
                      <a:pt x="72" y="3"/>
                      <a:pt x="72" y="3"/>
                    </a:cubicBezTo>
                    <a:cubicBezTo>
                      <a:pt x="72" y="3"/>
                      <a:pt x="72" y="3"/>
                      <a:pt x="72" y="3"/>
                    </a:cubicBezTo>
                    <a:cubicBezTo>
                      <a:pt x="72" y="3"/>
                      <a:pt x="72" y="3"/>
                      <a:pt x="71" y="3"/>
                    </a:cubicBezTo>
                    <a:cubicBezTo>
                      <a:pt x="71" y="3"/>
                      <a:pt x="71" y="3"/>
                      <a:pt x="71" y="3"/>
                    </a:cubicBezTo>
                    <a:cubicBezTo>
                      <a:pt x="71" y="3"/>
                      <a:pt x="71" y="3"/>
                      <a:pt x="71" y="3"/>
                    </a:cubicBezTo>
                    <a:cubicBezTo>
                      <a:pt x="70" y="4"/>
                      <a:pt x="71" y="3"/>
                      <a:pt x="71" y="3"/>
                    </a:cubicBezTo>
                    <a:cubicBezTo>
                      <a:pt x="71" y="5"/>
                      <a:pt x="71" y="4"/>
                      <a:pt x="71" y="4"/>
                    </a:cubicBezTo>
                    <a:cubicBezTo>
                      <a:pt x="71" y="4"/>
                      <a:pt x="71" y="4"/>
                      <a:pt x="71" y="5"/>
                    </a:cubicBezTo>
                    <a:cubicBezTo>
                      <a:pt x="71" y="6"/>
                      <a:pt x="71" y="5"/>
                      <a:pt x="70" y="4"/>
                    </a:cubicBezTo>
                    <a:cubicBezTo>
                      <a:pt x="70" y="5"/>
                      <a:pt x="70" y="5"/>
                      <a:pt x="70" y="5"/>
                    </a:cubicBezTo>
                    <a:cubicBezTo>
                      <a:pt x="70" y="5"/>
                      <a:pt x="70" y="5"/>
                      <a:pt x="70" y="5"/>
                    </a:cubicBezTo>
                    <a:cubicBezTo>
                      <a:pt x="70" y="4"/>
                      <a:pt x="70" y="3"/>
                      <a:pt x="70" y="3"/>
                    </a:cubicBezTo>
                    <a:cubicBezTo>
                      <a:pt x="70" y="3"/>
                      <a:pt x="69" y="3"/>
                      <a:pt x="69" y="3"/>
                    </a:cubicBezTo>
                    <a:cubicBezTo>
                      <a:pt x="69" y="2"/>
                      <a:pt x="69" y="2"/>
                      <a:pt x="68" y="3"/>
                    </a:cubicBezTo>
                    <a:cubicBezTo>
                      <a:pt x="68" y="4"/>
                      <a:pt x="68" y="4"/>
                      <a:pt x="68" y="4"/>
                    </a:cubicBezTo>
                    <a:cubicBezTo>
                      <a:pt x="68" y="3"/>
                      <a:pt x="68" y="3"/>
                      <a:pt x="68" y="3"/>
                    </a:cubicBezTo>
                    <a:cubicBezTo>
                      <a:pt x="68" y="3"/>
                      <a:pt x="67" y="3"/>
                      <a:pt x="67" y="3"/>
                    </a:cubicBezTo>
                    <a:cubicBezTo>
                      <a:pt x="67" y="3"/>
                      <a:pt x="67" y="2"/>
                      <a:pt x="68" y="4"/>
                    </a:cubicBezTo>
                    <a:cubicBezTo>
                      <a:pt x="67" y="5"/>
                      <a:pt x="67" y="4"/>
                      <a:pt x="67" y="4"/>
                    </a:cubicBezTo>
                    <a:cubicBezTo>
                      <a:pt x="67" y="6"/>
                      <a:pt x="67" y="6"/>
                      <a:pt x="67" y="6"/>
                    </a:cubicBezTo>
                    <a:cubicBezTo>
                      <a:pt x="67" y="6"/>
                      <a:pt x="67" y="7"/>
                      <a:pt x="66" y="6"/>
                    </a:cubicBezTo>
                    <a:cubicBezTo>
                      <a:pt x="66" y="6"/>
                      <a:pt x="66" y="6"/>
                      <a:pt x="66" y="6"/>
                    </a:cubicBezTo>
                    <a:cubicBezTo>
                      <a:pt x="66" y="7"/>
                      <a:pt x="66" y="7"/>
                      <a:pt x="66" y="7"/>
                    </a:cubicBezTo>
                    <a:cubicBezTo>
                      <a:pt x="65" y="7"/>
                      <a:pt x="66" y="7"/>
                      <a:pt x="65" y="6"/>
                    </a:cubicBezTo>
                    <a:cubicBezTo>
                      <a:pt x="65" y="6"/>
                      <a:pt x="65" y="8"/>
                      <a:pt x="65" y="7"/>
                    </a:cubicBezTo>
                    <a:cubicBezTo>
                      <a:pt x="65" y="7"/>
                      <a:pt x="65" y="7"/>
                      <a:pt x="65" y="7"/>
                    </a:cubicBezTo>
                    <a:cubicBezTo>
                      <a:pt x="65" y="7"/>
                      <a:pt x="65" y="7"/>
                      <a:pt x="65" y="8"/>
                    </a:cubicBezTo>
                    <a:cubicBezTo>
                      <a:pt x="65" y="7"/>
                      <a:pt x="65" y="9"/>
                      <a:pt x="65" y="8"/>
                    </a:cubicBezTo>
                    <a:cubicBezTo>
                      <a:pt x="64" y="8"/>
                      <a:pt x="64" y="8"/>
                      <a:pt x="64" y="8"/>
                    </a:cubicBezTo>
                    <a:cubicBezTo>
                      <a:pt x="64" y="8"/>
                      <a:pt x="64" y="8"/>
                      <a:pt x="64" y="8"/>
                    </a:cubicBezTo>
                    <a:cubicBezTo>
                      <a:pt x="63" y="8"/>
                      <a:pt x="62" y="9"/>
                      <a:pt x="63" y="8"/>
                    </a:cubicBezTo>
                    <a:cubicBezTo>
                      <a:pt x="62" y="8"/>
                      <a:pt x="61" y="7"/>
                      <a:pt x="63" y="8"/>
                    </a:cubicBezTo>
                    <a:cubicBezTo>
                      <a:pt x="63" y="8"/>
                      <a:pt x="63" y="8"/>
                      <a:pt x="63" y="8"/>
                    </a:cubicBezTo>
                    <a:cubicBezTo>
                      <a:pt x="63" y="8"/>
                      <a:pt x="63" y="8"/>
                      <a:pt x="64" y="8"/>
                    </a:cubicBezTo>
                    <a:cubicBezTo>
                      <a:pt x="63" y="7"/>
                      <a:pt x="63" y="7"/>
                      <a:pt x="63" y="7"/>
                    </a:cubicBezTo>
                    <a:cubicBezTo>
                      <a:pt x="63" y="8"/>
                      <a:pt x="63" y="8"/>
                      <a:pt x="63" y="8"/>
                    </a:cubicBezTo>
                    <a:cubicBezTo>
                      <a:pt x="63" y="7"/>
                      <a:pt x="63" y="7"/>
                      <a:pt x="63" y="7"/>
                    </a:cubicBezTo>
                    <a:cubicBezTo>
                      <a:pt x="63" y="6"/>
                      <a:pt x="63" y="6"/>
                      <a:pt x="63" y="6"/>
                    </a:cubicBezTo>
                    <a:cubicBezTo>
                      <a:pt x="63" y="6"/>
                      <a:pt x="63" y="6"/>
                      <a:pt x="63" y="6"/>
                    </a:cubicBezTo>
                    <a:cubicBezTo>
                      <a:pt x="63" y="6"/>
                      <a:pt x="63" y="6"/>
                      <a:pt x="63" y="6"/>
                    </a:cubicBezTo>
                    <a:cubicBezTo>
                      <a:pt x="64" y="6"/>
                      <a:pt x="64" y="6"/>
                      <a:pt x="64" y="6"/>
                    </a:cubicBezTo>
                    <a:cubicBezTo>
                      <a:pt x="64" y="5"/>
                      <a:pt x="64" y="5"/>
                      <a:pt x="63" y="5"/>
                    </a:cubicBezTo>
                    <a:cubicBezTo>
                      <a:pt x="63" y="5"/>
                      <a:pt x="63" y="5"/>
                      <a:pt x="63" y="5"/>
                    </a:cubicBezTo>
                    <a:cubicBezTo>
                      <a:pt x="63" y="5"/>
                      <a:pt x="63" y="5"/>
                      <a:pt x="63" y="5"/>
                    </a:cubicBezTo>
                    <a:cubicBezTo>
                      <a:pt x="63" y="4"/>
                      <a:pt x="63" y="4"/>
                      <a:pt x="63" y="4"/>
                    </a:cubicBezTo>
                    <a:cubicBezTo>
                      <a:pt x="63" y="4"/>
                      <a:pt x="63" y="4"/>
                      <a:pt x="63" y="4"/>
                    </a:cubicBezTo>
                    <a:cubicBezTo>
                      <a:pt x="63" y="3"/>
                      <a:pt x="62" y="3"/>
                      <a:pt x="62" y="3"/>
                    </a:cubicBezTo>
                    <a:cubicBezTo>
                      <a:pt x="61" y="3"/>
                      <a:pt x="61" y="2"/>
                      <a:pt x="61" y="3"/>
                    </a:cubicBezTo>
                    <a:cubicBezTo>
                      <a:pt x="61" y="4"/>
                      <a:pt x="61" y="4"/>
                      <a:pt x="61" y="5"/>
                    </a:cubicBezTo>
                    <a:cubicBezTo>
                      <a:pt x="60" y="4"/>
                      <a:pt x="60" y="4"/>
                      <a:pt x="60" y="4"/>
                    </a:cubicBezTo>
                    <a:cubicBezTo>
                      <a:pt x="59" y="4"/>
                      <a:pt x="59" y="6"/>
                      <a:pt x="59" y="6"/>
                    </a:cubicBezTo>
                    <a:cubicBezTo>
                      <a:pt x="59" y="6"/>
                      <a:pt x="59" y="5"/>
                      <a:pt x="58" y="5"/>
                    </a:cubicBezTo>
                    <a:cubicBezTo>
                      <a:pt x="58" y="5"/>
                      <a:pt x="58" y="7"/>
                      <a:pt x="58" y="6"/>
                    </a:cubicBezTo>
                    <a:cubicBezTo>
                      <a:pt x="58" y="6"/>
                      <a:pt x="58" y="5"/>
                      <a:pt x="58" y="5"/>
                    </a:cubicBezTo>
                    <a:cubicBezTo>
                      <a:pt x="57" y="5"/>
                      <a:pt x="57" y="6"/>
                      <a:pt x="57" y="6"/>
                    </a:cubicBezTo>
                    <a:cubicBezTo>
                      <a:pt x="57" y="6"/>
                      <a:pt x="57" y="5"/>
                      <a:pt x="57" y="6"/>
                    </a:cubicBezTo>
                    <a:cubicBezTo>
                      <a:pt x="58" y="6"/>
                      <a:pt x="58" y="6"/>
                      <a:pt x="58" y="6"/>
                    </a:cubicBezTo>
                    <a:cubicBezTo>
                      <a:pt x="58" y="7"/>
                      <a:pt x="58" y="7"/>
                      <a:pt x="58" y="8"/>
                    </a:cubicBezTo>
                    <a:cubicBezTo>
                      <a:pt x="57" y="8"/>
                      <a:pt x="58" y="8"/>
                      <a:pt x="57" y="8"/>
                    </a:cubicBezTo>
                    <a:cubicBezTo>
                      <a:pt x="57" y="9"/>
                      <a:pt x="57" y="8"/>
                      <a:pt x="57" y="10"/>
                    </a:cubicBezTo>
                    <a:cubicBezTo>
                      <a:pt x="58" y="10"/>
                      <a:pt x="58" y="11"/>
                      <a:pt x="58" y="11"/>
                    </a:cubicBezTo>
                    <a:cubicBezTo>
                      <a:pt x="57" y="11"/>
                      <a:pt x="57" y="10"/>
                      <a:pt x="57" y="10"/>
                    </a:cubicBezTo>
                    <a:cubicBezTo>
                      <a:pt x="57" y="10"/>
                      <a:pt x="57" y="11"/>
                      <a:pt x="56" y="11"/>
                    </a:cubicBezTo>
                    <a:cubicBezTo>
                      <a:pt x="57" y="13"/>
                      <a:pt x="57" y="12"/>
                      <a:pt x="56" y="12"/>
                    </a:cubicBezTo>
                    <a:cubicBezTo>
                      <a:pt x="56" y="12"/>
                      <a:pt x="56" y="12"/>
                      <a:pt x="56" y="12"/>
                    </a:cubicBezTo>
                    <a:cubicBezTo>
                      <a:pt x="56" y="12"/>
                      <a:pt x="56" y="12"/>
                      <a:pt x="56" y="12"/>
                    </a:cubicBezTo>
                    <a:cubicBezTo>
                      <a:pt x="56" y="11"/>
                      <a:pt x="56" y="11"/>
                      <a:pt x="56" y="11"/>
                    </a:cubicBezTo>
                    <a:cubicBezTo>
                      <a:pt x="55" y="11"/>
                      <a:pt x="55" y="11"/>
                      <a:pt x="55" y="11"/>
                    </a:cubicBezTo>
                    <a:cubicBezTo>
                      <a:pt x="55" y="11"/>
                      <a:pt x="55" y="11"/>
                      <a:pt x="55" y="11"/>
                    </a:cubicBezTo>
                    <a:cubicBezTo>
                      <a:pt x="55" y="12"/>
                      <a:pt x="56" y="12"/>
                      <a:pt x="55" y="12"/>
                    </a:cubicBezTo>
                    <a:cubicBezTo>
                      <a:pt x="55" y="11"/>
                      <a:pt x="55" y="11"/>
                      <a:pt x="55" y="11"/>
                    </a:cubicBezTo>
                    <a:cubicBezTo>
                      <a:pt x="55" y="11"/>
                      <a:pt x="55" y="11"/>
                      <a:pt x="55" y="11"/>
                    </a:cubicBezTo>
                    <a:cubicBezTo>
                      <a:pt x="54" y="10"/>
                      <a:pt x="54" y="11"/>
                      <a:pt x="55" y="11"/>
                    </a:cubicBezTo>
                    <a:cubicBezTo>
                      <a:pt x="54" y="12"/>
                      <a:pt x="55" y="10"/>
                      <a:pt x="54" y="12"/>
                    </a:cubicBezTo>
                    <a:cubicBezTo>
                      <a:pt x="54" y="12"/>
                      <a:pt x="54" y="12"/>
                      <a:pt x="54" y="12"/>
                    </a:cubicBezTo>
                    <a:cubicBezTo>
                      <a:pt x="53" y="12"/>
                      <a:pt x="53" y="12"/>
                      <a:pt x="53" y="12"/>
                    </a:cubicBezTo>
                    <a:cubicBezTo>
                      <a:pt x="53" y="12"/>
                      <a:pt x="53" y="12"/>
                      <a:pt x="53" y="12"/>
                    </a:cubicBezTo>
                    <a:cubicBezTo>
                      <a:pt x="53" y="10"/>
                      <a:pt x="53" y="12"/>
                      <a:pt x="53" y="11"/>
                    </a:cubicBezTo>
                    <a:cubicBezTo>
                      <a:pt x="52" y="12"/>
                      <a:pt x="52" y="12"/>
                      <a:pt x="52" y="12"/>
                    </a:cubicBezTo>
                    <a:cubicBezTo>
                      <a:pt x="52" y="12"/>
                      <a:pt x="52" y="12"/>
                      <a:pt x="52" y="12"/>
                    </a:cubicBezTo>
                    <a:cubicBezTo>
                      <a:pt x="52" y="12"/>
                      <a:pt x="52" y="12"/>
                      <a:pt x="52" y="12"/>
                    </a:cubicBezTo>
                    <a:cubicBezTo>
                      <a:pt x="52" y="13"/>
                      <a:pt x="52" y="12"/>
                      <a:pt x="52" y="12"/>
                    </a:cubicBezTo>
                    <a:cubicBezTo>
                      <a:pt x="51" y="13"/>
                      <a:pt x="51" y="13"/>
                      <a:pt x="51" y="13"/>
                    </a:cubicBezTo>
                    <a:cubicBezTo>
                      <a:pt x="51" y="13"/>
                      <a:pt x="51" y="13"/>
                      <a:pt x="51" y="13"/>
                    </a:cubicBezTo>
                    <a:cubicBezTo>
                      <a:pt x="51" y="13"/>
                      <a:pt x="51" y="13"/>
                      <a:pt x="51" y="13"/>
                    </a:cubicBezTo>
                    <a:cubicBezTo>
                      <a:pt x="51" y="13"/>
                      <a:pt x="51" y="13"/>
                      <a:pt x="51" y="13"/>
                    </a:cubicBezTo>
                    <a:cubicBezTo>
                      <a:pt x="51" y="13"/>
                      <a:pt x="51" y="13"/>
                      <a:pt x="51" y="13"/>
                    </a:cubicBezTo>
                    <a:cubicBezTo>
                      <a:pt x="51" y="13"/>
                      <a:pt x="51" y="13"/>
                      <a:pt x="51" y="13"/>
                    </a:cubicBezTo>
                    <a:cubicBezTo>
                      <a:pt x="51" y="13"/>
                      <a:pt x="51" y="13"/>
                      <a:pt x="51" y="13"/>
                    </a:cubicBezTo>
                    <a:cubicBezTo>
                      <a:pt x="51" y="13"/>
                      <a:pt x="51" y="13"/>
                      <a:pt x="51" y="13"/>
                    </a:cubicBezTo>
                    <a:cubicBezTo>
                      <a:pt x="51" y="14"/>
                      <a:pt x="51" y="14"/>
                      <a:pt x="51" y="14"/>
                    </a:cubicBezTo>
                    <a:cubicBezTo>
                      <a:pt x="51" y="14"/>
                      <a:pt x="51" y="14"/>
                      <a:pt x="51" y="14"/>
                    </a:cubicBezTo>
                    <a:cubicBezTo>
                      <a:pt x="51" y="14"/>
                      <a:pt x="51" y="14"/>
                      <a:pt x="51" y="14"/>
                    </a:cubicBezTo>
                    <a:cubicBezTo>
                      <a:pt x="51" y="13"/>
                      <a:pt x="51" y="14"/>
                      <a:pt x="51" y="14"/>
                    </a:cubicBezTo>
                    <a:cubicBezTo>
                      <a:pt x="51" y="14"/>
                      <a:pt x="51" y="14"/>
                      <a:pt x="51" y="14"/>
                    </a:cubicBezTo>
                    <a:cubicBezTo>
                      <a:pt x="51" y="14"/>
                      <a:pt x="51" y="14"/>
                      <a:pt x="51" y="14"/>
                    </a:cubicBezTo>
                    <a:cubicBezTo>
                      <a:pt x="51" y="14"/>
                      <a:pt x="51" y="14"/>
                      <a:pt x="51" y="14"/>
                    </a:cubicBezTo>
                    <a:cubicBezTo>
                      <a:pt x="51" y="14"/>
                      <a:pt x="51" y="14"/>
                      <a:pt x="51" y="14"/>
                    </a:cubicBezTo>
                    <a:cubicBezTo>
                      <a:pt x="51" y="14"/>
                      <a:pt x="51" y="14"/>
                      <a:pt x="51" y="14"/>
                    </a:cubicBezTo>
                    <a:cubicBezTo>
                      <a:pt x="51" y="14"/>
                      <a:pt x="51" y="14"/>
                      <a:pt x="51" y="14"/>
                    </a:cubicBezTo>
                    <a:cubicBezTo>
                      <a:pt x="51" y="14"/>
                      <a:pt x="51" y="14"/>
                      <a:pt x="51" y="14"/>
                    </a:cubicBezTo>
                    <a:cubicBezTo>
                      <a:pt x="50" y="14"/>
                      <a:pt x="50" y="14"/>
                      <a:pt x="50" y="14"/>
                    </a:cubicBezTo>
                    <a:cubicBezTo>
                      <a:pt x="50" y="15"/>
                      <a:pt x="50" y="15"/>
                      <a:pt x="50" y="15"/>
                    </a:cubicBezTo>
                    <a:cubicBezTo>
                      <a:pt x="50" y="14"/>
                      <a:pt x="50" y="14"/>
                      <a:pt x="50" y="14"/>
                    </a:cubicBezTo>
                    <a:cubicBezTo>
                      <a:pt x="50" y="14"/>
                      <a:pt x="50" y="14"/>
                      <a:pt x="50" y="14"/>
                    </a:cubicBezTo>
                    <a:cubicBezTo>
                      <a:pt x="50" y="13"/>
                      <a:pt x="50" y="13"/>
                      <a:pt x="50" y="13"/>
                    </a:cubicBezTo>
                    <a:cubicBezTo>
                      <a:pt x="50" y="13"/>
                      <a:pt x="50" y="13"/>
                      <a:pt x="50" y="14"/>
                    </a:cubicBezTo>
                    <a:cubicBezTo>
                      <a:pt x="50" y="14"/>
                      <a:pt x="50" y="14"/>
                      <a:pt x="50" y="14"/>
                    </a:cubicBezTo>
                    <a:cubicBezTo>
                      <a:pt x="50" y="14"/>
                      <a:pt x="50" y="14"/>
                      <a:pt x="50" y="14"/>
                    </a:cubicBezTo>
                    <a:cubicBezTo>
                      <a:pt x="50" y="14"/>
                      <a:pt x="50" y="14"/>
                      <a:pt x="50" y="14"/>
                    </a:cubicBezTo>
                    <a:cubicBezTo>
                      <a:pt x="50" y="13"/>
                      <a:pt x="50" y="13"/>
                      <a:pt x="50" y="13"/>
                    </a:cubicBezTo>
                    <a:cubicBezTo>
                      <a:pt x="50" y="13"/>
                      <a:pt x="50" y="12"/>
                      <a:pt x="51" y="12"/>
                    </a:cubicBezTo>
                    <a:cubicBezTo>
                      <a:pt x="51" y="12"/>
                      <a:pt x="51" y="11"/>
                      <a:pt x="51" y="11"/>
                    </a:cubicBezTo>
                    <a:cubicBezTo>
                      <a:pt x="51" y="10"/>
                      <a:pt x="50" y="11"/>
                      <a:pt x="49" y="11"/>
                    </a:cubicBezTo>
                    <a:cubicBezTo>
                      <a:pt x="49" y="12"/>
                      <a:pt x="50" y="11"/>
                      <a:pt x="49" y="12"/>
                    </a:cubicBezTo>
                    <a:cubicBezTo>
                      <a:pt x="49" y="12"/>
                      <a:pt x="49" y="11"/>
                      <a:pt x="49" y="12"/>
                    </a:cubicBezTo>
                    <a:cubicBezTo>
                      <a:pt x="48" y="11"/>
                      <a:pt x="49" y="12"/>
                      <a:pt x="49" y="13"/>
                    </a:cubicBezTo>
                    <a:cubicBezTo>
                      <a:pt x="48" y="13"/>
                      <a:pt x="48" y="13"/>
                      <a:pt x="48" y="13"/>
                    </a:cubicBezTo>
                    <a:cubicBezTo>
                      <a:pt x="48" y="13"/>
                      <a:pt x="48" y="13"/>
                      <a:pt x="48" y="14"/>
                    </a:cubicBezTo>
                    <a:cubicBezTo>
                      <a:pt x="48" y="14"/>
                      <a:pt x="49" y="14"/>
                      <a:pt x="48" y="15"/>
                    </a:cubicBezTo>
                    <a:cubicBezTo>
                      <a:pt x="48" y="14"/>
                      <a:pt x="48" y="14"/>
                      <a:pt x="47" y="15"/>
                    </a:cubicBezTo>
                    <a:cubicBezTo>
                      <a:pt x="47" y="15"/>
                      <a:pt x="47" y="15"/>
                      <a:pt x="47" y="15"/>
                    </a:cubicBezTo>
                    <a:cubicBezTo>
                      <a:pt x="47" y="15"/>
                      <a:pt x="47" y="15"/>
                      <a:pt x="47" y="15"/>
                    </a:cubicBezTo>
                    <a:cubicBezTo>
                      <a:pt x="47" y="15"/>
                      <a:pt x="47" y="15"/>
                      <a:pt x="47" y="15"/>
                    </a:cubicBezTo>
                    <a:cubicBezTo>
                      <a:pt x="47" y="15"/>
                      <a:pt x="47" y="14"/>
                      <a:pt x="46" y="15"/>
                    </a:cubicBezTo>
                    <a:cubicBezTo>
                      <a:pt x="46" y="15"/>
                      <a:pt x="47" y="14"/>
                      <a:pt x="47" y="16"/>
                    </a:cubicBezTo>
                    <a:cubicBezTo>
                      <a:pt x="46" y="15"/>
                      <a:pt x="46" y="16"/>
                      <a:pt x="46" y="15"/>
                    </a:cubicBezTo>
                    <a:cubicBezTo>
                      <a:pt x="45" y="15"/>
                      <a:pt x="46" y="15"/>
                      <a:pt x="45" y="15"/>
                    </a:cubicBezTo>
                    <a:cubicBezTo>
                      <a:pt x="45" y="16"/>
                      <a:pt x="44" y="16"/>
                      <a:pt x="45" y="16"/>
                    </a:cubicBezTo>
                    <a:cubicBezTo>
                      <a:pt x="45" y="16"/>
                      <a:pt x="45" y="17"/>
                      <a:pt x="45" y="17"/>
                    </a:cubicBezTo>
                    <a:cubicBezTo>
                      <a:pt x="45" y="17"/>
                      <a:pt x="45" y="17"/>
                      <a:pt x="45" y="18"/>
                    </a:cubicBezTo>
                    <a:cubicBezTo>
                      <a:pt x="45" y="19"/>
                      <a:pt x="45" y="19"/>
                      <a:pt x="45" y="19"/>
                    </a:cubicBezTo>
                    <a:cubicBezTo>
                      <a:pt x="45" y="18"/>
                      <a:pt x="45" y="19"/>
                      <a:pt x="45" y="19"/>
                    </a:cubicBezTo>
                    <a:cubicBezTo>
                      <a:pt x="46" y="21"/>
                      <a:pt x="44" y="20"/>
                      <a:pt x="44" y="20"/>
                    </a:cubicBezTo>
                    <a:cubicBezTo>
                      <a:pt x="44" y="20"/>
                      <a:pt x="44" y="20"/>
                      <a:pt x="44" y="21"/>
                    </a:cubicBezTo>
                    <a:cubicBezTo>
                      <a:pt x="44" y="21"/>
                      <a:pt x="45" y="21"/>
                      <a:pt x="44" y="21"/>
                    </a:cubicBezTo>
                    <a:cubicBezTo>
                      <a:pt x="44" y="20"/>
                      <a:pt x="44" y="21"/>
                      <a:pt x="45" y="21"/>
                    </a:cubicBezTo>
                    <a:cubicBezTo>
                      <a:pt x="44" y="22"/>
                      <a:pt x="44" y="21"/>
                      <a:pt x="44" y="22"/>
                    </a:cubicBezTo>
                    <a:cubicBezTo>
                      <a:pt x="44" y="23"/>
                      <a:pt x="44" y="22"/>
                      <a:pt x="44" y="23"/>
                    </a:cubicBezTo>
                    <a:cubicBezTo>
                      <a:pt x="44" y="23"/>
                      <a:pt x="44" y="23"/>
                      <a:pt x="44" y="23"/>
                    </a:cubicBezTo>
                    <a:cubicBezTo>
                      <a:pt x="44" y="22"/>
                      <a:pt x="44" y="22"/>
                      <a:pt x="44" y="23"/>
                    </a:cubicBezTo>
                    <a:cubicBezTo>
                      <a:pt x="45" y="24"/>
                      <a:pt x="44" y="25"/>
                      <a:pt x="44" y="24"/>
                    </a:cubicBezTo>
                    <a:cubicBezTo>
                      <a:pt x="43" y="24"/>
                      <a:pt x="44" y="23"/>
                      <a:pt x="45" y="25"/>
                    </a:cubicBezTo>
                    <a:cubicBezTo>
                      <a:pt x="44" y="26"/>
                      <a:pt x="44" y="26"/>
                      <a:pt x="44" y="25"/>
                    </a:cubicBezTo>
                    <a:cubicBezTo>
                      <a:pt x="44" y="26"/>
                      <a:pt x="44" y="25"/>
                      <a:pt x="44" y="25"/>
                    </a:cubicBezTo>
                    <a:cubicBezTo>
                      <a:pt x="44" y="25"/>
                      <a:pt x="45" y="25"/>
                      <a:pt x="44" y="25"/>
                    </a:cubicBezTo>
                    <a:cubicBezTo>
                      <a:pt x="44" y="24"/>
                      <a:pt x="44" y="25"/>
                      <a:pt x="44" y="25"/>
                    </a:cubicBezTo>
                    <a:cubicBezTo>
                      <a:pt x="43" y="25"/>
                      <a:pt x="45" y="25"/>
                      <a:pt x="44" y="26"/>
                    </a:cubicBezTo>
                    <a:cubicBezTo>
                      <a:pt x="45" y="26"/>
                      <a:pt x="43" y="25"/>
                      <a:pt x="43" y="26"/>
                    </a:cubicBezTo>
                    <a:cubicBezTo>
                      <a:pt x="42" y="25"/>
                      <a:pt x="41" y="25"/>
                      <a:pt x="42" y="25"/>
                    </a:cubicBezTo>
                    <a:cubicBezTo>
                      <a:pt x="42" y="23"/>
                      <a:pt x="41" y="26"/>
                      <a:pt x="40" y="24"/>
                    </a:cubicBezTo>
                    <a:cubicBezTo>
                      <a:pt x="40" y="23"/>
                      <a:pt x="40" y="25"/>
                      <a:pt x="40" y="25"/>
                    </a:cubicBezTo>
                    <a:cubicBezTo>
                      <a:pt x="40" y="23"/>
                      <a:pt x="40" y="24"/>
                      <a:pt x="39" y="24"/>
                    </a:cubicBezTo>
                    <a:cubicBezTo>
                      <a:pt x="40" y="23"/>
                      <a:pt x="39" y="23"/>
                      <a:pt x="39" y="23"/>
                    </a:cubicBezTo>
                    <a:cubicBezTo>
                      <a:pt x="38" y="23"/>
                      <a:pt x="39" y="24"/>
                      <a:pt x="39" y="24"/>
                    </a:cubicBezTo>
                    <a:cubicBezTo>
                      <a:pt x="39" y="25"/>
                      <a:pt x="38" y="24"/>
                      <a:pt x="38" y="24"/>
                    </a:cubicBezTo>
                    <a:cubicBezTo>
                      <a:pt x="38" y="24"/>
                      <a:pt x="38" y="24"/>
                      <a:pt x="38" y="24"/>
                    </a:cubicBezTo>
                    <a:cubicBezTo>
                      <a:pt x="38" y="24"/>
                      <a:pt x="38" y="24"/>
                      <a:pt x="38" y="24"/>
                    </a:cubicBezTo>
                    <a:cubicBezTo>
                      <a:pt x="38" y="24"/>
                      <a:pt x="38" y="24"/>
                      <a:pt x="38" y="24"/>
                    </a:cubicBezTo>
                    <a:cubicBezTo>
                      <a:pt x="38" y="25"/>
                      <a:pt x="38" y="25"/>
                      <a:pt x="38" y="26"/>
                    </a:cubicBezTo>
                    <a:cubicBezTo>
                      <a:pt x="39" y="26"/>
                      <a:pt x="38" y="25"/>
                      <a:pt x="38" y="25"/>
                    </a:cubicBezTo>
                    <a:cubicBezTo>
                      <a:pt x="38" y="25"/>
                      <a:pt x="38" y="25"/>
                      <a:pt x="38" y="25"/>
                    </a:cubicBezTo>
                    <a:cubicBezTo>
                      <a:pt x="38" y="25"/>
                      <a:pt x="38" y="25"/>
                      <a:pt x="38" y="25"/>
                    </a:cubicBezTo>
                    <a:cubicBezTo>
                      <a:pt x="38" y="26"/>
                      <a:pt x="38" y="25"/>
                      <a:pt x="37" y="26"/>
                    </a:cubicBezTo>
                    <a:cubicBezTo>
                      <a:pt x="38" y="27"/>
                      <a:pt x="37" y="26"/>
                      <a:pt x="38" y="26"/>
                    </a:cubicBezTo>
                    <a:cubicBezTo>
                      <a:pt x="38" y="27"/>
                      <a:pt x="39" y="27"/>
                      <a:pt x="39" y="26"/>
                    </a:cubicBezTo>
                    <a:cubicBezTo>
                      <a:pt x="39" y="28"/>
                      <a:pt x="38" y="27"/>
                      <a:pt x="38" y="27"/>
                    </a:cubicBezTo>
                    <a:cubicBezTo>
                      <a:pt x="39" y="28"/>
                      <a:pt x="38" y="28"/>
                      <a:pt x="38" y="27"/>
                    </a:cubicBezTo>
                    <a:cubicBezTo>
                      <a:pt x="37" y="27"/>
                      <a:pt x="37" y="27"/>
                      <a:pt x="37" y="27"/>
                    </a:cubicBezTo>
                    <a:cubicBezTo>
                      <a:pt x="37" y="27"/>
                      <a:pt x="37" y="27"/>
                      <a:pt x="37" y="27"/>
                    </a:cubicBezTo>
                    <a:cubicBezTo>
                      <a:pt x="37" y="27"/>
                      <a:pt x="37" y="27"/>
                      <a:pt x="37" y="27"/>
                    </a:cubicBezTo>
                    <a:cubicBezTo>
                      <a:pt x="37" y="27"/>
                      <a:pt x="37" y="27"/>
                      <a:pt x="37" y="27"/>
                    </a:cubicBezTo>
                    <a:cubicBezTo>
                      <a:pt x="37" y="28"/>
                      <a:pt x="37" y="28"/>
                      <a:pt x="37" y="28"/>
                    </a:cubicBezTo>
                    <a:cubicBezTo>
                      <a:pt x="37" y="28"/>
                      <a:pt x="37" y="28"/>
                      <a:pt x="37" y="28"/>
                    </a:cubicBezTo>
                    <a:cubicBezTo>
                      <a:pt x="37" y="29"/>
                      <a:pt x="37" y="29"/>
                      <a:pt x="38" y="29"/>
                    </a:cubicBezTo>
                    <a:cubicBezTo>
                      <a:pt x="37" y="29"/>
                      <a:pt x="37" y="29"/>
                      <a:pt x="37" y="29"/>
                    </a:cubicBezTo>
                    <a:cubicBezTo>
                      <a:pt x="37" y="29"/>
                      <a:pt x="37" y="29"/>
                      <a:pt x="37" y="29"/>
                    </a:cubicBezTo>
                    <a:cubicBezTo>
                      <a:pt x="37" y="29"/>
                      <a:pt x="37" y="29"/>
                      <a:pt x="37" y="29"/>
                    </a:cubicBezTo>
                    <a:cubicBezTo>
                      <a:pt x="37" y="29"/>
                      <a:pt x="37" y="28"/>
                      <a:pt x="36" y="29"/>
                    </a:cubicBezTo>
                    <a:cubicBezTo>
                      <a:pt x="36" y="29"/>
                      <a:pt x="36" y="29"/>
                      <a:pt x="36" y="29"/>
                    </a:cubicBezTo>
                    <a:cubicBezTo>
                      <a:pt x="36" y="30"/>
                      <a:pt x="35" y="30"/>
                      <a:pt x="35" y="31"/>
                    </a:cubicBezTo>
                    <a:cubicBezTo>
                      <a:pt x="35" y="31"/>
                      <a:pt x="35" y="31"/>
                      <a:pt x="35" y="31"/>
                    </a:cubicBezTo>
                    <a:cubicBezTo>
                      <a:pt x="35" y="31"/>
                      <a:pt x="35" y="31"/>
                      <a:pt x="35" y="31"/>
                    </a:cubicBezTo>
                    <a:cubicBezTo>
                      <a:pt x="36" y="31"/>
                      <a:pt x="35" y="32"/>
                      <a:pt x="36" y="31"/>
                    </a:cubicBezTo>
                    <a:cubicBezTo>
                      <a:pt x="36" y="31"/>
                      <a:pt x="36" y="32"/>
                      <a:pt x="35" y="31"/>
                    </a:cubicBezTo>
                    <a:cubicBezTo>
                      <a:pt x="35" y="31"/>
                      <a:pt x="35" y="31"/>
                      <a:pt x="35" y="31"/>
                    </a:cubicBezTo>
                    <a:cubicBezTo>
                      <a:pt x="36" y="32"/>
                      <a:pt x="36" y="32"/>
                      <a:pt x="36" y="32"/>
                    </a:cubicBezTo>
                    <a:cubicBezTo>
                      <a:pt x="36" y="32"/>
                      <a:pt x="35" y="32"/>
                      <a:pt x="35" y="33"/>
                    </a:cubicBezTo>
                    <a:cubicBezTo>
                      <a:pt x="35" y="33"/>
                      <a:pt x="35" y="33"/>
                      <a:pt x="36" y="34"/>
                    </a:cubicBezTo>
                    <a:cubicBezTo>
                      <a:pt x="36" y="35"/>
                      <a:pt x="34" y="34"/>
                      <a:pt x="35" y="35"/>
                    </a:cubicBezTo>
                    <a:cubicBezTo>
                      <a:pt x="35" y="35"/>
                      <a:pt x="35" y="35"/>
                      <a:pt x="35" y="35"/>
                    </a:cubicBezTo>
                    <a:cubicBezTo>
                      <a:pt x="35" y="35"/>
                      <a:pt x="34" y="35"/>
                      <a:pt x="34" y="35"/>
                    </a:cubicBezTo>
                    <a:cubicBezTo>
                      <a:pt x="34" y="34"/>
                      <a:pt x="34" y="34"/>
                      <a:pt x="34" y="34"/>
                    </a:cubicBezTo>
                    <a:cubicBezTo>
                      <a:pt x="35" y="33"/>
                      <a:pt x="34" y="33"/>
                      <a:pt x="34" y="33"/>
                    </a:cubicBezTo>
                    <a:cubicBezTo>
                      <a:pt x="33" y="33"/>
                      <a:pt x="33" y="33"/>
                      <a:pt x="33" y="33"/>
                    </a:cubicBezTo>
                    <a:cubicBezTo>
                      <a:pt x="34" y="33"/>
                      <a:pt x="33" y="33"/>
                      <a:pt x="33" y="33"/>
                    </a:cubicBezTo>
                    <a:cubicBezTo>
                      <a:pt x="33" y="33"/>
                      <a:pt x="32" y="34"/>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4"/>
                      <a:pt x="32" y="33"/>
                      <a:pt x="32" y="34"/>
                    </a:cubicBezTo>
                    <a:cubicBezTo>
                      <a:pt x="31" y="34"/>
                      <a:pt x="32" y="34"/>
                      <a:pt x="32" y="34"/>
                    </a:cubicBezTo>
                    <a:cubicBezTo>
                      <a:pt x="32" y="34"/>
                      <a:pt x="32" y="34"/>
                      <a:pt x="33" y="34"/>
                    </a:cubicBezTo>
                    <a:cubicBezTo>
                      <a:pt x="33" y="35"/>
                      <a:pt x="33" y="35"/>
                      <a:pt x="33" y="35"/>
                    </a:cubicBezTo>
                    <a:cubicBezTo>
                      <a:pt x="33" y="35"/>
                      <a:pt x="33" y="35"/>
                      <a:pt x="33" y="35"/>
                    </a:cubicBezTo>
                    <a:cubicBezTo>
                      <a:pt x="33" y="35"/>
                      <a:pt x="33" y="35"/>
                      <a:pt x="33" y="35"/>
                    </a:cubicBezTo>
                    <a:cubicBezTo>
                      <a:pt x="33" y="36"/>
                      <a:pt x="32" y="36"/>
                      <a:pt x="32" y="36"/>
                    </a:cubicBezTo>
                    <a:cubicBezTo>
                      <a:pt x="33" y="37"/>
                      <a:pt x="33" y="37"/>
                      <a:pt x="33" y="37"/>
                    </a:cubicBezTo>
                    <a:cubicBezTo>
                      <a:pt x="34" y="37"/>
                      <a:pt x="34" y="38"/>
                      <a:pt x="34" y="38"/>
                    </a:cubicBezTo>
                    <a:cubicBezTo>
                      <a:pt x="34" y="37"/>
                      <a:pt x="34" y="37"/>
                      <a:pt x="34" y="37"/>
                    </a:cubicBezTo>
                    <a:cubicBezTo>
                      <a:pt x="34" y="38"/>
                      <a:pt x="34" y="38"/>
                      <a:pt x="34" y="38"/>
                    </a:cubicBezTo>
                    <a:cubicBezTo>
                      <a:pt x="34" y="38"/>
                      <a:pt x="34" y="38"/>
                      <a:pt x="34" y="38"/>
                    </a:cubicBezTo>
                    <a:cubicBezTo>
                      <a:pt x="34" y="38"/>
                      <a:pt x="34" y="38"/>
                      <a:pt x="34" y="38"/>
                    </a:cubicBezTo>
                    <a:cubicBezTo>
                      <a:pt x="34" y="38"/>
                      <a:pt x="34" y="38"/>
                      <a:pt x="34" y="38"/>
                    </a:cubicBezTo>
                    <a:cubicBezTo>
                      <a:pt x="34" y="38"/>
                      <a:pt x="34" y="38"/>
                      <a:pt x="34" y="38"/>
                    </a:cubicBezTo>
                    <a:cubicBezTo>
                      <a:pt x="33" y="37"/>
                      <a:pt x="33" y="37"/>
                      <a:pt x="33" y="37"/>
                    </a:cubicBezTo>
                    <a:cubicBezTo>
                      <a:pt x="33" y="38"/>
                      <a:pt x="33" y="38"/>
                      <a:pt x="33" y="39"/>
                    </a:cubicBezTo>
                    <a:cubicBezTo>
                      <a:pt x="33" y="39"/>
                      <a:pt x="33" y="39"/>
                      <a:pt x="33" y="39"/>
                    </a:cubicBezTo>
                    <a:cubicBezTo>
                      <a:pt x="33" y="39"/>
                      <a:pt x="33" y="39"/>
                      <a:pt x="33" y="39"/>
                    </a:cubicBezTo>
                    <a:cubicBezTo>
                      <a:pt x="33" y="39"/>
                      <a:pt x="33" y="39"/>
                      <a:pt x="33" y="39"/>
                    </a:cubicBezTo>
                    <a:cubicBezTo>
                      <a:pt x="33" y="39"/>
                      <a:pt x="33" y="39"/>
                      <a:pt x="33" y="39"/>
                    </a:cubicBezTo>
                    <a:cubicBezTo>
                      <a:pt x="33" y="39"/>
                      <a:pt x="33" y="39"/>
                      <a:pt x="33" y="39"/>
                    </a:cubicBezTo>
                    <a:cubicBezTo>
                      <a:pt x="33" y="40"/>
                      <a:pt x="33" y="40"/>
                      <a:pt x="33" y="39"/>
                    </a:cubicBezTo>
                    <a:cubicBezTo>
                      <a:pt x="33" y="40"/>
                      <a:pt x="32" y="40"/>
                      <a:pt x="33" y="40"/>
                    </a:cubicBezTo>
                    <a:cubicBezTo>
                      <a:pt x="32" y="39"/>
                      <a:pt x="33" y="39"/>
                      <a:pt x="32" y="40"/>
                    </a:cubicBezTo>
                    <a:cubicBezTo>
                      <a:pt x="32" y="40"/>
                      <a:pt x="32" y="40"/>
                      <a:pt x="32" y="40"/>
                    </a:cubicBezTo>
                    <a:cubicBezTo>
                      <a:pt x="32" y="40"/>
                      <a:pt x="32" y="40"/>
                      <a:pt x="32" y="40"/>
                    </a:cubicBezTo>
                    <a:cubicBezTo>
                      <a:pt x="32" y="40"/>
                      <a:pt x="32" y="40"/>
                      <a:pt x="32" y="40"/>
                    </a:cubicBezTo>
                    <a:cubicBezTo>
                      <a:pt x="32" y="40"/>
                      <a:pt x="31" y="40"/>
                      <a:pt x="32" y="40"/>
                    </a:cubicBezTo>
                    <a:cubicBezTo>
                      <a:pt x="31" y="40"/>
                      <a:pt x="32" y="41"/>
                      <a:pt x="32" y="41"/>
                    </a:cubicBezTo>
                    <a:cubicBezTo>
                      <a:pt x="32" y="41"/>
                      <a:pt x="31" y="41"/>
                      <a:pt x="31" y="41"/>
                    </a:cubicBezTo>
                    <a:cubicBezTo>
                      <a:pt x="31" y="40"/>
                      <a:pt x="31" y="41"/>
                      <a:pt x="31" y="42"/>
                    </a:cubicBezTo>
                    <a:cubicBezTo>
                      <a:pt x="30" y="42"/>
                      <a:pt x="31" y="42"/>
                      <a:pt x="31" y="42"/>
                    </a:cubicBezTo>
                    <a:cubicBezTo>
                      <a:pt x="31" y="43"/>
                      <a:pt x="31" y="42"/>
                      <a:pt x="31" y="42"/>
                    </a:cubicBezTo>
                    <a:cubicBezTo>
                      <a:pt x="31" y="42"/>
                      <a:pt x="31" y="42"/>
                      <a:pt x="31" y="42"/>
                    </a:cubicBezTo>
                    <a:cubicBezTo>
                      <a:pt x="31" y="42"/>
                      <a:pt x="31" y="42"/>
                      <a:pt x="31" y="42"/>
                    </a:cubicBezTo>
                    <a:cubicBezTo>
                      <a:pt x="31" y="42"/>
                      <a:pt x="31" y="43"/>
                      <a:pt x="31" y="43"/>
                    </a:cubicBezTo>
                    <a:cubicBezTo>
                      <a:pt x="31" y="42"/>
                      <a:pt x="31" y="42"/>
                      <a:pt x="31" y="42"/>
                    </a:cubicBezTo>
                    <a:cubicBezTo>
                      <a:pt x="31" y="42"/>
                      <a:pt x="31" y="42"/>
                      <a:pt x="31" y="42"/>
                    </a:cubicBezTo>
                    <a:cubicBezTo>
                      <a:pt x="31" y="42"/>
                      <a:pt x="31" y="43"/>
                      <a:pt x="31" y="43"/>
                    </a:cubicBezTo>
                    <a:cubicBezTo>
                      <a:pt x="31" y="42"/>
                      <a:pt x="31" y="42"/>
                      <a:pt x="31" y="43"/>
                    </a:cubicBezTo>
                    <a:cubicBezTo>
                      <a:pt x="32" y="43"/>
                      <a:pt x="31" y="42"/>
                      <a:pt x="31" y="43"/>
                    </a:cubicBezTo>
                    <a:cubicBezTo>
                      <a:pt x="31" y="44"/>
                      <a:pt x="33" y="42"/>
                      <a:pt x="32" y="44"/>
                    </a:cubicBezTo>
                    <a:cubicBezTo>
                      <a:pt x="31" y="42"/>
                      <a:pt x="31" y="47"/>
                      <a:pt x="31" y="44"/>
                    </a:cubicBezTo>
                    <a:cubicBezTo>
                      <a:pt x="31" y="44"/>
                      <a:pt x="30" y="44"/>
                      <a:pt x="31" y="45"/>
                    </a:cubicBezTo>
                    <a:cubicBezTo>
                      <a:pt x="31" y="45"/>
                      <a:pt x="31" y="46"/>
                      <a:pt x="30" y="45"/>
                    </a:cubicBezTo>
                    <a:cubicBezTo>
                      <a:pt x="30" y="45"/>
                      <a:pt x="30" y="45"/>
                      <a:pt x="30" y="45"/>
                    </a:cubicBezTo>
                    <a:cubicBezTo>
                      <a:pt x="30" y="45"/>
                      <a:pt x="30" y="46"/>
                      <a:pt x="30" y="46"/>
                    </a:cubicBezTo>
                    <a:cubicBezTo>
                      <a:pt x="30" y="46"/>
                      <a:pt x="29" y="45"/>
                      <a:pt x="29" y="47"/>
                    </a:cubicBezTo>
                    <a:cubicBezTo>
                      <a:pt x="28" y="47"/>
                      <a:pt x="28" y="47"/>
                      <a:pt x="29" y="46"/>
                    </a:cubicBezTo>
                    <a:cubicBezTo>
                      <a:pt x="28" y="47"/>
                      <a:pt x="28" y="47"/>
                      <a:pt x="28" y="47"/>
                    </a:cubicBezTo>
                    <a:cubicBezTo>
                      <a:pt x="28" y="47"/>
                      <a:pt x="28" y="47"/>
                      <a:pt x="29" y="47"/>
                    </a:cubicBezTo>
                    <a:cubicBezTo>
                      <a:pt x="29" y="47"/>
                      <a:pt x="29" y="47"/>
                      <a:pt x="29" y="47"/>
                    </a:cubicBezTo>
                    <a:cubicBezTo>
                      <a:pt x="29" y="47"/>
                      <a:pt x="29" y="48"/>
                      <a:pt x="29" y="48"/>
                    </a:cubicBezTo>
                    <a:cubicBezTo>
                      <a:pt x="29" y="48"/>
                      <a:pt x="29" y="48"/>
                      <a:pt x="29" y="48"/>
                    </a:cubicBezTo>
                    <a:cubicBezTo>
                      <a:pt x="28" y="48"/>
                      <a:pt x="28" y="48"/>
                      <a:pt x="28" y="48"/>
                    </a:cubicBezTo>
                    <a:cubicBezTo>
                      <a:pt x="28" y="48"/>
                      <a:pt x="28" y="48"/>
                      <a:pt x="28" y="48"/>
                    </a:cubicBezTo>
                    <a:cubicBezTo>
                      <a:pt x="28" y="49"/>
                      <a:pt x="29" y="48"/>
                      <a:pt x="29" y="48"/>
                    </a:cubicBezTo>
                    <a:cubicBezTo>
                      <a:pt x="29" y="48"/>
                      <a:pt x="29" y="49"/>
                      <a:pt x="29" y="48"/>
                    </a:cubicBezTo>
                    <a:cubicBezTo>
                      <a:pt x="30" y="49"/>
                      <a:pt x="30" y="49"/>
                      <a:pt x="30" y="49"/>
                    </a:cubicBezTo>
                    <a:cubicBezTo>
                      <a:pt x="29" y="49"/>
                      <a:pt x="30" y="48"/>
                      <a:pt x="30" y="49"/>
                    </a:cubicBezTo>
                    <a:cubicBezTo>
                      <a:pt x="30" y="49"/>
                      <a:pt x="30" y="49"/>
                      <a:pt x="29" y="49"/>
                    </a:cubicBezTo>
                    <a:cubicBezTo>
                      <a:pt x="29" y="50"/>
                      <a:pt x="29" y="50"/>
                      <a:pt x="29" y="49"/>
                    </a:cubicBezTo>
                    <a:cubicBezTo>
                      <a:pt x="29" y="49"/>
                      <a:pt x="29" y="49"/>
                      <a:pt x="28" y="49"/>
                    </a:cubicBezTo>
                    <a:cubicBezTo>
                      <a:pt x="28" y="49"/>
                      <a:pt x="28" y="50"/>
                      <a:pt x="27" y="49"/>
                    </a:cubicBezTo>
                    <a:cubicBezTo>
                      <a:pt x="28" y="50"/>
                      <a:pt x="27" y="49"/>
                      <a:pt x="27" y="49"/>
                    </a:cubicBezTo>
                    <a:cubicBezTo>
                      <a:pt x="28" y="50"/>
                      <a:pt x="28" y="50"/>
                      <a:pt x="27" y="49"/>
                    </a:cubicBezTo>
                    <a:cubicBezTo>
                      <a:pt x="27" y="50"/>
                      <a:pt x="27" y="50"/>
                      <a:pt x="27" y="50"/>
                    </a:cubicBezTo>
                    <a:cubicBezTo>
                      <a:pt x="27" y="50"/>
                      <a:pt x="27" y="50"/>
                      <a:pt x="27" y="50"/>
                    </a:cubicBezTo>
                    <a:cubicBezTo>
                      <a:pt x="27" y="50"/>
                      <a:pt x="27" y="50"/>
                      <a:pt x="27" y="50"/>
                    </a:cubicBezTo>
                    <a:cubicBezTo>
                      <a:pt x="27" y="49"/>
                      <a:pt x="27" y="49"/>
                      <a:pt x="27" y="49"/>
                    </a:cubicBezTo>
                    <a:cubicBezTo>
                      <a:pt x="27" y="49"/>
                      <a:pt x="27" y="49"/>
                      <a:pt x="27" y="49"/>
                    </a:cubicBezTo>
                    <a:cubicBezTo>
                      <a:pt x="27" y="49"/>
                      <a:pt x="27" y="49"/>
                      <a:pt x="27" y="49"/>
                    </a:cubicBezTo>
                    <a:cubicBezTo>
                      <a:pt x="27" y="48"/>
                      <a:pt x="27" y="49"/>
                      <a:pt x="27" y="49"/>
                    </a:cubicBezTo>
                    <a:cubicBezTo>
                      <a:pt x="27" y="49"/>
                      <a:pt x="26" y="49"/>
                      <a:pt x="27" y="50"/>
                    </a:cubicBezTo>
                    <a:cubicBezTo>
                      <a:pt x="27" y="49"/>
                      <a:pt x="26" y="51"/>
                      <a:pt x="26" y="50"/>
                    </a:cubicBezTo>
                    <a:cubicBezTo>
                      <a:pt x="26" y="49"/>
                      <a:pt x="26" y="49"/>
                      <a:pt x="25" y="49"/>
                    </a:cubicBezTo>
                    <a:cubicBezTo>
                      <a:pt x="25" y="49"/>
                      <a:pt x="25" y="49"/>
                      <a:pt x="25" y="49"/>
                    </a:cubicBezTo>
                    <a:cubicBezTo>
                      <a:pt x="25" y="49"/>
                      <a:pt x="25" y="49"/>
                      <a:pt x="25" y="49"/>
                    </a:cubicBezTo>
                    <a:cubicBezTo>
                      <a:pt x="25" y="49"/>
                      <a:pt x="25" y="50"/>
                      <a:pt x="25" y="49"/>
                    </a:cubicBezTo>
                    <a:cubicBezTo>
                      <a:pt x="24" y="49"/>
                      <a:pt x="25" y="49"/>
                      <a:pt x="25" y="49"/>
                    </a:cubicBezTo>
                    <a:cubicBezTo>
                      <a:pt x="24" y="50"/>
                      <a:pt x="24" y="50"/>
                      <a:pt x="24" y="50"/>
                    </a:cubicBezTo>
                    <a:cubicBezTo>
                      <a:pt x="25" y="50"/>
                      <a:pt x="25" y="51"/>
                      <a:pt x="25" y="51"/>
                    </a:cubicBezTo>
                    <a:cubicBezTo>
                      <a:pt x="25" y="51"/>
                      <a:pt x="25" y="51"/>
                      <a:pt x="25" y="51"/>
                    </a:cubicBezTo>
                    <a:cubicBezTo>
                      <a:pt x="25" y="51"/>
                      <a:pt x="25" y="51"/>
                      <a:pt x="25" y="51"/>
                    </a:cubicBezTo>
                    <a:cubicBezTo>
                      <a:pt x="24" y="51"/>
                      <a:pt x="25" y="51"/>
                      <a:pt x="24" y="50"/>
                    </a:cubicBezTo>
                    <a:cubicBezTo>
                      <a:pt x="24" y="49"/>
                      <a:pt x="24" y="50"/>
                      <a:pt x="24" y="50"/>
                    </a:cubicBezTo>
                    <a:cubicBezTo>
                      <a:pt x="24" y="50"/>
                      <a:pt x="23" y="52"/>
                      <a:pt x="23" y="52"/>
                    </a:cubicBezTo>
                    <a:cubicBezTo>
                      <a:pt x="24" y="52"/>
                      <a:pt x="24" y="51"/>
                      <a:pt x="24" y="52"/>
                    </a:cubicBezTo>
                    <a:cubicBezTo>
                      <a:pt x="24" y="52"/>
                      <a:pt x="25" y="52"/>
                      <a:pt x="25" y="52"/>
                    </a:cubicBezTo>
                    <a:cubicBezTo>
                      <a:pt x="25" y="52"/>
                      <a:pt x="25" y="51"/>
                      <a:pt x="25" y="52"/>
                    </a:cubicBezTo>
                    <a:cubicBezTo>
                      <a:pt x="26" y="52"/>
                      <a:pt x="25" y="52"/>
                      <a:pt x="25" y="52"/>
                    </a:cubicBezTo>
                    <a:cubicBezTo>
                      <a:pt x="25" y="52"/>
                      <a:pt x="25" y="52"/>
                      <a:pt x="24" y="52"/>
                    </a:cubicBezTo>
                    <a:cubicBezTo>
                      <a:pt x="24" y="52"/>
                      <a:pt x="24" y="52"/>
                      <a:pt x="24" y="52"/>
                    </a:cubicBezTo>
                    <a:cubicBezTo>
                      <a:pt x="24" y="53"/>
                      <a:pt x="24" y="52"/>
                      <a:pt x="24" y="53"/>
                    </a:cubicBezTo>
                    <a:cubicBezTo>
                      <a:pt x="23" y="52"/>
                      <a:pt x="24" y="53"/>
                      <a:pt x="24" y="52"/>
                    </a:cubicBezTo>
                    <a:cubicBezTo>
                      <a:pt x="23" y="52"/>
                      <a:pt x="23" y="52"/>
                      <a:pt x="23" y="52"/>
                    </a:cubicBezTo>
                    <a:cubicBezTo>
                      <a:pt x="23" y="52"/>
                      <a:pt x="23" y="52"/>
                      <a:pt x="23" y="52"/>
                    </a:cubicBezTo>
                    <a:cubicBezTo>
                      <a:pt x="23" y="52"/>
                      <a:pt x="23" y="52"/>
                      <a:pt x="23" y="52"/>
                    </a:cubicBezTo>
                    <a:cubicBezTo>
                      <a:pt x="23" y="53"/>
                      <a:pt x="23" y="53"/>
                      <a:pt x="23" y="53"/>
                    </a:cubicBezTo>
                    <a:cubicBezTo>
                      <a:pt x="23" y="53"/>
                      <a:pt x="23" y="53"/>
                      <a:pt x="23" y="53"/>
                    </a:cubicBezTo>
                    <a:cubicBezTo>
                      <a:pt x="23" y="53"/>
                      <a:pt x="23" y="53"/>
                      <a:pt x="23" y="53"/>
                    </a:cubicBezTo>
                    <a:cubicBezTo>
                      <a:pt x="24" y="54"/>
                      <a:pt x="23" y="54"/>
                      <a:pt x="24" y="54"/>
                    </a:cubicBezTo>
                    <a:cubicBezTo>
                      <a:pt x="23" y="55"/>
                      <a:pt x="24" y="54"/>
                      <a:pt x="24" y="54"/>
                    </a:cubicBezTo>
                    <a:cubicBezTo>
                      <a:pt x="24" y="54"/>
                      <a:pt x="23" y="54"/>
                      <a:pt x="23" y="54"/>
                    </a:cubicBezTo>
                    <a:cubicBezTo>
                      <a:pt x="23" y="55"/>
                      <a:pt x="23" y="55"/>
                      <a:pt x="23" y="55"/>
                    </a:cubicBezTo>
                    <a:cubicBezTo>
                      <a:pt x="23" y="55"/>
                      <a:pt x="23" y="55"/>
                      <a:pt x="23" y="55"/>
                    </a:cubicBezTo>
                    <a:cubicBezTo>
                      <a:pt x="23" y="54"/>
                      <a:pt x="23" y="54"/>
                      <a:pt x="22" y="55"/>
                    </a:cubicBezTo>
                    <a:cubicBezTo>
                      <a:pt x="23" y="55"/>
                      <a:pt x="23" y="55"/>
                      <a:pt x="23" y="55"/>
                    </a:cubicBezTo>
                    <a:cubicBezTo>
                      <a:pt x="22" y="55"/>
                      <a:pt x="22" y="55"/>
                      <a:pt x="22" y="55"/>
                    </a:cubicBezTo>
                    <a:cubicBezTo>
                      <a:pt x="23" y="55"/>
                      <a:pt x="23" y="55"/>
                      <a:pt x="23" y="55"/>
                    </a:cubicBezTo>
                    <a:cubicBezTo>
                      <a:pt x="22" y="55"/>
                      <a:pt x="22" y="55"/>
                      <a:pt x="22" y="55"/>
                    </a:cubicBezTo>
                    <a:cubicBezTo>
                      <a:pt x="23" y="55"/>
                      <a:pt x="23" y="55"/>
                      <a:pt x="23" y="55"/>
                    </a:cubicBezTo>
                    <a:cubicBezTo>
                      <a:pt x="23" y="55"/>
                      <a:pt x="23" y="55"/>
                      <a:pt x="22" y="55"/>
                    </a:cubicBezTo>
                    <a:cubicBezTo>
                      <a:pt x="22" y="55"/>
                      <a:pt x="22" y="55"/>
                      <a:pt x="22" y="56"/>
                    </a:cubicBezTo>
                    <a:cubicBezTo>
                      <a:pt x="22" y="56"/>
                      <a:pt x="21" y="56"/>
                      <a:pt x="22" y="57"/>
                    </a:cubicBezTo>
                    <a:cubicBezTo>
                      <a:pt x="22" y="56"/>
                      <a:pt x="22" y="56"/>
                      <a:pt x="22" y="56"/>
                    </a:cubicBezTo>
                    <a:cubicBezTo>
                      <a:pt x="22" y="57"/>
                      <a:pt x="22" y="57"/>
                      <a:pt x="22" y="57"/>
                    </a:cubicBezTo>
                    <a:cubicBezTo>
                      <a:pt x="22" y="58"/>
                      <a:pt x="21" y="58"/>
                      <a:pt x="22" y="57"/>
                    </a:cubicBezTo>
                    <a:cubicBezTo>
                      <a:pt x="22" y="57"/>
                      <a:pt x="22" y="57"/>
                      <a:pt x="22" y="57"/>
                    </a:cubicBezTo>
                    <a:cubicBezTo>
                      <a:pt x="21" y="57"/>
                      <a:pt x="21" y="57"/>
                      <a:pt x="21" y="57"/>
                    </a:cubicBezTo>
                    <a:cubicBezTo>
                      <a:pt x="21" y="57"/>
                      <a:pt x="21" y="57"/>
                      <a:pt x="21" y="57"/>
                    </a:cubicBezTo>
                    <a:cubicBezTo>
                      <a:pt x="21" y="57"/>
                      <a:pt x="21" y="57"/>
                      <a:pt x="21" y="57"/>
                    </a:cubicBezTo>
                    <a:cubicBezTo>
                      <a:pt x="22" y="57"/>
                      <a:pt x="22" y="57"/>
                      <a:pt x="22" y="57"/>
                    </a:cubicBezTo>
                    <a:cubicBezTo>
                      <a:pt x="22" y="57"/>
                      <a:pt x="22" y="57"/>
                      <a:pt x="22" y="58"/>
                    </a:cubicBezTo>
                    <a:cubicBezTo>
                      <a:pt x="22" y="58"/>
                      <a:pt x="22" y="59"/>
                      <a:pt x="22" y="59"/>
                    </a:cubicBezTo>
                    <a:cubicBezTo>
                      <a:pt x="22" y="59"/>
                      <a:pt x="22" y="59"/>
                      <a:pt x="22" y="59"/>
                    </a:cubicBezTo>
                    <a:cubicBezTo>
                      <a:pt x="22" y="59"/>
                      <a:pt x="22" y="59"/>
                      <a:pt x="22" y="59"/>
                    </a:cubicBezTo>
                    <a:cubicBezTo>
                      <a:pt x="22" y="59"/>
                      <a:pt x="22" y="59"/>
                      <a:pt x="22" y="59"/>
                    </a:cubicBezTo>
                    <a:cubicBezTo>
                      <a:pt x="21" y="60"/>
                      <a:pt x="21" y="59"/>
                      <a:pt x="21" y="60"/>
                    </a:cubicBezTo>
                    <a:cubicBezTo>
                      <a:pt x="22" y="61"/>
                      <a:pt x="21" y="60"/>
                      <a:pt x="22" y="60"/>
                    </a:cubicBezTo>
                    <a:cubicBezTo>
                      <a:pt x="22" y="61"/>
                      <a:pt x="22" y="61"/>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2" y="60"/>
                      <a:pt x="22" y="60"/>
                      <a:pt x="22" y="60"/>
                    </a:cubicBezTo>
                    <a:cubicBezTo>
                      <a:pt x="23" y="60"/>
                      <a:pt x="23" y="60"/>
                      <a:pt x="23" y="60"/>
                    </a:cubicBezTo>
                    <a:cubicBezTo>
                      <a:pt x="23" y="61"/>
                      <a:pt x="23" y="61"/>
                      <a:pt x="23" y="61"/>
                    </a:cubicBezTo>
                    <a:cubicBezTo>
                      <a:pt x="23" y="61"/>
                      <a:pt x="23" y="61"/>
                      <a:pt x="23" y="61"/>
                    </a:cubicBezTo>
                    <a:cubicBezTo>
                      <a:pt x="24" y="61"/>
                      <a:pt x="23" y="60"/>
                      <a:pt x="23" y="61"/>
                    </a:cubicBezTo>
                    <a:cubicBezTo>
                      <a:pt x="23" y="60"/>
                      <a:pt x="23" y="60"/>
                      <a:pt x="23" y="60"/>
                    </a:cubicBezTo>
                    <a:cubicBezTo>
                      <a:pt x="24" y="60"/>
                      <a:pt x="23" y="60"/>
                      <a:pt x="23" y="60"/>
                    </a:cubicBezTo>
                    <a:cubicBezTo>
                      <a:pt x="23" y="60"/>
                      <a:pt x="24" y="60"/>
                      <a:pt x="23" y="60"/>
                    </a:cubicBezTo>
                    <a:cubicBezTo>
                      <a:pt x="23" y="59"/>
                      <a:pt x="23" y="59"/>
                      <a:pt x="23" y="60"/>
                    </a:cubicBezTo>
                    <a:cubicBezTo>
                      <a:pt x="24" y="60"/>
                      <a:pt x="23" y="60"/>
                      <a:pt x="23" y="60"/>
                    </a:cubicBezTo>
                    <a:cubicBezTo>
                      <a:pt x="23" y="60"/>
                      <a:pt x="23" y="60"/>
                      <a:pt x="23" y="60"/>
                    </a:cubicBezTo>
                    <a:cubicBezTo>
                      <a:pt x="24" y="60"/>
                      <a:pt x="24" y="59"/>
                      <a:pt x="23" y="60"/>
                    </a:cubicBezTo>
                    <a:cubicBezTo>
                      <a:pt x="23" y="59"/>
                      <a:pt x="23" y="59"/>
                      <a:pt x="23" y="59"/>
                    </a:cubicBezTo>
                    <a:cubicBezTo>
                      <a:pt x="23" y="58"/>
                      <a:pt x="23" y="59"/>
                      <a:pt x="23" y="60"/>
                    </a:cubicBezTo>
                    <a:cubicBezTo>
                      <a:pt x="23" y="59"/>
                      <a:pt x="23" y="60"/>
                      <a:pt x="23" y="60"/>
                    </a:cubicBezTo>
                    <a:cubicBezTo>
                      <a:pt x="23" y="60"/>
                      <a:pt x="23" y="60"/>
                      <a:pt x="23" y="60"/>
                    </a:cubicBezTo>
                    <a:cubicBezTo>
                      <a:pt x="24" y="60"/>
                      <a:pt x="24" y="61"/>
                      <a:pt x="23" y="61"/>
                    </a:cubicBezTo>
                    <a:cubicBezTo>
                      <a:pt x="22" y="60"/>
                      <a:pt x="23" y="61"/>
                      <a:pt x="23" y="61"/>
                    </a:cubicBezTo>
                    <a:cubicBezTo>
                      <a:pt x="23" y="61"/>
                      <a:pt x="23" y="61"/>
                      <a:pt x="23" y="61"/>
                    </a:cubicBezTo>
                    <a:cubicBezTo>
                      <a:pt x="23" y="61"/>
                      <a:pt x="22" y="61"/>
                      <a:pt x="23" y="61"/>
                    </a:cubicBezTo>
                    <a:cubicBezTo>
                      <a:pt x="23" y="61"/>
                      <a:pt x="23" y="61"/>
                      <a:pt x="23" y="61"/>
                    </a:cubicBezTo>
                    <a:cubicBezTo>
                      <a:pt x="22" y="61"/>
                      <a:pt x="22" y="61"/>
                      <a:pt x="23" y="61"/>
                    </a:cubicBezTo>
                    <a:cubicBezTo>
                      <a:pt x="23" y="62"/>
                      <a:pt x="22" y="62"/>
                      <a:pt x="22" y="62"/>
                    </a:cubicBezTo>
                    <a:cubicBezTo>
                      <a:pt x="22" y="61"/>
                      <a:pt x="22" y="62"/>
                      <a:pt x="22" y="62"/>
                    </a:cubicBezTo>
                    <a:cubicBezTo>
                      <a:pt x="22" y="62"/>
                      <a:pt x="22" y="61"/>
                      <a:pt x="22" y="62"/>
                    </a:cubicBezTo>
                    <a:cubicBezTo>
                      <a:pt x="22" y="62"/>
                      <a:pt x="22" y="62"/>
                      <a:pt x="22" y="62"/>
                    </a:cubicBezTo>
                    <a:cubicBezTo>
                      <a:pt x="21" y="62"/>
                      <a:pt x="21" y="62"/>
                      <a:pt x="21" y="63"/>
                    </a:cubicBezTo>
                    <a:cubicBezTo>
                      <a:pt x="20" y="63"/>
                      <a:pt x="20" y="63"/>
                      <a:pt x="20" y="63"/>
                    </a:cubicBezTo>
                    <a:cubicBezTo>
                      <a:pt x="20" y="63"/>
                      <a:pt x="20" y="63"/>
                      <a:pt x="20" y="63"/>
                    </a:cubicBezTo>
                    <a:cubicBezTo>
                      <a:pt x="20" y="63"/>
                      <a:pt x="20" y="63"/>
                      <a:pt x="20" y="63"/>
                    </a:cubicBezTo>
                    <a:cubicBezTo>
                      <a:pt x="19" y="63"/>
                      <a:pt x="19" y="63"/>
                      <a:pt x="19" y="63"/>
                    </a:cubicBezTo>
                    <a:cubicBezTo>
                      <a:pt x="19" y="63"/>
                      <a:pt x="19" y="64"/>
                      <a:pt x="19" y="64"/>
                    </a:cubicBezTo>
                    <a:cubicBezTo>
                      <a:pt x="19" y="65"/>
                      <a:pt x="19" y="65"/>
                      <a:pt x="19" y="65"/>
                    </a:cubicBezTo>
                    <a:cubicBezTo>
                      <a:pt x="19" y="65"/>
                      <a:pt x="19" y="65"/>
                      <a:pt x="19" y="65"/>
                    </a:cubicBezTo>
                    <a:cubicBezTo>
                      <a:pt x="19" y="65"/>
                      <a:pt x="19" y="65"/>
                      <a:pt x="19" y="65"/>
                    </a:cubicBezTo>
                    <a:cubicBezTo>
                      <a:pt x="19" y="65"/>
                      <a:pt x="19" y="66"/>
                      <a:pt x="19" y="65"/>
                    </a:cubicBezTo>
                    <a:cubicBezTo>
                      <a:pt x="19" y="65"/>
                      <a:pt x="19" y="65"/>
                      <a:pt x="19" y="65"/>
                    </a:cubicBezTo>
                    <a:cubicBezTo>
                      <a:pt x="18" y="65"/>
                      <a:pt x="18" y="65"/>
                      <a:pt x="18" y="65"/>
                    </a:cubicBezTo>
                    <a:cubicBezTo>
                      <a:pt x="18" y="66"/>
                      <a:pt x="18" y="66"/>
                      <a:pt x="18" y="66"/>
                    </a:cubicBezTo>
                    <a:cubicBezTo>
                      <a:pt x="18" y="66"/>
                      <a:pt x="18" y="66"/>
                      <a:pt x="18" y="66"/>
                    </a:cubicBezTo>
                    <a:cubicBezTo>
                      <a:pt x="18" y="66"/>
                      <a:pt x="18" y="66"/>
                      <a:pt x="18" y="67"/>
                    </a:cubicBezTo>
                    <a:cubicBezTo>
                      <a:pt x="18" y="67"/>
                      <a:pt x="18" y="67"/>
                      <a:pt x="18" y="67"/>
                    </a:cubicBezTo>
                    <a:cubicBezTo>
                      <a:pt x="18" y="68"/>
                      <a:pt x="18" y="68"/>
                      <a:pt x="18" y="68"/>
                    </a:cubicBezTo>
                    <a:cubicBezTo>
                      <a:pt x="18" y="69"/>
                      <a:pt x="18" y="69"/>
                      <a:pt x="18" y="68"/>
                    </a:cubicBezTo>
                    <a:cubicBezTo>
                      <a:pt x="18" y="68"/>
                      <a:pt x="18" y="68"/>
                      <a:pt x="18" y="69"/>
                    </a:cubicBezTo>
                    <a:cubicBezTo>
                      <a:pt x="18" y="69"/>
                      <a:pt x="18" y="69"/>
                      <a:pt x="18" y="69"/>
                    </a:cubicBezTo>
                    <a:cubicBezTo>
                      <a:pt x="18" y="69"/>
                      <a:pt x="18" y="69"/>
                      <a:pt x="18" y="69"/>
                    </a:cubicBezTo>
                    <a:cubicBezTo>
                      <a:pt x="18" y="69"/>
                      <a:pt x="18" y="69"/>
                      <a:pt x="18" y="69"/>
                    </a:cubicBezTo>
                    <a:cubicBezTo>
                      <a:pt x="18" y="70"/>
                      <a:pt x="19" y="69"/>
                      <a:pt x="18" y="70"/>
                    </a:cubicBezTo>
                    <a:cubicBezTo>
                      <a:pt x="18" y="69"/>
                      <a:pt x="19" y="69"/>
                      <a:pt x="18" y="70"/>
                    </a:cubicBezTo>
                    <a:cubicBezTo>
                      <a:pt x="18" y="71"/>
                      <a:pt x="18" y="70"/>
                      <a:pt x="18" y="70"/>
                    </a:cubicBezTo>
                    <a:cubicBezTo>
                      <a:pt x="18" y="70"/>
                      <a:pt x="18" y="70"/>
                      <a:pt x="19" y="70"/>
                    </a:cubicBezTo>
                    <a:cubicBezTo>
                      <a:pt x="19" y="70"/>
                      <a:pt x="18" y="71"/>
                      <a:pt x="19" y="71"/>
                    </a:cubicBezTo>
                    <a:cubicBezTo>
                      <a:pt x="18" y="70"/>
                      <a:pt x="18" y="71"/>
                      <a:pt x="19" y="71"/>
                    </a:cubicBezTo>
                    <a:cubicBezTo>
                      <a:pt x="19" y="71"/>
                      <a:pt x="18" y="71"/>
                      <a:pt x="19" y="71"/>
                    </a:cubicBezTo>
                    <a:cubicBezTo>
                      <a:pt x="18" y="71"/>
                      <a:pt x="18" y="71"/>
                      <a:pt x="19" y="71"/>
                    </a:cubicBezTo>
                    <a:cubicBezTo>
                      <a:pt x="19" y="71"/>
                      <a:pt x="20" y="71"/>
                      <a:pt x="19" y="71"/>
                    </a:cubicBezTo>
                    <a:cubicBezTo>
                      <a:pt x="18" y="71"/>
                      <a:pt x="18" y="71"/>
                      <a:pt x="19" y="71"/>
                    </a:cubicBezTo>
                    <a:cubicBezTo>
                      <a:pt x="19" y="72"/>
                      <a:pt x="19" y="71"/>
                      <a:pt x="19" y="71"/>
                    </a:cubicBezTo>
                    <a:cubicBezTo>
                      <a:pt x="19" y="70"/>
                      <a:pt x="19" y="71"/>
                      <a:pt x="19" y="71"/>
                    </a:cubicBezTo>
                    <a:cubicBezTo>
                      <a:pt x="19" y="72"/>
                      <a:pt x="19" y="73"/>
                      <a:pt x="19" y="71"/>
                    </a:cubicBezTo>
                    <a:cubicBezTo>
                      <a:pt x="19" y="71"/>
                      <a:pt x="19" y="71"/>
                      <a:pt x="18" y="71"/>
                    </a:cubicBezTo>
                    <a:cubicBezTo>
                      <a:pt x="18" y="71"/>
                      <a:pt x="18" y="71"/>
                      <a:pt x="18" y="71"/>
                    </a:cubicBezTo>
                    <a:cubicBezTo>
                      <a:pt x="19" y="71"/>
                      <a:pt x="18" y="72"/>
                      <a:pt x="18" y="72"/>
                    </a:cubicBezTo>
                    <a:cubicBezTo>
                      <a:pt x="18" y="71"/>
                      <a:pt x="18" y="72"/>
                      <a:pt x="18" y="72"/>
                    </a:cubicBezTo>
                    <a:cubicBezTo>
                      <a:pt x="18" y="72"/>
                      <a:pt x="18" y="72"/>
                      <a:pt x="18" y="72"/>
                    </a:cubicBezTo>
                    <a:cubicBezTo>
                      <a:pt x="18" y="72"/>
                      <a:pt x="18" y="72"/>
                      <a:pt x="17" y="72"/>
                    </a:cubicBezTo>
                    <a:cubicBezTo>
                      <a:pt x="17" y="72"/>
                      <a:pt x="18" y="72"/>
                      <a:pt x="17" y="72"/>
                    </a:cubicBezTo>
                    <a:cubicBezTo>
                      <a:pt x="17" y="72"/>
                      <a:pt x="17" y="72"/>
                      <a:pt x="17" y="72"/>
                    </a:cubicBezTo>
                    <a:cubicBezTo>
                      <a:pt x="17" y="72"/>
                      <a:pt x="17" y="72"/>
                      <a:pt x="17" y="72"/>
                    </a:cubicBezTo>
                    <a:cubicBezTo>
                      <a:pt x="17" y="72"/>
                      <a:pt x="16" y="72"/>
                      <a:pt x="17" y="72"/>
                    </a:cubicBezTo>
                    <a:cubicBezTo>
                      <a:pt x="17" y="72"/>
                      <a:pt x="17" y="72"/>
                      <a:pt x="17" y="72"/>
                    </a:cubicBezTo>
                    <a:cubicBezTo>
                      <a:pt x="17" y="71"/>
                      <a:pt x="17" y="72"/>
                      <a:pt x="17" y="71"/>
                    </a:cubicBezTo>
                    <a:cubicBezTo>
                      <a:pt x="18" y="71"/>
                      <a:pt x="18" y="71"/>
                      <a:pt x="17" y="71"/>
                    </a:cubicBezTo>
                    <a:cubicBezTo>
                      <a:pt x="17" y="71"/>
                      <a:pt x="18" y="71"/>
                      <a:pt x="17" y="70"/>
                    </a:cubicBezTo>
                    <a:cubicBezTo>
                      <a:pt x="16" y="70"/>
                      <a:pt x="17" y="71"/>
                      <a:pt x="16" y="70"/>
                    </a:cubicBezTo>
                    <a:cubicBezTo>
                      <a:pt x="16" y="70"/>
                      <a:pt x="17" y="70"/>
                      <a:pt x="16" y="70"/>
                    </a:cubicBezTo>
                    <a:cubicBezTo>
                      <a:pt x="15" y="69"/>
                      <a:pt x="15" y="69"/>
                      <a:pt x="16" y="71"/>
                    </a:cubicBezTo>
                    <a:cubicBezTo>
                      <a:pt x="16" y="71"/>
                      <a:pt x="15" y="71"/>
                      <a:pt x="15" y="72"/>
                    </a:cubicBezTo>
                    <a:cubicBezTo>
                      <a:pt x="15" y="72"/>
                      <a:pt x="15" y="72"/>
                      <a:pt x="15" y="72"/>
                    </a:cubicBezTo>
                    <a:cubicBezTo>
                      <a:pt x="15" y="73"/>
                      <a:pt x="15" y="73"/>
                      <a:pt x="15" y="72"/>
                    </a:cubicBezTo>
                    <a:cubicBezTo>
                      <a:pt x="15" y="73"/>
                      <a:pt x="15" y="73"/>
                      <a:pt x="15" y="73"/>
                    </a:cubicBezTo>
                    <a:cubicBezTo>
                      <a:pt x="15" y="73"/>
                      <a:pt x="15" y="73"/>
                      <a:pt x="15" y="73"/>
                    </a:cubicBezTo>
                    <a:cubicBezTo>
                      <a:pt x="15" y="73"/>
                      <a:pt x="15" y="73"/>
                      <a:pt x="15" y="73"/>
                    </a:cubicBezTo>
                    <a:cubicBezTo>
                      <a:pt x="15" y="73"/>
                      <a:pt x="15" y="73"/>
                      <a:pt x="15" y="73"/>
                    </a:cubicBezTo>
                    <a:cubicBezTo>
                      <a:pt x="15" y="73"/>
                      <a:pt x="15" y="73"/>
                      <a:pt x="15" y="73"/>
                    </a:cubicBezTo>
                    <a:cubicBezTo>
                      <a:pt x="15" y="73"/>
                      <a:pt x="15" y="73"/>
                      <a:pt x="15" y="73"/>
                    </a:cubicBezTo>
                    <a:cubicBezTo>
                      <a:pt x="15" y="73"/>
                      <a:pt x="15" y="73"/>
                      <a:pt x="15" y="73"/>
                    </a:cubicBezTo>
                    <a:cubicBezTo>
                      <a:pt x="15" y="73"/>
                      <a:pt x="15" y="73"/>
                      <a:pt x="15" y="73"/>
                    </a:cubicBezTo>
                    <a:cubicBezTo>
                      <a:pt x="14" y="73"/>
                      <a:pt x="15" y="74"/>
                      <a:pt x="14" y="73"/>
                    </a:cubicBezTo>
                    <a:cubicBezTo>
                      <a:pt x="15" y="74"/>
                      <a:pt x="14" y="74"/>
                      <a:pt x="15" y="73"/>
                    </a:cubicBezTo>
                    <a:cubicBezTo>
                      <a:pt x="16" y="73"/>
                      <a:pt x="15" y="73"/>
                      <a:pt x="15" y="73"/>
                    </a:cubicBezTo>
                    <a:cubicBezTo>
                      <a:pt x="16" y="74"/>
                      <a:pt x="16" y="74"/>
                      <a:pt x="16" y="74"/>
                    </a:cubicBezTo>
                    <a:cubicBezTo>
                      <a:pt x="16" y="74"/>
                      <a:pt x="16" y="74"/>
                      <a:pt x="16" y="74"/>
                    </a:cubicBezTo>
                    <a:cubicBezTo>
                      <a:pt x="15" y="76"/>
                      <a:pt x="16" y="73"/>
                      <a:pt x="16" y="74"/>
                    </a:cubicBezTo>
                    <a:cubicBezTo>
                      <a:pt x="15" y="74"/>
                      <a:pt x="15" y="74"/>
                      <a:pt x="16" y="74"/>
                    </a:cubicBezTo>
                    <a:cubicBezTo>
                      <a:pt x="16" y="74"/>
                      <a:pt x="16" y="74"/>
                      <a:pt x="16" y="74"/>
                    </a:cubicBezTo>
                    <a:cubicBezTo>
                      <a:pt x="16" y="75"/>
                      <a:pt x="16" y="75"/>
                      <a:pt x="16" y="75"/>
                    </a:cubicBezTo>
                    <a:cubicBezTo>
                      <a:pt x="16" y="74"/>
                      <a:pt x="16" y="74"/>
                      <a:pt x="16" y="74"/>
                    </a:cubicBezTo>
                    <a:cubicBezTo>
                      <a:pt x="15" y="74"/>
                      <a:pt x="16" y="74"/>
                      <a:pt x="15" y="75"/>
                    </a:cubicBezTo>
                    <a:cubicBezTo>
                      <a:pt x="15" y="74"/>
                      <a:pt x="15" y="74"/>
                      <a:pt x="15" y="74"/>
                    </a:cubicBezTo>
                    <a:cubicBezTo>
                      <a:pt x="15" y="75"/>
                      <a:pt x="15" y="74"/>
                      <a:pt x="14" y="75"/>
                    </a:cubicBezTo>
                    <a:cubicBezTo>
                      <a:pt x="14" y="74"/>
                      <a:pt x="14" y="75"/>
                      <a:pt x="14" y="74"/>
                    </a:cubicBezTo>
                    <a:cubicBezTo>
                      <a:pt x="13" y="74"/>
                      <a:pt x="13" y="74"/>
                      <a:pt x="13" y="74"/>
                    </a:cubicBezTo>
                    <a:cubicBezTo>
                      <a:pt x="13" y="74"/>
                      <a:pt x="13" y="75"/>
                      <a:pt x="13" y="75"/>
                    </a:cubicBezTo>
                    <a:cubicBezTo>
                      <a:pt x="14" y="75"/>
                      <a:pt x="14" y="75"/>
                      <a:pt x="14" y="75"/>
                    </a:cubicBezTo>
                    <a:cubicBezTo>
                      <a:pt x="14" y="75"/>
                      <a:pt x="14" y="75"/>
                      <a:pt x="14" y="75"/>
                    </a:cubicBezTo>
                    <a:cubicBezTo>
                      <a:pt x="14" y="75"/>
                      <a:pt x="14" y="75"/>
                      <a:pt x="14" y="75"/>
                    </a:cubicBezTo>
                    <a:cubicBezTo>
                      <a:pt x="14" y="76"/>
                      <a:pt x="14" y="76"/>
                      <a:pt x="14" y="76"/>
                    </a:cubicBezTo>
                    <a:cubicBezTo>
                      <a:pt x="13" y="76"/>
                      <a:pt x="13" y="76"/>
                      <a:pt x="13" y="76"/>
                    </a:cubicBezTo>
                    <a:cubicBezTo>
                      <a:pt x="13" y="77"/>
                      <a:pt x="13" y="77"/>
                      <a:pt x="13" y="77"/>
                    </a:cubicBezTo>
                    <a:cubicBezTo>
                      <a:pt x="12" y="77"/>
                      <a:pt x="12" y="77"/>
                      <a:pt x="12" y="77"/>
                    </a:cubicBezTo>
                    <a:cubicBezTo>
                      <a:pt x="12" y="77"/>
                      <a:pt x="12" y="77"/>
                      <a:pt x="12" y="77"/>
                    </a:cubicBezTo>
                    <a:cubicBezTo>
                      <a:pt x="12" y="77"/>
                      <a:pt x="12" y="77"/>
                      <a:pt x="12" y="77"/>
                    </a:cubicBezTo>
                    <a:cubicBezTo>
                      <a:pt x="11" y="77"/>
                      <a:pt x="11" y="76"/>
                      <a:pt x="11" y="78"/>
                    </a:cubicBezTo>
                    <a:cubicBezTo>
                      <a:pt x="11" y="77"/>
                      <a:pt x="12" y="78"/>
                      <a:pt x="12" y="77"/>
                    </a:cubicBezTo>
                    <a:cubicBezTo>
                      <a:pt x="12" y="78"/>
                      <a:pt x="12" y="78"/>
                      <a:pt x="12" y="78"/>
                    </a:cubicBezTo>
                    <a:cubicBezTo>
                      <a:pt x="13" y="78"/>
                      <a:pt x="13" y="78"/>
                      <a:pt x="13" y="78"/>
                    </a:cubicBezTo>
                    <a:cubicBezTo>
                      <a:pt x="13" y="78"/>
                      <a:pt x="13" y="78"/>
                      <a:pt x="13" y="78"/>
                    </a:cubicBezTo>
                    <a:cubicBezTo>
                      <a:pt x="13" y="77"/>
                      <a:pt x="13" y="79"/>
                      <a:pt x="13" y="78"/>
                    </a:cubicBezTo>
                    <a:cubicBezTo>
                      <a:pt x="13" y="80"/>
                      <a:pt x="14" y="78"/>
                      <a:pt x="14" y="78"/>
                    </a:cubicBezTo>
                    <a:cubicBezTo>
                      <a:pt x="13" y="78"/>
                      <a:pt x="13" y="77"/>
                      <a:pt x="13" y="77"/>
                    </a:cubicBezTo>
                    <a:cubicBezTo>
                      <a:pt x="13" y="77"/>
                      <a:pt x="13" y="77"/>
                      <a:pt x="13" y="77"/>
                    </a:cubicBezTo>
                    <a:cubicBezTo>
                      <a:pt x="13" y="77"/>
                      <a:pt x="13" y="77"/>
                      <a:pt x="13" y="77"/>
                    </a:cubicBezTo>
                    <a:cubicBezTo>
                      <a:pt x="13" y="76"/>
                      <a:pt x="13" y="76"/>
                      <a:pt x="13" y="76"/>
                    </a:cubicBezTo>
                    <a:cubicBezTo>
                      <a:pt x="13" y="76"/>
                      <a:pt x="13" y="76"/>
                      <a:pt x="13" y="76"/>
                    </a:cubicBezTo>
                    <a:cubicBezTo>
                      <a:pt x="13" y="76"/>
                      <a:pt x="13" y="76"/>
                      <a:pt x="13" y="76"/>
                    </a:cubicBezTo>
                    <a:cubicBezTo>
                      <a:pt x="13" y="76"/>
                      <a:pt x="13" y="76"/>
                      <a:pt x="13" y="76"/>
                    </a:cubicBezTo>
                    <a:cubicBezTo>
                      <a:pt x="13" y="76"/>
                      <a:pt x="13" y="76"/>
                      <a:pt x="13" y="76"/>
                    </a:cubicBezTo>
                    <a:cubicBezTo>
                      <a:pt x="14" y="76"/>
                      <a:pt x="14" y="76"/>
                      <a:pt x="14" y="76"/>
                    </a:cubicBezTo>
                    <a:cubicBezTo>
                      <a:pt x="14" y="76"/>
                      <a:pt x="14" y="76"/>
                      <a:pt x="14" y="77"/>
                    </a:cubicBezTo>
                    <a:cubicBezTo>
                      <a:pt x="14" y="77"/>
                      <a:pt x="14" y="77"/>
                      <a:pt x="14" y="77"/>
                    </a:cubicBezTo>
                    <a:cubicBezTo>
                      <a:pt x="14" y="77"/>
                      <a:pt x="14" y="77"/>
                      <a:pt x="14" y="77"/>
                    </a:cubicBezTo>
                    <a:cubicBezTo>
                      <a:pt x="14" y="76"/>
                      <a:pt x="14" y="78"/>
                      <a:pt x="14" y="78"/>
                    </a:cubicBezTo>
                    <a:cubicBezTo>
                      <a:pt x="14" y="79"/>
                      <a:pt x="14" y="79"/>
                      <a:pt x="14" y="79"/>
                    </a:cubicBezTo>
                    <a:cubicBezTo>
                      <a:pt x="13" y="79"/>
                      <a:pt x="12" y="79"/>
                      <a:pt x="13" y="79"/>
                    </a:cubicBezTo>
                    <a:cubicBezTo>
                      <a:pt x="12" y="78"/>
                      <a:pt x="12" y="78"/>
                      <a:pt x="12" y="79"/>
                    </a:cubicBezTo>
                    <a:cubicBezTo>
                      <a:pt x="12" y="79"/>
                      <a:pt x="12" y="79"/>
                      <a:pt x="11" y="80"/>
                    </a:cubicBezTo>
                    <a:cubicBezTo>
                      <a:pt x="11" y="80"/>
                      <a:pt x="11" y="80"/>
                      <a:pt x="11" y="80"/>
                    </a:cubicBezTo>
                    <a:cubicBezTo>
                      <a:pt x="11" y="80"/>
                      <a:pt x="11" y="80"/>
                      <a:pt x="11" y="80"/>
                    </a:cubicBezTo>
                    <a:cubicBezTo>
                      <a:pt x="11" y="81"/>
                      <a:pt x="11" y="81"/>
                      <a:pt x="10" y="81"/>
                    </a:cubicBezTo>
                    <a:cubicBezTo>
                      <a:pt x="10" y="81"/>
                      <a:pt x="11" y="81"/>
                      <a:pt x="10" y="82"/>
                    </a:cubicBezTo>
                    <a:cubicBezTo>
                      <a:pt x="10" y="82"/>
                      <a:pt x="10" y="81"/>
                      <a:pt x="10" y="82"/>
                    </a:cubicBezTo>
                    <a:cubicBezTo>
                      <a:pt x="9" y="81"/>
                      <a:pt x="9" y="82"/>
                      <a:pt x="10" y="83"/>
                    </a:cubicBezTo>
                    <a:cubicBezTo>
                      <a:pt x="10" y="84"/>
                      <a:pt x="8" y="83"/>
                      <a:pt x="9" y="83"/>
                    </a:cubicBezTo>
                    <a:cubicBezTo>
                      <a:pt x="9" y="84"/>
                      <a:pt x="9" y="84"/>
                      <a:pt x="9" y="84"/>
                    </a:cubicBezTo>
                    <a:cubicBezTo>
                      <a:pt x="9" y="84"/>
                      <a:pt x="9" y="84"/>
                      <a:pt x="10" y="84"/>
                    </a:cubicBezTo>
                    <a:cubicBezTo>
                      <a:pt x="9" y="85"/>
                      <a:pt x="10" y="84"/>
                      <a:pt x="10" y="85"/>
                    </a:cubicBezTo>
                    <a:cubicBezTo>
                      <a:pt x="9" y="85"/>
                      <a:pt x="9" y="85"/>
                      <a:pt x="9" y="85"/>
                    </a:cubicBezTo>
                    <a:cubicBezTo>
                      <a:pt x="8" y="85"/>
                      <a:pt x="9" y="84"/>
                      <a:pt x="8" y="85"/>
                    </a:cubicBezTo>
                    <a:cubicBezTo>
                      <a:pt x="9" y="85"/>
                      <a:pt x="9" y="85"/>
                      <a:pt x="9" y="85"/>
                    </a:cubicBezTo>
                    <a:cubicBezTo>
                      <a:pt x="9" y="86"/>
                      <a:pt x="9" y="86"/>
                      <a:pt x="9" y="86"/>
                    </a:cubicBezTo>
                    <a:cubicBezTo>
                      <a:pt x="9" y="86"/>
                      <a:pt x="9" y="86"/>
                      <a:pt x="9" y="86"/>
                    </a:cubicBezTo>
                    <a:cubicBezTo>
                      <a:pt x="9" y="86"/>
                      <a:pt x="9" y="86"/>
                      <a:pt x="9" y="86"/>
                    </a:cubicBezTo>
                    <a:cubicBezTo>
                      <a:pt x="9" y="86"/>
                      <a:pt x="9" y="87"/>
                      <a:pt x="9" y="87"/>
                    </a:cubicBezTo>
                    <a:cubicBezTo>
                      <a:pt x="9" y="88"/>
                      <a:pt x="9" y="88"/>
                      <a:pt x="9" y="88"/>
                    </a:cubicBezTo>
                    <a:cubicBezTo>
                      <a:pt x="10" y="88"/>
                      <a:pt x="10" y="88"/>
                      <a:pt x="10" y="89"/>
                    </a:cubicBezTo>
                    <a:cubicBezTo>
                      <a:pt x="11" y="88"/>
                      <a:pt x="11" y="89"/>
                      <a:pt x="11" y="89"/>
                    </a:cubicBezTo>
                    <a:cubicBezTo>
                      <a:pt x="11" y="90"/>
                      <a:pt x="12" y="89"/>
                      <a:pt x="11" y="88"/>
                    </a:cubicBezTo>
                    <a:cubicBezTo>
                      <a:pt x="12" y="88"/>
                      <a:pt x="13" y="87"/>
                      <a:pt x="13" y="87"/>
                    </a:cubicBezTo>
                    <a:cubicBezTo>
                      <a:pt x="13" y="87"/>
                      <a:pt x="13" y="87"/>
                      <a:pt x="13" y="87"/>
                    </a:cubicBezTo>
                    <a:cubicBezTo>
                      <a:pt x="13" y="88"/>
                      <a:pt x="13" y="88"/>
                      <a:pt x="13" y="87"/>
                    </a:cubicBezTo>
                    <a:cubicBezTo>
                      <a:pt x="14" y="87"/>
                      <a:pt x="14" y="87"/>
                      <a:pt x="13" y="87"/>
                    </a:cubicBezTo>
                    <a:cubicBezTo>
                      <a:pt x="13" y="87"/>
                      <a:pt x="13" y="87"/>
                      <a:pt x="13" y="87"/>
                    </a:cubicBezTo>
                    <a:cubicBezTo>
                      <a:pt x="12" y="88"/>
                      <a:pt x="13" y="88"/>
                      <a:pt x="13" y="88"/>
                    </a:cubicBezTo>
                    <a:cubicBezTo>
                      <a:pt x="13" y="87"/>
                      <a:pt x="14" y="87"/>
                      <a:pt x="13" y="88"/>
                    </a:cubicBezTo>
                    <a:cubicBezTo>
                      <a:pt x="14" y="88"/>
                      <a:pt x="14" y="88"/>
                      <a:pt x="13" y="88"/>
                    </a:cubicBezTo>
                    <a:cubicBezTo>
                      <a:pt x="14" y="89"/>
                      <a:pt x="13" y="88"/>
                      <a:pt x="13" y="88"/>
                    </a:cubicBezTo>
                    <a:cubicBezTo>
                      <a:pt x="13" y="88"/>
                      <a:pt x="14" y="89"/>
                      <a:pt x="13" y="89"/>
                    </a:cubicBezTo>
                    <a:cubicBezTo>
                      <a:pt x="13" y="88"/>
                      <a:pt x="13" y="88"/>
                      <a:pt x="13" y="89"/>
                    </a:cubicBezTo>
                    <a:cubicBezTo>
                      <a:pt x="13" y="88"/>
                      <a:pt x="13" y="87"/>
                      <a:pt x="13" y="89"/>
                    </a:cubicBezTo>
                    <a:cubicBezTo>
                      <a:pt x="12" y="89"/>
                      <a:pt x="13" y="89"/>
                      <a:pt x="13" y="89"/>
                    </a:cubicBezTo>
                    <a:cubicBezTo>
                      <a:pt x="13" y="89"/>
                      <a:pt x="13" y="89"/>
                      <a:pt x="13" y="90"/>
                    </a:cubicBezTo>
                    <a:cubicBezTo>
                      <a:pt x="12" y="90"/>
                      <a:pt x="13" y="91"/>
                      <a:pt x="12" y="90"/>
                    </a:cubicBezTo>
                    <a:cubicBezTo>
                      <a:pt x="13" y="90"/>
                      <a:pt x="12" y="90"/>
                      <a:pt x="12" y="91"/>
                    </a:cubicBezTo>
                    <a:cubicBezTo>
                      <a:pt x="13" y="90"/>
                      <a:pt x="12" y="91"/>
                      <a:pt x="12" y="91"/>
                    </a:cubicBezTo>
                    <a:cubicBezTo>
                      <a:pt x="12" y="91"/>
                      <a:pt x="12" y="91"/>
                      <a:pt x="12" y="91"/>
                    </a:cubicBezTo>
                    <a:cubicBezTo>
                      <a:pt x="12" y="91"/>
                      <a:pt x="12" y="91"/>
                      <a:pt x="12" y="91"/>
                    </a:cubicBezTo>
                    <a:cubicBezTo>
                      <a:pt x="12" y="90"/>
                      <a:pt x="12" y="90"/>
                      <a:pt x="12" y="90"/>
                    </a:cubicBezTo>
                    <a:cubicBezTo>
                      <a:pt x="12" y="90"/>
                      <a:pt x="12" y="90"/>
                      <a:pt x="12" y="90"/>
                    </a:cubicBezTo>
                    <a:cubicBezTo>
                      <a:pt x="12" y="90"/>
                      <a:pt x="12" y="90"/>
                      <a:pt x="12" y="90"/>
                    </a:cubicBezTo>
                    <a:cubicBezTo>
                      <a:pt x="12" y="90"/>
                      <a:pt x="12" y="90"/>
                      <a:pt x="12" y="90"/>
                    </a:cubicBezTo>
                    <a:cubicBezTo>
                      <a:pt x="12" y="90"/>
                      <a:pt x="12" y="90"/>
                      <a:pt x="12" y="90"/>
                    </a:cubicBezTo>
                    <a:cubicBezTo>
                      <a:pt x="12" y="90"/>
                      <a:pt x="12" y="90"/>
                      <a:pt x="12" y="90"/>
                    </a:cubicBezTo>
                    <a:cubicBezTo>
                      <a:pt x="12" y="90"/>
                      <a:pt x="12" y="90"/>
                      <a:pt x="12" y="90"/>
                    </a:cubicBezTo>
                    <a:cubicBezTo>
                      <a:pt x="11" y="89"/>
                      <a:pt x="11" y="89"/>
                      <a:pt x="11" y="89"/>
                    </a:cubicBezTo>
                    <a:cubicBezTo>
                      <a:pt x="11" y="90"/>
                      <a:pt x="11" y="88"/>
                      <a:pt x="10" y="90"/>
                    </a:cubicBezTo>
                    <a:cubicBezTo>
                      <a:pt x="11" y="89"/>
                      <a:pt x="10" y="90"/>
                      <a:pt x="11" y="90"/>
                    </a:cubicBezTo>
                    <a:cubicBezTo>
                      <a:pt x="11" y="91"/>
                      <a:pt x="10" y="91"/>
                      <a:pt x="10" y="91"/>
                    </a:cubicBezTo>
                    <a:cubicBezTo>
                      <a:pt x="10" y="91"/>
                      <a:pt x="10" y="91"/>
                      <a:pt x="10" y="91"/>
                    </a:cubicBezTo>
                    <a:cubicBezTo>
                      <a:pt x="9" y="91"/>
                      <a:pt x="8" y="91"/>
                      <a:pt x="9" y="91"/>
                    </a:cubicBezTo>
                    <a:cubicBezTo>
                      <a:pt x="8" y="91"/>
                      <a:pt x="9" y="92"/>
                      <a:pt x="10" y="91"/>
                    </a:cubicBezTo>
                    <a:cubicBezTo>
                      <a:pt x="9" y="93"/>
                      <a:pt x="9" y="92"/>
                      <a:pt x="9" y="92"/>
                    </a:cubicBezTo>
                    <a:cubicBezTo>
                      <a:pt x="9" y="91"/>
                      <a:pt x="9" y="92"/>
                      <a:pt x="9" y="93"/>
                    </a:cubicBezTo>
                    <a:cubicBezTo>
                      <a:pt x="9" y="93"/>
                      <a:pt x="9" y="93"/>
                      <a:pt x="9" y="93"/>
                    </a:cubicBezTo>
                    <a:cubicBezTo>
                      <a:pt x="9" y="93"/>
                      <a:pt x="9" y="93"/>
                      <a:pt x="9" y="93"/>
                    </a:cubicBezTo>
                    <a:cubicBezTo>
                      <a:pt x="9" y="93"/>
                      <a:pt x="9" y="93"/>
                      <a:pt x="9" y="93"/>
                    </a:cubicBezTo>
                    <a:cubicBezTo>
                      <a:pt x="9" y="93"/>
                      <a:pt x="9" y="93"/>
                      <a:pt x="9" y="93"/>
                    </a:cubicBezTo>
                    <a:cubicBezTo>
                      <a:pt x="9" y="94"/>
                      <a:pt x="9" y="94"/>
                      <a:pt x="9" y="94"/>
                    </a:cubicBezTo>
                    <a:cubicBezTo>
                      <a:pt x="9" y="94"/>
                      <a:pt x="9" y="94"/>
                      <a:pt x="9" y="94"/>
                    </a:cubicBezTo>
                    <a:cubicBezTo>
                      <a:pt x="9" y="94"/>
                      <a:pt x="9" y="94"/>
                      <a:pt x="9" y="94"/>
                    </a:cubicBezTo>
                    <a:cubicBezTo>
                      <a:pt x="9" y="94"/>
                      <a:pt x="9" y="94"/>
                      <a:pt x="9" y="94"/>
                    </a:cubicBezTo>
                    <a:cubicBezTo>
                      <a:pt x="9" y="94"/>
                      <a:pt x="9" y="94"/>
                      <a:pt x="9" y="94"/>
                    </a:cubicBezTo>
                    <a:cubicBezTo>
                      <a:pt x="9" y="94"/>
                      <a:pt x="9" y="94"/>
                      <a:pt x="9" y="94"/>
                    </a:cubicBezTo>
                    <a:cubicBezTo>
                      <a:pt x="9" y="94"/>
                      <a:pt x="9" y="94"/>
                      <a:pt x="9" y="94"/>
                    </a:cubicBezTo>
                    <a:cubicBezTo>
                      <a:pt x="10" y="94"/>
                      <a:pt x="10" y="94"/>
                      <a:pt x="10" y="94"/>
                    </a:cubicBezTo>
                    <a:cubicBezTo>
                      <a:pt x="10" y="95"/>
                      <a:pt x="9" y="95"/>
                      <a:pt x="9" y="94"/>
                    </a:cubicBezTo>
                    <a:cubicBezTo>
                      <a:pt x="9" y="95"/>
                      <a:pt x="9" y="95"/>
                      <a:pt x="9" y="95"/>
                    </a:cubicBezTo>
                    <a:cubicBezTo>
                      <a:pt x="10" y="95"/>
                      <a:pt x="10" y="95"/>
                      <a:pt x="10" y="95"/>
                    </a:cubicBezTo>
                    <a:cubicBezTo>
                      <a:pt x="10" y="95"/>
                      <a:pt x="10" y="95"/>
                      <a:pt x="10" y="95"/>
                    </a:cubicBezTo>
                    <a:cubicBezTo>
                      <a:pt x="9" y="96"/>
                      <a:pt x="9" y="96"/>
                      <a:pt x="9" y="95"/>
                    </a:cubicBezTo>
                    <a:cubicBezTo>
                      <a:pt x="9" y="96"/>
                      <a:pt x="8" y="96"/>
                      <a:pt x="8" y="95"/>
                    </a:cubicBezTo>
                    <a:cubicBezTo>
                      <a:pt x="8" y="95"/>
                      <a:pt x="8" y="95"/>
                      <a:pt x="8" y="95"/>
                    </a:cubicBezTo>
                    <a:cubicBezTo>
                      <a:pt x="8" y="95"/>
                      <a:pt x="8" y="95"/>
                      <a:pt x="8" y="95"/>
                    </a:cubicBezTo>
                    <a:cubicBezTo>
                      <a:pt x="9" y="95"/>
                      <a:pt x="8" y="95"/>
                      <a:pt x="8" y="95"/>
                    </a:cubicBezTo>
                    <a:cubicBezTo>
                      <a:pt x="8" y="95"/>
                      <a:pt x="8" y="95"/>
                      <a:pt x="8" y="95"/>
                    </a:cubicBezTo>
                    <a:cubicBezTo>
                      <a:pt x="8" y="95"/>
                      <a:pt x="8" y="95"/>
                      <a:pt x="8" y="95"/>
                    </a:cubicBezTo>
                    <a:cubicBezTo>
                      <a:pt x="8" y="96"/>
                      <a:pt x="8" y="95"/>
                      <a:pt x="7" y="96"/>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7" y="95"/>
                      <a:pt x="7" y="95"/>
                      <a:pt x="7" y="95"/>
                    </a:cubicBezTo>
                    <a:cubicBezTo>
                      <a:pt x="6" y="95"/>
                      <a:pt x="6" y="95"/>
                      <a:pt x="6" y="95"/>
                    </a:cubicBezTo>
                    <a:cubicBezTo>
                      <a:pt x="6" y="94"/>
                      <a:pt x="6" y="94"/>
                      <a:pt x="6" y="94"/>
                    </a:cubicBezTo>
                    <a:cubicBezTo>
                      <a:pt x="6" y="94"/>
                      <a:pt x="5" y="93"/>
                      <a:pt x="5" y="94"/>
                    </a:cubicBezTo>
                    <a:cubicBezTo>
                      <a:pt x="5" y="94"/>
                      <a:pt x="5" y="94"/>
                      <a:pt x="5" y="94"/>
                    </a:cubicBezTo>
                    <a:cubicBezTo>
                      <a:pt x="5" y="94"/>
                      <a:pt x="5" y="94"/>
                      <a:pt x="5" y="94"/>
                    </a:cubicBezTo>
                    <a:cubicBezTo>
                      <a:pt x="5" y="94"/>
                      <a:pt x="5" y="95"/>
                      <a:pt x="5" y="94"/>
                    </a:cubicBezTo>
                    <a:cubicBezTo>
                      <a:pt x="5" y="94"/>
                      <a:pt x="5" y="94"/>
                      <a:pt x="5" y="94"/>
                    </a:cubicBezTo>
                    <a:cubicBezTo>
                      <a:pt x="4" y="94"/>
                      <a:pt x="5" y="94"/>
                      <a:pt x="5" y="95"/>
                    </a:cubicBezTo>
                    <a:cubicBezTo>
                      <a:pt x="4" y="95"/>
                      <a:pt x="4" y="95"/>
                      <a:pt x="4" y="95"/>
                    </a:cubicBezTo>
                    <a:cubicBezTo>
                      <a:pt x="4" y="95"/>
                      <a:pt x="4" y="95"/>
                      <a:pt x="4" y="95"/>
                    </a:cubicBezTo>
                    <a:cubicBezTo>
                      <a:pt x="5" y="95"/>
                      <a:pt x="4" y="95"/>
                      <a:pt x="4" y="95"/>
                    </a:cubicBezTo>
                    <a:cubicBezTo>
                      <a:pt x="4" y="95"/>
                      <a:pt x="4" y="95"/>
                      <a:pt x="4" y="95"/>
                    </a:cubicBezTo>
                    <a:cubicBezTo>
                      <a:pt x="4" y="96"/>
                      <a:pt x="4" y="96"/>
                      <a:pt x="4" y="96"/>
                    </a:cubicBezTo>
                    <a:cubicBezTo>
                      <a:pt x="4" y="96"/>
                      <a:pt x="3" y="96"/>
                      <a:pt x="3" y="97"/>
                    </a:cubicBezTo>
                    <a:cubicBezTo>
                      <a:pt x="4" y="97"/>
                      <a:pt x="4" y="97"/>
                      <a:pt x="4" y="97"/>
                    </a:cubicBezTo>
                    <a:cubicBezTo>
                      <a:pt x="4" y="97"/>
                      <a:pt x="4" y="97"/>
                      <a:pt x="4" y="97"/>
                    </a:cubicBezTo>
                    <a:cubicBezTo>
                      <a:pt x="3" y="97"/>
                      <a:pt x="3" y="97"/>
                      <a:pt x="3" y="97"/>
                    </a:cubicBezTo>
                    <a:cubicBezTo>
                      <a:pt x="4" y="98"/>
                      <a:pt x="4" y="98"/>
                      <a:pt x="4" y="98"/>
                    </a:cubicBezTo>
                    <a:cubicBezTo>
                      <a:pt x="5" y="97"/>
                      <a:pt x="3" y="99"/>
                      <a:pt x="5" y="98"/>
                    </a:cubicBezTo>
                    <a:cubicBezTo>
                      <a:pt x="5" y="98"/>
                      <a:pt x="5" y="99"/>
                      <a:pt x="5" y="98"/>
                    </a:cubicBezTo>
                    <a:cubicBezTo>
                      <a:pt x="5" y="98"/>
                      <a:pt x="5" y="98"/>
                      <a:pt x="5" y="98"/>
                    </a:cubicBezTo>
                    <a:cubicBezTo>
                      <a:pt x="6" y="98"/>
                      <a:pt x="6" y="98"/>
                      <a:pt x="6" y="99"/>
                    </a:cubicBezTo>
                    <a:cubicBezTo>
                      <a:pt x="6" y="97"/>
                      <a:pt x="6" y="100"/>
                      <a:pt x="6" y="99"/>
                    </a:cubicBezTo>
                    <a:cubicBezTo>
                      <a:pt x="7" y="99"/>
                      <a:pt x="7" y="99"/>
                      <a:pt x="7" y="99"/>
                    </a:cubicBezTo>
                    <a:cubicBezTo>
                      <a:pt x="7" y="99"/>
                      <a:pt x="7" y="99"/>
                      <a:pt x="7" y="99"/>
                    </a:cubicBezTo>
                    <a:cubicBezTo>
                      <a:pt x="7" y="99"/>
                      <a:pt x="7" y="99"/>
                      <a:pt x="7" y="99"/>
                    </a:cubicBezTo>
                    <a:cubicBezTo>
                      <a:pt x="7" y="100"/>
                      <a:pt x="7" y="100"/>
                      <a:pt x="7" y="100"/>
                    </a:cubicBezTo>
                    <a:cubicBezTo>
                      <a:pt x="7" y="100"/>
                      <a:pt x="6" y="100"/>
                      <a:pt x="6" y="100"/>
                    </a:cubicBezTo>
                    <a:cubicBezTo>
                      <a:pt x="6" y="100"/>
                      <a:pt x="6" y="100"/>
                      <a:pt x="6" y="100"/>
                    </a:cubicBezTo>
                    <a:cubicBezTo>
                      <a:pt x="5" y="100"/>
                      <a:pt x="5" y="100"/>
                      <a:pt x="5" y="100"/>
                    </a:cubicBezTo>
                    <a:cubicBezTo>
                      <a:pt x="5" y="100"/>
                      <a:pt x="5" y="100"/>
                      <a:pt x="5" y="100"/>
                    </a:cubicBezTo>
                    <a:cubicBezTo>
                      <a:pt x="5" y="100"/>
                      <a:pt x="5" y="101"/>
                      <a:pt x="5" y="100"/>
                    </a:cubicBezTo>
                    <a:cubicBezTo>
                      <a:pt x="6" y="100"/>
                      <a:pt x="6" y="100"/>
                      <a:pt x="6" y="100"/>
                    </a:cubicBezTo>
                    <a:cubicBezTo>
                      <a:pt x="6" y="100"/>
                      <a:pt x="6" y="100"/>
                      <a:pt x="6" y="100"/>
                    </a:cubicBezTo>
                    <a:cubicBezTo>
                      <a:pt x="5" y="101"/>
                      <a:pt x="5" y="100"/>
                      <a:pt x="6" y="101"/>
                    </a:cubicBezTo>
                    <a:cubicBezTo>
                      <a:pt x="6" y="101"/>
                      <a:pt x="6" y="101"/>
                      <a:pt x="6" y="101"/>
                    </a:cubicBezTo>
                    <a:cubicBezTo>
                      <a:pt x="6" y="102"/>
                      <a:pt x="6" y="102"/>
                      <a:pt x="6" y="102"/>
                    </a:cubicBezTo>
                    <a:cubicBezTo>
                      <a:pt x="6" y="102"/>
                      <a:pt x="6" y="102"/>
                      <a:pt x="6" y="102"/>
                    </a:cubicBezTo>
                    <a:cubicBezTo>
                      <a:pt x="6" y="102"/>
                      <a:pt x="6" y="102"/>
                      <a:pt x="6" y="102"/>
                    </a:cubicBezTo>
                    <a:cubicBezTo>
                      <a:pt x="6" y="102"/>
                      <a:pt x="6" y="102"/>
                      <a:pt x="6" y="102"/>
                    </a:cubicBezTo>
                    <a:cubicBezTo>
                      <a:pt x="6" y="102"/>
                      <a:pt x="6" y="102"/>
                      <a:pt x="6" y="102"/>
                    </a:cubicBezTo>
                    <a:cubicBezTo>
                      <a:pt x="6" y="102"/>
                      <a:pt x="6" y="102"/>
                      <a:pt x="6" y="102"/>
                    </a:cubicBezTo>
                    <a:cubicBezTo>
                      <a:pt x="6" y="102"/>
                      <a:pt x="6" y="101"/>
                      <a:pt x="6" y="102"/>
                    </a:cubicBezTo>
                    <a:cubicBezTo>
                      <a:pt x="5" y="102"/>
                      <a:pt x="5" y="102"/>
                      <a:pt x="5" y="102"/>
                    </a:cubicBezTo>
                    <a:cubicBezTo>
                      <a:pt x="6" y="102"/>
                      <a:pt x="6" y="102"/>
                      <a:pt x="6" y="102"/>
                    </a:cubicBezTo>
                    <a:cubicBezTo>
                      <a:pt x="5" y="102"/>
                      <a:pt x="5" y="102"/>
                      <a:pt x="5" y="102"/>
                    </a:cubicBezTo>
                    <a:cubicBezTo>
                      <a:pt x="5" y="101"/>
                      <a:pt x="5" y="103"/>
                      <a:pt x="5" y="102"/>
                    </a:cubicBezTo>
                    <a:cubicBezTo>
                      <a:pt x="6" y="102"/>
                      <a:pt x="6" y="102"/>
                      <a:pt x="6" y="102"/>
                    </a:cubicBezTo>
                    <a:cubicBezTo>
                      <a:pt x="6" y="102"/>
                      <a:pt x="6" y="102"/>
                      <a:pt x="6" y="102"/>
                    </a:cubicBezTo>
                    <a:cubicBezTo>
                      <a:pt x="6" y="103"/>
                      <a:pt x="7" y="102"/>
                      <a:pt x="7" y="102"/>
                    </a:cubicBezTo>
                    <a:cubicBezTo>
                      <a:pt x="6" y="103"/>
                      <a:pt x="6" y="103"/>
                      <a:pt x="7" y="103"/>
                    </a:cubicBezTo>
                    <a:cubicBezTo>
                      <a:pt x="7" y="104"/>
                      <a:pt x="7" y="104"/>
                      <a:pt x="7" y="104"/>
                    </a:cubicBezTo>
                    <a:cubicBezTo>
                      <a:pt x="7" y="104"/>
                      <a:pt x="6" y="103"/>
                      <a:pt x="6" y="103"/>
                    </a:cubicBezTo>
                    <a:cubicBezTo>
                      <a:pt x="6" y="103"/>
                      <a:pt x="6" y="103"/>
                      <a:pt x="6" y="103"/>
                    </a:cubicBezTo>
                    <a:cubicBezTo>
                      <a:pt x="6" y="104"/>
                      <a:pt x="6" y="104"/>
                      <a:pt x="6" y="104"/>
                    </a:cubicBezTo>
                    <a:cubicBezTo>
                      <a:pt x="6" y="104"/>
                      <a:pt x="5" y="104"/>
                      <a:pt x="6" y="104"/>
                    </a:cubicBezTo>
                    <a:cubicBezTo>
                      <a:pt x="6" y="105"/>
                      <a:pt x="6" y="105"/>
                      <a:pt x="6" y="104"/>
                    </a:cubicBezTo>
                    <a:cubicBezTo>
                      <a:pt x="7" y="104"/>
                      <a:pt x="7" y="104"/>
                      <a:pt x="7" y="104"/>
                    </a:cubicBezTo>
                    <a:cubicBezTo>
                      <a:pt x="7" y="104"/>
                      <a:pt x="7" y="104"/>
                      <a:pt x="7" y="104"/>
                    </a:cubicBezTo>
                    <a:cubicBezTo>
                      <a:pt x="7" y="104"/>
                      <a:pt x="7" y="104"/>
                      <a:pt x="7" y="104"/>
                    </a:cubicBezTo>
                    <a:cubicBezTo>
                      <a:pt x="7" y="104"/>
                      <a:pt x="7" y="104"/>
                      <a:pt x="7" y="104"/>
                    </a:cubicBezTo>
                    <a:cubicBezTo>
                      <a:pt x="7" y="104"/>
                      <a:pt x="7" y="104"/>
                      <a:pt x="7" y="104"/>
                    </a:cubicBezTo>
                    <a:cubicBezTo>
                      <a:pt x="7" y="104"/>
                      <a:pt x="7" y="104"/>
                      <a:pt x="7" y="104"/>
                    </a:cubicBezTo>
                    <a:cubicBezTo>
                      <a:pt x="7" y="104"/>
                      <a:pt x="7" y="104"/>
                      <a:pt x="7" y="104"/>
                    </a:cubicBezTo>
                    <a:cubicBezTo>
                      <a:pt x="7" y="103"/>
                      <a:pt x="7" y="103"/>
                      <a:pt x="7" y="103"/>
                    </a:cubicBezTo>
                    <a:cubicBezTo>
                      <a:pt x="7" y="104"/>
                      <a:pt x="7" y="104"/>
                      <a:pt x="7" y="104"/>
                    </a:cubicBezTo>
                    <a:cubicBezTo>
                      <a:pt x="7" y="104"/>
                      <a:pt x="7" y="104"/>
                      <a:pt x="7" y="104"/>
                    </a:cubicBezTo>
                    <a:cubicBezTo>
                      <a:pt x="8" y="103"/>
                      <a:pt x="8" y="103"/>
                      <a:pt x="8" y="103"/>
                    </a:cubicBezTo>
                    <a:cubicBezTo>
                      <a:pt x="8" y="103"/>
                      <a:pt x="8" y="103"/>
                      <a:pt x="8" y="103"/>
                    </a:cubicBezTo>
                    <a:cubicBezTo>
                      <a:pt x="8" y="104"/>
                      <a:pt x="8" y="103"/>
                      <a:pt x="8" y="103"/>
                    </a:cubicBezTo>
                    <a:cubicBezTo>
                      <a:pt x="8" y="103"/>
                      <a:pt x="8" y="104"/>
                      <a:pt x="8" y="104"/>
                    </a:cubicBezTo>
                    <a:cubicBezTo>
                      <a:pt x="8" y="103"/>
                      <a:pt x="8" y="104"/>
                      <a:pt x="8" y="104"/>
                    </a:cubicBezTo>
                    <a:cubicBezTo>
                      <a:pt x="8" y="104"/>
                      <a:pt x="8" y="104"/>
                      <a:pt x="8" y="104"/>
                    </a:cubicBezTo>
                    <a:cubicBezTo>
                      <a:pt x="9" y="103"/>
                      <a:pt x="8" y="104"/>
                      <a:pt x="8" y="104"/>
                    </a:cubicBezTo>
                    <a:cubicBezTo>
                      <a:pt x="9" y="104"/>
                      <a:pt x="8" y="103"/>
                      <a:pt x="8" y="104"/>
                    </a:cubicBezTo>
                    <a:cubicBezTo>
                      <a:pt x="9" y="104"/>
                      <a:pt x="8" y="104"/>
                      <a:pt x="8" y="104"/>
                    </a:cubicBezTo>
                    <a:cubicBezTo>
                      <a:pt x="8" y="104"/>
                      <a:pt x="8" y="104"/>
                      <a:pt x="8" y="104"/>
                    </a:cubicBezTo>
                    <a:cubicBezTo>
                      <a:pt x="9" y="104"/>
                      <a:pt x="9" y="104"/>
                      <a:pt x="9" y="104"/>
                    </a:cubicBezTo>
                    <a:cubicBezTo>
                      <a:pt x="9" y="103"/>
                      <a:pt x="9" y="103"/>
                      <a:pt x="9" y="103"/>
                    </a:cubicBezTo>
                    <a:cubicBezTo>
                      <a:pt x="8" y="103"/>
                      <a:pt x="9" y="103"/>
                      <a:pt x="9" y="103"/>
                    </a:cubicBezTo>
                    <a:cubicBezTo>
                      <a:pt x="9" y="103"/>
                      <a:pt x="8" y="104"/>
                      <a:pt x="9" y="103"/>
                    </a:cubicBezTo>
                    <a:cubicBezTo>
                      <a:pt x="9" y="103"/>
                      <a:pt x="9" y="104"/>
                      <a:pt x="9" y="104"/>
                    </a:cubicBezTo>
                    <a:cubicBezTo>
                      <a:pt x="9" y="104"/>
                      <a:pt x="9" y="104"/>
                      <a:pt x="9" y="105"/>
                    </a:cubicBezTo>
                    <a:cubicBezTo>
                      <a:pt x="10" y="104"/>
                      <a:pt x="10" y="105"/>
                      <a:pt x="9" y="105"/>
                    </a:cubicBezTo>
                    <a:cubicBezTo>
                      <a:pt x="9" y="106"/>
                      <a:pt x="9" y="105"/>
                      <a:pt x="9" y="105"/>
                    </a:cubicBezTo>
                    <a:cubicBezTo>
                      <a:pt x="9" y="105"/>
                      <a:pt x="9" y="106"/>
                      <a:pt x="9" y="105"/>
                    </a:cubicBezTo>
                    <a:cubicBezTo>
                      <a:pt x="9" y="106"/>
                      <a:pt x="9" y="105"/>
                      <a:pt x="9" y="105"/>
                    </a:cubicBezTo>
                    <a:cubicBezTo>
                      <a:pt x="10" y="106"/>
                      <a:pt x="9" y="106"/>
                      <a:pt x="10" y="106"/>
                    </a:cubicBezTo>
                    <a:cubicBezTo>
                      <a:pt x="10" y="106"/>
                      <a:pt x="11" y="105"/>
                      <a:pt x="10" y="106"/>
                    </a:cubicBezTo>
                    <a:cubicBezTo>
                      <a:pt x="11" y="106"/>
                      <a:pt x="10" y="106"/>
                      <a:pt x="11" y="106"/>
                    </a:cubicBezTo>
                    <a:cubicBezTo>
                      <a:pt x="12" y="107"/>
                      <a:pt x="11" y="106"/>
                      <a:pt x="10" y="106"/>
                    </a:cubicBezTo>
                    <a:cubicBezTo>
                      <a:pt x="10" y="107"/>
                      <a:pt x="10" y="107"/>
                      <a:pt x="10" y="107"/>
                    </a:cubicBezTo>
                    <a:cubicBezTo>
                      <a:pt x="11" y="107"/>
                      <a:pt x="9" y="109"/>
                      <a:pt x="10" y="107"/>
                    </a:cubicBezTo>
                    <a:cubicBezTo>
                      <a:pt x="9" y="106"/>
                      <a:pt x="12" y="109"/>
                      <a:pt x="11" y="107"/>
                    </a:cubicBezTo>
                    <a:cubicBezTo>
                      <a:pt x="12" y="108"/>
                      <a:pt x="11" y="108"/>
                      <a:pt x="11" y="107"/>
                    </a:cubicBezTo>
                    <a:cubicBezTo>
                      <a:pt x="11" y="108"/>
                      <a:pt x="11" y="108"/>
                      <a:pt x="11" y="107"/>
                    </a:cubicBezTo>
                    <a:cubicBezTo>
                      <a:pt x="11" y="107"/>
                      <a:pt x="11" y="107"/>
                      <a:pt x="11" y="107"/>
                    </a:cubicBezTo>
                    <a:cubicBezTo>
                      <a:pt x="11" y="109"/>
                      <a:pt x="11" y="107"/>
                      <a:pt x="11" y="107"/>
                    </a:cubicBezTo>
                    <a:cubicBezTo>
                      <a:pt x="11" y="106"/>
                      <a:pt x="11" y="109"/>
                      <a:pt x="11" y="107"/>
                    </a:cubicBezTo>
                    <a:cubicBezTo>
                      <a:pt x="10" y="108"/>
                      <a:pt x="11" y="107"/>
                      <a:pt x="11" y="107"/>
                    </a:cubicBezTo>
                    <a:cubicBezTo>
                      <a:pt x="11" y="109"/>
                      <a:pt x="12" y="109"/>
                      <a:pt x="11" y="107"/>
                    </a:cubicBezTo>
                    <a:cubicBezTo>
                      <a:pt x="11" y="108"/>
                      <a:pt x="11" y="108"/>
                      <a:pt x="11" y="107"/>
                    </a:cubicBezTo>
                    <a:cubicBezTo>
                      <a:pt x="10" y="107"/>
                      <a:pt x="12" y="108"/>
                      <a:pt x="11" y="108"/>
                    </a:cubicBezTo>
                    <a:cubicBezTo>
                      <a:pt x="11" y="109"/>
                      <a:pt x="11" y="111"/>
                      <a:pt x="11" y="108"/>
                    </a:cubicBezTo>
                    <a:cubicBezTo>
                      <a:pt x="12" y="109"/>
                      <a:pt x="11" y="109"/>
                      <a:pt x="11" y="108"/>
                    </a:cubicBezTo>
                    <a:cubicBezTo>
                      <a:pt x="12" y="108"/>
                      <a:pt x="11" y="108"/>
                      <a:pt x="11" y="108"/>
                    </a:cubicBezTo>
                    <a:cubicBezTo>
                      <a:pt x="11" y="107"/>
                      <a:pt x="11" y="109"/>
                      <a:pt x="11" y="108"/>
                    </a:cubicBezTo>
                    <a:cubicBezTo>
                      <a:pt x="10" y="110"/>
                      <a:pt x="11" y="106"/>
                      <a:pt x="11" y="108"/>
                    </a:cubicBezTo>
                    <a:cubicBezTo>
                      <a:pt x="11" y="107"/>
                      <a:pt x="11" y="110"/>
                      <a:pt x="11" y="108"/>
                    </a:cubicBezTo>
                    <a:cubicBezTo>
                      <a:pt x="11" y="107"/>
                      <a:pt x="12" y="108"/>
                      <a:pt x="11" y="108"/>
                    </a:cubicBezTo>
                    <a:cubicBezTo>
                      <a:pt x="10" y="108"/>
                      <a:pt x="11" y="108"/>
                      <a:pt x="11" y="108"/>
                    </a:cubicBezTo>
                    <a:cubicBezTo>
                      <a:pt x="11" y="109"/>
                      <a:pt x="10" y="108"/>
                      <a:pt x="10" y="108"/>
                    </a:cubicBezTo>
                    <a:cubicBezTo>
                      <a:pt x="9" y="108"/>
                      <a:pt x="9" y="110"/>
                      <a:pt x="9" y="107"/>
                    </a:cubicBezTo>
                    <a:cubicBezTo>
                      <a:pt x="9" y="106"/>
                      <a:pt x="8" y="108"/>
                      <a:pt x="8" y="107"/>
                    </a:cubicBezTo>
                    <a:cubicBezTo>
                      <a:pt x="8" y="106"/>
                      <a:pt x="8" y="108"/>
                      <a:pt x="8" y="108"/>
                    </a:cubicBezTo>
                    <a:cubicBezTo>
                      <a:pt x="8" y="109"/>
                      <a:pt x="8" y="109"/>
                      <a:pt x="8" y="108"/>
                    </a:cubicBezTo>
                    <a:cubicBezTo>
                      <a:pt x="8" y="109"/>
                      <a:pt x="8" y="108"/>
                      <a:pt x="8" y="108"/>
                    </a:cubicBezTo>
                    <a:cubicBezTo>
                      <a:pt x="8" y="108"/>
                      <a:pt x="8" y="109"/>
                      <a:pt x="8" y="109"/>
                    </a:cubicBezTo>
                    <a:cubicBezTo>
                      <a:pt x="7" y="109"/>
                      <a:pt x="7" y="109"/>
                      <a:pt x="7" y="109"/>
                    </a:cubicBezTo>
                    <a:cubicBezTo>
                      <a:pt x="7" y="109"/>
                      <a:pt x="7" y="110"/>
                      <a:pt x="7" y="109"/>
                    </a:cubicBezTo>
                    <a:cubicBezTo>
                      <a:pt x="7" y="109"/>
                      <a:pt x="7" y="109"/>
                      <a:pt x="7" y="109"/>
                    </a:cubicBezTo>
                    <a:cubicBezTo>
                      <a:pt x="7" y="108"/>
                      <a:pt x="6" y="109"/>
                      <a:pt x="6" y="109"/>
                    </a:cubicBezTo>
                    <a:cubicBezTo>
                      <a:pt x="6" y="108"/>
                      <a:pt x="6" y="108"/>
                      <a:pt x="6" y="108"/>
                    </a:cubicBezTo>
                    <a:cubicBezTo>
                      <a:pt x="6" y="108"/>
                      <a:pt x="6" y="108"/>
                      <a:pt x="6" y="108"/>
                    </a:cubicBezTo>
                    <a:cubicBezTo>
                      <a:pt x="6" y="108"/>
                      <a:pt x="6" y="108"/>
                      <a:pt x="6" y="108"/>
                    </a:cubicBezTo>
                    <a:cubicBezTo>
                      <a:pt x="6" y="108"/>
                      <a:pt x="6" y="108"/>
                      <a:pt x="6" y="108"/>
                    </a:cubicBezTo>
                    <a:cubicBezTo>
                      <a:pt x="6" y="108"/>
                      <a:pt x="6" y="108"/>
                      <a:pt x="6" y="108"/>
                    </a:cubicBezTo>
                    <a:cubicBezTo>
                      <a:pt x="6" y="109"/>
                      <a:pt x="6" y="109"/>
                      <a:pt x="5" y="108"/>
                    </a:cubicBezTo>
                    <a:cubicBezTo>
                      <a:pt x="5" y="107"/>
                      <a:pt x="4" y="108"/>
                      <a:pt x="4" y="108"/>
                    </a:cubicBezTo>
                    <a:cubicBezTo>
                      <a:pt x="5" y="107"/>
                      <a:pt x="4" y="107"/>
                      <a:pt x="4" y="108"/>
                    </a:cubicBezTo>
                    <a:cubicBezTo>
                      <a:pt x="4" y="108"/>
                      <a:pt x="4" y="108"/>
                      <a:pt x="4" y="108"/>
                    </a:cubicBezTo>
                    <a:cubicBezTo>
                      <a:pt x="3" y="108"/>
                      <a:pt x="3" y="108"/>
                      <a:pt x="3" y="108"/>
                    </a:cubicBezTo>
                    <a:cubicBezTo>
                      <a:pt x="4" y="107"/>
                      <a:pt x="3" y="107"/>
                      <a:pt x="4" y="107"/>
                    </a:cubicBezTo>
                    <a:cubicBezTo>
                      <a:pt x="4" y="107"/>
                      <a:pt x="4" y="107"/>
                      <a:pt x="4" y="107"/>
                    </a:cubicBezTo>
                    <a:cubicBezTo>
                      <a:pt x="4" y="107"/>
                      <a:pt x="3" y="106"/>
                      <a:pt x="3" y="108"/>
                    </a:cubicBezTo>
                    <a:cubicBezTo>
                      <a:pt x="3" y="107"/>
                      <a:pt x="3" y="107"/>
                      <a:pt x="3" y="107"/>
                    </a:cubicBezTo>
                    <a:cubicBezTo>
                      <a:pt x="3" y="108"/>
                      <a:pt x="2" y="108"/>
                      <a:pt x="2" y="108"/>
                    </a:cubicBezTo>
                    <a:cubicBezTo>
                      <a:pt x="2" y="109"/>
                      <a:pt x="3" y="109"/>
                      <a:pt x="4" y="109"/>
                    </a:cubicBezTo>
                    <a:cubicBezTo>
                      <a:pt x="4" y="110"/>
                      <a:pt x="3" y="109"/>
                      <a:pt x="3" y="110"/>
                    </a:cubicBezTo>
                    <a:cubicBezTo>
                      <a:pt x="3" y="110"/>
                      <a:pt x="4" y="111"/>
                      <a:pt x="4" y="111"/>
                    </a:cubicBezTo>
                    <a:cubicBezTo>
                      <a:pt x="3" y="111"/>
                      <a:pt x="3" y="111"/>
                      <a:pt x="3" y="111"/>
                    </a:cubicBezTo>
                    <a:cubicBezTo>
                      <a:pt x="3" y="111"/>
                      <a:pt x="3" y="111"/>
                      <a:pt x="3" y="111"/>
                    </a:cubicBezTo>
                    <a:cubicBezTo>
                      <a:pt x="3" y="111"/>
                      <a:pt x="3" y="111"/>
                      <a:pt x="3" y="111"/>
                    </a:cubicBezTo>
                    <a:cubicBezTo>
                      <a:pt x="3" y="110"/>
                      <a:pt x="2" y="111"/>
                      <a:pt x="2" y="111"/>
                    </a:cubicBezTo>
                    <a:cubicBezTo>
                      <a:pt x="2" y="111"/>
                      <a:pt x="2" y="111"/>
                      <a:pt x="2" y="110"/>
                    </a:cubicBezTo>
                    <a:cubicBezTo>
                      <a:pt x="2" y="111"/>
                      <a:pt x="2" y="111"/>
                      <a:pt x="2" y="110"/>
                    </a:cubicBezTo>
                    <a:cubicBezTo>
                      <a:pt x="1" y="110"/>
                      <a:pt x="2" y="111"/>
                      <a:pt x="2" y="110"/>
                    </a:cubicBezTo>
                    <a:cubicBezTo>
                      <a:pt x="1" y="110"/>
                      <a:pt x="1" y="110"/>
                      <a:pt x="1" y="110"/>
                    </a:cubicBezTo>
                    <a:cubicBezTo>
                      <a:pt x="1" y="109"/>
                      <a:pt x="0" y="110"/>
                      <a:pt x="0" y="110"/>
                    </a:cubicBezTo>
                    <a:cubicBezTo>
                      <a:pt x="0" y="111"/>
                      <a:pt x="0" y="111"/>
                      <a:pt x="0" y="111"/>
                    </a:cubicBezTo>
                    <a:cubicBezTo>
                      <a:pt x="0" y="111"/>
                      <a:pt x="0" y="111"/>
                      <a:pt x="0" y="111"/>
                    </a:cubicBezTo>
                    <a:cubicBezTo>
                      <a:pt x="0" y="112"/>
                      <a:pt x="0" y="113"/>
                      <a:pt x="0" y="112"/>
                    </a:cubicBezTo>
                    <a:close/>
                    <a:moveTo>
                      <a:pt x="11" y="107"/>
                    </a:moveTo>
                    <a:cubicBezTo>
                      <a:pt x="10" y="107"/>
                      <a:pt x="11" y="106"/>
                      <a:pt x="11" y="107"/>
                    </a:cubicBezTo>
                    <a:cubicBezTo>
                      <a:pt x="10" y="109"/>
                      <a:pt x="9" y="106"/>
                      <a:pt x="11" y="107"/>
                    </a:cubicBezTo>
                    <a:close/>
                    <a:moveTo>
                      <a:pt x="7" y="95"/>
                    </a:moveTo>
                    <a:cubicBezTo>
                      <a:pt x="7" y="95"/>
                      <a:pt x="7" y="95"/>
                      <a:pt x="7" y="95"/>
                    </a:cubicBezTo>
                    <a:cubicBezTo>
                      <a:pt x="7" y="95"/>
                      <a:pt x="7" y="95"/>
                      <a:pt x="7" y="95"/>
                    </a:cubicBezTo>
                    <a:cubicBezTo>
                      <a:pt x="7" y="95"/>
                      <a:pt x="7" y="95"/>
                      <a:pt x="7" y="95"/>
                    </a:cubicBezTo>
                    <a:close/>
                    <a:moveTo>
                      <a:pt x="7" y="95"/>
                    </a:moveTo>
                    <a:cubicBezTo>
                      <a:pt x="7" y="95"/>
                      <a:pt x="7" y="95"/>
                      <a:pt x="7" y="95"/>
                    </a:cubicBezTo>
                    <a:moveTo>
                      <a:pt x="7" y="95"/>
                    </a:moveTo>
                    <a:cubicBezTo>
                      <a:pt x="7" y="95"/>
                      <a:pt x="7" y="95"/>
                      <a:pt x="7" y="95"/>
                    </a:cubicBezTo>
                    <a:moveTo>
                      <a:pt x="6" y="95"/>
                    </a:moveTo>
                    <a:cubicBezTo>
                      <a:pt x="6" y="95"/>
                      <a:pt x="6" y="95"/>
                      <a:pt x="6" y="95"/>
                    </a:cubicBezTo>
                    <a:cubicBezTo>
                      <a:pt x="6" y="95"/>
                      <a:pt x="6" y="95"/>
                      <a:pt x="6" y="95"/>
                    </a:cubicBezTo>
                    <a:close/>
                    <a:moveTo>
                      <a:pt x="7" y="95"/>
                    </a:moveTo>
                    <a:cubicBezTo>
                      <a:pt x="7" y="95"/>
                      <a:pt x="7" y="95"/>
                      <a:pt x="7" y="95"/>
                    </a:cubicBezTo>
                    <a:cubicBezTo>
                      <a:pt x="7" y="95"/>
                      <a:pt x="7" y="95"/>
                      <a:pt x="7" y="95"/>
                    </a:cubicBezTo>
                    <a:close/>
                    <a:moveTo>
                      <a:pt x="7" y="95"/>
                    </a:moveTo>
                    <a:cubicBezTo>
                      <a:pt x="7" y="95"/>
                      <a:pt x="7" y="95"/>
                      <a:pt x="7" y="95"/>
                    </a:cubicBezTo>
                    <a:cubicBezTo>
                      <a:pt x="7" y="95"/>
                      <a:pt x="7" y="95"/>
                      <a:pt x="7" y="95"/>
                    </a:cubicBezTo>
                    <a:close/>
                    <a:moveTo>
                      <a:pt x="7" y="95"/>
                    </a:moveTo>
                    <a:cubicBezTo>
                      <a:pt x="7" y="95"/>
                      <a:pt x="7" y="95"/>
                      <a:pt x="7" y="95"/>
                    </a:cubicBezTo>
                    <a:cubicBezTo>
                      <a:pt x="7" y="95"/>
                      <a:pt x="7" y="95"/>
                      <a:pt x="7" y="95"/>
                    </a:cubicBezTo>
                    <a:cubicBezTo>
                      <a:pt x="7" y="95"/>
                      <a:pt x="7" y="95"/>
                      <a:pt x="7" y="95"/>
                    </a:cubicBezTo>
                    <a:cubicBezTo>
                      <a:pt x="7" y="95"/>
                      <a:pt x="7" y="95"/>
                      <a:pt x="7" y="95"/>
                    </a:cubicBezTo>
                    <a:close/>
                    <a:moveTo>
                      <a:pt x="7" y="102"/>
                    </a:moveTo>
                    <a:cubicBezTo>
                      <a:pt x="7" y="102"/>
                      <a:pt x="7" y="102"/>
                      <a:pt x="7" y="102"/>
                    </a:cubicBezTo>
                    <a:moveTo>
                      <a:pt x="7" y="104"/>
                    </a:moveTo>
                    <a:cubicBezTo>
                      <a:pt x="6" y="104"/>
                      <a:pt x="6" y="104"/>
                      <a:pt x="6" y="104"/>
                    </a:cubicBezTo>
                    <a:lnTo>
                      <a:pt x="7" y="104"/>
                    </a:lnTo>
                    <a:close/>
                    <a:moveTo>
                      <a:pt x="6" y="102"/>
                    </a:moveTo>
                    <a:cubicBezTo>
                      <a:pt x="6" y="102"/>
                      <a:pt x="6" y="102"/>
                      <a:pt x="6" y="102"/>
                    </a:cubicBezTo>
                    <a:moveTo>
                      <a:pt x="6" y="100"/>
                    </a:moveTo>
                    <a:cubicBezTo>
                      <a:pt x="6" y="101"/>
                      <a:pt x="6" y="101"/>
                      <a:pt x="6" y="101"/>
                    </a:cubicBezTo>
                    <a:cubicBezTo>
                      <a:pt x="6" y="101"/>
                      <a:pt x="6" y="101"/>
                      <a:pt x="6" y="101"/>
                    </a:cubicBezTo>
                    <a:lnTo>
                      <a:pt x="6" y="100"/>
                    </a:lnTo>
                    <a:close/>
                    <a:moveTo>
                      <a:pt x="7" y="101"/>
                    </a:moveTo>
                    <a:cubicBezTo>
                      <a:pt x="7" y="101"/>
                      <a:pt x="7" y="101"/>
                      <a:pt x="7" y="101"/>
                    </a:cubicBezTo>
                    <a:cubicBezTo>
                      <a:pt x="7" y="101"/>
                      <a:pt x="7" y="101"/>
                      <a:pt x="7" y="101"/>
                    </a:cubicBezTo>
                    <a:cubicBezTo>
                      <a:pt x="7" y="101"/>
                      <a:pt x="7" y="101"/>
                      <a:pt x="7" y="101"/>
                    </a:cubicBezTo>
                    <a:cubicBezTo>
                      <a:pt x="7" y="101"/>
                      <a:pt x="7" y="101"/>
                      <a:pt x="7" y="101"/>
                    </a:cubicBezTo>
                    <a:cubicBezTo>
                      <a:pt x="7" y="102"/>
                      <a:pt x="7" y="102"/>
                      <a:pt x="7" y="102"/>
                    </a:cubicBezTo>
                    <a:cubicBezTo>
                      <a:pt x="7" y="101"/>
                      <a:pt x="7" y="101"/>
                      <a:pt x="7" y="101"/>
                    </a:cubicBezTo>
                    <a:cubicBezTo>
                      <a:pt x="7" y="101"/>
                      <a:pt x="7" y="101"/>
                      <a:pt x="7" y="101"/>
                    </a:cubicBezTo>
                    <a:cubicBezTo>
                      <a:pt x="7" y="101"/>
                      <a:pt x="7" y="101"/>
                      <a:pt x="7" y="101"/>
                    </a:cubicBezTo>
                    <a:cubicBezTo>
                      <a:pt x="7" y="101"/>
                      <a:pt x="7" y="101"/>
                      <a:pt x="7"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6" y="101"/>
                      <a:pt x="6" y="101"/>
                      <a:pt x="6" y="101"/>
                    </a:cubicBezTo>
                    <a:cubicBezTo>
                      <a:pt x="7" y="101"/>
                      <a:pt x="7" y="101"/>
                      <a:pt x="7" y="101"/>
                    </a:cubicBezTo>
                    <a:cubicBezTo>
                      <a:pt x="7" y="101"/>
                      <a:pt x="7" y="101"/>
                      <a:pt x="7" y="101"/>
                    </a:cubicBezTo>
                    <a:cubicBezTo>
                      <a:pt x="7" y="101"/>
                      <a:pt x="7" y="101"/>
                      <a:pt x="7" y="101"/>
                    </a:cubicBezTo>
                    <a:cubicBezTo>
                      <a:pt x="7" y="101"/>
                      <a:pt x="7" y="101"/>
                      <a:pt x="7" y="101"/>
                    </a:cubicBezTo>
                    <a:cubicBezTo>
                      <a:pt x="7" y="101"/>
                      <a:pt x="7" y="101"/>
                      <a:pt x="7" y="101"/>
                    </a:cubicBezTo>
                    <a:cubicBezTo>
                      <a:pt x="7" y="100"/>
                      <a:pt x="7" y="101"/>
                      <a:pt x="7" y="101"/>
                    </a:cubicBezTo>
                    <a:close/>
                    <a:moveTo>
                      <a:pt x="7" y="101"/>
                    </a:moveTo>
                    <a:cubicBezTo>
                      <a:pt x="7" y="101"/>
                      <a:pt x="7" y="101"/>
                      <a:pt x="7" y="101"/>
                    </a:cubicBezTo>
                    <a:cubicBezTo>
                      <a:pt x="7" y="100"/>
                      <a:pt x="7" y="100"/>
                      <a:pt x="7" y="101"/>
                    </a:cubicBezTo>
                    <a:close/>
                    <a:moveTo>
                      <a:pt x="9" y="93"/>
                    </a:moveTo>
                    <a:cubicBezTo>
                      <a:pt x="9" y="93"/>
                      <a:pt x="9" y="93"/>
                      <a:pt x="9" y="93"/>
                    </a:cubicBezTo>
                    <a:close/>
                    <a:moveTo>
                      <a:pt x="11" y="106"/>
                    </a:moveTo>
                    <a:cubicBezTo>
                      <a:pt x="11" y="105"/>
                      <a:pt x="11" y="104"/>
                      <a:pt x="11" y="106"/>
                    </a:cubicBezTo>
                    <a:cubicBezTo>
                      <a:pt x="9" y="105"/>
                      <a:pt x="11" y="106"/>
                      <a:pt x="11" y="106"/>
                    </a:cubicBezTo>
                    <a:cubicBezTo>
                      <a:pt x="10" y="106"/>
                      <a:pt x="12" y="107"/>
                      <a:pt x="11" y="106"/>
                    </a:cubicBezTo>
                    <a:close/>
                    <a:moveTo>
                      <a:pt x="9" y="103"/>
                    </a:moveTo>
                    <a:cubicBezTo>
                      <a:pt x="9" y="103"/>
                      <a:pt x="9" y="103"/>
                      <a:pt x="9" y="103"/>
                    </a:cubicBezTo>
                    <a:cubicBezTo>
                      <a:pt x="9" y="103"/>
                      <a:pt x="9" y="103"/>
                      <a:pt x="9" y="103"/>
                    </a:cubicBezTo>
                    <a:cubicBezTo>
                      <a:pt x="9" y="103"/>
                      <a:pt x="8" y="103"/>
                      <a:pt x="9" y="103"/>
                    </a:cubicBezTo>
                    <a:cubicBezTo>
                      <a:pt x="9" y="103"/>
                      <a:pt x="9" y="104"/>
                      <a:pt x="9" y="103"/>
                    </a:cubicBezTo>
                    <a:close/>
                    <a:moveTo>
                      <a:pt x="8" y="103"/>
                    </a:moveTo>
                    <a:cubicBezTo>
                      <a:pt x="8" y="103"/>
                      <a:pt x="9" y="103"/>
                      <a:pt x="8" y="103"/>
                    </a:cubicBezTo>
                    <a:cubicBezTo>
                      <a:pt x="8" y="104"/>
                      <a:pt x="8" y="104"/>
                      <a:pt x="8" y="103"/>
                    </a:cubicBezTo>
                    <a:cubicBezTo>
                      <a:pt x="9" y="103"/>
                      <a:pt x="9" y="103"/>
                      <a:pt x="9" y="103"/>
                    </a:cubicBezTo>
                    <a:cubicBezTo>
                      <a:pt x="8" y="104"/>
                      <a:pt x="8" y="104"/>
                      <a:pt x="8" y="103"/>
                    </a:cubicBezTo>
                    <a:close/>
                    <a:moveTo>
                      <a:pt x="8" y="103"/>
                    </a:moveTo>
                    <a:cubicBezTo>
                      <a:pt x="9" y="103"/>
                      <a:pt x="9" y="104"/>
                      <a:pt x="8" y="103"/>
                    </a:cubicBezTo>
                    <a:cubicBezTo>
                      <a:pt x="9" y="103"/>
                      <a:pt x="9" y="104"/>
                      <a:pt x="8" y="103"/>
                    </a:cubicBezTo>
                    <a:cubicBezTo>
                      <a:pt x="8" y="103"/>
                      <a:pt x="9" y="104"/>
                      <a:pt x="8" y="103"/>
                    </a:cubicBezTo>
                    <a:cubicBezTo>
                      <a:pt x="8" y="103"/>
                      <a:pt x="8" y="103"/>
                      <a:pt x="8" y="103"/>
                    </a:cubicBezTo>
                    <a:cubicBezTo>
                      <a:pt x="8" y="103"/>
                      <a:pt x="8" y="104"/>
                      <a:pt x="8" y="103"/>
                    </a:cubicBezTo>
                    <a:close/>
                    <a:moveTo>
                      <a:pt x="9" y="97"/>
                    </a:moveTo>
                    <a:cubicBezTo>
                      <a:pt x="9" y="96"/>
                      <a:pt x="9" y="96"/>
                      <a:pt x="9" y="96"/>
                    </a:cubicBezTo>
                    <a:cubicBezTo>
                      <a:pt x="8" y="97"/>
                      <a:pt x="8" y="96"/>
                      <a:pt x="9" y="96"/>
                    </a:cubicBezTo>
                    <a:cubicBezTo>
                      <a:pt x="9" y="96"/>
                      <a:pt x="9" y="97"/>
                      <a:pt x="9" y="97"/>
                    </a:cubicBezTo>
                    <a:close/>
                    <a:moveTo>
                      <a:pt x="9" y="99"/>
                    </a:moveTo>
                    <a:cubicBezTo>
                      <a:pt x="9" y="100"/>
                      <a:pt x="9" y="100"/>
                      <a:pt x="9" y="100"/>
                    </a:cubicBezTo>
                    <a:cubicBezTo>
                      <a:pt x="9" y="100"/>
                      <a:pt x="9" y="100"/>
                      <a:pt x="9" y="100"/>
                    </a:cubicBezTo>
                    <a:cubicBezTo>
                      <a:pt x="9" y="100"/>
                      <a:pt x="9" y="100"/>
                      <a:pt x="9" y="100"/>
                    </a:cubicBezTo>
                    <a:cubicBezTo>
                      <a:pt x="9" y="100"/>
                      <a:pt x="9" y="100"/>
                      <a:pt x="9" y="100"/>
                    </a:cubicBezTo>
                    <a:cubicBezTo>
                      <a:pt x="9" y="100"/>
                      <a:pt x="9" y="100"/>
                      <a:pt x="9" y="100"/>
                    </a:cubicBezTo>
                    <a:cubicBezTo>
                      <a:pt x="9" y="100"/>
                      <a:pt x="9" y="100"/>
                      <a:pt x="9" y="100"/>
                    </a:cubicBezTo>
                    <a:cubicBezTo>
                      <a:pt x="9" y="99"/>
                      <a:pt x="9" y="99"/>
                      <a:pt x="9" y="99"/>
                    </a:cubicBezTo>
                    <a:cubicBezTo>
                      <a:pt x="9" y="99"/>
                      <a:pt x="9" y="98"/>
                      <a:pt x="9" y="99"/>
                    </a:cubicBezTo>
                    <a:cubicBezTo>
                      <a:pt x="9" y="99"/>
                      <a:pt x="9" y="99"/>
                      <a:pt x="9" y="99"/>
                    </a:cubicBezTo>
                    <a:cubicBezTo>
                      <a:pt x="9" y="99"/>
                      <a:pt x="9" y="99"/>
                      <a:pt x="9" y="99"/>
                    </a:cubicBezTo>
                    <a:close/>
                    <a:moveTo>
                      <a:pt x="10" y="105"/>
                    </a:moveTo>
                    <a:cubicBezTo>
                      <a:pt x="10" y="103"/>
                      <a:pt x="10" y="104"/>
                      <a:pt x="10" y="105"/>
                    </a:cubicBezTo>
                    <a:cubicBezTo>
                      <a:pt x="10" y="106"/>
                      <a:pt x="10" y="106"/>
                      <a:pt x="10" y="105"/>
                    </a:cubicBezTo>
                    <a:cubicBezTo>
                      <a:pt x="9" y="105"/>
                      <a:pt x="9" y="105"/>
                      <a:pt x="10" y="105"/>
                    </a:cubicBezTo>
                    <a:cubicBezTo>
                      <a:pt x="10" y="105"/>
                      <a:pt x="10" y="107"/>
                      <a:pt x="10" y="105"/>
                    </a:cubicBezTo>
                    <a:cubicBezTo>
                      <a:pt x="10" y="105"/>
                      <a:pt x="10" y="105"/>
                      <a:pt x="10" y="105"/>
                    </a:cubicBezTo>
                    <a:close/>
                    <a:moveTo>
                      <a:pt x="10" y="105"/>
                    </a:moveTo>
                    <a:cubicBezTo>
                      <a:pt x="10" y="105"/>
                      <a:pt x="10" y="105"/>
                      <a:pt x="10" y="105"/>
                    </a:cubicBezTo>
                    <a:cubicBezTo>
                      <a:pt x="10" y="105"/>
                      <a:pt x="10" y="105"/>
                      <a:pt x="10" y="105"/>
                    </a:cubicBezTo>
                    <a:cubicBezTo>
                      <a:pt x="11" y="106"/>
                      <a:pt x="11" y="105"/>
                      <a:pt x="10" y="105"/>
                    </a:cubicBezTo>
                    <a:close/>
                    <a:moveTo>
                      <a:pt x="11" y="105"/>
                    </a:moveTo>
                    <a:cubicBezTo>
                      <a:pt x="10" y="106"/>
                      <a:pt x="10" y="105"/>
                      <a:pt x="10" y="105"/>
                    </a:cubicBezTo>
                    <a:cubicBezTo>
                      <a:pt x="10" y="104"/>
                      <a:pt x="11" y="105"/>
                      <a:pt x="11" y="105"/>
                    </a:cubicBezTo>
                    <a:close/>
                    <a:moveTo>
                      <a:pt x="11" y="105"/>
                    </a:moveTo>
                    <a:cubicBezTo>
                      <a:pt x="11" y="105"/>
                      <a:pt x="11" y="105"/>
                      <a:pt x="11" y="106"/>
                    </a:cubicBezTo>
                    <a:cubicBezTo>
                      <a:pt x="10" y="106"/>
                      <a:pt x="10" y="105"/>
                      <a:pt x="11" y="106"/>
                    </a:cubicBezTo>
                    <a:cubicBezTo>
                      <a:pt x="10" y="108"/>
                      <a:pt x="10" y="106"/>
                      <a:pt x="10" y="106"/>
                    </a:cubicBezTo>
                    <a:cubicBezTo>
                      <a:pt x="11" y="106"/>
                      <a:pt x="10" y="105"/>
                      <a:pt x="11" y="105"/>
                    </a:cubicBezTo>
                    <a:close/>
                    <a:moveTo>
                      <a:pt x="11" y="106"/>
                    </a:moveTo>
                    <a:cubicBezTo>
                      <a:pt x="10" y="106"/>
                      <a:pt x="10" y="104"/>
                      <a:pt x="11" y="106"/>
                    </a:cubicBezTo>
                    <a:cubicBezTo>
                      <a:pt x="11" y="106"/>
                      <a:pt x="12" y="106"/>
                      <a:pt x="11" y="106"/>
                    </a:cubicBezTo>
                    <a:close/>
                    <a:moveTo>
                      <a:pt x="9" y="86"/>
                    </a:moveTo>
                    <a:cubicBezTo>
                      <a:pt x="9" y="85"/>
                      <a:pt x="10" y="85"/>
                      <a:pt x="9" y="85"/>
                    </a:cubicBezTo>
                    <a:cubicBezTo>
                      <a:pt x="10" y="84"/>
                      <a:pt x="10" y="86"/>
                      <a:pt x="9" y="86"/>
                    </a:cubicBezTo>
                    <a:close/>
                    <a:moveTo>
                      <a:pt x="10" y="83"/>
                    </a:moveTo>
                    <a:cubicBezTo>
                      <a:pt x="10" y="84"/>
                      <a:pt x="10" y="84"/>
                      <a:pt x="10" y="84"/>
                    </a:cubicBezTo>
                    <a:cubicBezTo>
                      <a:pt x="9" y="84"/>
                      <a:pt x="9" y="83"/>
                      <a:pt x="10" y="83"/>
                    </a:cubicBezTo>
                    <a:close/>
                    <a:moveTo>
                      <a:pt x="13" y="87"/>
                    </a:moveTo>
                    <a:cubicBezTo>
                      <a:pt x="13" y="87"/>
                      <a:pt x="13" y="87"/>
                      <a:pt x="13" y="87"/>
                    </a:cubicBezTo>
                    <a:cubicBezTo>
                      <a:pt x="13" y="86"/>
                      <a:pt x="13" y="86"/>
                      <a:pt x="13" y="86"/>
                    </a:cubicBezTo>
                    <a:cubicBezTo>
                      <a:pt x="12" y="86"/>
                      <a:pt x="13" y="87"/>
                      <a:pt x="13" y="87"/>
                    </a:cubicBezTo>
                    <a:close/>
                    <a:moveTo>
                      <a:pt x="12" y="86"/>
                    </a:moveTo>
                    <a:cubicBezTo>
                      <a:pt x="12" y="87"/>
                      <a:pt x="12" y="87"/>
                      <a:pt x="12" y="87"/>
                    </a:cubicBezTo>
                    <a:cubicBezTo>
                      <a:pt x="13" y="86"/>
                      <a:pt x="13" y="86"/>
                      <a:pt x="12" y="87"/>
                    </a:cubicBezTo>
                    <a:cubicBezTo>
                      <a:pt x="12" y="87"/>
                      <a:pt x="12" y="87"/>
                      <a:pt x="12" y="87"/>
                    </a:cubicBezTo>
                    <a:lnTo>
                      <a:pt x="12" y="86"/>
                    </a:lnTo>
                    <a:close/>
                    <a:moveTo>
                      <a:pt x="12" y="85"/>
                    </a:moveTo>
                    <a:cubicBezTo>
                      <a:pt x="12" y="85"/>
                      <a:pt x="12" y="85"/>
                      <a:pt x="12" y="85"/>
                    </a:cubicBezTo>
                    <a:cubicBezTo>
                      <a:pt x="12" y="85"/>
                      <a:pt x="12" y="85"/>
                      <a:pt x="12" y="85"/>
                    </a:cubicBezTo>
                    <a:cubicBezTo>
                      <a:pt x="13" y="85"/>
                      <a:pt x="13" y="85"/>
                      <a:pt x="13" y="85"/>
                    </a:cubicBezTo>
                    <a:cubicBezTo>
                      <a:pt x="12" y="85"/>
                      <a:pt x="12" y="85"/>
                      <a:pt x="12" y="85"/>
                    </a:cubicBezTo>
                    <a:cubicBezTo>
                      <a:pt x="12" y="85"/>
                      <a:pt x="12" y="85"/>
                      <a:pt x="11" y="85"/>
                    </a:cubicBezTo>
                    <a:lnTo>
                      <a:pt x="12" y="85"/>
                    </a:lnTo>
                    <a:close/>
                    <a:moveTo>
                      <a:pt x="12" y="85"/>
                    </a:moveTo>
                    <a:cubicBezTo>
                      <a:pt x="11" y="85"/>
                      <a:pt x="11" y="84"/>
                      <a:pt x="11" y="84"/>
                    </a:cubicBezTo>
                    <a:cubicBezTo>
                      <a:pt x="11" y="84"/>
                      <a:pt x="12" y="84"/>
                      <a:pt x="12" y="85"/>
                    </a:cubicBezTo>
                    <a:close/>
                    <a:moveTo>
                      <a:pt x="11" y="84"/>
                    </a:moveTo>
                    <a:cubicBezTo>
                      <a:pt x="12" y="83"/>
                      <a:pt x="12" y="83"/>
                      <a:pt x="12" y="83"/>
                    </a:cubicBezTo>
                    <a:cubicBezTo>
                      <a:pt x="12" y="84"/>
                      <a:pt x="12" y="84"/>
                      <a:pt x="12" y="84"/>
                    </a:cubicBezTo>
                    <a:cubicBezTo>
                      <a:pt x="12" y="84"/>
                      <a:pt x="12" y="84"/>
                      <a:pt x="12" y="84"/>
                    </a:cubicBezTo>
                    <a:cubicBezTo>
                      <a:pt x="12" y="84"/>
                      <a:pt x="12" y="84"/>
                      <a:pt x="12" y="84"/>
                    </a:cubicBezTo>
                    <a:lnTo>
                      <a:pt x="11" y="84"/>
                    </a:lnTo>
                    <a:close/>
                    <a:moveTo>
                      <a:pt x="13" y="81"/>
                    </a:moveTo>
                    <a:cubicBezTo>
                      <a:pt x="13" y="81"/>
                      <a:pt x="13" y="81"/>
                      <a:pt x="13" y="81"/>
                    </a:cubicBezTo>
                    <a:cubicBezTo>
                      <a:pt x="13" y="81"/>
                      <a:pt x="13" y="80"/>
                      <a:pt x="13" y="80"/>
                    </a:cubicBezTo>
                    <a:cubicBezTo>
                      <a:pt x="12" y="80"/>
                      <a:pt x="12" y="81"/>
                      <a:pt x="12" y="80"/>
                    </a:cubicBezTo>
                    <a:cubicBezTo>
                      <a:pt x="12" y="80"/>
                      <a:pt x="13" y="80"/>
                      <a:pt x="13" y="80"/>
                    </a:cubicBezTo>
                    <a:cubicBezTo>
                      <a:pt x="13" y="80"/>
                      <a:pt x="13" y="80"/>
                      <a:pt x="13" y="81"/>
                    </a:cubicBezTo>
                    <a:close/>
                    <a:moveTo>
                      <a:pt x="13" y="85"/>
                    </a:moveTo>
                    <a:cubicBezTo>
                      <a:pt x="13" y="86"/>
                      <a:pt x="13" y="86"/>
                      <a:pt x="13" y="86"/>
                    </a:cubicBezTo>
                    <a:cubicBezTo>
                      <a:pt x="13" y="86"/>
                      <a:pt x="13" y="86"/>
                      <a:pt x="12" y="86"/>
                    </a:cubicBezTo>
                    <a:cubicBezTo>
                      <a:pt x="12" y="85"/>
                      <a:pt x="13" y="85"/>
                      <a:pt x="13" y="85"/>
                    </a:cubicBezTo>
                    <a:cubicBezTo>
                      <a:pt x="13" y="86"/>
                      <a:pt x="13" y="85"/>
                      <a:pt x="13" y="85"/>
                    </a:cubicBezTo>
                    <a:close/>
                    <a:moveTo>
                      <a:pt x="13" y="78"/>
                    </a:moveTo>
                    <a:cubicBezTo>
                      <a:pt x="13" y="77"/>
                      <a:pt x="13" y="77"/>
                      <a:pt x="13" y="77"/>
                    </a:cubicBezTo>
                    <a:cubicBezTo>
                      <a:pt x="13" y="78"/>
                      <a:pt x="13" y="77"/>
                      <a:pt x="13" y="78"/>
                    </a:cubicBezTo>
                    <a:close/>
                    <a:moveTo>
                      <a:pt x="23" y="60"/>
                    </a:moveTo>
                    <a:cubicBezTo>
                      <a:pt x="23" y="59"/>
                      <a:pt x="23" y="60"/>
                      <a:pt x="23" y="60"/>
                    </a:cubicBezTo>
                    <a:cubicBezTo>
                      <a:pt x="23" y="59"/>
                      <a:pt x="23" y="60"/>
                      <a:pt x="23" y="60"/>
                    </a:cubicBezTo>
                    <a:close/>
                    <a:moveTo>
                      <a:pt x="23" y="60"/>
                    </a:moveTo>
                    <a:cubicBezTo>
                      <a:pt x="23" y="61"/>
                      <a:pt x="22" y="60"/>
                      <a:pt x="23" y="60"/>
                    </a:cubicBezTo>
                    <a:cubicBezTo>
                      <a:pt x="23" y="60"/>
                      <a:pt x="23" y="60"/>
                      <a:pt x="23" y="60"/>
                    </a:cubicBezTo>
                    <a:close/>
                    <a:moveTo>
                      <a:pt x="22" y="58"/>
                    </a:moveTo>
                    <a:cubicBezTo>
                      <a:pt x="22" y="58"/>
                      <a:pt x="23" y="58"/>
                      <a:pt x="23" y="58"/>
                    </a:cubicBezTo>
                    <a:cubicBezTo>
                      <a:pt x="23" y="58"/>
                      <a:pt x="23" y="58"/>
                      <a:pt x="23" y="58"/>
                    </a:cubicBezTo>
                    <a:cubicBezTo>
                      <a:pt x="23" y="59"/>
                      <a:pt x="23" y="59"/>
                      <a:pt x="23" y="58"/>
                    </a:cubicBezTo>
                    <a:cubicBezTo>
                      <a:pt x="23" y="59"/>
                      <a:pt x="23" y="58"/>
                      <a:pt x="23" y="59"/>
                    </a:cubicBezTo>
                    <a:cubicBezTo>
                      <a:pt x="23" y="58"/>
                      <a:pt x="23" y="58"/>
                      <a:pt x="23" y="58"/>
                    </a:cubicBezTo>
                    <a:cubicBezTo>
                      <a:pt x="23" y="59"/>
                      <a:pt x="23" y="60"/>
                      <a:pt x="23" y="59"/>
                    </a:cubicBezTo>
                    <a:lnTo>
                      <a:pt x="22" y="58"/>
                    </a:lnTo>
                    <a:close/>
                    <a:moveTo>
                      <a:pt x="22" y="60"/>
                    </a:moveTo>
                    <a:cubicBezTo>
                      <a:pt x="22" y="60"/>
                      <a:pt x="22" y="60"/>
                      <a:pt x="22" y="60"/>
                    </a:cubicBezTo>
                    <a:cubicBezTo>
                      <a:pt x="22" y="60"/>
                      <a:pt x="22" y="60"/>
                      <a:pt x="22" y="60"/>
                    </a:cubicBezTo>
                    <a:cubicBezTo>
                      <a:pt x="22" y="60"/>
                      <a:pt x="22" y="60"/>
                      <a:pt x="22" y="60"/>
                    </a:cubicBezTo>
                    <a:close/>
                    <a:moveTo>
                      <a:pt x="22" y="58"/>
                    </a:moveTo>
                    <a:cubicBezTo>
                      <a:pt x="22" y="58"/>
                      <a:pt x="22" y="58"/>
                      <a:pt x="22" y="58"/>
                    </a:cubicBezTo>
                    <a:cubicBezTo>
                      <a:pt x="23" y="58"/>
                      <a:pt x="22" y="58"/>
                      <a:pt x="22" y="58"/>
                    </a:cubicBezTo>
                    <a:cubicBezTo>
                      <a:pt x="22" y="58"/>
                      <a:pt x="22" y="58"/>
                      <a:pt x="22" y="58"/>
                    </a:cubicBezTo>
                    <a:cubicBezTo>
                      <a:pt x="22" y="58"/>
                      <a:pt x="22" y="58"/>
                      <a:pt x="22" y="58"/>
                    </a:cubicBezTo>
                    <a:close/>
                    <a:moveTo>
                      <a:pt x="23" y="57"/>
                    </a:moveTo>
                    <a:cubicBezTo>
                      <a:pt x="23" y="57"/>
                      <a:pt x="22" y="57"/>
                      <a:pt x="23" y="56"/>
                    </a:cubicBezTo>
                    <a:cubicBezTo>
                      <a:pt x="23" y="57"/>
                      <a:pt x="23" y="56"/>
                      <a:pt x="23" y="56"/>
                    </a:cubicBezTo>
                    <a:lnTo>
                      <a:pt x="23" y="57"/>
                    </a:lnTo>
                    <a:close/>
                    <a:moveTo>
                      <a:pt x="29" y="48"/>
                    </a:moveTo>
                    <a:cubicBezTo>
                      <a:pt x="29" y="48"/>
                      <a:pt x="29" y="48"/>
                      <a:pt x="29" y="48"/>
                    </a:cubicBezTo>
                    <a:moveTo>
                      <a:pt x="31" y="42"/>
                    </a:moveTo>
                    <a:cubicBezTo>
                      <a:pt x="31" y="42"/>
                      <a:pt x="31" y="43"/>
                      <a:pt x="31" y="42"/>
                    </a:cubicBezTo>
                    <a:close/>
                    <a:moveTo>
                      <a:pt x="32" y="43"/>
                    </a:moveTo>
                    <a:cubicBezTo>
                      <a:pt x="31" y="43"/>
                      <a:pt x="31" y="43"/>
                      <a:pt x="31" y="43"/>
                    </a:cubicBezTo>
                    <a:lnTo>
                      <a:pt x="32" y="43"/>
                    </a:lnTo>
                    <a:close/>
                    <a:moveTo>
                      <a:pt x="33" y="34"/>
                    </a:moveTo>
                    <a:cubicBezTo>
                      <a:pt x="33" y="34"/>
                      <a:pt x="33" y="34"/>
                      <a:pt x="33" y="34"/>
                    </a:cubicBezTo>
                    <a:close/>
                    <a:moveTo>
                      <a:pt x="35" y="31"/>
                    </a:moveTo>
                    <a:cubicBezTo>
                      <a:pt x="35" y="31"/>
                      <a:pt x="35" y="31"/>
                      <a:pt x="35" y="31"/>
                    </a:cubicBezTo>
                    <a:cubicBezTo>
                      <a:pt x="35" y="31"/>
                      <a:pt x="35" y="31"/>
                      <a:pt x="35" y="31"/>
                    </a:cubicBezTo>
                    <a:cubicBezTo>
                      <a:pt x="35" y="31"/>
                      <a:pt x="35" y="31"/>
                      <a:pt x="35" y="31"/>
                    </a:cubicBezTo>
                    <a:close/>
                    <a:moveTo>
                      <a:pt x="63" y="5"/>
                    </a:moveTo>
                    <a:cubicBezTo>
                      <a:pt x="63" y="5"/>
                      <a:pt x="63" y="5"/>
                      <a:pt x="63" y="6"/>
                    </a:cubicBezTo>
                    <a:cubicBezTo>
                      <a:pt x="63" y="6"/>
                      <a:pt x="63" y="6"/>
                      <a:pt x="63" y="5"/>
                    </a:cubicBezTo>
                    <a:close/>
                    <a:moveTo>
                      <a:pt x="63" y="7"/>
                    </a:moveTo>
                    <a:cubicBezTo>
                      <a:pt x="63" y="7"/>
                      <a:pt x="63" y="7"/>
                      <a:pt x="63" y="7"/>
                    </a:cubicBezTo>
                    <a:close/>
                    <a:moveTo>
                      <a:pt x="95" y="5"/>
                    </a:moveTo>
                    <a:cubicBezTo>
                      <a:pt x="95" y="5"/>
                      <a:pt x="95" y="5"/>
                      <a:pt x="95" y="5"/>
                    </a:cubicBezTo>
                    <a:close/>
                    <a:moveTo>
                      <a:pt x="100" y="8"/>
                    </a:moveTo>
                    <a:cubicBezTo>
                      <a:pt x="99" y="9"/>
                      <a:pt x="99" y="9"/>
                      <a:pt x="99" y="9"/>
                    </a:cubicBezTo>
                    <a:cubicBezTo>
                      <a:pt x="99" y="8"/>
                      <a:pt x="99" y="8"/>
                      <a:pt x="99" y="8"/>
                    </a:cubicBezTo>
                    <a:lnTo>
                      <a:pt x="100" y="8"/>
                    </a:lnTo>
                    <a:close/>
                    <a:moveTo>
                      <a:pt x="100" y="8"/>
                    </a:moveTo>
                    <a:cubicBezTo>
                      <a:pt x="100" y="8"/>
                      <a:pt x="100" y="8"/>
                      <a:pt x="100" y="8"/>
                    </a:cubicBezTo>
                    <a:close/>
                    <a:moveTo>
                      <a:pt x="99" y="10"/>
                    </a:moveTo>
                    <a:cubicBezTo>
                      <a:pt x="99" y="10"/>
                      <a:pt x="99" y="10"/>
                      <a:pt x="98" y="10"/>
                    </a:cubicBezTo>
                    <a:cubicBezTo>
                      <a:pt x="98" y="11"/>
                      <a:pt x="99" y="9"/>
                      <a:pt x="99" y="10"/>
                    </a:cubicBezTo>
                    <a:close/>
                    <a:moveTo>
                      <a:pt x="97" y="8"/>
                    </a:moveTo>
                    <a:cubicBezTo>
                      <a:pt x="97" y="8"/>
                      <a:pt x="98" y="8"/>
                      <a:pt x="98" y="8"/>
                    </a:cubicBezTo>
                    <a:lnTo>
                      <a:pt x="97" y="8"/>
                    </a:lnTo>
                    <a:close/>
                    <a:moveTo>
                      <a:pt x="96" y="7"/>
                    </a:moveTo>
                    <a:cubicBezTo>
                      <a:pt x="96" y="8"/>
                      <a:pt x="96" y="9"/>
                      <a:pt x="96" y="7"/>
                    </a:cubicBezTo>
                    <a:close/>
                    <a:moveTo>
                      <a:pt x="89" y="5"/>
                    </a:moveTo>
                    <a:cubicBezTo>
                      <a:pt x="89" y="5"/>
                      <a:pt x="89" y="5"/>
                      <a:pt x="90" y="4"/>
                    </a:cubicBezTo>
                    <a:lnTo>
                      <a:pt x="89" y="5"/>
                    </a:lnTo>
                    <a:close/>
                    <a:moveTo>
                      <a:pt x="89" y="9"/>
                    </a:moveTo>
                    <a:cubicBezTo>
                      <a:pt x="89" y="8"/>
                      <a:pt x="90" y="9"/>
                      <a:pt x="89" y="9"/>
                    </a:cubicBezTo>
                    <a:cubicBezTo>
                      <a:pt x="89" y="8"/>
                      <a:pt x="89" y="8"/>
                      <a:pt x="89" y="9"/>
                    </a:cubicBezTo>
                    <a:close/>
                    <a:moveTo>
                      <a:pt x="89" y="7"/>
                    </a:moveTo>
                    <a:cubicBezTo>
                      <a:pt x="89" y="6"/>
                      <a:pt x="88" y="6"/>
                      <a:pt x="88" y="7"/>
                    </a:cubicBezTo>
                    <a:cubicBezTo>
                      <a:pt x="87" y="6"/>
                      <a:pt x="89" y="6"/>
                      <a:pt x="89" y="7"/>
                    </a:cubicBezTo>
                    <a:close/>
                    <a:moveTo>
                      <a:pt x="88" y="9"/>
                    </a:moveTo>
                    <a:cubicBezTo>
                      <a:pt x="87" y="9"/>
                      <a:pt x="90" y="9"/>
                      <a:pt x="89" y="9"/>
                    </a:cubicBezTo>
                    <a:cubicBezTo>
                      <a:pt x="89" y="8"/>
                      <a:pt x="88" y="9"/>
                      <a:pt x="88" y="9"/>
                    </a:cubicBezTo>
                    <a:cubicBezTo>
                      <a:pt x="89" y="9"/>
                      <a:pt x="89" y="8"/>
                      <a:pt x="88" y="9"/>
                    </a:cubicBezTo>
                    <a:close/>
                    <a:moveTo>
                      <a:pt x="83" y="8"/>
                    </a:moveTo>
                    <a:cubicBezTo>
                      <a:pt x="84" y="8"/>
                      <a:pt x="83" y="9"/>
                      <a:pt x="83" y="8"/>
                    </a:cubicBezTo>
                    <a:close/>
                    <a:moveTo>
                      <a:pt x="84" y="6"/>
                    </a:moveTo>
                    <a:cubicBezTo>
                      <a:pt x="84" y="6"/>
                      <a:pt x="84" y="6"/>
                      <a:pt x="84" y="6"/>
                    </a:cubicBezTo>
                    <a:close/>
                    <a:moveTo>
                      <a:pt x="85" y="8"/>
                    </a:moveTo>
                    <a:cubicBezTo>
                      <a:pt x="85" y="7"/>
                      <a:pt x="85" y="8"/>
                      <a:pt x="85" y="8"/>
                    </a:cubicBezTo>
                    <a:cubicBezTo>
                      <a:pt x="85" y="8"/>
                      <a:pt x="85" y="8"/>
                      <a:pt x="85" y="8"/>
                    </a:cubicBezTo>
                    <a:cubicBezTo>
                      <a:pt x="86" y="8"/>
                      <a:pt x="84" y="7"/>
                      <a:pt x="85" y="8"/>
                    </a:cubicBezTo>
                    <a:cubicBezTo>
                      <a:pt x="85" y="7"/>
                      <a:pt x="85" y="7"/>
                      <a:pt x="85" y="8"/>
                    </a:cubicBezTo>
                    <a:close/>
                    <a:moveTo>
                      <a:pt x="85" y="8"/>
                    </a:moveTo>
                    <a:cubicBezTo>
                      <a:pt x="86" y="9"/>
                      <a:pt x="86" y="7"/>
                      <a:pt x="85" y="8"/>
                    </a:cubicBezTo>
                    <a:cubicBezTo>
                      <a:pt x="85" y="8"/>
                      <a:pt x="85" y="8"/>
                      <a:pt x="85" y="8"/>
                    </a:cubicBezTo>
                    <a:close/>
                    <a:moveTo>
                      <a:pt x="85" y="10"/>
                    </a:moveTo>
                    <a:cubicBezTo>
                      <a:pt x="84" y="10"/>
                      <a:pt x="84" y="11"/>
                      <a:pt x="85" y="10"/>
                    </a:cubicBezTo>
                    <a:cubicBezTo>
                      <a:pt x="85" y="11"/>
                      <a:pt x="85" y="10"/>
                      <a:pt x="85" y="10"/>
                    </a:cubicBezTo>
                    <a:cubicBezTo>
                      <a:pt x="85" y="12"/>
                      <a:pt x="85" y="10"/>
                      <a:pt x="85" y="10"/>
                    </a:cubicBezTo>
                    <a:close/>
                    <a:moveTo>
                      <a:pt x="81" y="11"/>
                    </a:moveTo>
                    <a:cubicBezTo>
                      <a:pt x="81" y="12"/>
                      <a:pt x="81" y="10"/>
                      <a:pt x="81" y="10"/>
                    </a:cubicBezTo>
                    <a:cubicBezTo>
                      <a:pt x="81" y="10"/>
                      <a:pt x="80" y="9"/>
                      <a:pt x="81" y="10"/>
                    </a:cubicBezTo>
                    <a:cubicBezTo>
                      <a:pt x="81" y="10"/>
                      <a:pt x="82" y="10"/>
                      <a:pt x="82" y="10"/>
                    </a:cubicBezTo>
                    <a:cubicBezTo>
                      <a:pt x="81" y="10"/>
                      <a:pt x="82" y="10"/>
                      <a:pt x="82" y="10"/>
                    </a:cubicBezTo>
                    <a:cubicBezTo>
                      <a:pt x="82" y="8"/>
                      <a:pt x="81" y="9"/>
                      <a:pt x="82" y="9"/>
                    </a:cubicBezTo>
                    <a:cubicBezTo>
                      <a:pt x="82" y="9"/>
                      <a:pt x="83" y="9"/>
                      <a:pt x="82" y="9"/>
                    </a:cubicBezTo>
                    <a:cubicBezTo>
                      <a:pt x="81" y="8"/>
                      <a:pt x="82" y="10"/>
                      <a:pt x="82" y="9"/>
                    </a:cubicBezTo>
                    <a:cubicBezTo>
                      <a:pt x="82" y="9"/>
                      <a:pt x="82" y="9"/>
                      <a:pt x="82" y="9"/>
                    </a:cubicBezTo>
                    <a:cubicBezTo>
                      <a:pt x="82" y="10"/>
                      <a:pt x="83" y="9"/>
                      <a:pt x="83" y="9"/>
                    </a:cubicBezTo>
                    <a:cubicBezTo>
                      <a:pt x="83" y="8"/>
                      <a:pt x="83" y="9"/>
                      <a:pt x="83" y="8"/>
                    </a:cubicBezTo>
                    <a:cubicBezTo>
                      <a:pt x="83" y="8"/>
                      <a:pt x="83" y="8"/>
                      <a:pt x="83" y="8"/>
                    </a:cubicBezTo>
                    <a:cubicBezTo>
                      <a:pt x="83" y="8"/>
                      <a:pt x="84" y="8"/>
                      <a:pt x="83" y="8"/>
                    </a:cubicBezTo>
                    <a:cubicBezTo>
                      <a:pt x="83" y="7"/>
                      <a:pt x="83" y="8"/>
                      <a:pt x="83" y="8"/>
                    </a:cubicBezTo>
                    <a:cubicBezTo>
                      <a:pt x="83" y="10"/>
                      <a:pt x="84" y="8"/>
                      <a:pt x="83" y="8"/>
                    </a:cubicBezTo>
                    <a:cubicBezTo>
                      <a:pt x="84" y="8"/>
                      <a:pt x="83" y="9"/>
                      <a:pt x="83" y="8"/>
                    </a:cubicBezTo>
                    <a:cubicBezTo>
                      <a:pt x="83" y="8"/>
                      <a:pt x="83" y="8"/>
                      <a:pt x="84" y="7"/>
                    </a:cubicBezTo>
                    <a:cubicBezTo>
                      <a:pt x="83" y="7"/>
                      <a:pt x="85" y="7"/>
                      <a:pt x="83" y="7"/>
                    </a:cubicBezTo>
                    <a:cubicBezTo>
                      <a:pt x="84" y="7"/>
                      <a:pt x="83" y="7"/>
                      <a:pt x="84" y="7"/>
                    </a:cubicBezTo>
                    <a:cubicBezTo>
                      <a:pt x="83" y="6"/>
                      <a:pt x="83" y="6"/>
                      <a:pt x="83" y="6"/>
                    </a:cubicBezTo>
                    <a:cubicBezTo>
                      <a:pt x="83" y="7"/>
                      <a:pt x="84" y="6"/>
                      <a:pt x="83" y="6"/>
                    </a:cubicBezTo>
                    <a:cubicBezTo>
                      <a:pt x="83" y="6"/>
                      <a:pt x="83" y="6"/>
                      <a:pt x="84" y="6"/>
                    </a:cubicBezTo>
                    <a:cubicBezTo>
                      <a:pt x="84" y="6"/>
                      <a:pt x="83" y="6"/>
                      <a:pt x="84" y="6"/>
                    </a:cubicBezTo>
                    <a:cubicBezTo>
                      <a:pt x="83" y="7"/>
                      <a:pt x="84" y="7"/>
                      <a:pt x="84" y="6"/>
                    </a:cubicBezTo>
                    <a:cubicBezTo>
                      <a:pt x="84" y="6"/>
                      <a:pt x="84" y="7"/>
                      <a:pt x="84" y="6"/>
                    </a:cubicBezTo>
                    <a:cubicBezTo>
                      <a:pt x="84" y="6"/>
                      <a:pt x="84" y="7"/>
                      <a:pt x="85" y="7"/>
                    </a:cubicBezTo>
                    <a:cubicBezTo>
                      <a:pt x="84" y="7"/>
                      <a:pt x="84" y="7"/>
                      <a:pt x="84" y="7"/>
                    </a:cubicBezTo>
                    <a:cubicBezTo>
                      <a:pt x="84" y="8"/>
                      <a:pt x="84" y="7"/>
                      <a:pt x="84" y="8"/>
                    </a:cubicBezTo>
                    <a:cubicBezTo>
                      <a:pt x="84" y="7"/>
                      <a:pt x="84" y="7"/>
                      <a:pt x="84" y="8"/>
                    </a:cubicBezTo>
                    <a:cubicBezTo>
                      <a:pt x="84" y="7"/>
                      <a:pt x="83" y="9"/>
                      <a:pt x="84" y="8"/>
                    </a:cubicBezTo>
                    <a:cubicBezTo>
                      <a:pt x="84" y="8"/>
                      <a:pt x="84" y="8"/>
                      <a:pt x="84" y="8"/>
                    </a:cubicBezTo>
                    <a:cubicBezTo>
                      <a:pt x="84" y="8"/>
                      <a:pt x="84" y="8"/>
                      <a:pt x="84" y="8"/>
                    </a:cubicBezTo>
                    <a:cubicBezTo>
                      <a:pt x="84" y="7"/>
                      <a:pt x="83" y="8"/>
                      <a:pt x="84" y="8"/>
                    </a:cubicBezTo>
                    <a:cubicBezTo>
                      <a:pt x="84" y="8"/>
                      <a:pt x="84" y="10"/>
                      <a:pt x="84" y="9"/>
                    </a:cubicBezTo>
                    <a:cubicBezTo>
                      <a:pt x="85" y="10"/>
                      <a:pt x="86" y="9"/>
                      <a:pt x="84" y="9"/>
                    </a:cubicBezTo>
                    <a:cubicBezTo>
                      <a:pt x="85" y="8"/>
                      <a:pt x="85" y="8"/>
                      <a:pt x="85" y="9"/>
                    </a:cubicBezTo>
                    <a:cubicBezTo>
                      <a:pt x="85" y="8"/>
                      <a:pt x="86" y="12"/>
                      <a:pt x="85" y="10"/>
                    </a:cubicBezTo>
                    <a:cubicBezTo>
                      <a:pt x="85" y="9"/>
                      <a:pt x="85" y="9"/>
                      <a:pt x="85" y="10"/>
                    </a:cubicBezTo>
                    <a:cubicBezTo>
                      <a:pt x="84" y="10"/>
                      <a:pt x="87" y="11"/>
                      <a:pt x="85" y="10"/>
                    </a:cubicBezTo>
                    <a:cubicBezTo>
                      <a:pt x="84" y="10"/>
                      <a:pt x="85" y="10"/>
                      <a:pt x="85" y="10"/>
                    </a:cubicBezTo>
                    <a:cubicBezTo>
                      <a:pt x="85" y="11"/>
                      <a:pt x="85" y="9"/>
                      <a:pt x="85" y="10"/>
                    </a:cubicBezTo>
                    <a:cubicBezTo>
                      <a:pt x="84" y="9"/>
                      <a:pt x="86" y="9"/>
                      <a:pt x="85" y="10"/>
                    </a:cubicBezTo>
                    <a:cubicBezTo>
                      <a:pt x="85" y="10"/>
                      <a:pt x="85" y="10"/>
                      <a:pt x="85" y="10"/>
                    </a:cubicBezTo>
                    <a:cubicBezTo>
                      <a:pt x="85" y="11"/>
                      <a:pt x="85" y="11"/>
                      <a:pt x="85" y="11"/>
                    </a:cubicBezTo>
                    <a:cubicBezTo>
                      <a:pt x="84" y="12"/>
                      <a:pt x="83" y="9"/>
                      <a:pt x="84" y="11"/>
                    </a:cubicBezTo>
                    <a:cubicBezTo>
                      <a:pt x="85" y="11"/>
                      <a:pt x="83" y="14"/>
                      <a:pt x="83" y="11"/>
                    </a:cubicBezTo>
                    <a:cubicBezTo>
                      <a:pt x="83" y="11"/>
                      <a:pt x="82" y="10"/>
                      <a:pt x="83" y="10"/>
                    </a:cubicBezTo>
                    <a:cubicBezTo>
                      <a:pt x="83" y="10"/>
                      <a:pt x="84" y="11"/>
                      <a:pt x="83" y="10"/>
                    </a:cubicBezTo>
                    <a:cubicBezTo>
                      <a:pt x="82" y="9"/>
                      <a:pt x="83" y="9"/>
                      <a:pt x="83" y="9"/>
                    </a:cubicBezTo>
                    <a:cubicBezTo>
                      <a:pt x="82" y="10"/>
                      <a:pt x="84" y="9"/>
                      <a:pt x="83" y="10"/>
                    </a:cubicBezTo>
                    <a:cubicBezTo>
                      <a:pt x="83" y="9"/>
                      <a:pt x="82" y="10"/>
                      <a:pt x="82" y="10"/>
                    </a:cubicBezTo>
                    <a:cubicBezTo>
                      <a:pt x="82" y="10"/>
                      <a:pt x="81" y="11"/>
                      <a:pt x="83" y="11"/>
                    </a:cubicBezTo>
                    <a:cubicBezTo>
                      <a:pt x="82" y="11"/>
                      <a:pt x="80" y="13"/>
                      <a:pt x="81" y="11"/>
                    </a:cubicBezTo>
                    <a:cubicBezTo>
                      <a:pt x="80" y="10"/>
                      <a:pt x="81" y="10"/>
                      <a:pt x="81" y="11"/>
                    </a:cubicBezTo>
                    <a:cubicBezTo>
                      <a:pt x="81" y="9"/>
                      <a:pt x="81" y="10"/>
                      <a:pt x="81" y="11"/>
                    </a:cubicBezTo>
                    <a:close/>
                    <a:moveTo>
                      <a:pt x="85" y="10"/>
                    </a:moveTo>
                    <a:cubicBezTo>
                      <a:pt x="85" y="10"/>
                      <a:pt x="86" y="10"/>
                      <a:pt x="85" y="10"/>
                    </a:cubicBezTo>
                    <a:cubicBezTo>
                      <a:pt x="85" y="10"/>
                      <a:pt x="85" y="11"/>
                      <a:pt x="85" y="10"/>
                    </a:cubicBezTo>
                    <a:close/>
                    <a:moveTo>
                      <a:pt x="80" y="6"/>
                    </a:moveTo>
                    <a:cubicBezTo>
                      <a:pt x="80" y="5"/>
                      <a:pt x="80" y="5"/>
                      <a:pt x="80" y="5"/>
                    </a:cubicBezTo>
                    <a:cubicBezTo>
                      <a:pt x="80" y="5"/>
                      <a:pt x="80" y="5"/>
                      <a:pt x="80" y="5"/>
                    </a:cubicBezTo>
                    <a:cubicBezTo>
                      <a:pt x="80" y="5"/>
                      <a:pt x="80" y="5"/>
                      <a:pt x="80" y="5"/>
                    </a:cubicBezTo>
                    <a:cubicBezTo>
                      <a:pt x="80" y="6"/>
                      <a:pt x="81" y="4"/>
                      <a:pt x="81" y="5"/>
                    </a:cubicBezTo>
                    <a:cubicBezTo>
                      <a:pt x="81" y="5"/>
                      <a:pt x="80" y="4"/>
                      <a:pt x="81" y="4"/>
                    </a:cubicBezTo>
                    <a:cubicBezTo>
                      <a:pt x="81" y="5"/>
                      <a:pt x="81" y="5"/>
                      <a:pt x="81" y="5"/>
                    </a:cubicBezTo>
                    <a:cubicBezTo>
                      <a:pt x="81" y="5"/>
                      <a:pt x="80" y="6"/>
                      <a:pt x="80" y="6"/>
                    </a:cubicBezTo>
                    <a:close/>
                    <a:moveTo>
                      <a:pt x="80" y="6"/>
                    </a:moveTo>
                    <a:cubicBezTo>
                      <a:pt x="80" y="6"/>
                      <a:pt x="80" y="6"/>
                      <a:pt x="80" y="6"/>
                    </a:cubicBezTo>
                    <a:cubicBezTo>
                      <a:pt x="80" y="7"/>
                      <a:pt x="81" y="7"/>
                      <a:pt x="80" y="7"/>
                    </a:cubicBezTo>
                    <a:cubicBezTo>
                      <a:pt x="79" y="7"/>
                      <a:pt x="80" y="7"/>
                      <a:pt x="80" y="6"/>
                    </a:cubicBezTo>
                    <a:close/>
                    <a:moveTo>
                      <a:pt x="79" y="6"/>
                    </a:moveTo>
                    <a:cubicBezTo>
                      <a:pt x="79" y="6"/>
                      <a:pt x="80" y="6"/>
                      <a:pt x="79" y="7"/>
                    </a:cubicBezTo>
                    <a:lnTo>
                      <a:pt x="79" y="6"/>
                    </a:lnTo>
                    <a:close/>
                    <a:moveTo>
                      <a:pt x="76" y="5"/>
                    </a:moveTo>
                    <a:cubicBezTo>
                      <a:pt x="77" y="5"/>
                      <a:pt x="77" y="5"/>
                      <a:pt x="77" y="5"/>
                    </a:cubicBezTo>
                    <a:cubicBezTo>
                      <a:pt x="77" y="5"/>
                      <a:pt x="77" y="5"/>
                      <a:pt x="77" y="4"/>
                    </a:cubicBezTo>
                    <a:cubicBezTo>
                      <a:pt x="77" y="5"/>
                      <a:pt x="77" y="5"/>
                      <a:pt x="77" y="6"/>
                    </a:cubicBezTo>
                    <a:lnTo>
                      <a:pt x="76" y="5"/>
                    </a:lnTo>
                    <a:close/>
                    <a:moveTo>
                      <a:pt x="75" y="4"/>
                    </a:moveTo>
                    <a:cubicBezTo>
                      <a:pt x="75" y="4"/>
                      <a:pt x="75" y="4"/>
                      <a:pt x="75" y="4"/>
                    </a:cubicBezTo>
                    <a:cubicBezTo>
                      <a:pt x="75" y="4"/>
                      <a:pt x="75" y="4"/>
                      <a:pt x="75" y="4"/>
                    </a:cubicBezTo>
                    <a:cubicBezTo>
                      <a:pt x="75" y="4"/>
                      <a:pt x="76" y="4"/>
                      <a:pt x="75" y="5"/>
                    </a:cubicBezTo>
                    <a:cubicBezTo>
                      <a:pt x="75" y="5"/>
                      <a:pt x="76" y="4"/>
                      <a:pt x="75" y="5"/>
                    </a:cubicBezTo>
                    <a:cubicBezTo>
                      <a:pt x="74" y="4"/>
                      <a:pt x="75" y="4"/>
                      <a:pt x="75" y="4"/>
                    </a:cubicBezTo>
                    <a:close/>
                    <a:moveTo>
                      <a:pt x="72" y="4"/>
                    </a:moveTo>
                    <a:cubicBezTo>
                      <a:pt x="73" y="4"/>
                      <a:pt x="73" y="4"/>
                      <a:pt x="73" y="4"/>
                    </a:cubicBezTo>
                    <a:lnTo>
                      <a:pt x="72" y="4"/>
                    </a:lnTo>
                    <a:close/>
                    <a:moveTo>
                      <a:pt x="72" y="4"/>
                    </a:moveTo>
                    <a:cubicBezTo>
                      <a:pt x="72" y="4"/>
                      <a:pt x="72" y="4"/>
                      <a:pt x="72" y="4"/>
                    </a:cubicBezTo>
                    <a:close/>
                    <a:moveTo>
                      <a:pt x="70" y="5"/>
                    </a:moveTo>
                    <a:cubicBezTo>
                      <a:pt x="70" y="5"/>
                      <a:pt x="70" y="5"/>
                      <a:pt x="70" y="5"/>
                    </a:cubicBezTo>
                    <a:cubicBezTo>
                      <a:pt x="70" y="5"/>
                      <a:pt x="70" y="5"/>
                      <a:pt x="70" y="5"/>
                    </a:cubicBezTo>
                    <a:close/>
                    <a:moveTo>
                      <a:pt x="70" y="7"/>
                    </a:moveTo>
                    <a:cubicBezTo>
                      <a:pt x="69" y="7"/>
                      <a:pt x="69" y="7"/>
                      <a:pt x="70" y="7"/>
                    </a:cubicBezTo>
                    <a:cubicBezTo>
                      <a:pt x="71" y="7"/>
                      <a:pt x="70" y="7"/>
                      <a:pt x="70" y="7"/>
                    </a:cubicBezTo>
                    <a:cubicBezTo>
                      <a:pt x="69" y="8"/>
                      <a:pt x="70" y="7"/>
                      <a:pt x="70" y="7"/>
                    </a:cubicBezTo>
                    <a:close/>
                    <a:moveTo>
                      <a:pt x="67" y="9"/>
                    </a:moveTo>
                    <a:cubicBezTo>
                      <a:pt x="68" y="9"/>
                      <a:pt x="68" y="9"/>
                      <a:pt x="68" y="9"/>
                    </a:cubicBezTo>
                    <a:cubicBezTo>
                      <a:pt x="68" y="9"/>
                      <a:pt x="68" y="9"/>
                      <a:pt x="68" y="9"/>
                    </a:cubicBezTo>
                    <a:lnTo>
                      <a:pt x="67" y="9"/>
                    </a:lnTo>
                    <a:close/>
                    <a:moveTo>
                      <a:pt x="65" y="8"/>
                    </a:moveTo>
                    <a:cubicBezTo>
                      <a:pt x="65" y="9"/>
                      <a:pt x="65" y="9"/>
                      <a:pt x="65" y="9"/>
                    </a:cubicBezTo>
                    <a:lnTo>
                      <a:pt x="65" y="8"/>
                    </a:lnTo>
                    <a:close/>
                    <a:moveTo>
                      <a:pt x="65" y="9"/>
                    </a:moveTo>
                    <a:cubicBezTo>
                      <a:pt x="65" y="9"/>
                      <a:pt x="65" y="9"/>
                      <a:pt x="65" y="9"/>
                    </a:cubicBezTo>
                    <a:cubicBezTo>
                      <a:pt x="65" y="9"/>
                      <a:pt x="65" y="9"/>
                      <a:pt x="65" y="9"/>
                    </a:cubicBezTo>
                    <a:cubicBezTo>
                      <a:pt x="65" y="9"/>
                      <a:pt x="65" y="9"/>
                      <a:pt x="65" y="9"/>
                    </a:cubicBezTo>
                    <a:close/>
                    <a:moveTo>
                      <a:pt x="64" y="8"/>
                    </a:moveTo>
                    <a:cubicBezTo>
                      <a:pt x="65" y="8"/>
                      <a:pt x="65" y="8"/>
                      <a:pt x="65" y="9"/>
                    </a:cubicBezTo>
                    <a:lnTo>
                      <a:pt x="64" y="8"/>
                    </a:lnTo>
                    <a:close/>
                    <a:moveTo>
                      <a:pt x="64" y="9"/>
                    </a:moveTo>
                    <a:cubicBezTo>
                      <a:pt x="64" y="8"/>
                      <a:pt x="64" y="8"/>
                      <a:pt x="64" y="8"/>
                    </a:cubicBezTo>
                    <a:cubicBezTo>
                      <a:pt x="64" y="8"/>
                      <a:pt x="64" y="8"/>
                      <a:pt x="64" y="8"/>
                    </a:cubicBezTo>
                    <a:lnTo>
                      <a:pt x="64" y="9"/>
                    </a:lnTo>
                    <a:close/>
                    <a:moveTo>
                      <a:pt x="63" y="8"/>
                    </a:moveTo>
                    <a:cubicBezTo>
                      <a:pt x="63" y="9"/>
                      <a:pt x="63" y="9"/>
                      <a:pt x="63" y="9"/>
                    </a:cubicBezTo>
                    <a:cubicBezTo>
                      <a:pt x="64" y="9"/>
                      <a:pt x="64" y="9"/>
                      <a:pt x="64" y="9"/>
                    </a:cubicBezTo>
                    <a:cubicBezTo>
                      <a:pt x="63" y="9"/>
                      <a:pt x="63" y="9"/>
                      <a:pt x="63" y="9"/>
                    </a:cubicBezTo>
                    <a:cubicBezTo>
                      <a:pt x="63" y="9"/>
                      <a:pt x="63" y="9"/>
                      <a:pt x="63" y="8"/>
                    </a:cubicBezTo>
                    <a:close/>
                    <a:moveTo>
                      <a:pt x="61" y="5"/>
                    </a:moveTo>
                    <a:cubicBezTo>
                      <a:pt x="60" y="5"/>
                      <a:pt x="60" y="5"/>
                      <a:pt x="60" y="5"/>
                    </a:cubicBezTo>
                    <a:cubicBezTo>
                      <a:pt x="60" y="5"/>
                      <a:pt x="61" y="5"/>
                      <a:pt x="61" y="5"/>
                    </a:cubicBezTo>
                    <a:close/>
                    <a:moveTo>
                      <a:pt x="61" y="6"/>
                    </a:moveTo>
                    <a:cubicBezTo>
                      <a:pt x="61" y="6"/>
                      <a:pt x="60" y="6"/>
                      <a:pt x="60" y="6"/>
                    </a:cubicBezTo>
                    <a:cubicBezTo>
                      <a:pt x="60" y="5"/>
                      <a:pt x="60" y="5"/>
                      <a:pt x="60" y="5"/>
                    </a:cubicBezTo>
                    <a:cubicBezTo>
                      <a:pt x="60" y="6"/>
                      <a:pt x="60" y="6"/>
                      <a:pt x="60" y="6"/>
                    </a:cubicBezTo>
                    <a:cubicBezTo>
                      <a:pt x="60" y="5"/>
                      <a:pt x="60" y="5"/>
                      <a:pt x="60" y="5"/>
                    </a:cubicBezTo>
                    <a:cubicBezTo>
                      <a:pt x="61" y="5"/>
                      <a:pt x="61" y="5"/>
                      <a:pt x="61" y="5"/>
                    </a:cubicBezTo>
                    <a:cubicBezTo>
                      <a:pt x="61" y="6"/>
                      <a:pt x="61" y="6"/>
                      <a:pt x="61" y="6"/>
                    </a:cubicBezTo>
                    <a:close/>
                    <a:moveTo>
                      <a:pt x="59" y="10"/>
                    </a:moveTo>
                    <a:cubicBezTo>
                      <a:pt x="60" y="10"/>
                      <a:pt x="60" y="10"/>
                      <a:pt x="60" y="10"/>
                    </a:cubicBezTo>
                    <a:cubicBezTo>
                      <a:pt x="60" y="10"/>
                      <a:pt x="60" y="10"/>
                      <a:pt x="60" y="10"/>
                    </a:cubicBezTo>
                    <a:lnTo>
                      <a:pt x="59" y="10"/>
                    </a:lnTo>
                    <a:close/>
                    <a:moveTo>
                      <a:pt x="62" y="9"/>
                    </a:moveTo>
                    <a:cubicBezTo>
                      <a:pt x="62" y="9"/>
                      <a:pt x="62" y="9"/>
                      <a:pt x="62" y="9"/>
                    </a:cubicBezTo>
                    <a:cubicBezTo>
                      <a:pt x="62" y="9"/>
                      <a:pt x="62" y="9"/>
                      <a:pt x="62" y="9"/>
                    </a:cubicBezTo>
                    <a:cubicBezTo>
                      <a:pt x="62" y="9"/>
                      <a:pt x="62" y="9"/>
                      <a:pt x="62" y="9"/>
                    </a:cubicBezTo>
                    <a:cubicBezTo>
                      <a:pt x="62" y="9"/>
                      <a:pt x="62" y="9"/>
                      <a:pt x="62" y="9"/>
                    </a:cubicBezTo>
                    <a:cubicBezTo>
                      <a:pt x="62" y="10"/>
                      <a:pt x="62" y="10"/>
                      <a:pt x="61" y="10"/>
                    </a:cubicBezTo>
                    <a:lnTo>
                      <a:pt x="62" y="9"/>
                    </a:lnTo>
                    <a:close/>
                    <a:moveTo>
                      <a:pt x="61" y="7"/>
                    </a:moveTo>
                    <a:cubicBezTo>
                      <a:pt x="62" y="7"/>
                      <a:pt x="62" y="7"/>
                      <a:pt x="62" y="7"/>
                    </a:cubicBezTo>
                    <a:cubicBezTo>
                      <a:pt x="62" y="7"/>
                      <a:pt x="62" y="8"/>
                      <a:pt x="61" y="7"/>
                    </a:cubicBezTo>
                    <a:cubicBezTo>
                      <a:pt x="61" y="8"/>
                      <a:pt x="61" y="7"/>
                      <a:pt x="61" y="7"/>
                    </a:cubicBezTo>
                    <a:close/>
                    <a:moveTo>
                      <a:pt x="60" y="10"/>
                    </a:moveTo>
                    <a:cubicBezTo>
                      <a:pt x="60" y="9"/>
                      <a:pt x="60" y="9"/>
                      <a:pt x="60" y="9"/>
                    </a:cubicBezTo>
                    <a:cubicBezTo>
                      <a:pt x="60" y="9"/>
                      <a:pt x="60" y="9"/>
                      <a:pt x="60" y="9"/>
                    </a:cubicBezTo>
                    <a:cubicBezTo>
                      <a:pt x="61" y="9"/>
                      <a:pt x="60" y="8"/>
                      <a:pt x="60" y="8"/>
                    </a:cubicBezTo>
                    <a:cubicBezTo>
                      <a:pt x="61" y="8"/>
                      <a:pt x="61" y="8"/>
                      <a:pt x="61" y="8"/>
                    </a:cubicBezTo>
                    <a:cubicBezTo>
                      <a:pt x="61" y="9"/>
                      <a:pt x="61" y="9"/>
                      <a:pt x="61" y="9"/>
                    </a:cubicBezTo>
                    <a:cubicBezTo>
                      <a:pt x="61" y="9"/>
                      <a:pt x="61" y="9"/>
                      <a:pt x="61" y="9"/>
                    </a:cubicBezTo>
                    <a:cubicBezTo>
                      <a:pt x="61" y="9"/>
                      <a:pt x="61" y="9"/>
                      <a:pt x="61" y="10"/>
                    </a:cubicBezTo>
                    <a:cubicBezTo>
                      <a:pt x="61" y="9"/>
                      <a:pt x="61" y="9"/>
                      <a:pt x="61" y="9"/>
                    </a:cubicBezTo>
                    <a:cubicBezTo>
                      <a:pt x="61" y="9"/>
                      <a:pt x="60" y="9"/>
                      <a:pt x="60" y="10"/>
                    </a:cubicBezTo>
                    <a:close/>
                    <a:moveTo>
                      <a:pt x="59" y="9"/>
                    </a:moveTo>
                    <a:cubicBezTo>
                      <a:pt x="59" y="8"/>
                      <a:pt x="60" y="9"/>
                      <a:pt x="60" y="9"/>
                    </a:cubicBezTo>
                    <a:cubicBezTo>
                      <a:pt x="60" y="9"/>
                      <a:pt x="60" y="9"/>
                      <a:pt x="60" y="9"/>
                    </a:cubicBezTo>
                    <a:lnTo>
                      <a:pt x="59" y="9"/>
                    </a:lnTo>
                    <a:close/>
                    <a:moveTo>
                      <a:pt x="54" y="14"/>
                    </a:moveTo>
                    <a:cubicBezTo>
                      <a:pt x="54" y="14"/>
                      <a:pt x="54" y="14"/>
                      <a:pt x="54" y="14"/>
                    </a:cubicBezTo>
                    <a:cubicBezTo>
                      <a:pt x="55" y="14"/>
                      <a:pt x="55" y="14"/>
                      <a:pt x="54" y="14"/>
                    </a:cubicBezTo>
                    <a:cubicBezTo>
                      <a:pt x="54" y="15"/>
                      <a:pt x="54" y="14"/>
                      <a:pt x="54" y="14"/>
                    </a:cubicBezTo>
                    <a:cubicBezTo>
                      <a:pt x="54" y="14"/>
                      <a:pt x="54" y="13"/>
                      <a:pt x="54" y="14"/>
                    </a:cubicBezTo>
                    <a:close/>
                    <a:moveTo>
                      <a:pt x="53" y="14"/>
                    </a:moveTo>
                    <a:cubicBezTo>
                      <a:pt x="53" y="14"/>
                      <a:pt x="53" y="13"/>
                      <a:pt x="53" y="13"/>
                    </a:cubicBezTo>
                    <a:cubicBezTo>
                      <a:pt x="54" y="13"/>
                      <a:pt x="54" y="14"/>
                      <a:pt x="53" y="14"/>
                    </a:cubicBezTo>
                    <a:close/>
                    <a:moveTo>
                      <a:pt x="53" y="15"/>
                    </a:moveTo>
                    <a:cubicBezTo>
                      <a:pt x="53" y="16"/>
                      <a:pt x="53" y="15"/>
                      <a:pt x="53" y="15"/>
                    </a:cubicBezTo>
                    <a:cubicBezTo>
                      <a:pt x="53" y="15"/>
                      <a:pt x="53" y="15"/>
                      <a:pt x="53" y="15"/>
                    </a:cubicBezTo>
                    <a:cubicBezTo>
                      <a:pt x="53" y="15"/>
                      <a:pt x="53" y="15"/>
                      <a:pt x="53" y="15"/>
                    </a:cubicBezTo>
                    <a:cubicBezTo>
                      <a:pt x="53" y="15"/>
                      <a:pt x="53" y="15"/>
                      <a:pt x="53" y="15"/>
                    </a:cubicBezTo>
                    <a:cubicBezTo>
                      <a:pt x="53" y="15"/>
                      <a:pt x="53" y="15"/>
                      <a:pt x="53" y="15"/>
                    </a:cubicBezTo>
                    <a:cubicBezTo>
                      <a:pt x="53" y="16"/>
                      <a:pt x="54" y="16"/>
                      <a:pt x="53" y="15"/>
                    </a:cubicBezTo>
                    <a:close/>
                    <a:moveTo>
                      <a:pt x="53" y="16"/>
                    </a:moveTo>
                    <a:cubicBezTo>
                      <a:pt x="53" y="15"/>
                      <a:pt x="52" y="15"/>
                      <a:pt x="53" y="16"/>
                    </a:cubicBezTo>
                    <a:cubicBezTo>
                      <a:pt x="53" y="15"/>
                      <a:pt x="53" y="16"/>
                      <a:pt x="53" y="16"/>
                    </a:cubicBezTo>
                    <a:close/>
                    <a:moveTo>
                      <a:pt x="51" y="13"/>
                    </a:moveTo>
                    <a:cubicBezTo>
                      <a:pt x="51" y="13"/>
                      <a:pt x="51" y="13"/>
                      <a:pt x="51" y="13"/>
                    </a:cubicBezTo>
                    <a:close/>
                    <a:moveTo>
                      <a:pt x="51" y="15"/>
                    </a:moveTo>
                    <a:cubicBezTo>
                      <a:pt x="51" y="14"/>
                      <a:pt x="51" y="15"/>
                      <a:pt x="51" y="15"/>
                    </a:cubicBezTo>
                    <a:cubicBezTo>
                      <a:pt x="51" y="16"/>
                      <a:pt x="51" y="15"/>
                      <a:pt x="51" y="15"/>
                    </a:cubicBezTo>
                    <a:close/>
                    <a:moveTo>
                      <a:pt x="50" y="15"/>
                    </a:moveTo>
                    <a:cubicBezTo>
                      <a:pt x="51" y="16"/>
                      <a:pt x="50" y="14"/>
                      <a:pt x="51" y="15"/>
                    </a:cubicBezTo>
                    <a:cubicBezTo>
                      <a:pt x="50" y="15"/>
                      <a:pt x="50" y="15"/>
                      <a:pt x="50" y="15"/>
                    </a:cubicBezTo>
                    <a:cubicBezTo>
                      <a:pt x="50" y="15"/>
                      <a:pt x="50" y="15"/>
                      <a:pt x="50" y="15"/>
                    </a:cubicBezTo>
                    <a:close/>
                    <a:moveTo>
                      <a:pt x="49" y="17"/>
                    </a:moveTo>
                    <a:cubicBezTo>
                      <a:pt x="50" y="18"/>
                      <a:pt x="50" y="18"/>
                      <a:pt x="50" y="18"/>
                    </a:cubicBezTo>
                    <a:cubicBezTo>
                      <a:pt x="49" y="18"/>
                      <a:pt x="50" y="17"/>
                      <a:pt x="49" y="17"/>
                    </a:cubicBezTo>
                    <a:close/>
                    <a:moveTo>
                      <a:pt x="49" y="14"/>
                    </a:moveTo>
                    <a:cubicBezTo>
                      <a:pt x="49" y="14"/>
                      <a:pt x="49" y="14"/>
                      <a:pt x="49" y="14"/>
                    </a:cubicBezTo>
                    <a:close/>
                    <a:moveTo>
                      <a:pt x="48" y="22"/>
                    </a:moveTo>
                    <a:cubicBezTo>
                      <a:pt x="49" y="22"/>
                      <a:pt x="48" y="21"/>
                      <a:pt x="48" y="22"/>
                    </a:cubicBezTo>
                    <a:cubicBezTo>
                      <a:pt x="48" y="21"/>
                      <a:pt x="48" y="21"/>
                      <a:pt x="48" y="22"/>
                    </a:cubicBezTo>
                    <a:cubicBezTo>
                      <a:pt x="48" y="23"/>
                      <a:pt x="49" y="22"/>
                      <a:pt x="48" y="22"/>
                    </a:cubicBezTo>
                    <a:close/>
                    <a:moveTo>
                      <a:pt x="46" y="21"/>
                    </a:moveTo>
                    <a:cubicBezTo>
                      <a:pt x="45" y="21"/>
                      <a:pt x="46" y="22"/>
                      <a:pt x="46" y="21"/>
                    </a:cubicBezTo>
                    <a:cubicBezTo>
                      <a:pt x="45" y="21"/>
                      <a:pt x="45" y="21"/>
                      <a:pt x="45" y="21"/>
                    </a:cubicBezTo>
                    <a:cubicBezTo>
                      <a:pt x="46" y="21"/>
                      <a:pt x="45" y="22"/>
                      <a:pt x="45" y="21"/>
                    </a:cubicBezTo>
                    <a:cubicBezTo>
                      <a:pt x="45" y="22"/>
                      <a:pt x="46" y="21"/>
                      <a:pt x="45" y="21"/>
                    </a:cubicBezTo>
                    <a:cubicBezTo>
                      <a:pt x="45" y="20"/>
                      <a:pt x="45" y="20"/>
                      <a:pt x="46" y="21"/>
                    </a:cubicBezTo>
                    <a:close/>
                    <a:moveTo>
                      <a:pt x="46" y="18"/>
                    </a:moveTo>
                    <a:cubicBezTo>
                      <a:pt x="46" y="18"/>
                      <a:pt x="46" y="18"/>
                      <a:pt x="46" y="18"/>
                    </a:cubicBezTo>
                    <a:cubicBezTo>
                      <a:pt x="46" y="18"/>
                      <a:pt x="47" y="18"/>
                      <a:pt x="46" y="18"/>
                    </a:cubicBezTo>
                    <a:close/>
                    <a:moveTo>
                      <a:pt x="47" y="15"/>
                    </a:moveTo>
                    <a:cubicBezTo>
                      <a:pt x="47" y="15"/>
                      <a:pt x="47" y="15"/>
                      <a:pt x="47" y="15"/>
                    </a:cubicBezTo>
                    <a:close/>
                    <a:moveTo>
                      <a:pt x="47" y="16"/>
                    </a:moveTo>
                    <a:cubicBezTo>
                      <a:pt x="47" y="15"/>
                      <a:pt x="47" y="15"/>
                      <a:pt x="47" y="15"/>
                    </a:cubicBezTo>
                    <a:lnTo>
                      <a:pt x="47" y="16"/>
                    </a:lnTo>
                    <a:close/>
                    <a:moveTo>
                      <a:pt x="47" y="25"/>
                    </a:moveTo>
                    <a:cubicBezTo>
                      <a:pt x="47" y="23"/>
                      <a:pt x="46" y="25"/>
                      <a:pt x="46" y="25"/>
                    </a:cubicBezTo>
                    <a:cubicBezTo>
                      <a:pt x="48" y="24"/>
                      <a:pt x="48" y="23"/>
                      <a:pt x="47" y="25"/>
                    </a:cubicBezTo>
                    <a:close/>
                    <a:moveTo>
                      <a:pt x="46" y="25"/>
                    </a:moveTo>
                    <a:cubicBezTo>
                      <a:pt x="46" y="26"/>
                      <a:pt x="47" y="25"/>
                      <a:pt x="46" y="26"/>
                    </a:cubicBezTo>
                    <a:cubicBezTo>
                      <a:pt x="46" y="24"/>
                      <a:pt x="47" y="25"/>
                      <a:pt x="46" y="26"/>
                    </a:cubicBezTo>
                    <a:cubicBezTo>
                      <a:pt x="47" y="27"/>
                      <a:pt x="46" y="24"/>
                      <a:pt x="46" y="25"/>
                    </a:cubicBezTo>
                    <a:close/>
                    <a:moveTo>
                      <a:pt x="46" y="18"/>
                    </a:moveTo>
                    <a:cubicBezTo>
                      <a:pt x="46" y="18"/>
                      <a:pt x="46" y="18"/>
                      <a:pt x="46" y="18"/>
                    </a:cubicBezTo>
                    <a:cubicBezTo>
                      <a:pt x="46" y="18"/>
                      <a:pt x="46" y="18"/>
                      <a:pt x="46" y="18"/>
                    </a:cubicBezTo>
                    <a:close/>
                    <a:moveTo>
                      <a:pt x="45" y="26"/>
                    </a:moveTo>
                    <a:cubicBezTo>
                      <a:pt x="45" y="26"/>
                      <a:pt x="46" y="25"/>
                      <a:pt x="45" y="26"/>
                    </a:cubicBezTo>
                    <a:cubicBezTo>
                      <a:pt x="45" y="28"/>
                      <a:pt x="46" y="25"/>
                      <a:pt x="45" y="26"/>
                    </a:cubicBezTo>
                    <a:cubicBezTo>
                      <a:pt x="46" y="25"/>
                      <a:pt x="45" y="26"/>
                      <a:pt x="46" y="26"/>
                    </a:cubicBezTo>
                    <a:cubicBezTo>
                      <a:pt x="47" y="26"/>
                      <a:pt x="45" y="25"/>
                      <a:pt x="46" y="26"/>
                    </a:cubicBezTo>
                    <a:cubicBezTo>
                      <a:pt x="46" y="26"/>
                      <a:pt x="46" y="25"/>
                      <a:pt x="45" y="26"/>
                    </a:cubicBezTo>
                    <a:cubicBezTo>
                      <a:pt x="46" y="26"/>
                      <a:pt x="45" y="25"/>
                      <a:pt x="45" y="25"/>
                    </a:cubicBezTo>
                    <a:cubicBezTo>
                      <a:pt x="45" y="25"/>
                      <a:pt x="45" y="24"/>
                      <a:pt x="45" y="25"/>
                    </a:cubicBezTo>
                    <a:cubicBezTo>
                      <a:pt x="46" y="29"/>
                      <a:pt x="45" y="26"/>
                      <a:pt x="46" y="26"/>
                    </a:cubicBezTo>
                    <a:cubicBezTo>
                      <a:pt x="46" y="27"/>
                      <a:pt x="47" y="25"/>
                      <a:pt x="46" y="26"/>
                    </a:cubicBezTo>
                    <a:cubicBezTo>
                      <a:pt x="45" y="25"/>
                      <a:pt x="47" y="27"/>
                      <a:pt x="46" y="26"/>
                    </a:cubicBezTo>
                    <a:cubicBezTo>
                      <a:pt x="47" y="27"/>
                      <a:pt x="46" y="25"/>
                      <a:pt x="46" y="26"/>
                    </a:cubicBezTo>
                    <a:cubicBezTo>
                      <a:pt x="47" y="24"/>
                      <a:pt x="46" y="26"/>
                      <a:pt x="46" y="26"/>
                    </a:cubicBezTo>
                    <a:cubicBezTo>
                      <a:pt x="46" y="27"/>
                      <a:pt x="45" y="27"/>
                      <a:pt x="45" y="26"/>
                    </a:cubicBezTo>
                    <a:close/>
                    <a:moveTo>
                      <a:pt x="45" y="26"/>
                    </a:moveTo>
                    <a:cubicBezTo>
                      <a:pt x="45" y="25"/>
                      <a:pt x="45" y="25"/>
                      <a:pt x="45" y="26"/>
                    </a:cubicBezTo>
                    <a:cubicBezTo>
                      <a:pt x="45" y="24"/>
                      <a:pt x="44" y="26"/>
                      <a:pt x="45" y="26"/>
                    </a:cubicBezTo>
                    <a:close/>
                    <a:moveTo>
                      <a:pt x="41" y="26"/>
                    </a:moveTo>
                    <a:cubicBezTo>
                      <a:pt x="42" y="25"/>
                      <a:pt x="42" y="26"/>
                      <a:pt x="42" y="26"/>
                    </a:cubicBezTo>
                    <a:cubicBezTo>
                      <a:pt x="41" y="27"/>
                      <a:pt x="41" y="26"/>
                      <a:pt x="41" y="26"/>
                    </a:cubicBezTo>
                    <a:close/>
                    <a:moveTo>
                      <a:pt x="41" y="25"/>
                    </a:moveTo>
                    <a:cubicBezTo>
                      <a:pt x="40" y="26"/>
                      <a:pt x="40" y="26"/>
                      <a:pt x="39" y="26"/>
                    </a:cubicBezTo>
                    <a:cubicBezTo>
                      <a:pt x="40" y="25"/>
                      <a:pt x="40" y="25"/>
                      <a:pt x="41" y="25"/>
                    </a:cubicBezTo>
                    <a:close/>
                    <a:moveTo>
                      <a:pt x="40" y="26"/>
                    </a:moveTo>
                    <a:cubicBezTo>
                      <a:pt x="41" y="26"/>
                      <a:pt x="41" y="26"/>
                      <a:pt x="41" y="26"/>
                    </a:cubicBezTo>
                    <a:cubicBezTo>
                      <a:pt x="41" y="27"/>
                      <a:pt x="40" y="26"/>
                      <a:pt x="40" y="26"/>
                    </a:cubicBezTo>
                    <a:close/>
                    <a:moveTo>
                      <a:pt x="40" y="28"/>
                    </a:moveTo>
                    <a:cubicBezTo>
                      <a:pt x="40" y="28"/>
                      <a:pt x="40" y="28"/>
                      <a:pt x="40" y="28"/>
                    </a:cubicBezTo>
                    <a:cubicBezTo>
                      <a:pt x="41" y="28"/>
                      <a:pt x="40" y="28"/>
                      <a:pt x="41" y="28"/>
                    </a:cubicBezTo>
                    <a:cubicBezTo>
                      <a:pt x="40" y="29"/>
                      <a:pt x="40" y="28"/>
                      <a:pt x="40" y="28"/>
                    </a:cubicBezTo>
                    <a:cubicBezTo>
                      <a:pt x="40" y="29"/>
                      <a:pt x="40" y="29"/>
                      <a:pt x="40" y="29"/>
                    </a:cubicBezTo>
                    <a:lnTo>
                      <a:pt x="40" y="28"/>
                    </a:lnTo>
                    <a:close/>
                    <a:moveTo>
                      <a:pt x="39" y="28"/>
                    </a:moveTo>
                    <a:cubicBezTo>
                      <a:pt x="39" y="27"/>
                      <a:pt x="39" y="27"/>
                      <a:pt x="39" y="27"/>
                    </a:cubicBezTo>
                    <a:cubicBezTo>
                      <a:pt x="40" y="27"/>
                      <a:pt x="40" y="27"/>
                      <a:pt x="40" y="27"/>
                    </a:cubicBezTo>
                    <a:cubicBezTo>
                      <a:pt x="40" y="27"/>
                      <a:pt x="40" y="27"/>
                      <a:pt x="40" y="27"/>
                    </a:cubicBezTo>
                    <a:cubicBezTo>
                      <a:pt x="40" y="27"/>
                      <a:pt x="40" y="27"/>
                      <a:pt x="40" y="27"/>
                    </a:cubicBezTo>
                    <a:cubicBezTo>
                      <a:pt x="40" y="27"/>
                      <a:pt x="40" y="27"/>
                      <a:pt x="40" y="27"/>
                    </a:cubicBezTo>
                    <a:cubicBezTo>
                      <a:pt x="40" y="28"/>
                      <a:pt x="40" y="28"/>
                      <a:pt x="39" y="28"/>
                    </a:cubicBezTo>
                    <a:close/>
                    <a:moveTo>
                      <a:pt x="33" y="33"/>
                    </a:moveTo>
                    <a:cubicBezTo>
                      <a:pt x="33" y="33"/>
                      <a:pt x="33" y="33"/>
                      <a:pt x="33" y="33"/>
                    </a:cubicBezTo>
                    <a:cubicBezTo>
                      <a:pt x="33" y="33"/>
                      <a:pt x="33" y="33"/>
                      <a:pt x="33" y="33"/>
                    </a:cubicBezTo>
                    <a:close/>
                    <a:moveTo>
                      <a:pt x="34" y="36"/>
                    </a:moveTo>
                    <a:cubicBezTo>
                      <a:pt x="34" y="36"/>
                      <a:pt x="34" y="36"/>
                      <a:pt x="34" y="36"/>
                    </a:cubicBezTo>
                    <a:close/>
                    <a:moveTo>
                      <a:pt x="34" y="35"/>
                    </a:moveTo>
                    <a:cubicBezTo>
                      <a:pt x="34" y="35"/>
                      <a:pt x="34" y="35"/>
                      <a:pt x="34" y="35"/>
                    </a:cubicBezTo>
                    <a:cubicBezTo>
                      <a:pt x="34" y="35"/>
                      <a:pt x="34" y="35"/>
                      <a:pt x="34" y="35"/>
                    </a:cubicBezTo>
                    <a:cubicBezTo>
                      <a:pt x="34" y="35"/>
                      <a:pt x="34" y="35"/>
                      <a:pt x="34" y="35"/>
                    </a:cubicBezTo>
                    <a:close/>
                    <a:moveTo>
                      <a:pt x="34" y="36"/>
                    </a:moveTo>
                    <a:cubicBezTo>
                      <a:pt x="34" y="36"/>
                      <a:pt x="34" y="36"/>
                      <a:pt x="34" y="36"/>
                    </a:cubicBezTo>
                    <a:moveTo>
                      <a:pt x="37" y="33"/>
                    </a:moveTo>
                    <a:cubicBezTo>
                      <a:pt x="36" y="33"/>
                      <a:pt x="37" y="33"/>
                      <a:pt x="36" y="33"/>
                    </a:cubicBezTo>
                    <a:cubicBezTo>
                      <a:pt x="36" y="33"/>
                      <a:pt x="36" y="33"/>
                      <a:pt x="36" y="33"/>
                    </a:cubicBezTo>
                    <a:cubicBezTo>
                      <a:pt x="36" y="33"/>
                      <a:pt x="36" y="33"/>
                      <a:pt x="36" y="33"/>
                    </a:cubicBezTo>
                    <a:cubicBezTo>
                      <a:pt x="36" y="32"/>
                      <a:pt x="36" y="33"/>
                      <a:pt x="37" y="33"/>
                    </a:cubicBezTo>
                    <a:close/>
                    <a:moveTo>
                      <a:pt x="37" y="34"/>
                    </a:moveTo>
                    <a:cubicBezTo>
                      <a:pt x="37" y="34"/>
                      <a:pt x="37" y="34"/>
                      <a:pt x="37" y="34"/>
                    </a:cubicBezTo>
                    <a:close/>
                    <a:moveTo>
                      <a:pt x="37" y="30"/>
                    </a:moveTo>
                    <a:cubicBezTo>
                      <a:pt x="36" y="30"/>
                      <a:pt x="36" y="30"/>
                      <a:pt x="36" y="30"/>
                    </a:cubicBezTo>
                    <a:lnTo>
                      <a:pt x="37" y="30"/>
                    </a:lnTo>
                    <a:close/>
                    <a:moveTo>
                      <a:pt x="37" y="29"/>
                    </a:moveTo>
                    <a:cubicBezTo>
                      <a:pt x="37" y="29"/>
                      <a:pt x="37" y="29"/>
                      <a:pt x="37" y="29"/>
                    </a:cubicBezTo>
                    <a:close/>
                    <a:moveTo>
                      <a:pt x="37" y="31"/>
                    </a:moveTo>
                    <a:cubicBezTo>
                      <a:pt x="36" y="31"/>
                      <a:pt x="36" y="31"/>
                      <a:pt x="36" y="31"/>
                    </a:cubicBezTo>
                    <a:cubicBezTo>
                      <a:pt x="37" y="31"/>
                      <a:pt x="37" y="31"/>
                      <a:pt x="37" y="31"/>
                    </a:cubicBezTo>
                    <a:close/>
                    <a:moveTo>
                      <a:pt x="38" y="29"/>
                    </a:moveTo>
                    <a:cubicBezTo>
                      <a:pt x="38" y="29"/>
                      <a:pt x="38" y="29"/>
                      <a:pt x="38" y="29"/>
                    </a:cubicBezTo>
                    <a:cubicBezTo>
                      <a:pt x="38" y="29"/>
                      <a:pt x="38" y="29"/>
                      <a:pt x="38" y="29"/>
                    </a:cubicBezTo>
                    <a:cubicBezTo>
                      <a:pt x="39" y="29"/>
                      <a:pt x="38" y="29"/>
                      <a:pt x="38" y="29"/>
                    </a:cubicBezTo>
                    <a:close/>
                    <a:moveTo>
                      <a:pt x="38" y="33"/>
                    </a:moveTo>
                    <a:cubicBezTo>
                      <a:pt x="38" y="32"/>
                      <a:pt x="38" y="32"/>
                      <a:pt x="38" y="32"/>
                    </a:cubicBezTo>
                    <a:cubicBezTo>
                      <a:pt x="38" y="32"/>
                      <a:pt x="38" y="32"/>
                      <a:pt x="38" y="32"/>
                    </a:cubicBezTo>
                    <a:cubicBezTo>
                      <a:pt x="38" y="33"/>
                      <a:pt x="38" y="33"/>
                      <a:pt x="38" y="33"/>
                    </a:cubicBezTo>
                    <a:cubicBezTo>
                      <a:pt x="38" y="33"/>
                      <a:pt x="38" y="33"/>
                      <a:pt x="38" y="33"/>
                    </a:cubicBezTo>
                    <a:close/>
                    <a:moveTo>
                      <a:pt x="37" y="36"/>
                    </a:moveTo>
                    <a:cubicBezTo>
                      <a:pt x="37" y="36"/>
                      <a:pt x="37" y="36"/>
                      <a:pt x="36" y="36"/>
                    </a:cubicBezTo>
                    <a:cubicBezTo>
                      <a:pt x="37" y="36"/>
                      <a:pt x="37" y="36"/>
                      <a:pt x="37" y="36"/>
                    </a:cubicBezTo>
                    <a:close/>
                    <a:moveTo>
                      <a:pt x="36" y="37"/>
                    </a:moveTo>
                    <a:cubicBezTo>
                      <a:pt x="35" y="37"/>
                      <a:pt x="36" y="37"/>
                      <a:pt x="36" y="37"/>
                    </a:cubicBezTo>
                    <a:cubicBezTo>
                      <a:pt x="36" y="37"/>
                      <a:pt x="35" y="37"/>
                      <a:pt x="36" y="37"/>
                    </a:cubicBezTo>
                    <a:close/>
                    <a:moveTo>
                      <a:pt x="34" y="37"/>
                    </a:moveTo>
                    <a:cubicBezTo>
                      <a:pt x="34" y="37"/>
                      <a:pt x="34" y="37"/>
                      <a:pt x="34" y="37"/>
                    </a:cubicBezTo>
                    <a:cubicBezTo>
                      <a:pt x="34" y="36"/>
                      <a:pt x="35" y="36"/>
                      <a:pt x="34" y="36"/>
                    </a:cubicBezTo>
                    <a:cubicBezTo>
                      <a:pt x="34" y="36"/>
                      <a:pt x="34" y="36"/>
                      <a:pt x="34" y="36"/>
                    </a:cubicBezTo>
                    <a:cubicBezTo>
                      <a:pt x="34" y="36"/>
                      <a:pt x="34" y="36"/>
                      <a:pt x="34" y="36"/>
                    </a:cubicBezTo>
                    <a:cubicBezTo>
                      <a:pt x="35" y="36"/>
                      <a:pt x="35" y="36"/>
                      <a:pt x="35" y="36"/>
                    </a:cubicBezTo>
                    <a:cubicBezTo>
                      <a:pt x="35" y="36"/>
                      <a:pt x="35" y="36"/>
                      <a:pt x="35" y="36"/>
                    </a:cubicBezTo>
                    <a:cubicBezTo>
                      <a:pt x="35" y="36"/>
                      <a:pt x="35" y="36"/>
                      <a:pt x="35" y="36"/>
                    </a:cubicBezTo>
                    <a:cubicBezTo>
                      <a:pt x="35" y="36"/>
                      <a:pt x="35" y="36"/>
                      <a:pt x="35" y="35"/>
                    </a:cubicBezTo>
                    <a:cubicBezTo>
                      <a:pt x="36" y="35"/>
                      <a:pt x="36" y="35"/>
                      <a:pt x="36" y="35"/>
                    </a:cubicBezTo>
                    <a:cubicBezTo>
                      <a:pt x="36" y="35"/>
                      <a:pt x="36" y="35"/>
                      <a:pt x="36" y="35"/>
                    </a:cubicBezTo>
                    <a:cubicBezTo>
                      <a:pt x="36" y="34"/>
                      <a:pt x="37" y="35"/>
                      <a:pt x="37" y="35"/>
                    </a:cubicBezTo>
                    <a:cubicBezTo>
                      <a:pt x="36" y="35"/>
                      <a:pt x="37" y="35"/>
                      <a:pt x="36" y="35"/>
                    </a:cubicBezTo>
                    <a:cubicBezTo>
                      <a:pt x="36" y="34"/>
                      <a:pt x="38" y="34"/>
                      <a:pt x="37" y="34"/>
                    </a:cubicBezTo>
                    <a:cubicBezTo>
                      <a:pt x="37" y="34"/>
                      <a:pt x="37" y="34"/>
                      <a:pt x="37" y="34"/>
                    </a:cubicBezTo>
                    <a:cubicBezTo>
                      <a:pt x="38" y="33"/>
                      <a:pt x="38" y="34"/>
                      <a:pt x="38" y="34"/>
                    </a:cubicBezTo>
                    <a:cubicBezTo>
                      <a:pt x="37" y="34"/>
                      <a:pt x="38" y="35"/>
                      <a:pt x="38" y="35"/>
                    </a:cubicBezTo>
                    <a:cubicBezTo>
                      <a:pt x="37" y="35"/>
                      <a:pt x="37" y="36"/>
                      <a:pt x="37" y="36"/>
                    </a:cubicBezTo>
                    <a:cubicBezTo>
                      <a:pt x="36" y="36"/>
                      <a:pt x="36" y="36"/>
                      <a:pt x="36" y="36"/>
                    </a:cubicBezTo>
                    <a:cubicBezTo>
                      <a:pt x="36" y="36"/>
                      <a:pt x="36" y="36"/>
                      <a:pt x="36" y="36"/>
                    </a:cubicBezTo>
                    <a:cubicBezTo>
                      <a:pt x="36" y="35"/>
                      <a:pt x="36" y="36"/>
                      <a:pt x="36" y="36"/>
                    </a:cubicBezTo>
                    <a:cubicBezTo>
                      <a:pt x="35" y="36"/>
                      <a:pt x="36" y="37"/>
                      <a:pt x="35" y="36"/>
                    </a:cubicBezTo>
                    <a:cubicBezTo>
                      <a:pt x="35" y="37"/>
                      <a:pt x="35" y="37"/>
                      <a:pt x="35" y="37"/>
                    </a:cubicBezTo>
                    <a:cubicBezTo>
                      <a:pt x="35" y="36"/>
                      <a:pt x="35" y="36"/>
                      <a:pt x="35" y="37"/>
                    </a:cubicBezTo>
                    <a:cubicBezTo>
                      <a:pt x="35" y="37"/>
                      <a:pt x="35" y="37"/>
                      <a:pt x="35" y="37"/>
                    </a:cubicBezTo>
                    <a:cubicBezTo>
                      <a:pt x="35" y="37"/>
                      <a:pt x="35" y="37"/>
                      <a:pt x="35" y="37"/>
                    </a:cubicBezTo>
                    <a:cubicBezTo>
                      <a:pt x="35" y="37"/>
                      <a:pt x="35" y="37"/>
                      <a:pt x="35" y="37"/>
                    </a:cubicBezTo>
                    <a:cubicBezTo>
                      <a:pt x="35" y="37"/>
                      <a:pt x="35" y="37"/>
                      <a:pt x="35" y="37"/>
                    </a:cubicBezTo>
                    <a:cubicBezTo>
                      <a:pt x="35" y="37"/>
                      <a:pt x="35" y="37"/>
                      <a:pt x="35" y="37"/>
                    </a:cubicBezTo>
                    <a:lnTo>
                      <a:pt x="34" y="37"/>
                    </a:lnTo>
                    <a:close/>
                    <a:moveTo>
                      <a:pt x="32" y="46"/>
                    </a:moveTo>
                    <a:cubicBezTo>
                      <a:pt x="31" y="46"/>
                      <a:pt x="32" y="47"/>
                      <a:pt x="32" y="46"/>
                    </a:cubicBezTo>
                    <a:cubicBezTo>
                      <a:pt x="32" y="47"/>
                      <a:pt x="32" y="47"/>
                      <a:pt x="32" y="46"/>
                    </a:cubicBezTo>
                    <a:cubicBezTo>
                      <a:pt x="32" y="47"/>
                      <a:pt x="32" y="46"/>
                      <a:pt x="32" y="46"/>
                    </a:cubicBezTo>
                    <a:close/>
                    <a:moveTo>
                      <a:pt x="32" y="46"/>
                    </a:moveTo>
                    <a:cubicBezTo>
                      <a:pt x="32" y="46"/>
                      <a:pt x="31" y="46"/>
                      <a:pt x="32" y="46"/>
                    </a:cubicBezTo>
                    <a:cubicBezTo>
                      <a:pt x="32" y="47"/>
                      <a:pt x="32" y="48"/>
                      <a:pt x="32" y="46"/>
                    </a:cubicBezTo>
                    <a:cubicBezTo>
                      <a:pt x="32" y="46"/>
                      <a:pt x="32" y="46"/>
                      <a:pt x="32" y="46"/>
                    </a:cubicBezTo>
                    <a:close/>
                    <a:moveTo>
                      <a:pt x="31" y="47"/>
                    </a:moveTo>
                    <a:cubicBezTo>
                      <a:pt x="31" y="47"/>
                      <a:pt x="31" y="47"/>
                      <a:pt x="31" y="47"/>
                    </a:cubicBezTo>
                    <a:cubicBezTo>
                      <a:pt x="31" y="46"/>
                      <a:pt x="31" y="46"/>
                      <a:pt x="31" y="46"/>
                    </a:cubicBezTo>
                    <a:cubicBezTo>
                      <a:pt x="31" y="47"/>
                      <a:pt x="31" y="46"/>
                      <a:pt x="31" y="46"/>
                    </a:cubicBezTo>
                    <a:cubicBezTo>
                      <a:pt x="31" y="47"/>
                      <a:pt x="31" y="46"/>
                      <a:pt x="31" y="47"/>
                    </a:cubicBezTo>
                    <a:close/>
                    <a:moveTo>
                      <a:pt x="31" y="47"/>
                    </a:moveTo>
                    <a:cubicBezTo>
                      <a:pt x="30" y="46"/>
                      <a:pt x="31" y="46"/>
                      <a:pt x="31" y="47"/>
                    </a:cubicBezTo>
                    <a:cubicBezTo>
                      <a:pt x="31" y="47"/>
                      <a:pt x="31" y="47"/>
                      <a:pt x="31" y="47"/>
                    </a:cubicBezTo>
                    <a:cubicBezTo>
                      <a:pt x="31" y="46"/>
                      <a:pt x="31" y="46"/>
                      <a:pt x="31" y="47"/>
                    </a:cubicBezTo>
                    <a:close/>
                    <a:moveTo>
                      <a:pt x="27" y="50"/>
                    </a:moveTo>
                    <a:cubicBezTo>
                      <a:pt x="27" y="50"/>
                      <a:pt x="27" y="50"/>
                      <a:pt x="27" y="51"/>
                    </a:cubicBezTo>
                    <a:cubicBezTo>
                      <a:pt x="27" y="51"/>
                      <a:pt x="27" y="51"/>
                      <a:pt x="27" y="51"/>
                    </a:cubicBezTo>
                    <a:cubicBezTo>
                      <a:pt x="26" y="51"/>
                      <a:pt x="26" y="51"/>
                      <a:pt x="26" y="51"/>
                    </a:cubicBezTo>
                    <a:cubicBezTo>
                      <a:pt x="26" y="50"/>
                      <a:pt x="26" y="50"/>
                      <a:pt x="27" y="50"/>
                    </a:cubicBezTo>
                    <a:close/>
                    <a:moveTo>
                      <a:pt x="26" y="53"/>
                    </a:moveTo>
                    <a:cubicBezTo>
                      <a:pt x="26" y="52"/>
                      <a:pt x="26" y="52"/>
                      <a:pt x="26" y="52"/>
                    </a:cubicBezTo>
                    <a:cubicBezTo>
                      <a:pt x="26" y="52"/>
                      <a:pt x="26" y="52"/>
                      <a:pt x="26" y="52"/>
                    </a:cubicBezTo>
                    <a:cubicBezTo>
                      <a:pt x="27" y="53"/>
                      <a:pt x="26" y="52"/>
                      <a:pt x="26" y="53"/>
                    </a:cubicBezTo>
                    <a:cubicBezTo>
                      <a:pt x="27" y="53"/>
                      <a:pt x="27" y="52"/>
                      <a:pt x="26" y="53"/>
                    </a:cubicBezTo>
                    <a:cubicBezTo>
                      <a:pt x="26" y="52"/>
                      <a:pt x="26" y="53"/>
                      <a:pt x="26" y="53"/>
                    </a:cubicBezTo>
                    <a:close/>
                    <a:moveTo>
                      <a:pt x="28" y="50"/>
                    </a:moveTo>
                    <a:cubicBezTo>
                      <a:pt x="27" y="50"/>
                      <a:pt x="28" y="50"/>
                      <a:pt x="28" y="49"/>
                    </a:cubicBezTo>
                    <a:cubicBezTo>
                      <a:pt x="28" y="50"/>
                      <a:pt x="29" y="51"/>
                      <a:pt x="28" y="50"/>
                    </a:cubicBezTo>
                    <a:cubicBezTo>
                      <a:pt x="28" y="50"/>
                      <a:pt x="28" y="50"/>
                      <a:pt x="28" y="50"/>
                    </a:cubicBezTo>
                    <a:close/>
                    <a:moveTo>
                      <a:pt x="26" y="54"/>
                    </a:moveTo>
                    <a:cubicBezTo>
                      <a:pt x="26" y="53"/>
                      <a:pt x="26" y="53"/>
                      <a:pt x="27" y="53"/>
                    </a:cubicBezTo>
                    <a:cubicBezTo>
                      <a:pt x="27" y="54"/>
                      <a:pt x="27" y="54"/>
                      <a:pt x="27" y="54"/>
                    </a:cubicBezTo>
                    <a:cubicBezTo>
                      <a:pt x="27" y="54"/>
                      <a:pt x="26" y="53"/>
                      <a:pt x="26" y="54"/>
                    </a:cubicBezTo>
                    <a:cubicBezTo>
                      <a:pt x="26" y="54"/>
                      <a:pt x="26" y="54"/>
                      <a:pt x="26" y="54"/>
                    </a:cubicBezTo>
                    <a:cubicBezTo>
                      <a:pt x="26" y="54"/>
                      <a:pt x="26" y="54"/>
                      <a:pt x="26" y="54"/>
                    </a:cubicBezTo>
                    <a:cubicBezTo>
                      <a:pt x="26" y="54"/>
                      <a:pt x="26" y="54"/>
                      <a:pt x="26" y="54"/>
                    </a:cubicBezTo>
                    <a:close/>
                    <a:moveTo>
                      <a:pt x="25" y="53"/>
                    </a:moveTo>
                    <a:cubicBezTo>
                      <a:pt x="25" y="52"/>
                      <a:pt x="25" y="52"/>
                      <a:pt x="25" y="52"/>
                    </a:cubicBezTo>
                    <a:cubicBezTo>
                      <a:pt x="25" y="52"/>
                      <a:pt x="25" y="52"/>
                      <a:pt x="25" y="52"/>
                    </a:cubicBezTo>
                    <a:cubicBezTo>
                      <a:pt x="26" y="53"/>
                      <a:pt x="26" y="53"/>
                      <a:pt x="26" y="53"/>
                    </a:cubicBezTo>
                    <a:cubicBezTo>
                      <a:pt x="26" y="53"/>
                      <a:pt x="26" y="53"/>
                      <a:pt x="26" y="53"/>
                    </a:cubicBezTo>
                    <a:cubicBezTo>
                      <a:pt x="26" y="53"/>
                      <a:pt x="25" y="53"/>
                      <a:pt x="25" y="53"/>
                    </a:cubicBezTo>
                    <a:close/>
                    <a:moveTo>
                      <a:pt x="25" y="53"/>
                    </a:moveTo>
                    <a:cubicBezTo>
                      <a:pt x="25" y="53"/>
                      <a:pt x="24" y="53"/>
                      <a:pt x="25" y="53"/>
                    </a:cubicBezTo>
                    <a:close/>
                    <a:moveTo>
                      <a:pt x="24" y="54"/>
                    </a:moveTo>
                    <a:cubicBezTo>
                      <a:pt x="24" y="54"/>
                      <a:pt x="24" y="54"/>
                      <a:pt x="24" y="54"/>
                    </a:cubicBezTo>
                    <a:cubicBezTo>
                      <a:pt x="24" y="54"/>
                      <a:pt x="24" y="54"/>
                      <a:pt x="24" y="54"/>
                    </a:cubicBezTo>
                    <a:cubicBezTo>
                      <a:pt x="25" y="54"/>
                      <a:pt x="24" y="54"/>
                      <a:pt x="24" y="54"/>
                    </a:cubicBezTo>
                    <a:close/>
                    <a:moveTo>
                      <a:pt x="24" y="53"/>
                    </a:moveTo>
                    <a:cubicBezTo>
                      <a:pt x="24" y="53"/>
                      <a:pt x="24" y="53"/>
                      <a:pt x="24" y="53"/>
                    </a:cubicBezTo>
                    <a:cubicBezTo>
                      <a:pt x="24" y="52"/>
                      <a:pt x="24" y="53"/>
                      <a:pt x="24" y="53"/>
                    </a:cubicBezTo>
                    <a:close/>
                    <a:moveTo>
                      <a:pt x="23" y="61"/>
                    </a:moveTo>
                    <a:cubicBezTo>
                      <a:pt x="23" y="62"/>
                      <a:pt x="23" y="61"/>
                      <a:pt x="23" y="61"/>
                    </a:cubicBezTo>
                    <a:cubicBezTo>
                      <a:pt x="23" y="61"/>
                      <a:pt x="23" y="61"/>
                      <a:pt x="23" y="61"/>
                    </a:cubicBezTo>
                    <a:cubicBezTo>
                      <a:pt x="23" y="62"/>
                      <a:pt x="23" y="61"/>
                      <a:pt x="23" y="61"/>
                    </a:cubicBezTo>
                    <a:close/>
                    <a:moveTo>
                      <a:pt x="22" y="62"/>
                    </a:moveTo>
                    <a:cubicBezTo>
                      <a:pt x="22" y="62"/>
                      <a:pt x="22" y="62"/>
                      <a:pt x="22" y="62"/>
                    </a:cubicBezTo>
                    <a:cubicBezTo>
                      <a:pt x="22" y="62"/>
                      <a:pt x="22" y="62"/>
                      <a:pt x="22" y="62"/>
                    </a:cubicBezTo>
                    <a:cubicBezTo>
                      <a:pt x="23" y="61"/>
                      <a:pt x="23" y="62"/>
                      <a:pt x="22" y="62"/>
                    </a:cubicBezTo>
                    <a:cubicBezTo>
                      <a:pt x="22" y="62"/>
                      <a:pt x="22" y="63"/>
                      <a:pt x="22" y="62"/>
                    </a:cubicBezTo>
                    <a:cubicBezTo>
                      <a:pt x="23" y="62"/>
                      <a:pt x="23" y="62"/>
                      <a:pt x="22" y="62"/>
                    </a:cubicBezTo>
                    <a:cubicBezTo>
                      <a:pt x="22" y="62"/>
                      <a:pt x="23" y="62"/>
                      <a:pt x="22" y="62"/>
                    </a:cubicBezTo>
                    <a:close/>
                    <a:moveTo>
                      <a:pt x="20" y="63"/>
                    </a:moveTo>
                    <a:cubicBezTo>
                      <a:pt x="20" y="63"/>
                      <a:pt x="20" y="63"/>
                      <a:pt x="20" y="63"/>
                    </a:cubicBezTo>
                    <a:cubicBezTo>
                      <a:pt x="20" y="63"/>
                      <a:pt x="20" y="63"/>
                      <a:pt x="20" y="63"/>
                    </a:cubicBezTo>
                    <a:cubicBezTo>
                      <a:pt x="20" y="63"/>
                      <a:pt x="20" y="63"/>
                      <a:pt x="20" y="63"/>
                    </a:cubicBezTo>
                    <a:close/>
                    <a:moveTo>
                      <a:pt x="16" y="74"/>
                    </a:moveTo>
                    <a:cubicBezTo>
                      <a:pt x="16" y="74"/>
                      <a:pt x="16" y="74"/>
                      <a:pt x="16" y="74"/>
                    </a:cubicBezTo>
                    <a:moveTo>
                      <a:pt x="15" y="77"/>
                    </a:moveTo>
                    <a:cubicBezTo>
                      <a:pt x="16" y="76"/>
                      <a:pt x="16" y="76"/>
                      <a:pt x="16" y="76"/>
                    </a:cubicBezTo>
                    <a:cubicBezTo>
                      <a:pt x="15" y="76"/>
                      <a:pt x="16" y="76"/>
                      <a:pt x="16" y="77"/>
                    </a:cubicBezTo>
                    <a:cubicBezTo>
                      <a:pt x="15" y="76"/>
                      <a:pt x="15" y="76"/>
                      <a:pt x="15" y="77"/>
                    </a:cubicBezTo>
                    <a:cubicBezTo>
                      <a:pt x="15" y="78"/>
                      <a:pt x="15" y="78"/>
                      <a:pt x="15" y="77"/>
                    </a:cubicBezTo>
                    <a:close/>
                    <a:moveTo>
                      <a:pt x="15" y="75"/>
                    </a:moveTo>
                    <a:cubicBezTo>
                      <a:pt x="14" y="75"/>
                      <a:pt x="14" y="75"/>
                      <a:pt x="14" y="75"/>
                    </a:cubicBezTo>
                    <a:lnTo>
                      <a:pt x="15" y="75"/>
                    </a:lnTo>
                    <a:close/>
                    <a:moveTo>
                      <a:pt x="14" y="79"/>
                    </a:moveTo>
                    <a:cubicBezTo>
                      <a:pt x="15" y="78"/>
                      <a:pt x="15" y="79"/>
                      <a:pt x="14" y="79"/>
                    </a:cubicBezTo>
                    <a:cubicBezTo>
                      <a:pt x="14" y="79"/>
                      <a:pt x="15" y="78"/>
                      <a:pt x="14" y="79"/>
                    </a:cubicBezTo>
                    <a:cubicBezTo>
                      <a:pt x="14" y="79"/>
                      <a:pt x="14" y="80"/>
                      <a:pt x="14" y="79"/>
                    </a:cubicBezTo>
                    <a:cubicBezTo>
                      <a:pt x="14" y="79"/>
                      <a:pt x="14" y="79"/>
                      <a:pt x="14" y="79"/>
                    </a:cubicBezTo>
                    <a:close/>
                    <a:moveTo>
                      <a:pt x="14" y="137"/>
                    </a:moveTo>
                    <a:cubicBezTo>
                      <a:pt x="14" y="138"/>
                      <a:pt x="15" y="137"/>
                      <a:pt x="14" y="137"/>
                    </a:cubicBezTo>
                    <a:cubicBezTo>
                      <a:pt x="15" y="136"/>
                      <a:pt x="13" y="138"/>
                      <a:pt x="14" y="137"/>
                    </a:cubicBezTo>
                    <a:cubicBezTo>
                      <a:pt x="14" y="138"/>
                      <a:pt x="14" y="137"/>
                      <a:pt x="14" y="137"/>
                    </a:cubicBezTo>
                    <a:close/>
                    <a:moveTo>
                      <a:pt x="14" y="137"/>
                    </a:moveTo>
                    <a:cubicBezTo>
                      <a:pt x="14" y="137"/>
                      <a:pt x="15" y="138"/>
                      <a:pt x="14" y="137"/>
                    </a:cubicBezTo>
                    <a:cubicBezTo>
                      <a:pt x="18" y="137"/>
                      <a:pt x="13" y="139"/>
                      <a:pt x="14" y="137"/>
                    </a:cubicBezTo>
                    <a:close/>
                    <a:moveTo>
                      <a:pt x="13" y="135"/>
                    </a:moveTo>
                    <a:cubicBezTo>
                      <a:pt x="14" y="135"/>
                      <a:pt x="14" y="134"/>
                      <a:pt x="13" y="135"/>
                    </a:cubicBezTo>
                    <a:cubicBezTo>
                      <a:pt x="12" y="136"/>
                      <a:pt x="13" y="134"/>
                      <a:pt x="13" y="135"/>
                    </a:cubicBezTo>
                    <a:close/>
                    <a:moveTo>
                      <a:pt x="10" y="110"/>
                    </a:moveTo>
                    <a:cubicBezTo>
                      <a:pt x="10" y="112"/>
                      <a:pt x="9" y="110"/>
                      <a:pt x="10" y="110"/>
                    </a:cubicBezTo>
                    <a:cubicBezTo>
                      <a:pt x="10" y="111"/>
                      <a:pt x="8" y="110"/>
                      <a:pt x="8" y="110"/>
                    </a:cubicBezTo>
                    <a:cubicBezTo>
                      <a:pt x="8" y="110"/>
                      <a:pt x="8" y="110"/>
                      <a:pt x="8" y="109"/>
                    </a:cubicBezTo>
                    <a:cubicBezTo>
                      <a:pt x="8" y="110"/>
                      <a:pt x="8" y="110"/>
                      <a:pt x="8" y="109"/>
                    </a:cubicBezTo>
                    <a:cubicBezTo>
                      <a:pt x="7" y="109"/>
                      <a:pt x="9" y="109"/>
                      <a:pt x="9" y="108"/>
                    </a:cubicBezTo>
                    <a:cubicBezTo>
                      <a:pt x="8" y="109"/>
                      <a:pt x="9" y="108"/>
                      <a:pt x="9" y="110"/>
                    </a:cubicBezTo>
                    <a:cubicBezTo>
                      <a:pt x="8" y="109"/>
                      <a:pt x="9" y="111"/>
                      <a:pt x="9" y="110"/>
                    </a:cubicBezTo>
                    <a:cubicBezTo>
                      <a:pt x="9" y="109"/>
                      <a:pt x="9" y="109"/>
                      <a:pt x="10" y="110"/>
                    </a:cubicBezTo>
                    <a:cubicBezTo>
                      <a:pt x="11" y="108"/>
                      <a:pt x="11" y="108"/>
                      <a:pt x="10" y="110"/>
                    </a:cubicBezTo>
                    <a:close/>
                    <a:moveTo>
                      <a:pt x="9" y="127"/>
                    </a:moveTo>
                    <a:cubicBezTo>
                      <a:pt x="9" y="128"/>
                      <a:pt x="10" y="127"/>
                      <a:pt x="9" y="127"/>
                    </a:cubicBezTo>
                    <a:cubicBezTo>
                      <a:pt x="10" y="128"/>
                      <a:pt x="9" y="126"/>
                      <a:pt x="9" y="127"/>
                    </a:cubicBezTo>
                    <a:close/>
                    <a:moveTo>
                      <a:pt x="10" y="127"/>
                    </a:moveTo>
                    <a:cubicBezTo>
                      <a:pt x="10" y="128"/>
                      <a:pt x="12" y="127"/>
                      <a:pt x="10" y="128"/>
                    </a:cubicBezTo>
                    <a:cubicBezTo>
                      <a:pt x="9" y="129"/>
                      <a:pt x="12" y="129"/>
                      <a:pt x="9" y="128"/>
                    </a:cubicBezTo>
                    <a:cubicBezTo>
                      <a:pt x="8" y="127"/>
                      <a:pt x="8" y="130"/>
                      <a:pt x="10" y="128"/>
                    </a:cubicBezTo>
                    <a:cubicBezTo>
                      <a:pt x="9" y="129"/>
                      <a:pt x="10" y="128"/>
                      <a:pt x="10" y="127"/>
                    </a:cubicBezTo>
                    <a:close/>
                    <a:moveTo>
                      <a:pt x="9" y="127"/>
                    </a:moveTo>
                    <a:cubicBezTo>
                      <a:pt x="10" y="127"/>
                      <a:pt x="9" y="127"/>
                      <a:pt x="9" y="127"/>
                    </a:cubicBezTo>
                    <a:cubicBezTo>
                      <a:pt x="9" y="126"/>
                      <a:pt x="9" y="128"/>
                      <a:pt x="9" y="127"/>
                    </a:cubicBezTo>
                    <a:close/>
                    <a:moveTo>
                      <a:pt x="9" y="127"/>
                    </a:moveTo>
                    <a:cubicBezTo>
                      <a:pt x="10" y="128"/>
                      <a:pt x="9" y="127"/>
                      <a:pt x="9" y="127"/>
                    </a:cubicBezTo>
                    <a:cubicBezTo>
                      <a:pt x="9" y="128"/>
                      <a:pt x="10" y="127"/>
                      <a:pt x="9" y="127"/>
                    </a:cubicBezTo>
                    <a:close/>
                    <a:moveTo>
                      <a:pt x="10" y="129"/>
                    </a:moveTo>
                    <a:cubicBezTo>
                      <a:pt x="9" y="128"/>
                      <a:pt x="10" y="130"/>
                      <a:pt x="10" y="129"/>
                    </a:cubicBezTo>
                    <a:cubicBezTo>
                      <a:pt x="10" y="129"/>
                      <a:pt x="10" y="129"/>
                      <a:pt x="10" y="129"/>
                    </a:cubicBezTo>
                    <a:close/>
                    <a:moveTo>
                      <a:pt x="10" y="110"/>
                    </a:moveTo>
                    <a:cubicBezTo>
                      <a:pt x="10" y="110"/>
                      <a:pt x="9" y="108"/>
                      <a:pt x="10" y="110"/>
                    </a:cubicBezTo>
                    <a:cubicBezTo>
                      <a:pt x="10" y="109"/>
                      <a:pt x="9" y="109"/>
                      <a:pt x="10" y="110"/>
                    </a:cubicBezTo>
                    <a:cubicBezTo>
                      <a:pt x="10" y="109"/>
                      <a:pt x="11" y="109"/>
                      <a:pt x="10" y="110"/>
                    </a:cubicBezTo>
                    <a:close/>
                    <a:moveTo>
                      <a:pt x="11" y="129"/>
                    </a:moveTo>
                    <a:cubicBezTo>
                      <a:pt x="10" y="128"/>
                      <a:pt x="11" y="130"/>
                      <a:pt x="10" y="129"/>
                    </a:cubicBezTo>
                    <a:cubicBezTo>
                      <a:pt x="10" y="129"/>
                      <a:pt x="9" y="129"/>
                      <a:pt x="10" y="129"/>
                    </a:cubicBezTo>
                    <a:cubicBezTo>
                      <a:pt x="10" y="129"/>
                      <a:pt x="11" y="128"/>
                      <a:pt x="10" y="129"/>
                    </a:cubicBezTo>
                    <a:cubicBezTo>
                      <a:pt x="9" y="129"/>
                      <a:pt x="11" y="130"/>
                      <a:pt x="10" y="129"/>
                    </a:cubicBezTo>
                    <a:cubicBezTo>
                      <a:pt x="10" y="129"/>
                      <a:pt x="9" y="129"/>
                      <a:pt x="10" y="129"/>
                    </a:cubicBezTo>
                    <a:cubicBezTo>
                      <a:pt x="10" y="131"/>
                      <a:pt x="10" y="130"/>
                      <a:pt x="11" y="129"/>
                    </a:cubicBezTo>
                    <a:close/>
                    <a:moveTo>
                      <a:pt x="11" y="130"/>
                    </a:moveTo>
                    <a:cubicBezTo>
                      <a:pt x="10" y="131"/>
                      <a:pt x="10" y="129"/>
                      <a:pt x="10" y="130"/>
                    </a:cubicBezTo>
                    <a:cubicBezTo>
                      <a:pt x="11" y="132"/>
                      <a:pt x="12" y="129"/>
                      <a:pt x="10" y="130"/>
                    </a:cubicBezTo>
                    <a:cubicBezTo>
                      <a:pt x="11" y="133"/>
                      <a:pt x="11" y="129"/>
                      <a:pt x="10" y="130"/>
                    </a:cubicBezTo>
                    <a:cubicBezTo>
                      <a:pt x="10" y="129"/>
                      <a:pt x="10" y="130"/>
                      <a:pt x="10" y="130"/>
                    </a:cubicBezTo>
                    <a:cubicBezTo>
                      <a:pt x="11" y="131"/>
                      <a:pt x="11" y="127"/>
                      <a:pt x="11" y="130"/>
                    </a:cubicBezTo>
                    <a:close/>
                    <a:moveTo>
                      <a:pt x="12" y="131"/>
                    </a:moveTo>
                    <a:cubicBezTo>
                      <a:pt x="11" y="131"/>
                      <a:pt x="11" y="132"/>
                      <a:pt x="12" y="131"/>
                    </a:cubicBezTo>
                    <a:cubicBezTo>
                      <a:pt x="12" y="131"/>
                      <a:pt x="13" y="130"/>
                      <a:pt x="12" y="131"/>
                    </a:cubicBezTo>
                    <a:cubicBezTo>
                      <a:pt x="12" y="132"/>
                      <a:pt x="12" y="129"/>
                      <a:pt x="12" y="131"/>
                    </a:cubicBezTo>
                    <a:close/>
                    <a:moveTo>
                      <a:pt x="11" y="131"/>
                    </a:moveTo>
                    <a:cubicBezTo>
                      <a:pt x="11" y="132"/>
                      <a:pt x="11" y="131"/>
                      <a:pt x="11" y="131"/>
                    </a:cubicBezTo>
                    <a:cubicBezTo>
                      <a:pt x="12" y="130"/>
                      <a:pt x="11" y="132"/>
                      <a:pt x="11" y="131"/>
                    </a:cubicBezTo>
                    <a:cubicBezTo>
                      <a:pt x="12" y="130"/>
                      <a:pt x="10" y="131"/>
                      <a:pt x="11" y="131"/>
                    </a:cubicBezTo>
                    <a:cubicBezTo>
                      <a:pt x="12" y="131"/>
                      <a:pt x="12" y="133"/>
                      <a:pt x="11" y="131"/>
                    </a:cubicBezTo>
                    <a:close/>
                    <a:moveTo>
                      <a:pt x="10" y="131"/>
                    </a:moveTo>
                    <a:cubicBezTo>
                      <a:pt x="11" y="130"/>
                      <a:pt x="11" y="130"/>
                      <a:pt x="11" y="130"/>
                    </a:cubicBezTo>
                    <a:cubicBezTo>
                      <a:pt x="10" y="131"/>
                      <a:pt x="9" y="131"/>
                      <a:pt x="11" y="130"/>
                    </a:cubicBezTo>
                    <a:cubicBezTo>
                      <a:pt x="11" y="131"/>
                      <a:pt x="10" y="131"/>
                      <a:pt x="11" y="130"/>
                    </a:cubicBezTo>
                    <a:cubicBezTo>
                      <a:pt x="11" y="130"/>
                      <a:pt x="11" y="129"/>
                      <a:pt x="11" y="130"/>
                    </a:cubicBezTo>
                    <a:cubicBezTo>
                      <a:pt x="11" y="129"/>
                      <a:pt x="12" y="128"/>
                      <a:pt x="11" y="130"/>
                    </a:cubicBezTo>
                    <a:cubicBezTo>
                      <a:pt x="10" y="132"/>
                      <a:pt x="10" y="133"/>
                      <a:pt x="10" y="132"/>
                    </a:cubicBezTo>
                    <a:cubicBezTo>
                      <a:pt x="8" y="129"/>
                      <a:pt x="10" y="131"/>
                      <a:pt x="10" y="131"/>
                    </a:cubicBezTo>
                    <a:close/>
                    <a:moveTo>
                      <a:pt x="9" y="131"/>
                    </a:moveTo>
                    <a:cubicBezTo>
                      <a:pt x="10" y="131"/>
                      <a:pt x="10" y="130"/>
                      <a:pt x="9" y="130"/>
                    </a:cubicBezTo>
                    <a:cubicBezTo>
                      <a:pt x="8" y="130"/>
                      <a:pt x="8" y="131"/>
                      <a:pt x="9" y="130"/>
                    </a:cubicBezTo>
                    <a:cubicBezTo>
                      <a:pt x="9" y="131"/>
                      <a:pt x="11" y="131"/>
                      <a:pt x="10" y="130"/>
                    </a:cubicBezTo>
                    <a:cubicBezTo>
                      <a:pt x="10" y="130"/>
                      <a:pt x="10" y="130"/>
                      <a:pt x="10" y="130"/>
                    </a:cubicBezTo>
                    <a:cubicBezTo>
                      <a:pt x="10" y="132"/>
                      <a:pt x="10" y="129"/>
                      <a:pt x="9" y="131"/>
                    </a:cubicBezTo>
                    <a:close/>
                    <a:moveTo>
                      <a:pt x="9" y="127"/>
                    </a:moveTo>
                    <a:cubicBezTo>
                      <a:pt x="10" y="126"/>
                      <a:pt x="10" y="126"/>
                      <a:pt x="9" y="127"/>
                    </a:cubicBezTo>
                    <a:cubicBezTo>
                      <a:pt x="12" y="126"/>
                      <a:pt x="9" y="127"/>
                      <a:pt x="9" y="127"/>
                    </a:cubicBezTo>
                    <a:cubicBezTo>
                      <a:pt x="9" y="127"/>
                      <a:pt x="10" y="128"/>
                      <a:pt x="9" y="127"/>
                    </a:cubicBezTo>
                    <a:cubicBezTo>
                      <a:pt x="9" y="128"/>
                      <a:pt x="9" y="127"/>
                      <a:pt x="9" y="127"/>
                    </a:cubicBezTo>
                    <a:cubicBezTo>
                      <a:pt x="11" y="128"/>
                      <a:pt x="9" y="127"/>
                      <a:pt x="9" y="127"/>
                    </a:cubicBezTo>
                    <a:cubicBezTo>
                      <a:pt x="8" y="127"/>
                      <a:pt x="10" y="127"/>
                      <a:pt x="9" y="127"/>
                    </a:cubicBezTo>
                    <a:close/>
                    <a:moveTo>
                      <a:pt x="9" y="128"/>
                    </a:moveTo>
                    <a:cubicBezTo>
                      <a:pt x="8" y="129"/>
                      <a:pt x="7" y="128"/>
                      <a:pt x="8" y="128"/>
                    </a:cubicBezTo>
                    <a:cubicBezTo>
                      <a:pt x="9" y="129"/>
                      <a:pt x="8" y="128"/>
                      <a:pt x="8" y="128"/>
                    </a:cubicBezTo>
                    <a:cubicBezTo>
                      <a:pt x="8" y="127"/>
                      <a:pt x="9" y="128"/>
                      <a:pt x="9" y="128"/>
                    </a:cubicBezTo>
                    <a:cubicBezTo>
                      <a:pt x="9" y="128"/>
                      <a:pt x="10" y="128"/>
                      <a:pt x="9" y="128"/>
                    </a:cubicBezTo>
                    <a:cubicBezTo>
                      <a:pt x="8" y="127"/>
                      <a:pt x="9" y="128"/>
                      <a:pt x="9" y="128"/>
                    </a:cubicBezTo>
                    <a:cubicBezTo>
                      <a:pt x="9" y="126"/>
                      <a:pt x="10" y="129"/>
                      <a:pt x="9" y="128"/>
                    </a:cubicBezTo>
                    <a:close/>
                    <a:moveTo>
                      <a:pt x="9" y="130"/>
                    </a:moveTo>
                    <a:cubicBezTo>
                      <a:pt x="8" y="131"/>
                      <a:pt x="9" y="130"/>
                      <a:pt x="9" y="130"/>
                    </a:cubicBezTo>
                    <a:cubicBezTo>
                      <a:pt x="8" y="130"/>
                      <a:pt x="8" y="129"/>
                      <a:pt x="9" y="130"/>
                    </a:cubicBezTo>
                    <a:close/>
                    <a:moveTo>
                      <a:pt x="8" y="129"/>
                    </a:moveTo>
                    <a:cubicBezTo>
                      <a:pt x="8" y="130"/>
                      <a:pt x="8" y="130"/>
                      <a:pt x="8" y="130"/>
                    </a:cubicBezTo>
                    <a:cubicBezTo>
                      <a:pt x="8" y="130"/>
                      <a:pt x="8" y="129"/>
                      <a:pt x="8" y="130"/>
                    </a:cubicBezTo>
                    <a:cubicBezTo>
                      <a:pt x="8" y="129"/>
                      <a:pt x="8" y="128"/>
                      <a:pt x="8" y="129"/>
                    </a:cubicBezTo>
                    <a:close/>
                    <a:moveTo>
                      <a:pt x="7" y="125"/>
                    </a:moveTo>
                    <a:cubicBezTo>
                      <a:pt x="7" y="125"/>
                      <a:pt x="7" y="125"/>
                      <a:pt x="7" y="125"/>
                    </a:cubicBezTo>
                    <a:cubicBezTo>
                      <a:pt x="7" y="127"/>
                      <a:pt x="8" y="125"/>
                      <a:pt x="7" y="125"/>
                    </a:cubicBezTo>
                    <a:close/>
                    <a:moveTo>
                      <a:pt x="7" y="129"/>
                    </a:moveTo>
                    <a:cubicBezTo>
                      <a:pt x="7" y="130"/>
                      <a:pt x="7" y="129"/>
                      <a:pt x="7" y="129"/>
                    </a:cubicBezTo>
                    <a:cubicBezTo>
                      <a:pt x="8" y="128"/>
                      <a:pt x="7" y="129"/>
                      <a:pt x="7" y="129"/>
                    </a:cubicBezTo>
                    <a:close/>
                    <a:moveTo>
                      <a:pt x="7" y="128"/>
                    </a:moveTo>
                    <a:cubicBezTo>
                      <a:pt x="7" y="127"/>
                      <a:pt x="7" y="127"/>
                      <a:pt x="7" y="128"/>
                    </a:cubicBezTo>
                    <a:cubicBezTo>
                      <a:pt x="8" y="128"/>
                      <a:pt x="7" y="128"/>
                      <a:pt x="7" y="128"/>
                    </a:cubicBezTo>
                    <a:cubicBezTo>
                      <a:pt x="8" y="128"/>
                      <a:pt x="7" y="127"/>
                      <a:pt x="7" y="128"/>
                    </a:cubicBezTo>
                    <a:close/>
                    <a:moveTo>
                      <a:pt x="7" y="129"/>
                    </a:moveTo>
                    <a:cubicBezTo>
                      <a:pt x="7" y="129"/>
                      <a:pt x="8" y="130"/>
                      <a:pt x="7" y="129"/>
                    </a:cubicBezTo>
                    <a:cubicBezTo>
                      <a:pt x="7" y="128"/>
                      <a:pt x="7" y="128"/>
                      <a:pt x="7" y="129"/>
                    </a:cubicBezTo>
                    <a:close/>
                    <a:moveTo>
                      <a:pt x="8" y="127"/>
                    </a:moveTo>
                    <a:cubicBezTo>
                      <a:pt x="7" y="126"/>
                      <a:pt x="7" y="127"/>
                      <a:pt x="7" y="127"/>
                    </a:cubicBezTo>
                    <a:cubicBezTo>
                      <a:pt x="6" y="127"/>
                      <a:pt x="7" y="126"/>
                      <a:pt x="8" y="127"/>
                    </a:cubicBezTo>
                    <a:close/>
                    <a:moveTo>
                      <a:pt x="7" y="126"/>
                    </a:moveTo>
                    <a:cubicBezTo>
                      <a:pt x="7" y="126"/>
                      <a:pt x="7" y="127"/>
                      <a:pt x="7" y="126"/>
                    </a:cubicBezTo>
                    <a:cubicBezTo>
                      <a:pt x="7" y="126"/>
                      <a:pt x="7" y="125"/>
                      <a:pt x="7" y="127"/>
                    </a:cubicBezTo>
                    <a:cubicBezTo>
                      <a:pt x="7" y="127"/>
                      <a:pt x="8" y="126"/>
                      <a:pt x="7" y="127"/>
                    </a:cubicBezTo>
                    <a:cubicBezTo>
                      <a:pt x="7" y="126"/>
                      <a:pt x="7" y="126"/>
                      <a:pt x="7" y="126"/>
                    </a:cubicBezTo>
                    <a:close/>
                    <a:moveTo>
                      <a:pt x="7" y="126"/>
                    </a:moveTo>
                    <a:cubicBezTo>
                      <a:pt x="7" y="125"/>
                      <a:pt x="7" y="126"/>
                      <a:pt x="7" y="125"/>
                    </a:cubicBezTo>
                    <a:cubicBezTo>
                      <a:pt x="7" y="126"/>
                      <a:pt x="8" y="125"/>
                      <a:pt x="7" y="125"/>
                    </a:cubicBezTo>
                    <a:cubicBezTo>
                      <a:pt x="7" y="126"/>
                      <a:pt x="7" y="126"/>
                      <a:pt x="7" y="126"/>
                    </a:cubicBezTo>
                    <a:cubicBezTo>
                      <a:pt x="7" y="126"/>
                      <a:pt x="6" y="126"/>
                      <a:pt x="7" y="126"/>
                    </a:cubicBezTo>
                    <a:cubicBezTo>
                      <a:pt x="8" y="125"/>
                      <a:pt x="6" y="126"/>
                      <a:pt x="7" y="126"/>
                    </a:cubicBezTo>
                    <a:cubicBezTo>
                      <a:pt x="7" y="126"/>
                      <a:pt x="6" y="126"/>
                      <a:pt x="7" y="126"/>
                    </a:cubicBezTo>
                    <a:cubicBezTo>
                      <a:pt x="7" y="126"/>
                      <a:pt x="7" y="126"/>
                      <a:pt x="7" y="126"/>
                    </a:cubicBezTo>
                    <a:cubicBezTo>
                      <a:pt x="7" y="125"/>
                      <a:pt x="7" y="126"/>
                      <a:pt x="7" y="126"/>
                    </a:cubicBezTo>
                    <a:cubicBezTo>
                      <a:pt x="7" y="125"/>
                      <a:pt x="7" y="125"/>
                      <a:pt x="7" y="125"/>
                    </a:cubicBezTo>
                    <a:lnTo>
                      <a:pt x="7" y="126"/>
                    </a:lnTo>
                    <a:close/>
                    <a:moveTo>
                      <a:pt x="2" y="120"/>
                    </a:moveTo>
                    <a:cubicBezTo>
                      <a:pt x="2" y="120"/>
                      <a:pt x="2" y="120"/>
                      <a:pt x="2" y="120"/>
                    </a:cubicBezTo>
                    <a:close/>
                    <a:moveTo>
                      <a:pt x="3" y="121"/>
                    </a:moveTo>
                    <a:cubicBezTo>
                      <a:pt x="2" y="121"/>
                      <a:pt x="2" y="121"/>
                      <a:pt x="2" y="121"/>
                    </a:cubicBezTo>
                    <a:cubicBezTo>
                      <a:pt x="2" y="120"/>
                      <a:pt x="2" y="120"/>
                      <a:pt x="2" y="120"/>
                    </a:cubicBezTo>
                    <a:lnTo>
                      <a:pt x="3" y="121"/>
                    </a:lnTo>
                    <a:close/>
                    <a:moveTo>
                      <a:pt x="5" y="111"/>
                    </a:moveTo>
                    <a:cubicBezTo>
                      <a:pt x="5" y="112"/>
                      <a:pt x="5" y="111"/>
                      <a:pt x="5" y="112"/>
                    </a:cubicBezTo>
                    <a:cubicBezTo>
                      <a:pt x="4" y="112"/>
                      <a:pt x="5" y="112"/>
                      <a:pt x="5" y="111"/>
                    </a:cubicBezTo>
                    <a:cubicBezTo>
                      <a:pt x="5" y="111"/>
                      <a:pt x="5" y="111"/>
                      <a:pt x="5" y="111"/>
                    </a:cubicBezTo>
                    <a:close/>
                    <a:moveTo>
                      <a:pt x="5" y="122"/>
                    </a:moveTo>
                    <a:cubicBezTo>
                      <a:pt x="6" y="122"/>
                      <a:pt x="6" y="122"/>
                      <a:pt x="5" y="122"/>
                    </a:cubicBezTo>
                    <a:cubicBezTo>
                      <a:pt x="5" y="122"/>
                      <a:pt x="5" y="122"/>
                      <a:pt x="5" y="122"/>
                    </a:cubicBezTo>
                    <a:cubicBezTo>
                      <a:pt x="5" y="122"/>
                      <a:pt x="5" y="122"/>
                      <a:pt x="5" y="122"/>
                    </a:cubicBezTo>
                    <a:close/>
                    <a:moveTo>
                      <a:pt x="5" y="113"/>
                    </a:moveTo>
                    <a:cubicBezTo>
                      <a:pt x="4" y="112"/>
                      <a:pt x="5" y="112"/>
                      <a:pt x="5" y="112"/>
                    </a:cubicBezTo>
                    <a:lnTo>
                      <a:pt x="5" y="113"/>
                    </a:lnTo>
                    <a:close/>
                    <a:moveTo>
                      <a:pt x="4" y="115"/>
                    </a:moveTo>
                    <a:cubicBezTo>
                      <a:pt x="4" y="115"/>
                      <a:pt x="4" y="115"/>
                      <a:pt x="4" y="115"/>
                    </a:cubicBezTo>
                    <a:cubicBezTo>
                      <a:pt x="4" y="115"/>
                      <a:pt x="4" y="115"/>
                      <a:pt x="4" y="115"/>
                    </a:cubicBezTo>
                    <a:close/>
                    <a:moveTo>
                      <a:pt x="4" y="116"/>
                    </a:moveTo>
                    <a:cubicBezTo>
                      <a:pt x="4" y="117"/>
                      <a:pt x="4" y="117"/>
                      <a:pt x="4" y="117"/>
                    </a:cubicBezTo>
                    <a:cubicBezTo>
                      <a:pt x="4" y="117"/>
                      <a:pt x="4" y="117"/>
                      <a:pt x="4" y="117"/>
                    </a:cubicBezTo>
                    <a:cubicBezTo>
                      <a:pt x="4" y="117"/>
                      <a:pt x="4" y="117"/>
                      <a:pt x="4" y="117"/>
                    </a:cubicBezTo>
                    <a:cubicBezTo>
                      <a:pt x="3" y="117"/>
                      <a:pt x="3" y="117"/>
                      <a:pt x="3" y="117"/>
                    </a:cubicBezTo>
                    <a:cubicBezTo>
                      <a:pt x="3" y="117"/>
                      <a:pt x="3" y="116"/>
                      <a:pt x="4" y="116"/>
                    </a:cubicBezTo>
                    <a:close/>
                    <a:moveTo>
                      <a:pt x="3" y="115"/>
                    </a:moveTo>
                    <a:cubicBezTo>
                      <a:pt x="4" y="114"/>
                      <a:pt x="4" y="115"/>
                      <a:pt x="4" y="115"/>
                    </a:cubicBezTo>
                    <a:cubicBezTo>
                      <a:pt x="4" y="115"/>
                      <a:pt x="4" y="115"/>
                      <a:pt x="4" y="115"/>
                    </a:cubicBezTo>
                    <a:cubicBezTo>
                      <a:pt x="4" y="115"/>
                      <a:pt x="4" y="115"/>
                      <a:pt x="4" y="115"/>
                    </a:cubicBezTo>
                    <a:cubicBezTo>
                      <a:pt x="4" y="115"/>
                      <a:pt x="3" y="114"/>
                      <a:pt x="3" y="115"/>
                    </a:cubicBezTo>
                    <a:close/>
                    <a:moveTo>
                      <a:pt x="3" y="111"/>
                    </a:moveTo>
                    <a:cubicBezTo>
                      <a:pt x="3" y="112"/>
                      <a:pt x="3" y="112"/>
                      <a:pt x="3" y="112"/>
                    </a:cubicBezTo>
                    <a:cubicBezTo>
                      <a:pt x="2" y="112"/>
                      <a:pt x="2" y="111"/>
                      <a:pt x="3" y="111"/>
                    </a:cubicBezTo>
                    <a:close/>
                    <a:moveTo>
                      <a:pt x="1" y="112"/>
                    </a:moveTo>
                    <a:cubicBezTo>
                      <a:pt x="1" y="112"/>
                      <a:pt x="1" y="113"/>
                      <a:pt x="0" y="113"/>
                    </a:cubicBezTo>
                    <a:lnTo>
                      <a:pt x="1" y="112"/>
                    </a:lnTo>
                    <a:close/>
                  </a:path>
                </a:pathLst>
              </a:custGeom>
              <a:solidFill>
                <a:srgbClr val="52E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8" name="Freeform 31">
                <a:extLst>
                  <a:ext uri="{FF2B5EF4-FFF2-40B4-BE49-F238E27FC236}">
                    <a16:creationId xmlns:a16="http://schemas.microsoft.com/office/drawing/2014/main" id="{8C042B20-E90E-4B7E-8293-8283DF876A7F}"/>
                  </a:ext>
                </a:extLst>
              </p:cNvPr>
              <p:cNvSpPr>
                <a:spLocks noEditPoints="1"/>
              </p:cNvSpPr>
              <p:nvPr/>
            </p:nvSpPr>
            <p:spPr bwMode="auto">
              <a:xfrm>
                <a:off x="4923" y="2354"/>
                <a:ext cx="17" cy="19"/>
              </a:xfrm>
              <a:custGeom>
                <a:avLst/>
                <a:gdLst>
                  <a:gd name="T0" fmla="*/ 7 w 7"/>
                  <a:gd name="T1" fmla="*/ 4 h 8"/>
                  <a:gd name="T2" fmla="*/ 7 w 7"/>
                  <a:gd name="T3" fmla="*/ 3 h 8"/>
                  <a:gd name="T4" fmla="*/ 6 w 7"/>
                  <a:gd name="T5" fmla="*/ 4 h 8"/>
                  <a:gd name="T6" fmla="*/ 6 w 7"/>
                  <a:gd name="T7" fmla="*/ 3 h 8"/>
                  <a:gd name="T8" fmla="*/ 5 w 7"/>
                  <a:gd name="T9" fmla="*/ 3 h 8"/>
                  <a:gd name="T10" fmla="*/ 5 w 7"/>
                  <a:gd name="T11" fmla="*/ 2 h 8"/>
                  <a:gd name="T12" fmla="*/ 4 w 7"/>
                  <a:gd name="T13" fmla="*/ 2 h 8"/>
                  <a:gd name="T14" fmla="*/ 3 w 7"/>
                  <a:gd name="T15" fmla="*/ 0 h 8"/>
                  <a:gd name="T16" fmla="*/ 3 w 7"/>
                  <a:gd name="T17" fmla="*/ 0 h 8"/>
                  <a:gd name="T18" fmla="*/ 2 w 7"/>
                  <a:gd name="T19" fmla="*/ 1 h 8"/>
                  <a:gd name="T20" fmla="*/ 1 w 7"/>
                  <a:gd name="T21" fmla="*/ 1 h 8"/>
                  <a:gd name="T22" fmla="*/ 1 w 7"/>
                  <a:gd name="T23" fmla="*/ 2 h 8"/>
                  <a:gd name="T24" fmla="*/ 2 w 7"/>
                  <a:gd name="T25" fmla="*/ 2 h 8"/>
                  <a:gd name="T26" fmla="*/ 1 w 7"/>
                  <a:gd name="T27" fmla="*/ 3 h 8"/>
                  <a:gd name="T28" fmla="*/ 1 w 7"/>
                  <a:gd name="T29" fmla="*/ 3 h 8"/>
                  <a:gd name="T30" fmla="*/ 0 w 7"/>
                  <a:gd name="T31" fmla="*/ 4 h 8"/>
                  <a:gd name="T32" fmla="*/ 1 w 7"/>
                  <a:gd name="T33" fmla="*/ 4 h 8"/>
                  <a:gd name="T34" fmla="*/ 1 w 7"/>
                  <a:gd name="T35" fmla="*/ 4 h 8"/>
                  <a:gd name="T36" fmla="*/ 1 w 7"/>
                  <a:gd name="T37" fmla="*/ 4 h 8"/>
                  <a:gd name="T38" fmla="*/ 2 w 7"/>
                  <a:gd name="T39" fmla="*/ 3 h 8"/>
                  <a:gd name="T40" fmla="*/ 2 w 7"/>
                  <a:gd name="T41" fmla="*/ 4 h 8"/>
                  <a:gd name="T42" fmla="*/ 2 w 7"/>
                  <a:gd name="T43" fmla="*/ 5 h 8"/>
                  <a:gd name="T44" fmla="*/ 2 w 7"/>
                  <a:gd name="T45" fmla="*/ 4 h 8"/>
                  <a:gd name="T46" fmla="*/ 3 w 7"/>
                  <a:gd name="T47" fmla="*/ 4 h 8"/>
                  <a:gd name="T48" fmla="*/ 3 w 7"/>
                  <a:gd name="T49" fmla="*/ 5 h 8"/>
                  <a:gd name="T50" fmla="*/ 3 w 7"/>
                  <a:gd name="T51" fmla="*/ 5 h 8"/>
                  <a:gd name="T52" fmla="*/ 4 w 7"/>
                  <a:gd name="T53" fmla="*/ 5 h 8"/>
                  <a:gd name="T54" fmla="*/ 4 w 7"/>
                  <a:gd name="T55" fmla="*/ 5 h 8"/>
                  <a:gd name="T56" fmla="*/ 4 w 7"/>
                  <a:gd name="T57" fmla="*/ 5 h 8"/>
                  <a:gd name="T58" fmla="*/ 4 w 7"/>
                  <a:gd name="T59" fmla="*/ 6 h 8"/>
                  <a:gd name="T60" fmla="*/ 5 w 7"/>
                  <a:gd name="T61" fmla="*/ 6 h 8"/>
                  <a:gd name="T62" fmla="*/ 6 w 7"/>
                  <a:gd name="T63" fmla="*/ 8 h 8"/>
                  <a:gd name="T64" fmla="*/ 6 w 7"/>
                  <a:gd name="T65" fmla="*/ 7 h 8"/>
                  <a:gd name="T66" fmla="*/ 7 w 7"/>
                  <a:gd name="T67" fmla="*/ 6 h 8"/>
                  <a:gd name="T68" fmla="*/ 6 w 7"/>
                  <a:gd name="T69" fmla="*/ 6 h 8"/>
                  <a:gd name="T70" fmla="*/ 7 w 7"/>
                  <a:gd name="T71" fmla="*/ 4 h 8"/>
                  <a:gd name="T72" fmla="*/ 7 w 7"/>
                  <a:gd name="T73" fmla="*/ 4 h 8"/>
                  <a:gd name="T74" fmla="*/ 7 w 7"/>
                  <a:gd name="T75" fmla="*/ 4 h 8"/>
                  <a:gd name="T76" fmla="*/ 2 w 7"/>
                  <a:gd name="T77" fmla="*/ 2 h 8"/>
                  <a:gd name="T78" fmla="*/ 1 w 7"/>
                  <a:gd name="T79" fmla="*/ 3 h 8"/>
                  <a:gd name="T80" fmla="*/ 2 w 7"/>
                  <a:gd name="T81" fmla="*/ 2 h 8"/>
                  <a:gd name="T82" fmla="*/ 4 w 7"/>
                  <a:gd name="T83" fmla="*/ 3 h 8"/>
                  <a:gd name="T84" fmla="*/ 4 w 7"/>
                  <a:gd name="T85" fmla="*/ 3 h 8"/>
                  <a:gd name="T86" fmla="*/ 4 w 7"/>
                  <a:gd name="T87" fmla="*/ 3 h 8"/>
                  <a:gd name="T88" fmla="*/ 4 w 7"/>
                  <a:gd name="T89" fmla="*/ 3 h 8"/>
                  <a:gd name="T90" fmla="*/ 3 w 7"/>
                  <a:gd name="T91" fmla="*/ 3 h 8"/>
                  <a:gd name="T92" fmla="*/ 4 w 7"/>
                  <a:gd name="T93" fmla="*/ 3 h 8"/>
                  <a:gd name="T94" fmla="*/ 4 w 7"/>
                  <a:gd name="T95" fmla="*/ 3 h 8"/>
                  <a:gd name="T96" fmla="*/ 4 w 7"/>
                  <a:gd name="T97" fmla="*/ 3 h 8"/>
                  <a:gd name="T98" fmla="*/ 4 w 7"/>
                  <a:gd name="T99" fmla="*/ 3 h 8"/>
                  <a:gd name="T100" fmla="*/ 5 w 7"/>
                  <a:gd name="T101" fmla="*/ 3 h 8"/>
                  <a:gd name="T102" fmla="*/ 4 w 7"/>
                  <a:gd name="T103"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 h="8">
                    <a:moveTo>
                      <a:pt x="7" y="4"/>
                    </a:moveTo>
                    <a:cubicBezTo>
                      <a:pt x="7" y="3"/>
                      <a:pt x="7" y="3"/>
                      <a:pt x="7" y="3"/>
                    </a:cubicBezTo>
                    <a:cubicBezTo>
                      <a:pt x="7" y="3"/>
                      <a:pt x="6" y="4"/>
                      <a:pt x="6" y="4"/>
                    </a:cubicBezTo>
                    <a:cubicBezTo>
                      <a:pt x="6" y="3"/>
                      <a:pt x="6" y="3"/>
                      <a:pt x="6" y="3"/>
                    </a:cubicBezTo>
                    <a:cubicBezTo>
                      <a:pt x="5" y="3"/>
                      <a:pt x="6" y="3"/>
                      <a:pt x="5" y="3"/>
                    </a:cubicBezTo>
                    <a:cubicBezTo>
                      <a:pt x="5" y="3"/>
                      <a:pt x="5" y="3"/>
                      <a:pt x="5" y="2"/>
                    </a:cubicBezTo>
                    <a:cubicBezTo>
                      <a:pt x="5" y="2"/>
                      <a:pt x="4" y="2"/>
                      <a:pt x="4" y="2"/>
                    </a:cubicBezTo>
                    <a:cubicBezTo>
                      <a:pt x="4" y="2"/>
                      <a:pt x="3" y="1"/>
                      <a:pt x="3" y="0"/>
                    </a:cubicBezTo>
                    <a:cubicBezTo>
                      <a:pt x="3" y="0"/>
                      <a:pt x="3" y="1"/>
                      <a:pt x="3" y="0"/>
                    </a:cubicBezTo>
                    <a:cubicBezTo>
                      <a:pt x="2" y="0"/>
                      <a:pt x="2" y="0"/>
                      <a:pt x="2" y="1"/>
                    </a:cubicBezTo>
                    <a:cubicBezTo>
                      <a:pt x="2" y="2"/>
                      <a:pt x="1" y="1"/>
                      <a:pt x="1" y="1"/>
                    </a:cubicBezTo>
                    <a:cubicBezTo>
                      <a:pt x="1" y="1"/>
                      <a:pt x="1" y="2"/>
                      <a:pt x="1" y="2"/>
                    </a:cubicBezTo>
                    <a:cubicBezTo>
                      <a:pt x="2" y="2"/>
                      <a:pt x="2" y="1"/>
                      <a:pt x="2" y="2"/>
                    </a:cubicBezTo>
                    <a:cubicBezTo>
                      <a:pt x="1" y="3"/>
                      <a:pt x="1" y="3"/>
                      <a:pt x="1" y="3"/>
                    </a:cubicBezTo>
                    <a:cubicBezTo>
                      <a:pt x="1" y="3"/>
                      <a:pt x="1" y="3"/>
                      <a:pt x="1" y="3"/>
                    </a:cubicBezTo>
                    <a:cubicBezTo>
                      <a:pt x="1" y="3"/>
                      <a:pt x="0" y="3"/>
                      <a:pt x="0" y="4"/>
                    </a:cubicBezTo>
                    <a:cubicBezTo>
                      <a:pt x="1" y="4"/>
                      <a:pt x="1" y="4"/>
                      <a:pt x="1" y="4"/>
                    </a:cubicBezTo>
                    <a:cubicBezTo>
                      <a:pt x="1" y="4"/>
                      <a:pt x="1" y="4"/>
                      <a:pt x="1" y="4"/>
                    </a:cubicBezTo>
                    <a:cubicBezTo>
                      <a:pt x="1" y="4"/>
                      <a:pt x="1" y="4"/>
                      <a:pt x="1" y="4"/>
                    </a:cubicBezTo>
                    <a:cubicBezTo>
                      <a:pt x="2" y="3"/>
                      <a:pt x="2" y="3"/>
                      <a:pt x="2" y="3"/>
                    </a:cubicBezTo>
                    <a:cubicBezTo>
                      <a:pt x="2" y="4"/>
                      <a:pt x="2" y="4"/>
                      <a:pt x="2" y="4"/>
                    </a:cubicBezTo>
                    <a:cubicBezTo>
                      <a:pt x="2" y="5"/>
                      <a:pt x="2" y="5"/>
                      <a:pt x="2" y="5"/>
                    </a:cubicBezTo>
                    <a:cubicBezTo>
                      <a:pt x="2" y="4"/>
                      <a:pt x="2" y="4"/>
                      <a:pt x="2" y="4"/>
                    </a:cubicBezTo>
                    <a:cubicBezTo>
                      <a:pt x="3" y="4"/>
                      <a:pt x="3" y="4"/>
                      <a:pt x="3" y="4"/>
                    </a:cubicBezTo>
                    <a:cubicBezTo>
                      <a:pt x="3" y="5"/>
                      <a:pt x="3" y="5"/>
                      <a:pt x="3" y="5"/>
                    </a:cubicBezTo>
                    <a:cubicBezTo>
                      <a:pt x="3" y="5"/>
                      <a:pt x="3" y="5"/>
                      <a:pt x="3" y="5"/>
                    </a:cubicBezTo>
                    <a:cubicBezTo>
                      <a:pt x="4" y="5"/>
                      <a:pt x="4" y="5"/>
                      <a:pt x="4" y="5"/>
                    </a:cubicBezTo>
                    <a:cubicBezTo>
                      <a:pt x="4" y="5"/>
                      <a:pt x="4" y="5"/>
                      <a:pt x="4" y="5"/>
                    </a:cubicBezTo>
                    <a:cubicBezTo>
                      <a:pt x="4" y="5"/>
                      <a:pt x="4" y="5"/>
                      <a:pt x="4" y="5"/>
                    </a:cubicBezTo>
                    <a:cubicBezTo>
                      <a:pt x="4" y="6"/>
                      <a:pt x="4" y="6"/>
                      <a:pt x="4" y="6"/>
                    </a:cubicBezTo>
                    <a:cubicBezTo>
                      <a:pt x="4" y="6"/>
                      <a:pt x="5" y="6"/>
                      <a:pt x="5" y="6"/>
                    </a:cubicBezTo>
                    <a:cubicBezTo>
                      <a:pt x="5" y="7"/>
                      <a:pt x="6" y="8"/>
                      <a:pt x="6" y="8"/>
                    </a:cubicBezTo>
                    <a:cubicBezTo>
                      <a:pt x="6" y="7"/>
                      <a:pt x="7" y="7"/>
                      <a:pt x="6" y="7"/>
                    </a:cubicBezTo>
                    <a:cubicBezTo>
                      <a:pt x="5" y="7"/>
                      <a:pt x="7" y="8"/>
                      <a:pt x="7" y="6"/>
                    </a:cubicBezTo>
                    <a:cubicBezTo>
                      <a:pt x="7" y="6"/>
                      <a:pt x="7" y="6"/>
                      <a:pt x="6" y="6"/>
                    </a:cubicBezTo>
                    <a:cubicBezTo>
                      <a:pt x="7" y="6"/>
                      <a:pt x="6" y="5"/>
                      <a:pt x="7" y="4"/>
                    </a:cubicBezTo>
                    <a:cubicBezTo>
                      <a:pt x="7" y="4"/>
                      <a:pt x="7" y="4"/>
                      <a:pt x="7" y="4"/>
                    </a:cubicBezTo>
                    <a:cubicBezTo>
                      <a:pt x="7" y="4"/>
                      <a:pt x="7" y="4"/>
                      <a:pt x="7" y="4"/>
                    </a:cubicBezTo>
                    <a:close/>
                    <a:moveTo>
                      <a:pt x="2" y="2"/>
                    </a:moveTo>
                    <a:cubicBezTo>
                      <a:pt x="2" y="3"/>
                      <a:pt x="1" y="3"/>
                      <a:pt x="1" y="3"/>
                    </a:cubicBezTo>
                    <a:cubicBezTo>
                      <a:pt x="2" y="2"/>
                      <a:pt x="2" y="3"/>
                      <a:pt x="2" y="2"/>
                    </a:cubicBezTo>
                    <a:close/>
                    <a:moveTo>
                      <a:pt x="4" y="3"/>
                    </a:moveTo>
                    <a:cubicBezTo>
                      <a:pt x="4" y="2"/>
                      <a:pt x="4" y="3"/>
                      <a:pt x="4" y="3"/>
                    </a:cubicBezTo>
                    <a:cubicBezTo>
                      <a:pt x="3" y="2"/>
                      <a:pt x="4" y="2"/>
                      <a:pt x="4" y="3"/>
                    </a:cubicBezTo>
                    <a:close/>
                    <a:moveTo>
                      <a:pt x="4" y="3"/>
                    </a:moveTo>
                    <a:cubicBezTo>
                      <a:pt x="4" y="3"/>
                      <a:pt x="4" y="3"/>
                      <a:pt x="3" y="3"/>
                    </a:cubicBezTo>
                    <a:cubicBezTo>
                      <a:pt x="3" y="3"/>
                      <a:pt x="4" y="2"/>
                      <a:pt x="4" y="3"/>
                    </a:cubicBezTo>
                    <a:cubicBezTo>
                      <a:pt x="4" y="3"/>
                      <a:pt x="4" y="3"/>
                      <a:pt x="4" y="3"/>
                    </a:cubicBezTo>
                    <a:cubicBezTo>
                      <a:pt x="4" y="3"/>
                      <a:pt x="4" y="3"/>
                      <a:pt x="4" y="3"/>
                    </a:cubicBezTo>
                    <a:cubicBezTo>
                      <a:pt x="4" y="3"/>
                      <a:pt x="4" y="3"/>
                      <a:pt x="4" y="3"/>
                    </a:cubicBezTo>
                    <a:cubicBezTo>
                      <a:pt x="5" y="3"/>
                      <a:pt x="5" y="3"/>
                      <a:pt x="5" y="3"/>
                    </a:cubicBezTo>
                    <a:lnTo>
                      <a:pt x="4" y="3"/>
                    </a:lnTo>
                    <a:close/>
                  </a:path>
                </a:pathLst>
              </a:custGeom>
              <a:solidFill>
                <a:srgbClr val="52E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09" name="Freeform 32">
                <a:extLst>
                  <a:ext uri="{FF2B5EF4-FFF2-40B4-BE49-F238E27FC236}">
                    <a16:creationId xmlns:a16="http://schemas.microsoft.com/office/drawing/2014/main" id="{6979310B-1BB4-42B5-8E4C-F514CD2AD86F}"/>
                  </a:ext>
                </a:extLst>
              </p:cNvPr>
              <p:cNvSpPr>
                <a:spLocks noEditPoints="1"/>
              </p:cNvSpPr>
              <p:nvPr/>
            </p:nvSpPr>
            <p:spPr bwMode="auto">
              <a:xfrm>
                <a:off x="4935" y="2373"/>
                <a:ext cx="121" cy="242"/>
              </a:xfrm>
              <a:custGeom>
                <a:avLst/>
                <a:gdLst>
                  <a:gd name="T0" fmla="*/ 47 w 51"/>
                  <a:gd name="T1" fmla="*/ 90 h 102"/>
                  <a:gd name="T2" fmla="*/ 43 w 51"/>
                  <a:gd name="T3" fmla="*/ 91 h 102"/>
                  <a:gd name="T4" fmla="*/ 42 w 51"/>
                  <a:gd name="T5" fmla="*/ 91 h 102"/>
                  <a:gd name="T6" fmla="*/ 43 w 51"/>
                  <a:gd name="T7" fmla="*/ 90 h 102"/>
                  <a:gd name="T8" fmla="*/ 41 w 51"/>
                  <a:gd name="T9" fmla="*/ 89 h 102"/>
                  <a:gd name="T10" fmla="*/ 40 w 51"/>
                  <a:gd name="T11" fmla="*/ 88 h 102"/>
                  <a:gd name="T12" fmla="*/ 40 w 51"/>
                  <a:gd name="T13" fmla="*/ 87 h 102"/>
                  <a:gd name="T14" fmla="*/ 38 w 51"/>
                  <a:gd name="T15" fmla="*/ 85 h 102"/>
                  <a:gd name="T16" fmla="*/ 43 w 51"/>
                  <a:gd name="T17" fmla="*/ 81 h 102"/>
                  <a:gd name="T18" fmla="*/ 41 w 51"/>
                  <a:gd name="T19" fmla="*/ 75 h 102"/>
                  <a:gd name="T20" fmla="*/ 40 w 51"/>
                  <a:gd name="T21" fmla="*/ 73 h 102"/>
                  <a:gd name="T22" fmla="*/ 40 w 51"/>
                  <a:gd name="T23" fmla="*/ 69 h 102"/>
                  <a:gd name="T24" fmla="*/ 39 w 51"/>
                  <a:gd name="T25" fmla="*/ 67 h 102"/>
                  <a:gd name="T26" fmla="*/ 40 w 51"/>
                  <a:gd name="T27" fmla="*/ 63 h 102"/>
                  <a:gd name="T28" fmla="*/ 38 w 51"/>
                  <a:gd name="T29" fmla="*/ 60 h 102"/>
                  <a:gd name="T30" fmla="*/ 36 w 51"/>
                  <a:gd name="T31" fmla="*/ 59 h 102"/>
                  <a:gd name="T32" fmla="*/ 37 w 51"/>
                  <a:gd name="T33" fmla="*/ 54 h 102"/>
                  <a:gd name="T34" fmla="*/ 35 w 51"/>
                  <a:gd name="T35" fmla="*/ 55 h 102"/>
                  <a:gd name="T36" fmla="*/ 32 w 51"/>
                  <a:gd name="T37" fmla="*/ 55 h 102"/>
                  <a:gd name="T38" fmla="*/ 33 w 51"/>
                  <a:gd name="T39" fmla="*/ 48 h 102"/>
                  <a:gd name="T40" fmla="*/ 32 w 51"/>
                  <a:gd name="T41" fmla="*/ 47 h 102"/>
                  <a:gd name="T42" fmla="*/ 27 w 51"/>
                  <a:gd name="T43" fmla="*/ 43 h 102"/>
                  <a:gd name="T44" fmla="*/ 26 w 51"/>
                  <a:gd name="T45" fmla="*/ 37 h 102"/>
                  <a:gd name="T46" fmla="*/ 23 w 51"/>
                  <a:gd name="T47" fmla="*/ 32 h 102"/>
                  <a:gd name="T48" fmla="*/ 23 w 51"/>
                  <a:gd name="T49" fmla="*/ 28 h 102"/>
                  <a:gd name="T50" fmla="*/ 21 w 51"/>
                  <a:gd name="T51" fmla="*/ 28 h 102"/>
                  <a:gd name="T52" fmla="*/ 19 w 51"/>
                  <a:gd name="T53" fmla="*/ 28 h 102"/>
                  <a:gd name="T54" fmla="*/ 20 w 51"/>
                  <a:gd name="T55" fmla="*/ 24 h 102"/>
                  <a:gd name="T56" fmla="*/ 20 w 51"/>
                  <a:gd name="T57" fmla="*/ 21 h 102"/>
                  <a:gd name="T58" fmla="*/ 18 w 51"/>
                  <a:gd name="T59" fmla="*/ 19 h 102"/>
                  <a:gd name="T60" fmla="*/ 14 w 51"/>
                  <a:gd name="T61" fmla="*/ 17 h 102"/>
                  <a:gd name="T62" fmla="*/ 13 w 51"/>
                  <a:gd name="T63" fmla="*/ 14 h 102"/>
                  <a:gd name="T64" fmla="*/ 11 w 51"/>
                  <a:gd name="T65" fmla="*/ 6 h 102"/>
                  <a:gd name="T66" fmla="*/ 7 w 51"/>
                  <a:gd name="T67" fmla="*/ 4 h 102"/>
                  <a:gd name="T68" fmla="*/ 4 w 51"/>
                  <a:gd name="T69" fmla="*/ 2 h 102"/>
                  <a:gd name="T70" fmla="*/ 9 w 51"/>
                  <a:gd name="T71" fmla="*/ 16 h 102"/>
                  <a:gd name="T72" fmla="*/ 19 w 51"/>
                  <a:gd name="T73" fmla="*/ 46 h 102"/>
                  <a:gd name="T74" fmla="*/ 28 w 51"/>
                  <a:gd name="T75" fmla="*/ 60 h 102"/>
                  <a:gd name="T76" fmla="*/ 36 w 51"/>
                  <a:gd name="T77" fmla="*/ 91 h 102"/>
                  <a:gd name="T78" fmla="*/ 47 w 51"/>
                  <a:gd name="T79" fmla="*/ 98 h 102"/>
                  <a:gd name="T80" fmla="*/ 50 w 51"/>
                  <a:gd name="T81" fmla="*/ 93 h 102"/>
                  <a:gd name="T82" fmla="*/ 8 w 51"/>
                  <a:gd name="T83" fmla="*/ 5 h 102"/>
                  <a:gd name="T84" fmla="*/ 9 w 51"/>
                  <a:gd name="T85" fmla="*/ 12 h 102"/>
                  <a:gd name="T86" fmla="*/ 11 w 51"/>
                  <a:gd name="T87" fmla="*/ 9 h 102"/>
                  <a:gd name="T88" fmla="*/ 16 w 51"/>
                  <a:gd name="T89" fmla="*/ 20 h 102"/>
                  <a:gd name="T90" fmla="*/ 21 w 51"/>
                  <a:gd name="T91" fmla="*/ 23 h 102"/>
                  <a:gd name="T92" fmla="*/ 18 w 51"/>
                  <a:gd name="T93" fmla="*/ 20 h 102"/>
                  <a:gd name="T94" fmla="*/ 21 w 51"/>
                  <a:gd name="T95" fmla="*/ 30 h 102"/>
                  <a:gd name="T96" fmla="*/ 26 w 51"/>
                  <a:gd name="T97" fmla="*/ 39 h 102"/>
                  <a:gd name="T98" fmla="*/ 30 w 51"/>
                  <a:gd name="T99" fmla="*/ 46 h 102"/>
                  <a:gd name="T100" fmla="*/ 32 w 51"/>
                  <a:gd name="T101" fmla="*/ 51 h 102"/>
                  <a:gd name="T102" fmla="*/ 32 w 51"/>
                  <a:gd name="T103" fmla="*/ 52 h 102"/>
                  <a:gd name="T104" fmla="*/ 32 w 51"/>
                  <a:gd name="T105" fmla="*/ 54 h 102"/>
                  <a:gd name="T106" fmla="*/ 36 w 51"/>
                  <a:gd name="T107" fmla="*/ 53 h 102"/>
                  <a:gd name="T108" fmla="*/ 42 w 51"/>
                  <a:gd name="T109" fmla="*/ 78 h 102"/>
                  <a:gd name="T110" fmla="*/ 40 w 51"/>
                  <a:gd name="T111" fmla="*/ 73 h 102"/>
                  <a:gd name="T112" fmla="*/ 40 w 51"/>
                  <a:gd name="T113" fmla="*/ 80 h 102"/>
                  <a:gd name="T114" fmla="*/ 40 w 51"/>
                  <a:gd name="T115" fmla="*/ 80 h 102"/>
                  <a:gd name="T116" fmla="*/ 39 w 51"/>
                  <a:gd name="T117" fmla="*/ 87 h 102"/>
                  <a:gd name="T118" fmla="*/ 40 w 51"/>
                  <a:gd name="T119" fmla="*/ 89 h 102"/>
                  <a:gd name="T120" fmla="*/ 43 w 51"/>
                  <a:gd name="T121" fmla="*/ 90 h 102"/>
                  <a:gd name="T122" fmla="*/ 47 w 51"/>
                  <a:gd name="T123" fmla="*/ 99 h 102"/>
                  <a:gd name="T124" fmla="*/ 47 w 51"/>
                  <a:gd name="T125" fmla="*/ 93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 h="102">
                    <a:moveTo>
                      <a:pt x="50" y="93"/>
                    </a:moveTo>
                    <a:cubicBezTo>
                      <a:pt x="50" y="93"/>
                      <a:pt x="50" y="92"/>
                      <a:pt x="50" y="93"/>
                    </a:cubicBezTo>
                    <a:cubicBezTo>
                      <a:pt x="49" y="91"/>
                      <a:pt x="48" y="92"/>
                      <a:pt x="49" y="92"/>
                    </a:cubicBezTo>
                    <a:cubicBezTo>
                      <a:pt x="49" y="93"/>
                      <a:pt x="48" y="91"/>
                      <a:pt x="48" y="92"/>
                    </a:cubicBezTo>
                    <a:cubicBezTo>
                      <a:pt x="48" y="92"/>
                      <a:pt x="48" y="92"/>
                      <a:pt x="48" y="92"/>
                    </a:cubicBezTo>
                    <a:cubicBezTo>
                      <a:pt x="48" y="92"/>
                      <a:pt x="48" y="92"/>
                      <a:pt x="48" y="92"/>
                    </a:cubicBezTo>
                    <a:cubicBezTo>
                      <a:pt x="48" y="92"/>
                      <a:pt x="48" y="94"/>
                      <a:pt x="48" y="93"/>
                    </a:cubicBezTo>
                    <a:cubicBezTo>
                      <a:pt x="47" y="93"/>
                      <a:pt x="47" y="93"/>
                      <a:pt x="47" y="93"/>
                    </a:cubicBezTo>
                    <a:cubicBezTo>
                      <a:pt x="47" y="93"/>
                      <a:pt x="47" y="93"/>
                      <a:pt x="47" y="93"/>
                    </a:cubicBezTo>
                    <a:cubicBezTo>
                      <a:pt x="47" y="92"/>
                      <a:pt x="47" y="92"/>
                      <a:pt x="47" y="92"/>
                    </a:cubicBezTo>
                    <a:cubicBezTo>
                      <a:pt x="47" y="92"/>
                      <a:pt x="48" y="91"/>
                      <a:pt x="48" y="90"/>
                    </a:cubicBezTo>
                    <a:cubicBezTo>
                      <a:pt x="47" y="90"/>
                      <a:pt x="47" y="90"/>
                      <a:pt x="47" y="90"/>
                    </a:cubicBezTo>
                    <a:cubicBezTo>
                      <a:pt x="47" y="90"/>
                      <a:pt x="47" y="90"/>
                      <a:pt x="47" y="90"/>
                    </a:cubicBezTo>
                    <a:cubicBezTo>
                      <a:pt x="47" y="89"/>
                      <a:pt x="47" y="89"/>
                      <a:pt x="47" y="89"/>
                    </a:cubicBezTo>
                    <a:cubicBezTo>
                      <a:pt x="46" y="90"/>
                      <a:pt x="46" y="90"/>
                      <a:pt x="46" y="90"/>
                    </a:cubicBezTo>
                    <a:cubicBezTo>
                      <a:pt x="47" y="89"/>
                      <a:pt x="46" y="89"/>
                      <a:pt x="46" y="90"/>
                    </a:cubicBezTo>
                    <a:cubicBezTo>
                      <a:pt x="46" y="89"/>
                      <a:pt x="47" y="90"/>
                      <a:pt x="46" y="90"/>
                    </a:cubicBezTo>
                    <a:cubicBezTo>
                      <a:pt x="46" y="90"/>
                      <a:pt x="47" y="90"/>
                      <a:pt x="47" y="90"/>
                    </a:cubicBezTo>
                    <a:cubicBezTo>
                      <a:pt x="47" y="90"/>
                      <a:pt x="47" y="90"/>
                      <a:pt x="47" y="90"/>
                    </a:cubicBezTo>
                    <a:cubicBezTo>
                      <a:pt x="46" y="91"/>
                      <a:pt x="46" y="91"/>
                      <a:pt x="46" y="92"/>
                    </a:cubicBezTo>
                    <a:cubicBezTo>
                      <a:pt x="46" y="92"/>
                      <a:pt x="46" y="92"/>
                      <a:pt x="46" y="92"/>
                    </a:cubicBezTo>
                    <a:cubicBezTo>
                      <a:pt x="46" y="92"/>
                      <a:pt x="46" y="92"/>
                      <a:pt x="46" y="92"/>
                    </a:cubicBezTo>
                    <a:cubicBezTo>
                      <a:pt x="46" y="92"/>
                      <a:pt x="46" y="92"/>
                      <a:pt x="46" y="91"/>
                    </a:cubicBezTo>
                    <a:cubicBezTo>
                      <a:pt x="47" y="90"/>
                      <a:pt x="45" y="91"/>
                      <a:pt x="46" y="90"/>
                    </a:cubicBezTo>
                    <a:cubicBezTo>
                      <a:pt x="46" y="90"/>
                      <a:pt x="46" y="90"/>
                      <a:pt x="46" y="90"/>
                    </a:cubicBezTo>
                    <a:cubicBezTo>
                      <a:pt x="46" y="90"/>
                      <a:pt x="45" y="90"/>
                      <a:pt x="45" y="90"/>
                    </a:cubicBezTo>
                    <a:cubicBezTo>
                      <a:pt x="44" y="89"/>
                      <a:pt x="45" y="91"/>
                      <a:pt x="44" y="90"/>
                    </a:cubicBezTo>
                    <a:cubicBezTo>
                      <a:pt x="45" y="90"/>
                      <a:pt x="44" y="90"/>
                      <a:pt x="44" y="91"/>
                    </a:cubicBezTo>
                    <a:cubicBezTo>
                      <a:pt x="44" y="90"/>
                      <a:pt x="44" y="91"/>
                      <a:pt x="44" y="90"/>
                    </a:cubicBezTo>
                    <a:cubicBezTo>
                      <a:pt x="44" y="91"/>
                      <a:pt x="43" y="91"/>
                      <a:pt x="43" y="91"/>
                    </a:cubicBezTo>
                    <a:cubicBezTo>
                      <a:pt x="44" y="91"/>
                      <a:pt x="44" y="92"/>
                      <a:pt x="44" y="92"/>
                    </a:cubicBezTo>
                    <a:cubicBezTo>
                      <a:pt x="44" y="91"/>
                      <a:pt x="43" y="90"/>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2"/>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2"/>
                      <a:pt x="43" y="92"/>
                      <a:pt x="43" y="92"/>
                    </a:cubicBezTo>
                    <a:cubicBezTo>
                      <a:pt x="43" y="93"/>
                      <a:pt x="42" y="93"/>
                      <a:pt x="42" y="92"/>
                    </a:cubicBezTo>
                    <a:cubicBezTo>
                      <a:pt x="42" y="91"/>
                      <a:pt x="42" y="91"/>
                      <a:pt x="42" y="91"/>
                    </a:cubicBezTo>
                    <a:cubicBezTo>
                      <a:pt x="42" y="91"/>
                      <a:pt x="42" y="91"/>
                      <a:pt x="42" y="91"/>
                    </a:cubicBezTo>
                    <a:cubicBezTo>
                      <a:pt x="42" y="91"/>
                      <a:pt x="42" y="90"/>
                      <a:pt x="42" y="91"/>
                    </a:cubicBezTo>
                    <a:cubicBezTo>
                      <a:pt x="42" y="91"/>
                      <a:pt x="42" y="91"/>
                      <a:pt x="42" y="91"/>
                    </a:cubicBezTo>
                    <a:cubicBezTo>
                      <a:pt x="42" y="91"/>
                      <a:pt x="42" y="91"/>
                      <a:pt x="42" y="91"/>
                    </a:cubicBezTo>
                    <a:cubicBezTo>
                      <a:pt x="42" y="91"/>
                      <a:pt x="42" y="91"/>
                      <a:pt x="42" y="91"/>
                    </a:cubicBezTo>
                    <a:cubicBezTo>
                      <a:pt x="42" y="91"/>
                      <a:pt x="42" y="91"/>
                      <a:pt x="42" y="91"/>
                    </a:cubicBezTo>
                    <a:cubicBezTo>
                      <a:pt x="43" y="91"/>
                      <a:pt x="43" y="91"/>
                      <a:pt x="43" y="91"/>
                    </a:cubicBezTo>
                    <a:cubicBezTo>
                      <a:pt x="42" y="91"/>
                      <a:pt x="42" y="91"/>
                      <a:pt x="42" y="91"/>
                    </a:cubicBezTo>
                    <a:cubicBezTo>
                      <a:pt x="42" y="91"/>
                      <a:pt x="42" y="91"/>
                      <a:pt x="42" y="91"/>
                    </a:cubicBezTo>
                    <a:cubicBezTo>
                      <a:pt x="42" y="91"/>
                      <a:pt x="42" y="91"/>
                      <a:pt x="42" y="91"/>
                    </a:cubicBezTo>
                    <a:cubicBezTo>
                      <a:pt x="42" y="91"/>
                      <a:pt x="42" y="91"/>
                      <a:pt x="42" y="91"/>
                    </a:cubicBezTo>
                    <a:cubicBezTo>
                      <a:pt x="42" y="91"/>
                      <a:pt x="42" y="91"/>
                      <a:pt x="42"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1"/>
                      <a:pt x="43" y="91"/>
                      <a:pt x="43" y="91"/>
                    </a:cubicBezTo>
                    <a:cubicBezTo>
                      <a:pt x="43" y="90"/>
                      <a:pt x="43" y="90"/>
                      <a:pt x="43" y="90"/>
                    </a:cubicBezTo>
                    <a:cubicBezTo>
                      <a:pt x="43" y="90"/>
                      <a:pt x="43" y="90"/>
                      <a:pt x="43" y="90"/>
                    </a:cubicBezTo>
                    <a:cubicBezTo>
                      <a:pt x="43" y="90"/>
                      <a:pt x="43" y="90"/>
                      <a:pt x="43" y="90"/>
                    </a:cubicBezTo>
                    <a:cubicBezTo>
                      <a:pt x="43" y="90"/>
                      <a:pt x="43" y="90"/>
                      <a:pt x="43" y="90"/>
                    </a:cubicBezTo>
                    <a:cubicBezTo>
                      <a:pt x="43" y="90"/>
                      <a:pt x="43" y="90"/>
                      <a:pt x="43" y="90"/>
                    </a:cubicBezTo>
                    <a:cubicBezTo>
                      <a:pt x="43" y="89"/>
                      <a:pt x="42" y="89"/>
                      <a:pt x="42" y="90"/>
                    </a:cubicBezTo>
                    <a:cubicBezTo>
                      <a:pt x="42" y="90"/>
                      <a:pt x="42" y="90"/>
                      <a:pt x="42" y="90"/>
                    </a:cubicBezTo>
                    <a:cubicBezTo>
                      <a:pt x="42" y="89"/>
                      <a:pt x="41" y="91"/>
                      <a:pt x="41" y="90"/>
                    </a:cubicBezTo>
                    <a:cubicBezTo>
                      <a:pt x="41" y="90"/>
                      <a:pt x="41" y="89"/>
                      <a:pt x="41" y="90"/>
                    </a:cubicBezTo>
                    <a:cubicBezTo>
                      <a:pt x="40" y="90"/>
                      <a:pt x="40" y="90"/>
                      <a:pt x="40" y="90"/>
                    </a:cubicBezTo>
                    <a:cubicBezTo>
                      <a:pt x="41" y="90"/>
                      <a:pt x="41" y="90"/>
                      <a:pt x="41" y="90"/>
                    </a:cubicBezTo>
                    <a:cubicBezTo>
                      <a:pt x="41" y="90"/>
                      <a:pt x="41" y="89"/>
                      <a:pt x="41" y="89"/>
                    </a:cubicBezTo>
                    <a:cubicBezTo>
                      <a:pt x="41" y="89"/>
                      <a:pt x="41" y="89"/>
                      <a:pt x="41" y="89"/>
                    </a:cubicBezTo>
                    <a:cubicBezTo>
                      <a:pt x="41" y="90"/>
                      <a:pt x="41" y="90"/>
                      <a:pt x="41" y="90"/>
                    </a:cubicBezTo>
                    <a:cubicBezTo>
                      <a:pt x="41" y="89"/>
                      <a:pt x="41" y="89"/>
                      <a:pt x="41" y="89"/>
                    </a:cubicBezTo>
                    <a:cubicBezTo>
                      <a:pt x="41" y="89"/>
                      <a:pt x="41" y="89"/>
                      <a:pt x="41" y="89"/>
                    </a:cubicBezTo>
                    <a:cubicBezTo>
                      <a:pt x="41" y="89"/>
                      <a:pt x="41" y="89"/>
                      <a:pt x="41" y="89"/>
                    </a:cubicBezTo>
                    <a:cubicBezTo>
                      <a:pt x="41" y="89"/>
                      <a:pt x="41" y="89"/>
                      <a:pt x="41" y="89"/>
                    </a:cubicBezTo>
                    <a:cubicBezTo>
                      <a:pt x="41" y="89"/>
                      <a:pt x="41" y="89"/>
                      <a:pt x="41" y="89"/>
                    </a:cubicBezTo>
                    <a:cubicBezTo>
                      <a:pt x="41" y="89"/>
                      <a:pt x="41" y="89"/>
                      <a:pt x="41" y="89"/>
                    </a:cubicBezTo>
                    <a:cubicBezTo>
                      <a:pt x="42" y="89"/>
                      <a:pt x="41" y="89"/>
                      <a:pt x="41" y="89"/>
                    </a:cubicBezTo>
                    <a:cubicBezTo>
                      <a:pt x="41" y="89"/>
                      <a:pt x="41" y="89"/>
                      <a:pt x="41" y="89"/>
                    </a:cubicBezTo>
                    <a:cubicBezTo>
                      <a:pt x="41" y="89"/>
                      <a:pt x="41" y="89"/>
                      <a:pt x="41" y="89"/>
                    </a:cubicBezTo>
                    <a:cubicBezTo>
                      <a:pt x="41" y="89"/>
                      <a:pt x="41" y="89"/>
                      <a:pt x="41" y="89"/>
                    </a:cubicBezTo>
                    <a:cubicBezTo>
                      <a:pt x="41" y="89"/>
                      <a:pt x="41" y="89"/>
                      <a:pt x="41" y="88"/>
                    </a:cubicBezTo>
                    <a:cubicBezTo>
                      <a:pt x="41" y="88"/>
                      <a:pt x="41" y="88"/>
                      <a:pt x="41" y="88"/>
                    </a:cubicBezTo>
                    <a:cubicBezTo>
                      <a:pt x="41" y="88"/>
                      <a:pt x="41" y="88"/>
                      <a:pt x="41" y="88"/>
                    </a:cubicBezTo>
                    <a:cubicBezTo>
                      <a:pt x="41" y="89"/>
                      <a:pt x="41" y="89"/>
                      <a:pt x="41" y="89"/>
                    </a:cubicBezTo>
                    <a:cubicBezTo>
                      <a:pt x="41" y="88"/>
                      <a:pt x="41" y="88"/>
                      <a:pt x="41"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0" y="89"/>
                      <a:pt x="40" y="89"/>
                      <a:pt x="40" y="89"/>
                    </a:cubicBezTo>
                    <a:cubicBezTo>
                      <a:pt x="40" y="89"/>
                      <a:pt x="40" y="89"/>
                      <a:pt x="40" y="89"/>
                    </a:cubicBezTo>
                    <a:cubicBezTo>
                      <a:pt x="40" y="89"/>
                      <a:pt x="40" y="89"/>
                      <a:pt x="40" y="89"/>
                    </a:cubicBezTo>
                    <a:cubicBezTo>
                      <a:pt x="40" y="88"/>
                      <a:pt x="40" y="88"/>
                      <a:pt x="40" y="89"/>
                    </a:cubicBezTo>
                    <a:cubicBezTo>
                      <a:pt x="40" y="89"/>
                      <a:pt x="40" y="89"/>
                      <a:pt x="40" y="89"/>
                    </a:cubicBezTo>
                    <a:cubicBezTo>
                      <a:pt x="40" y="89"/>
                      <a:pt x="40" y="89"/>
                      <a:pt x="40" y="89"/>
                    </a:cubicBezTo>
                    <a:cubicBezTo>
                      <a:pt x="40" y="88"/>
                      <a:pt x="40" y="88"/>
                      <a:pt x="40" y="88"/>
                    </a:cubicBezTo>
                    <a:cubicBezTo>
                      <a:pt x="40" y="88"/>
                      <a:pt x="40" y="88"/>
                      <a:pt x="40" y="88"/>
                    </a:cubicBezTo>
                    <a:cubicBezTo>
                      <a:pt x="39" y="89"/>
                      <a:pt x="39" y="88"/>
                      <a:pt x="39" y="87"/>
                    </a:cubicBezTo>
                    <a:cubicBezTo>
                      <a:pt x="40" y="87"/>
                      <a:pt x="40" y="87"/>
                      <a:pt x="40" y="87"/>
                    </a:cubicBezTo>
                    <a:cubicBezTo>
                      <a:pt x="40" y="87"/>
                      <a:pt x="40" y="87"/>
                      <a:pt x="40"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8" y="87"/>
                      <a:pt x="38" y="87"/>
                      <a:pt x="38" y="87"/>
                    </a:cubicBezTo>
                    <a:cubicBezTo>
                      <a:pt x="38" y="87"/>
                      <a:pt x="38" y="87"/>
                      <a:pt x="38" y="87"/>
                    </a:cubicBezTo>
                    <a:cubicBezTo>
                      <a:pt x="38" y="87"/>
                      <a:pt x="38" y="87"/>
                      <a:pt x="38" y="87"/>
                    </a:cubicBezTo>
                    <a:cubicBezTo>
                      <a:pt x="39" y="86"/>
                      <a:pt x="38" y="86"/>
                      <a:pt x="38" y="86"/>
                    </a:cubicBezTo>
                    <a:cubicBezTo>
                      <a:pt x="38" y="86"/>
                      <a:pt x="38" y="87"/>
                      <a:pt x="38" y="86"/>
                    </a:cubicBezTo>
                    <a:cubicBezTo>
                      <a:pt x="38" y="86"/>
                      <a:pt x="38" y="86"/>
                      <a:pt x="38" y="86"/>
                    </a:cubicBezTo>
                    <a:cubicBezTo>
                      <a:pt x="38" y="86"/>
                      <a:pt x="37" y="85"/>
                      <a:pt x="38" y="85"/>
                    </a:cubicBezTo>
                    <a:cubicBezTo>
                      <a:pt x="38" y="84"/>
                      <a:pt x="38" y="85"/>
                      <a:pt x="38" y="85"/>
                    </a:cubicBezTo>
                    <a:cubicBezTo>
                      <a:pt x="38" y="84"/>
                      <a:pt x="38" y="84"/>
                      <a:pt x="38" y="84"/>
                    </a:cubicBezTo>
                    <a:cubicBezTo>
                      <a:pt x="38" y="84"/>
                      <a:pt x="38" y="84"/>
                      <a:pt x="38" y="84"/>
                    </a:cubicBezTo>
                    <a:cubicBezTo>
                      <a:pt x="38" y="84"/>
                      <a:pt x="38" y="84"/>
                      <a:pt x="38" y="84"/>
                    </a:cubicBezTo>
                    <a:cubicBezTo>
                      <a:pt x="38" y="84"/>
                      <a:pt x="38" y="84"/>
                      <a:pt x="38" y="84"/>
                    </a:cubicBezTo>
                    <a:cubicBezTo>
                      <a:pt x="38" y="83"/>
                      <a:pt x="38" y="84"/>
                      <a:pt x="38" y="84"/>
                    </a:cubicBezTo>
                    <a:cubicBezTo>
                      <a:pt x="38" y="83"/>
                      <a:pt x="38" y="84"/>
                      <a:pt x="38" y="83"/>
                    </a:cubicBezTo>
                    <a:cubicBezTo>
                      <a:pt x="39" y="82"/>
                      <a:pt x="39" y="82"/>
                      <a:pt x="39" y="82"/>
                    </a:cubicBezTo>
                    <a:cubicBezTo>
                      <a:pt x="39" y="82"/>
                      <a:pt x="39" y="82"/>
                      <a:pt x="39" y="82"/>
                    </a:cubicBezTo>
                    <a:cubicBezTo>
                      <a:pt x="39" y="82"/>
                      <a:pt x="39" y="82"/>
                      <a:pt x="39" y="82"/>
                    </a:cubicBezTo>
                    <a:cubicBezTo>
                      <a:pt x="39" y="82"/>
                      <a:pt x="39" y="82"/>
                      <a:pt x="39" y="82"/>
                    </a:cubicBezTo>
                    <a:cubicBezTo>
                      <a:pt x="40" y="83"/>
                      <a:pt x="40" y="82"/>
                      <a:pt x="40" y="83"/>
                    </a:cubicBezTo>
                    <a:cubicBezTo>
                      <a:pt x="41" y="83"/>
                      <a:pt x="41" y="83"/>
                      <a:pt x="41" y="83"/>
                    </a:cubicBezTo>
                    <a:cubicBezTo>
                      <a:pt x="41" y="83"/>
                      <a:pt x="41" y="84"/>
                      <a:pt x="42" y="83"/>
                    </a:cubicBezTo>
                    <a:cubicBezTo>
                      <a:pt x="42" y="83"/>
                      <a:pt x="42" y="83"/>
                      <a:pt x="42" y="82"/>
                    </a:cubicBezTo>
                    <a:cubicBezTo>
                      <a:pt x="42" y="82"/>
                      <a:pt x="42" y="83"/>
                      <a:pt x="43" y="82"/>
                    </a:cubicBezTo>
                    <a:cubicBezTo>
                      <a:pt x="43" y="81"/>
                      <a:pt x="43" y="81"/>
                      <a:pt x="42" y="81"/>
                    </a:cubicBezTo>
                    <a:cubicBezTo>
                      <a:pt x="42" y="81"/>
                      <a:pt x="42" y="81"/>
                      <a:pt x="43" y="81"/>
                    </a:cubicBezTo>
                    <a:cubicBezTo>
                      <a:pt x="43" y="80"/>
                      <a:pt x="43" y="81"/>
                      <a:pt x="43" y="81"/>
                    </a:cubicBezTo>
                    <a:cubicBezTo>
                      <a:pt x="43" y="81"/>
                      <a:pt x="43" y="80"/>
                      <a:pt x="43" y="80"/>
                    </a:cubicBezTo>
                    <a:cubicBezTo>
                      <a:pt x="44" y="81"/>
                      <a:pt x="43" y="81"/>
                      <a:pt x="44" y="80"/>
                    </a:cubicBezTo>
                    <a:cubicBezTo>
                      <a:pt x="44" y="79"/>
                      <a:pt x="43" y="80"/>
                      <a:pt x="43" y="80"/>
                    </a:cubicBezTo>
                    <a:cubicBezTo>
                      <a:pt x="43" y="80"/>
                      <a:pt x="43" y="81"/>
                      <a:pt x="43" y="80"/>
                    </a:cubicBezTo>
                    <a:cubicBezTo>
                      <a:pt x="42" y="80"/>
                      <a:pt x="43" y="80"/>
                      <a:pt x="43" y="81"/>
                    </a:cubicBezTo>
                    <a:cubicBezTo>
                      <a:pt x="42" y="81"/>
                      <a:pt x="42" y="79"/>
                      <a:pt x="42" y="80"/>
                    </a:cubicBezTo>
                    <a:cubicBezTo>
                      <a:pt x="42" y="80"/>
                      <a:pt x="42" y="80"/>
                      <a:pt x="42" y="80"/>
                    </a:cubicBezTo>
                    <a:cubicBezTo>
                      <a:pt x="43" y="79"/>
                      <a:pt x="43" y="79"/>
                      <a:pt x="43" y="79"/>
                    </a:cubicBezTo>
                    <a:cubicBezTo>
                      <a:pt x="43" y="80"/>
                      <a:pt x="43" y="79"/>
                      <a:pt x="43" y="79"/>
                    </a:cubicBezTo>
                    <a:cubicBezTo>
                      <a:pt x="43" y="78"/>
                      <a:pt x="44" y="79"/>
                      <a:pt x="44" y="78"/>
                    </a:cubicBezTo>
                    <a:cubicBezTo>
                      <a:pt x="44" y="77"/>
                      <a:pt x="43" y="78"/>
                      <a:pt x="43" y="78"/>
                    </a:cubicBezTo>
                    <a:cubicBezTo>
                      <a:pt x="42" y="77"/>
                      <a:pt x="42" y="77"/>
                      <a:pt x="42" y="77"/>
                    </a:cubicBezTo>
                    <a:cubicBezTo>
                      <a:pt x="42" y="77"/>
                      <a:pt x="42" y="77"/>
                      <a:pt x="42" y="77"/>
                    </a:cubicBezTo>
                    <a:cubicBezTo>
                      <a:pt x="42" y="76"/>
                      <a:pt x="42" y="76"/>
                      <a:pt x="42" y="76"/>
                    </a:cubicBezTo>
                    <a:cubicBezTo>
                      <a:pt x="42" y="76"/>
                      <a:pt x="42" y="75"/>
                      <a:pt x="42" y="75"/>
                    </a:cubicBezTo>
                    <a:cubicBezTo>
                      <a:pt x="41" y="75"/>
                      <a:pt x="41" y="75"/>
                      <a:pt x="41" y="75"/>
                    </a:cubicBezTo>
                    <a:cubicBezTo>
                      <a:pt x="41" y="75"/>
                      <a:pt x="41" y="75"/>
                      <a:pt x="41" y="75"/>
                    </a:cubicBezTo>
                    <a:cubicBezTo>
                      <a:pt x="41" y="75"/>
                      <a:pt x="41" y="75"/>
                      <a:pt x="41" y="75"/>
                    </a:cubicBezTo>
                    <a:cubicBezTo>
                      <a:pt x="41" y="75"/>
                      <a:pt x="41" y="75"/>
                      <a:pt x="41" y="75"/>
                    </a:cubicBezTo>
                    <a:cubicBezTo>
                      <a:pt x="41" y="75"/>
                      <a:pt x="41" y="75"/>
                      <a:pt x="41" y="75"/>
                    </a:cubicBezTo>
                    <a:cubicBezTo>
                      <a:pt x="40" y="75"/>
                      <a:pt x="41" y="75"/>
                      <a:pt x="40" y="75"/>
                    </a:cubicBezTo>
                    <a:cubicBezTo>
                      <a:pt x="40" y="75"/>
                      <a:pt x="40" y="76"/>
                      <a:pt x="39" y="75"/>
                    </a:cubicBezTo>
                    <a:cubicBezTo>
                      <a:pt x="40" y="75"/>
                      <a:pt x="40" y="75"/>
                      <a:pt x="40" y="75"/>
                    </a:cubicBezTo>
                    <a:cubicBezTo>
                      <a:pt x="39" y="74"/>
                      <a:pt x="39" y="74"/>
                      <a:pt x="40" y="74"/>
                    </a:cubicBezTo>
                    <a:cubicBezTo>
                      <a:pt x="41" y="75"/>
                      <a:pt x="41" y="75"/>
                      <a:pt x="41" y="75"/>
                    </a:cubicBezTo>
                    <a:cubicBezTo>
                      <a:pt x="41" y="74"/>
                      <a:pt x="41" y="74"/>
                      <a:pt x="41" y="74"/>
                    </a:cubicBezTo>
                    <a:cubicBezTo>
                      <a:pt x="40" y="74"/>
                      <a:pt x="40" y="74"/>
                      <a:pt x="40" y="74"/>
                    </a:cubicBezTo>
                    <a:cubicBezTo>
                      <a:pt x="40" y="74"/>
                      <a:pt x="40" y="74"/>
                      <a:pt x="40" y="74"/>
                    </a:cubicBezTo>
                    <a:cubicBezTo>
                      <a:pt x="39" y="74"/>
                      <a:pt x="40" y="74"/>
                      <a:pt x="40" y="74"/>
                    </a:cubicBezTo>
                    <a:cubicBezTo>
                      <a:pt x="40" y="74"/>
                      <a:pt x="40" y="74"/>
                      <a:pt x="40" y="74"/>
                    </a:cubicBezTo>
                    <a:cubicBezTo>
                      <a:pt x="40" y="74"/>
                      <a:pt x="40" y="74"/>
                      <a:pt x="40" y="74"/>
                    </a:cubicBezTo>
                    <a:cubicBezTo>
                      <a:pt x="40" y="73"/>
                      <a:pt x="40" y="73"/>
                      <a:pt x="40" y="73"/>
                    </a:cubicBezTo>
                    <a:cubicBezTo>
                      <a:pt x="40" y="73"/>
                      <a:pt x="40" y="73"/>
                      <a:pt x="40" y="73"/>
                    </a:cubicBezTo>
                    <a:cubicBezTo>
                      <a:pt x="40" y="73"/>
                      <a:pt x="40" y="73"/>
                      <a:pt x="40" y="73"/>
                    </a:cubicBezTo>
                    <a:cubicBezTo>
                      <a:pt x="40" y="73"/>
                      <a:pt x="40" y="73"/>
                      <a:pt x="40" y="73"/>
                    </a:cubicBezTo>
                    <a:cubicBezTo>
                      <a:pt x="40" y="73"/>
                      <a:pt x="40" y="73"/>
                      <a:pt x="40" y="73"/>
                    </a:cubicBezTo>
                    <a:cubicBezTo>
                      <a:pt x="40" y="73"/>
                      <a:pt x="40" y="73"/>
                      <a:pt x="40" y="73"/>
                    </a:cubicBezTo>
                    <a:cubicBezTo>
                      <a:pt x="41" y="73"/>
                      <a:pt x="41" y="73"/>
                      <a:pt x="41" y="73"/>
                    </a:cubicBezTo>
                    <a:cubicBezTo>
                      <a:pt x="41" y="73"/>
                      <a:pt x="41" y="73"/>
                      <a:pt x="41" y="73"/>
                    </a:cubicBezTo>
                    <a:cubicBezTo>
                      <a:pt x="40" y="73"/>
                      <a:pt x="40" y="73"/>
                      <a:pt x="40" y="73"/>
                    </a:cubicBezTo>
                    <a:cubicBezTo>
                      <a:pt x="40" y="72"/>
                      <a:pt x="40" y="72"/>
                      <a:pt x="40" y="72"/>
                    </a:cubicBezTo>
                    <a:cubicBezTo>
                      <a:pt x="41" y="71"/>
                      <a:pt x="40" y="71"/>
                      <a:pt x="40" y="71"/>
                    </a:cubicBezTo>
                    <a:cubicBezTo>
                      <a:pt x="41" y="72"/>
                      <a:pt x="41" y="72"/>
                      <a:pt x="41" y="72"/>
                    </a:cubicBezTo>
                    <a:cubicBezTo>
                      <a:pt x="41" y="72"/>
                      <a:pt x="41" y="72"/>
                      <a:pt x="41" y="72"/>
                    </a:cubicBezTo>
                    <a:cubicBezTo>
                      <a:pt x="41" y="71"/>
                      <a:pt x="41" y="71"/>
                      <a:pt x="41" y="71"/>
                    </a:cubicBezTo>
                    <a:cubicBezTo>
                      <a:pt x="41" y="71"/>
                      <a:pt x="41" y="71"/>
                      <a:pt x="41" y="71"/>
                    </a:cubicBezTo>
                    <a:cubicBezTo>
                      <a:pt x="41" y="70"/>
                      <a:pt x="40" y="71"/>
                      <a:pt x="40" y="71"/>
                    </a:cubicBezTo>
                    <a:cubicBezTo>
                      <a:pt x="40" y="70"/>
                      <a:pt x="40" y="70"/>
                      <a:pt x="40" y="70"/>
                    </a:cubicBezTo>
                    <a:cubicBezTo>
                      <a:pt x="40" y="70"/>
                      <a:pt x="40" y="70"/>
                      <a:pt x="40" y="70"/>
                    </a:cubicBezTo>
                    <a:cubicBezTo>
                      <a:pt x="40" y="69"/>
                      <a:pt x="40" y="69"/>
                      <a:pt x="39" y="70"/>
                    </a:cubicBezTo>
                    <a:cubicBezTo>
                      <a:pt x="39" y="70"/>
                      <a:pt x="39" y="70"/>
                      <a:pt x="39" y="70"/>
                    </a:cubicBezTo>
                    <a:cubicBezTo>
                      <a:pt x="40" y="70"/>
                      <a:pt x="40" y="70"/>
                      <a:pt x="40" y="70"/>
                    </a:cubicBezTo>
                    <a:cubicBezTo>
                      <a:pt x="40" y="69"/>
                      <a:pt x="40" y="69"/>
                      <a:pt x="40" y="69"/>
                    </a:cubicBezTo>
                    <a:cubicBezTo>
                      <a:pt x="40" y="69"/>
                      <a:pt x="40" y="69"/>
                      <a:pt x="40" y="69"/>
                    </a:cubicBezTo>
                    <a:cubicBezTo>
                      <a:pt x="40" y="68"/>
                      <a:pt x="39" y="68"/>
                      <a:pt x="39" y="69"/>
                    </a:cubicBezTo>
                    <a:cubicBezTo>
                      <a:pt x="39" y="68"/>
                      <a:pt x="39" y="68"/>
                      <a:pt x="39" y="69"/>
                    </a:cubicBezTo>
                    <a:cubicBezTo>
                      <a:pt x="38" y="68"/>
                      <a:pt x="38" y="68"/>
                      <a:pt x="38" y="68"/>
                    </a:cubicBezTo>
                    <a:cubicBezTo>
                      <a:pt x="39" y="68"/>
                      <a:pt x="39" y="68"/>
                      <a:pt x="38" y="68"/>
                    </a:cubicBezTo>
                    <a:cubicBezTo>
                      <a:pt x="38" y="68"/>
                      <a:pt x="38" y="68"/>
                      <a:pt x="38" y="68"/>
                    </a:cubicBezTo>
                    <a:cubicBezTo>
                      <a:pt x="39" y="68"/>
                      <a:pt x="39" y="68"/>
                      <a:pt x="39" y="68"/>
                    </a:cubicBezTo>
                    <a:cubicBezTo>
                      <a:pt x="39" y="68"/>
                      <a:pt x="39" y="68"/>
                      <a:pt x="39" y="68"/>
                    </a:cubicBezTo>
                    <a:cubicBezTo>
                      <a:pt x="39" y="68"/>
                      <a:pt x="40" y="68"/>
                      <a:pt x="39" y="68"/>
                    </a:cubicBezTo>
                    <a:cubicBezTo>
                      <a:pt x="39" y="68"/>
                      <a:pt x="39" y="68"/>
                      <a:pt x="39" y="68"/>
                    </a:cubicBezTo>
                    <a:cubicBezTo>
                      <a:pt x="39" y="67"/>
                      <a:pt x="39" y="67"/>
                      <a:pt x="39" y="67"/>
                    </a:cubicBezTo>
                    <a:cubicBezTo>
                      <a:pt x="39" y="67"/>
                      <a:pt x="39" y="67"/>
                      <a:pt x="39" y="67"/>
                    </a:cubicBezTo>
                    <a:cubicBezTo>
                      <a:pt x="39" y="67"/>
                      <a:pt x="39" y="67"/>
                      <a:pt x="39" y="67"/>
                    </a:cubicBezTo>
                    <a:cubicBezTo>
                      <a:pt x="39" y="67"/>
                      <a:pt x="39" y="67"/>
                      <a:pt x="39" y="67"/>
                    </a:cubicBezTo>
                    <a:cubicBezTo>
                      <a:pt x="38" y="67"/>
                      <a:pt x="38" y="67"/>
                      <a:pt x="38" y="67"/>
                    </a:cubicBezTo>
                    <a:cubicBezTo>
                      <a:pt x="38" y="67"/>
                      <a:pt x="38" y="67"/>
                      <a:pt x="38" y="67"/>
                    </a:cubicBezTo>
                    <a:cubicBezTo>
                      <a:pt x="39" y="67"/>
                      <a:pt x="39" y="67"/>
                      <a:pt x="39" y="67"/>
                    </a:cubicBezTo>
                    <a:cubicBezTo>
                      <a:pt x="39" y="67"/>
                      <a:pt x="39" y="67"/>
                      <a:pt x="39" y="67"/>
                    </a:cubicBezTo>
                    <a:cubicBezTo>
                      <a:pt x="39" y="67"/>
                      <a:pt x="39" y="67"/>
                      <a:pt x="39" y="67"/>
                    </a:cubicBezTo>
                    <a:cubicBezTo>
                      <a:pt x="40" y="67"/>
                      <a:pt x="39" y="67"/>
                      <a:pt x="40" y="67"/>
                    </a:cubicBezTo>
                    <a:cubicBezTo>
                      <a:pt x="39" y="67"/>
                      <a:pt x="41" y="67"/>
                      <a:pt x="40" y="66"/>
                    </a:cubicBezTo>
                    <a:cubicBezTo>
                      <a:pt x="40" y="66"/>
                      <a:pt x="40" y="66"/>
                      <a:pt x="40" y="66"/>
                    </a:cubicBezTo>
                    <a:cubicBezTo>
                      <a:pt x="40" y="66"/>
                      <a:pt x="40" y="66"/>
                      <a:pt x="40" y="66"/>
                    </a:cubicBezTo>
                    <a:cubicBezTo>
                      <a:pt x="41" y="67"/>
                      <a:pt x="41" y="65"/>
                      <a:pt x="41" y="66"/>
                    </a:cubicBezTo>
                    <a:cubicBezTo>
                      <a:pt x="41" y="66"/>
                      <a:pt x="41" y="66"/>
                      <a:pt x="41" y="66"/>
                    </a:cubicBezTo>
                    <a:cubicBezTo>
                      <a:pt x="40" y="65"/>
                      <a:pt x="40" y="65"/>
                      <a:pt x="40" y="65"/>
                    </a:cubicBezTo>
                    <a:cubicBezTo>
                      <a:pt x="40" y="65"/>
                      <a:pt x="40" y="65"/>
                      <a:pt x="40" y="65"/>
                    </a:cubicBezTo>
                    <a:cubicBezTo>
                      <a:pt x="40" y="65"/>
                      <a:pt x="40" y="65"/>
                      <a:pt x="40" y="65"/>
                    </a:cubicBezTo>
                    <a:cubicBezTo>
                      <a:pt x="40" y="65"/>
                      <a:pt x="40" y="65"/>
                      <a:pt x="40" y="65"/>
                    </a:cubicBezTo>
                    <a:cubicBezTo>
                      <a:pt x="40" y="66"/>
                      <a:pt x="40" y="65"/>
                      <a:pt x="39" y="65"/>
                    </a:cubicBezTo>
                    <a:cubicBezTo>
                      <a:pt x="39" y="65"/>
                      <a:pt x="39" y="65"/>
                      <a:pt x="39" y="65"/>
                    </a:cubicBezTo>
                    <a:cubicBezTo>
                      <a:pt x="40" y="64"/>
                      <a:pt x="39" y="64"/>
                      <a:pt x="39" y="64"/>
                    </a:cubicBezTo>
                    <a:cubicBezTo>
                      <a:pt x="39" y="64"/>
                      <a:pt x="39" y="64"/>
                      <a:pt x="40" y="64"/>
                    </a:cubicBezTo>
                    <a:cubicBezTo>
                      <a:pt x="41" y="63"/>
                      <a:pt x="39" y="63"/>
                      <a:pt x="40" y="63"/>
                    </a:cubicBezTo>
                    <a:cubicBezTo>
                      <a:pt x="39" y="63"/>
                      <a:pt x="40" y="62"/>
                      <a:pt x="40" y="63"/>
                    </a:cubicBezTo>
                    <a:cubicBezTo>
                      <a:pt x="40" y="63"/>
                      <a:pt x="40" y="63"/>
                      <a:pt x="40" y="63"/>
                    </a:cubicBezTo>
                    <a:cubicBezTo>
                      <a:pt x="40" y="63"/>
                      <a:pt x="40" y="63"/>
                      <a:pt x="40" y="63"/>
                    </a:cubicBezTo>
                    <a:cubicBezTo>
                      <a:pt x="40" y="63"/>
                      <a:pt x="40" y="63"/>
                      <a:pt x="39" y="63"/>
                    </a:cubicBezTo>
                    <a:cubicBezTo>
                      <a:pt x="40" y="62"/>
                      <a:pt x="39" y="63"/>
                      <a:pt x="39" y="63"/>
                    </a:cubicBezTo>
                    <a:cubicBezTo>
                      <a:pt x="39" y="63"/>
                      <a:pt x="39" y="63"/>
                      <a:pt x="39" y="63"/>
                    </a:cubicBezTo>
                    <a:cubicBezTo>
                      <a:pt x="38" y="63"/>
                      <a:pt x="38" y="63"/>
                      <a:pt x="38" y="63"/>
                    </a:cubicBezTo>
                    <a:cubicBezTo>
                      <a:pt x="39" y="63"/>
                      <a:pt x="39" y="63"/>
                      <a:pt x="39" y="63"/>
                    </a:cubicBezTo>
                    <a:cubicBezTo>
                      <a:pt x="39" y="62"/>
                      <a:pt x="39" y="62"/>
                      <a:pt x="39" y="62"/>
                    </a:cubicBezTo>
                    <a:cubicBezTo>
                      <a:pt x="39" y="62"/>
                      <a:pt x="39" y="62"/>
                      <a:pt x="39" y="62"/>
                    </a:cubicBezTo>
                    <a:cubicBezTo>
                      <a:pt x="39" y="62"/>
                      <a:pt x="39" y="62"/>
                      <a:pt x="39" y="62"/>
                    </a:cubicBezTo>
                    <a:cubicBezTo>
                      <a:pt x="37" y="62"/>
                      <a:pt x="39" y="62"/>
                      <a:pt x="38" y="62"/>
                    </a:cubicBezTo>
                    <a:cubicBezTo>
                      <a:pt x="37" y="62"/>
                      <a:pt x="38" y="61"/>
                      <a:pt x="38" y="61"/>
                    </a:cubicBezTo>
                    <a:cubicBezTo>
                      <a:pt x="38" y="61"/>
                      <a:pt x="38" y="61"/>
                      <a:pt x="38" y="61"/>
                    </a:cubicBezTo>
                    <a:cubicBezTo>
                      <a:pt x="38" y="61"/>
                      <a:pt x="38" y="61"/>
                      <a:pt x="38" y="61"/>
                    </a:cubicBezTo>
                    <a:cubicBezTo>
                      <a:pt x="38" y="61"/>
                      <a:pt x="38" y="61"/>
                      <a:pt x="38" y="61"/>
                    </a:cubicBezTo>
                    <a:cubicBezTo>
                      <a:pt x="38" y="60"/>
                      <a:pt x="38" y="60"/>
                      <a:pt x="38" y="60"/>
                    </a:cubicBezTo>
                    <a:cubicBezTo>
                      <a:pt x="38" y="60"/>
                      <a:pt x="38" y="60"/>
                      <a:pt x="38" y="60"/>
                    </a:cubicBezTo>
                    <a:cubicBezTo>
                      <a:pt x="38" y="60"/>
                      <a:pt x="38" y="60"/>
                      <a:pt x="38" y="60"/>
                    </a:cubicBezTo>
                    <a:cubicBezTo>
                      <a:pt x="38" y="60"/>
                      <a:pt x="38" y="60"/>
                      <a:pt x="38" y="60"/>
                    </a:cubicBezTo>
                    <a:cubicBezTo>
                      <a:pt x="38" y="60"/>
                      <a:pt x="38" y="60"/>
                      <a:pt x="38" y="60"/>
                    </a:cubicBezTo>
                    <a:cubicBezTo>
                      <a:pt x="37" y="59"/>
                      <a:pt x="37" y="59"/>
                      <a:pt x="37" y="59"/>
                    </a:cubicBezTo>
                    <a:cubicBezTo>
                      <a:pt x="37" y="59"/>
                      <a:pt x="37" y="59"/>
                      <a:pt x="37" y="59"/>
                    </a:cubicBezTo>
                    <a:cubicBezTo>
                      <a:pt x="37" y="60"/>
                      <a:pt x="37" y="60"/>
                      <a:pt x="37" y="60"/>
                    </a:cubicBezTo>
                    <a:cubicBezTo>
                      <a:pt x="37" y="60"/>
                      <a:pt x="37" y="60"/>
                      <a:pt x="37" y="60"/>
                    </a:cubicBezTo>
                    <a:cubicBezTo>
                      <a:pt x="37" y="60"/>
                      <a:pt x="37" y="60"/>
                      <a:pt x="37" y="60"/>
                    </a:cubicBezTo>
                    <a:cubicBezTo>
                      <a:pt x="37" y="60"/>
                      <a:pt x="37" y="60"/>
                      <a:pt x="37" y="60"/>
                    </a:cubicBezTo>
                    <a:cubicBezTo>
                      <a:pt x="37" y="60"/>
                      <a:pt x="37" y="59"/>
                      <a:pt x="37" y="59"/>
                    </a:cubicBezTo>
                    <a:cubicBezTo>
                      <a:pt x="36" y="60"/>
                      <a:pt x="36" y="60"/>
                      <a:pt x="36" y="60"/>
                    </a:cubicBezTo>
                    <a:cubicBezTo>
                      <a:pt x="36" y="59"/>
                      <a:pt x="36" y="60"/>
                      <a:pt x="36" y="60"/>
                    </a:cubicBezTo>
                    <a:cubicBezTo>
                      <a:pt x="37" y="60"/>
                      <a:pt x="36" y="59"/>
                      <a:pt x="36" y="60"/>
                    </a:cubicBezTo>
                    <a:cubicBezTo>
                      <a:pt x="36" y="59"/>
                      <a:pt x="37" y="60"/>
                      <a:pt x="36" y="60"/>
                    </a:cubicBezTo>
                    <a:cubicBezTo>
                      <a:pt x="36" y="59"/>
                      <a:pt x="36" y="59"/>
                      <a:pt x="36" y="59"/>
                    </a:cubicBezTo>
                    <a:cubicBezTo>
                      <a:pt x="37" y="59"/>
                      <a:pt x="37" y="59"/>
                      <a:pt x="37" y="59"/>
                    </a:cubicBezTo>
                    <a:cubicBezTo>
                      <a:pt x="36" y="59"/>
                      <a:pt x="36" y="59"/>
                      <a:pt x="36" y="59"/>
                    </a:cubicBezTo>
                    <a:cubicBezTo>
                      <a:pt x="37" y="59"/>
                      <a:pt x="35" y="59"/>
                      <a:pt x="36" y="59"/>
                    </a:cubicBezTo>
                    <a:cubicBezTo>
                      <a:pt x="36" y="59"/>
                      <a:pt x="36" y="59"/>
                      <a:pt x="36" y="59"/>
                    </a:cubicBezTo>
                    <a:cubicBezTo>
                      <a:pt x="36" y="59"/>
                      <a:pt x="36" y="59"/>
                      <a:pt x="36" y="59"/>
                    </a:cubicBezTo>
                    <a:cubicBezTo>
                      <a:pt x="36" y="59"/>
                      <a:pt x="36" y="59"/>
                      <a:pt x="36" y="59"/>
                    </a:cubicBezTo>
                    <a:cubicBezTo>
                      <a:pt x="36" y="59"/>
                      <a:pt x="36" y="59"/>
                      <a:pt x="36" y="59"/>
                    </a:cubicBezTo>
                    <a:cubicBezTo>
                      <a:pt x="36" y="59"/>
                      <a:pt x="36" y="58"/>
                      <a:pt x="36" y="59"/>
                    </a:cubicBezTo>
                    <a:cubicBezTo>
                      <a:pt x="35" y="59"/>
                      <a:pt x="35" y="59"/>
                      <a:pt x="35" y="58"/>
                    </a:cubicBezTo>
                    <a:cubicBezTo>
                      <a:pt x="36" y="58"/>
                      <a:pt x="36" y="58"/>
                      <a:pt x="36" y="57"/>
                    </a:cubicBezTo>
                    <a:cubicBezTo>
                      <a:pt x="35" y="57"/>
                      <a:pt x="36" y="58"/>
                      <a:pt x="35" y="57"/>
                    </a:cubicBezTo>
                    <a:cubicBezTo>
                      <a:pt x="35" y="57"/>
                      <a:pt x="35" y="58"/>
                      <a:pt x="35" y="57"/>
                    </a:cubicBezTo>
                    <a:cubicBezTo>
                      <a:pt x="35" y="57"/>
                      <a:pt x="35" y="57"/>
                      <a:pt x="35" y="57"/>
                    </a:cubicBezTo>
                    <a:cubicBezTo>
                      <a:pt x="35" y="57"/>
                      <a:pt x="35" y="57"/>
                      <a:pt x="35" y="57"/>
                    </a:cubicBezTo>
                    <a:cubicBezTo>
                      <a:pt x="35" y="58"/>
                      <a:pt x="35" y="57"/>
                      <a:pt x="35" y="57"/>
                    </a:cubicBezTo>
                    <a:cubicBezTo>
                      <a:pt x="35" y="57"/>
                      <a:pt x="35" y="57"/>
                      <a:pt x="35" y="57"/>
                    </a:cubicBezTo>
                    <a:cubicBezTo>
                      <a:pt x="35" y="57"/>
                      <a:pt x="35" y="57"/>
                      <a:pt x="35" y="57"/>
                    </a:cubicBezTo>
                    <a:cubicBezTo>
                      <a:pt x="35" y="57"/>
                      <a:pt x="35" y="57"/>
                      <a:pt x="35" y="57"/>
                    </a:cubicBezTo>
                    <a:cubicBezTo>
                      <a:pt x="35" y="57"/>
                      <a:pt x="35" y="57"/>
                      <a:pt x="35" y="57"/>
                    </a:cubicBezTo>
                    <a:cubicBezTo>
                      <a:pt x="36" y="57"/>
                      <a:pt x="36" y="57"/>
                      <a:pt x="35" y="56"/>
                    </a:cubicBezTo>
                    <a:cubicBezTo>
                      <a:pt x="36" y="57"/>
                      <a:pt x="37" y="56"/>
                      <a:pt x="37" y="55"/>
                    </a:cubicBezTo>
                    <a:cubicBezTo>
                      <a:pt x="37" y="54"/>
                      <a:pt x="37" y="54"/>
                      <a:pt x="37" y="54"/>
                    </a:cubicBezTo>
                    <a:cubicBezTo>
                      <a:pt x="37" y="54"/>
                      <a:pt x="37" y="54"/>
                      <a:pt x="37" y="54"/>
                    </a:cubicBezTo>
                    <a:cubicBezTo>
                      <a:pt x="37" y="54"/>
                      <a:pt x="37" y="54"/>
                      <a:pt x="37" y="54"/>
                    </a:cubicBezTo>
                    <a:cubicBezTo>
                      <a:pt x="37" y="53"/>
                      <a:pt x="37" y="53"/>
                      <a:pt x="37" y="53"/>
                    </a:cubicBezTo>
                    <a:cubicBezTo>
                      <a:pt x="37" y="53"/>
                      <a:pt x="37" y="53"/>
                      <a:pt x="37" y="53"/>
                    </a:cubicBezTo>
                    <a:cubicBezTo>
                      <a:pt x="37" y="52"/>
                      <a:pt x="37" y="52"/>
                      <a:pt x="37" y="53"/>
                    </a:cubicBezTo>
                    <a:cubicBezTo>
                      <a:pt x="37" y="53"/>
                      <a:pt x="37" y="53"/>
                      <a:pt x="37" y="53"/>
                    </a:cubicBezTo>
                    <a:cubicBezTo>
                      <a:pt x="37" y="53"/>
                      <a:pt x="37" y="53"/>
                      <a:pt x="37" y="53"/>
                    </a:cubicBezTo>
                    <a:cubicBezTo>
                      <a:pt x="37" y="52"/>
                      <a:pt x="38" y="51"/>
                      <a:pt x="37" y="52"/>
                    </a:cubicBezTo>
                    <a:cubicBezTo>
                      <a:pt x="37" y="51"/>
                      <a:pt x="37" y="52"/>
                      <a:pt x="36" y="52"/>
                    </a:cubicBezTo>
                    <a:cubicBezTo>
                      <a:pt x="36" y="53"/>
                      <a:pt x="36" y="53"/>
                      <a:pt x="36" y="53"/>
                    </a:cubicBezTo>
                    <a:cubicBezTo>
                      <a:pt x="36" y="53"/>
                      <a:pt x="36" y="53"/>
                      <a:pt x="36" y="53"/>
                    </a:cubicBezTo>
                    <a:cubicBezTo>
                      <a:pt x="35" y="52"/>
                      <a:pt x="33" y="52"/>
                      <a:pt x="35" y="53"/>
                    </a:cubicBezTo>
                    <a:cubicBezTo>
                      <a:pt x="35" y="54"/>
                      <a:pt x="35" y="54"/>
                      <a:pt x="35" y="54"/>
                    </a:cubicBezTo>
                    <a:cubicBezTo>
                      <a:pt x="35" y="55"/>
                      <a:pt x="35" y="55"/>
                      <a:pt x="35" y="55"/>
                    </a:cubicBezTo>
                    <a:cubicBezTo>
                      <a:pt x="35" y="55"/>
                      <a:pt x="35" y="55"/>
                      <a:pt x="35" y="55"/>
                    </a:cubicBezTo>
                    <a:cubicBezTo>
                      <a:pt x="35" y="55"/>
                      <a:pt x="35" y="55"/>
                      <a:pt x="35" y="55"/>
                    </a:cubicBezTo>
                    <a:cubicBezTo>
                      <a:pt x="35" y="55"/>
                      <a:pt x="35" y="55"/>
                      <a:pt x="35" y="55"/>
                    </a:cubicBezTo>
                    <a:cubicBezTo>
                      <a:pt x="34" y="55"/>
                      <a:pt x="34" y="55"/>
                      <a:pt x="34" y="55"/>
                    </a:cubicBezTo>
                    <a:cubicBezTo>
                      <a:pt x="34" y="55"/>
                      <a:pt x="34" y="55"/>
                      <a:pt x="34" y="55"/>
                    </a:cubicBezTo>
                    <a:cubicBezTo>
                      <a:pt x="35" y="55"/>
                      <a:pt x="35" y="55"/>
                      <a:pt x="35" y="55"/>
                    </a:cubicBezTo>
                    <a:cubicBezTo>
                      <a:pt x="35" y="56"/>
                      <a:pt x="34" y="56"/>
                      <a:pt x="34" y="56"/>
                    </a:cubicBezTo>
                    <a:cubicBezTo>
                      <a:pt x="34" y="57"/>
                      <a:pt x="35" y="57"/>
                      <a:pt x="34" y="56"/>
                    </a:cubicBezTo>
                    <a:cubicBezTo>
                      <a:pt x="34" y="57"/>
                      <a:pt x="34" y="57"/>
                      <a:pt x="34" y="56"/>
                    </a:cubicBezTo>
                    <a:cubicBezTo>
                      <a:pt x="34" y="57"/>
                      <a:pt x="34" y="55"/>
                      <a:pt x="33" y="56"/>
                    </a:cubicBezTo>
                    <a:cubicBezTo>
                      <a:pt x="33" y="57"/>
                      <a:pt x="33" y="56"/>
                      <a:pt x="33" y="56"/>
                    </a:cubicBezTo>
                    <a:cubicBezTo>
                      <a:pt x="33" y="57"/>
                      <a:pt x="34" y="57"/>
                      <a:pt x="33" y="56"/>
                    </a:cubicBezTo>
                    <a:cubicBezTo>
                      <a:pt x="33" y="56"/>
                      <a:pt x="33" y="56"/>
                      <a:pt x="33" y="56"/>
                    </a:cubicBezTo>
                    <a:cubicBezTo>
                      <a:pt x="33" y="56"/>
                      <a:pt x="33" y="56"/>
                      <a:pt x="33" y="56"/>
                    </a:cubicBezTo>
                    <a:cubicBezTo>
                      <a:pt x="32" y="56"/>
                      <a:pt x="32" y="56"/>
                      <a:pt x="33" y="56"/>
                    </a:cubicBezTo>
                    <a:cubicBezTo>
                      <a:pt x="33" y="56"/>
                      <a:pt x="34" y="56"/>
                      <a:pt x="33" y="56"/>
                    </a:cubicBezTo>
                    <a:cubicBezTo>
                      <a:pt x="32" y="55"/>
                      <a:pt x="33" y="55"/>
                      <a:pt x="33" y="56"/>
                    </a:cubicBezTo>
                    <a:cubicBezTo>
                      <a:pt x="33" y="56"/>
                      <a:pt x="32" y="56"/>
                      <a:pt x="33" y="55"/>
                    </a:cubicBezTo>
                    <a:cubicBezTo>
                      <a:pt x="32" y="55"/>
                      <a:pt x="32" y="56"/>
                      <a:pt x="32" y="55"/>
                    </a:cubicBezTo>
                    <a:cubicBezTo>
                      <a:pt x="32" y="55"/>
                      <a:pt x="33" y="57"/>
                      <a:pt x="32" y="55"/>
                    </a:cubicBezTo>
                    <a:cubicBezTo>
                      <a:pt x="32" y="55"/>
                      <a:pt x="32" y="55"/>
                      <a:pt x="32" y="55"/>
                    </a:cubicBezTo>
                    <a:cubicBezTo>
                      <a:pt x="33" y="56"/>
                      <a:pt x="33" y="56"/>
                      <a:pt x="32" y="56"/>
                    </a:cubicBezTo>
                    <a:cubicBezTo>
                      <a:pt x="32" y="57"/>
                      <a:pt x="32" y="55"/>
                      <a:pt x="32" y="55"/>
                    </a:cubicBezTo>
                    <a:cubicBezTo>
                      <a:pt x="32" y="55"/>
                      <a:pt x="31" y="55"/>
                      <a:pt x="32" y="55"/>
                    </a:cubicBezTo>
                    <a:cubicBezTo>
                      <a:pt x="32" y="54"/>
                      <a:pt x="32" y="55"/>
                      <a:pt x="32" y="54"/>
                    </a:cubicBezTo>
                    <a:cubicBezTo>
                      <a:pt x="33" y="54"/>
                      <a:pt x="33" y="54"/>
                      <a:pt x="33" y="54"/>
                    </a:cubicBezTo>
                    <a:cubicBezTo>
                      <a:pt x="33" y="54"/>
                      <a:pt x="33" y="54"/>
                      <a:pt x="33" y="54"/>
                    </a:cubicBezTo>
                    <a:cubicBezTo>
                      <a:pt x="33" y="54"/>
                      <a:pt x="33" y="54"/>
                      <a:pt x="33" y="53"/>
                    </a:cubicBezTo>
                    <a:cubicBezTo>
                      <a:pt x="33" y="54"/>
                      <a:pt x="33" y="54"/>
                      <a:pt x="33" y="54"/>
                    </a:cubicBezTo>
                    <a:cubicBezTo>
                      <a:pt x="32" y="54"/>
                      <a:pt x="34" y="55"/>
                      <a:pt x="34" y="54"/>
                    </a:cubicBezTo>
                    <a:cubicBezTo>
                      <a:pt x="34" y="53"/>
                      <a:pt x="34" y="53"/>
                      <a:pt x="33" y="53"/>
                    </a:cubicBezTo>
                    <a:cubicBezTo>
                      <a:pt x="34" y="52"/>
                      <a:pt x="34" y="52"/>
                      <a:pt x="34" y="52"/>
                    </a:cubicBezTo>
                    <a:cubicBezTo>
                      <a:pt x="34" y="51"/>
                      <a:pt x="34" y="51"/>
                      <a:pt x="34" y="51"/>
                    </a:cubicBezTo>
                    <a:cubicBezTo>
                      <a:pt x="34" y="50"/>
                      <a:pt x="34" y="50"/>
                      <a:pt x="34" y="50"/>
                    </a:cubicBezTo>
                    <a:cubicBezTo>
                      <a:pt x="34" y="50"/>
                      <a:pt x="34" y="50"/>
                      <a:pt x="34" y="50"/>
                    </a:cubicBezTo>
                    <a:cubicBezTo>
                      <a:pt x="34" y="50"/>
                      <a:pt x="34" y="50"/>
                      <a:pt x="34" y="50"/>
                    </a:cubicBezTo>
                    <a:cubicBezTo>
                      <a:pt x="34" y="50"/>
                      <a:pt x="34" y="50"/>
                      <a:pt x="34" y="50"/>
                    </a:cubicBezTo>
                    <a:cubicBezTo>
                      <a:pt x="34" y="49"/>
                      <a:pt x="34" y="49"/>
                      <a:pt x="34" y="49"/>
                    </a:cubicBezTo>
                    <a:cubicBezTo>
                      <a:pt x="34" y="49"/>
                      <a:pt x="34" y="49"/>
                      <a:pt x="34" y="49"/>
                    </a:cubicBezTo>
                    <a:cubicBezTo>
                      <a:pt x="34" y="49"/>
                      <a:pt x="34" y="49"/>
                      <a:pt x="34" y="49"/>
                    </a:cubicBezTo>
                    <a:cubicBezTo>
                      <a:pt x="33" y="49"/>
                      <a:pt x="33" y="48"/>
                      <a:pt x="34" y="49"/>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2" y="48"/>
                      <a:pt x="32" y="48"/>
                      <a:pt x="32" y="48"/>
                    </a:cubicBezTo>
                    <a:cubicBezTo>
                      <a:pt x="32" y="48"/>
                      <a:pt x="32" y="48"/>
                      <a:pt x="32" y="48"/>
                    </a:cubicBezTo>
                    <a:cubicBezTo>
                      <a:pt x="32" y="48"/>
                      <a:pt x="32" y="48"/>
                      <a:pt x="32" y="48"/>
                    </a:cubicBezTo>
                    <a:cubicBezTo>
                      <a:pt x="32" y="48"/>
                      <a:pt x="32" y="48"/>
                      <a:pt x="32" y="48"/>
                    </a:cubicBezTo>
                    <a:cubicBezTo>
                      <a:pt x="32" y="48"/>
                      <a:pt x="32" y="48"/>
                      <a:pt x="32" y="48"/>
                    </a:cubicBezTo>
                    <a:cubicBezTo>
                      <a:pt x="32" y="48"/>
                      <a:pt x="32" y="48"/>
                      <a:pt x="32" y="48"/>
                    </a:cubicBezTo>
                    <a:cubicBezTo>
                      <a:pt x="32" y="48"/>
                      <a:pt x="32" y="48"/>
                      <a:pt x="32" y="48"/>
                    </a:cubicBezTo>
                    <a:cubicBezTo>
                      <a:pt x="32" y="48"/>
                      <a:pt x="32" y="48"/>
                      <a:pt x="32" y="47"/>
                    </a:cubicBezTo>
                    <a:cubicBezTo>
                      <a:pt x="32" y="47"/>
                      <a:pt x="32" y="47"/>
                      <a:pt x="32" y="47"/>
                    </a:cubicBezTo>
                    <a:cubicBezTo>
                      <a:pt x="32" y="48"/>
                      <a:pt x="32" y="48"/>
                      <a:pt x="32" y="48"/>
                    </a:cubicBezTo>
                    <a:cubicBezTo>
                      <a:pt x="32" y="48"/>
                      <a:pt x="32" y="48"/>
                      <a:pt x="32" y="48"/>
                    </a:cubicBezTo>
                    <a:cubicBezTo>
                      <a:pt x="32" y="48"/>
                      <a:pt x="32" y="48"/>
                      <a:pt x="32" y="48"/>
                    </a:cubicBezTo>
                    <a:cubicBezTo>
                      <a:pt x="32" y="47"/>
                      <a:pt x="32" y="47"/>
                      <a:pt x="32" y="47"/>
                    </a:cubicBezTo>
                    <a:cubicBezTo>
                      <a:pt x="32" y="47"/>
                      <a:pt x="32" y="47"/>
                      <a:pt x="32" y="47"/>
                    </a:cubicBezTo>
                    <a:cubicBezTo>
                      <a:pt x="32" y="47"/>
                      <a:pt x="32" y="47"/>
                      <a:pt x="32" y="47"/>
                    </a:cubicBezTo>
                    <a:cubicBezTo>
                      <a:pt x="32" y="47"/>
                      <a:pt x="32" y="47"/>
                      <a:pt x="32" y="46"/>
                    </a:cubicBezTo>
                    <a:cubicBezTo>
                      <a:pt x="32" y="46"/>
                      <a:pt x="32" y="46"/>
                      <a:pt x="32" y="46"/>
                    </a:cubicBezTo>
                    <a:cubicBezTo>
                      <a:pt x="31" y="45"/>
                      <a:pt x="31" y="46"/>
                      <a:pt x="31" y="45"/>
                    </a:cubicBezTo>
                    <a:cubicBezTo>
                      <a:pt x="31" y="45"/>
                      <a:pt x="31" y="45"/>
                      <a:pt x="31" y="44"/>
                    </a:cubicBezTo>
                    <a:cubicBezTo>
                      <a:pt x="30" y="45"/>
                      <a:pt x="30" y="45"/>
                      <a:pt x="30" y="45"/>
                    </a:cubicBezTo>
                    <a:cubicBezTo>
                      <a:pt x="30" y="45"/>
                      <a:pt x="30" y="46"/>
                      <a:pt x="30" y="45"/>
                    </a:cubicBezTo>
                    <a:cubicBezTo>
                      <a:pt x="29" y="45"/>
                      <a:pt x="29" y="44"/>
                      <a:pt x="30" y="44"/>
                    </a:cubicBezTo>
                    <a:cubicBezTo>
                      <a:pt x="30" y="44"/>
                      <a:pt x="30" y="43"/>
                      <a:pt x="31" y="43"/>
                    </a:cubicBezTo>
                    <a:cubicBezTo>
                      <a:pt x="30" y="43"/>
                      <a:pt x="30" y="43"/>
                      <a:pt x="30" y="43"/>
                    </a:cubicBezTo>
                    <a:cubicBezTo>
                      <a:pt x="30" y="43"/>
                      <a:pt x="29" y="41"/>
                      <a:pt x="29" y="42"/>
                    </a:cubicBezTo>
                    <a:cubicBezTo>
                      <a:pt x="28" y="42"/>
                      <a:pt x="29" y="43"/>
                      <a:pt x="29" y="44"/>
                    </a:cubicBezTo>
                    <a:cubicBezTo>
                      <a:pt x="28" y="44"/>
                      <a:pt x="28" y="44"/>
                      <a:pt x="28" y="44"/>
                    </a:cubicBezTo>
                    <a:cubicBezTo>
                      <a:pt x="28" y="44"/>
                      <a:pt x="28" y="44"/>
                      <a:pt x="28" y="44"/>
                    </a:cubicBezTo>
                    <a:cubicBezTo>
                      <a:pt x="28" y="44"/>
                      <a:pt x="28" y="44"/>
                      <a:pt x="28" y="44"/>
                    </a:cubicBezTo>
                    <a:cubicBezTo>
                      <a:pt x="28" y="45"/>
                      <a:pt x="28" y="45"/>
                      <a:pt x="27" y="44"/>
                    </a:cubicBezTo>
                    <a:cubicBezTo>
                      <a:pt x="27" y="45"/>
                      <a:pt x="27" y="43"/>
                      <a:pt x="27" y="43"/>
                    </a:cubicBezTo>
                    <a:cubicBezTo>
                      <a:pt x="27" y="43"/>
                      <a:pt x="27" y="43"/>
                      <a:pt x="27" y="43"/>
                    </a:cubicBezTo>
                    <a:cubicBezTo>
                      <a:pt x="27" y="43"/>
                      <a:pt x="27" y="42"/>
                      <a:pt x="27" y="43"/>
                    </a:cubicBezTo>
                    <a:cubicBezTo>
                      <a:pt x="26" y="42"/>
                      <a:pt x="26" y="42"/>
                      <a:pt x="26" y="42"/>
                    </a:cubicBezTo>
                    <a:cubicBezTo>
                      <a:pt x="26" y="42"/>
                      <a:pt x="26" y="42"/>
                      <a:pt x="26" y="43"/>
                    </a:cubicBezTo>
                    <a:cubicBezTo>
                      <a:pt x="26" y="42"/>
                      <a:pt x="26" y="42"/>
                      <a:pt x="26" y="42"/>
                    </a:cubicBezTo>
                    <a:cubicBezTo>
                      <a:pt x="26" y="42"/>
                      <a:pt x="26" y="42"/>
                      <a:pt x="26" y="42"/>
                    </a:cubicBezTo>
                    <a:cubicBezTo>
                      <a:pt x="26" y="42"/>
                      <a:pt x="26" y="42"/>
                      <a:pt x="26" y="42"/>
                    </a:cubicBezTo>
                    <a:cubicBezTo>
                      <a:pt x="26" y="42"/>
                      <a:pt x="25" y="41"/>
                      <a:pt x="26" y="41"/>
                    </a:cubicBezTo>
                    <a:cubicBezTo>
                      <a:pt x="26" y="40"/>
                      <a:pt x="28" y="42"/>
                      <a:pt x="27" y="41"/>
                    </a:cubicBezTo>
                    <a:cubicBezTo>
                      <a:pt x="27" y="40"/>
                      <a:pt x="27" y="40"/>
                      <a:pt x="27" y="40"/>
                    </a:cubicBezTo>
                    <a:cubicBezTo>
                      <a:pt x="27" y="40"/>
                      <a:pt x="27" y="40"/>
                      <a:pt x="27" y="40"/>
                    </a:cubicBezTo>
                    <a:cubicBezTo>
                      <a:pt x="26" y="40"/>
                      <a:pt x="26" y="40"/>
                      <a:pt x="26" y="41"/>
                    </a:cubicBezTo>
                    <a:cubicBezTo>
                      <a:pt x="26" y="40"/>
                      <a:pt x="26" y="40"/>
                      <a:pt x="26" y="40"/>
                    </a:cubicBezTo>
                    <a:cubicBezTo>
                      <a:pt x="26" y="39"/>
                      <a:pt x="26" y="38"/>
                      <a:pt x="26" y="39"/>
                    </a:cubicBezTo>
                    <a:cubicBezTo>
                      <a:pt x="25" y="39"/>
                      <a:pt x="26" y="38"/>
                      <a:pt x="27" y="39"/>
                    </a:cubicBezTo>
                    <a:cubicBezTo>
                      <a:pt x="27" y="39"/>
                      <a:pt x="26" y="38"/>
                      <a:pt x="26" y="38"/>
                    </a:cubicBezTo>
                    <a:cubicBezTo>
                      <a:pt x="26" y="38"/>
                      <a:pt x="26" y="38"/>
                      <a:pt x="27" y="38"/>
                    </a:cubicBezTo>
                    <a:cubicBezTo>
                      <a:pt x="27" y="39"/>
                      <a:pt x="27" y="38"/>
                      <a:pt x="26" y="37"/>
                    </a:cubicBezTo>
                    <a:cubicBezTo>
                      <a:pt x="26" y="38"/>
                      <a:pt x="26" y="37"/>
                      <a:pt x="26" y="37"/>
                    </a:cubicBezTo>
                    <a:cubicBezTo>
                      <a:pt x="25" y="36"/>
                      <a:pt x="25" y="36"/>
                      <a:pt x="25" y="36"/>
                    </a:cubicBezTo>
                    <a:cubicBezTo>
                      <a:pt x="25" y="37"/>
                      <a:pt x="25" y="36"/>
                      <a:pt x="25" y="36"/>
                    </a:cubicBezTo>
                    <a:cubicBezTo>
                      <a:pt x="26" y="36"/>
                      <a:pt x="26" y="36"/>
                      <a:pt x="26" y="36"/>
                    </a:cubicBezTo>
                    <a:cubicBezTo>
                      <a:pt x="26" y="36"/>
                      <a:pt x="26" y="36"/>
                      <a:pt x="26" y="36"/>
                    </a:cubicBezTo>
                    <a:cubicBezTo>
                      <a:pt x="26" y="35"/>
                      <a:pt x="26" y="35"/>
                      <a:pt x="26" y="35"/>
                    </a:cubicBezTo>
                    <a:cubicBezTo>
                      <a:pt x="26" y="35"/>
                      <a:pt x="27" y="35"/>
                      <a:pt x="27" y="34"/>
                    </a:cubicBezTo>
                    <a:cubicBezTo>
                      <a:pt x="27" y="34"/>
                      <a:pt x="27" y="34"/>
                      <a:pt x="27" y="34"/>
                    </a:cubicBezTo>
                    <a:cubicBezTo>
                      <a:pt x="26" y="32"/>
                      <a:pt x="26" y="33"/>
                      <a:pt x="25" y="33"/>
                    </a:cubicBezTo>
                    <a:cubicBezTo>
                      <a:pt x="25" y="34"/>
                      <a:pt x="25" y="34"/>
                      <a:pt x="25" y="34"/>
                    </a:cubicBezTo>
                    <a:cubicBezTo>
                      <a:pt x="25" y="33"/>
                      <a:pt x="26" y="33"/>
                      <a:pt x="25" y="33"/>
                    </a:cubicBezTo>
                    <a:cubicBezTo>
                      <a:pt x="25" y="33"/>
                      <a:pt x="25" y="33"/>
                      <a:pt x="25" y="33"/>
                    </a:cubicBezTo>
                    <a:cubicBezTo>
                      <a:pt x="24" y="34"/>
                      <a:pt x="25" y="34"/>
                      <a:pt x="24" y="33"/>
                    </a:cubicBezTo>
                    <a:cubicBezTo>
                      <a:pt x="24" y="34"/>
                      <a:pt x="24" y="34"/>
                      <a:pt x="24" y="34"/>
                    </a:cubicBezTo>
                    <a:cubicBezTo>
                      <a:pt x="24" y="33"/>
                      <a:pt x="25" y="32"/>
                      <a:pt x="24" y="33"/>
                    </a:cubicBezTo>
                    <a:cubicBezTo>
                      <a:pt x="24" y="33"/>
                      <a:pt x="23" y="33"/>
                      <a:pt x="23" y="32"/>
                    </a:cubicBezTo>
                    <a:cubicBezTo>
                      <a:pt x="23" y="32"/>
                      <a:pt x="23" y="32"/>
                      <a:pt x="23" y="32"/>
                    </a:cubicBezTo>
                    <a:cubicBezTo>
                      <a:pt x="23" y="32"/>
                      <a:pt x="23" y="32"/>
                      <a:pt x="23" y="32"/>
                    </a:cubicBezTo>
                    <a:cubicBezTo>
                      <a:pt x="23" y="32"/>
                      <a:pt x="23" y="32"/>
                      <a:pt x="23" y="32"/>
                    </a:cubicBezTo>
                    <a:cubicBezTo>
                      <a:pt x="23" y="32"/>
                      <a:pt x="23" y="32"/>
                      <a:pt x="23" y="32"/>
                    </a:cubicBezTo>
                    <a:cubicBezTo>
                      <a:pt x="24" y="32"/>
                      <a:pt x="24" y="32"/>
                      <a:pt x="24" y="32"/>
                    </a:cubicBezTo>
                    <a:cubicBezTo>
                      <a:pt x="23" y="32"/>
                      <a:pt x="23" y="32"/>
                      <a:pt x="23" y="32"/>
                    </a:cubicBezTo>
                    <a:cubicBezTo>
                      <a:pt x="23" y="32"/>
                      <a:pt x="23" y="32"/>
                      <a:pt x="23" y="32"/>
                    </a:cubicBezTo>
                    <a:cubicBezTo>
                      <a:pt x="23" y="32"/>
                      <a:pt x="23" y="32"/>
                      <a:pt x="23" y="32"/>
                    </a:cubicBezTo>
                    <a:cubicBezTo>
                      <a:pt x="23" y="33"/>
                      <a:pt x="23" y="32"/>
                      <a:pt x="23" y="32"/>
                    </a:cubicBezTo>
                    <a:cubicBezTo>
                      <a:pt x="23" y="32"/>
                      <a:pt x="23" y="32"/>
                      <a:pt x="23" y="32"/>
                    </a:cubicBezTo>
                    <a:cubicBezTo>
                      <a:pt x="24" y="32"/>
                      <a:pt x="23" y="32"/>
                      <a:pt x="23" y="32"/>
                    </a:cubicBezTo>
                    <a:cubicBezTo>
                      <a:pt x="24" y="32"/>
                      <a:pt x="24" y="32"/>
                      <a:pt x="24" y="32"/>
                    </a:cubicBezTo>
                    <a:cubicBezTo>
                      <a:pt x="24" y="32"/>
                      <a:pt x="24" y="32"/>
                      <a:pt x="24" y="32"/>
                    </a:cubicBezTo>
                    <a:cubicBezTo>
                      <a:pt x="24" y="31"/>
                      <a:pt x="24" y="31"/>
                      <a:pt x="24" y="31"/>
                    </a:cubicBezTo>
                    <a:cubicBezTo>
                      <a:pt x="24" y="31"/>
                      <a:pt x="23" y="32"/>
                      <a:pt x="23" y="31"/>
                    </a:cubicBezTo>
                    <a:cubicBezTo>
                      <a:pt x="23" y="31"/>
                      <a:pt x="24" y="31"/>
                      <a:pt x="24" y="29"/>
                    </a:cubicBezTo>
                    <a:cubicBezTo>
                      <a:pt x="23" y="30"/>
                      <a:pt x="23" y="30"/>
                      <a:pt x="23" y="30"/>
                    </a:cubicBezTo>
                    <a:cubicBezTo>
                      <a:pt x="23" y="30"/>
                      <a:pt x="22" y="29"/>
                      <a:pt x="23" y="29"/>
                    </a:cubicBezTo>
                    <a:cubicBezTo>
                      <a:pt x="23" y="28"/>
                      <a:pt x="23" y="28"/>
                      <a:pt x="23" y="28"/>
                    </a:cubicBezTo>
                    <a:cubicBezTo>
                      <a:pt x="23" y="28"/>
                      <a:pt x="23" y="28"/>
                      <a:pt x="23" y="28"/>
                    </a:cubicBezTo>
                    <a:cubicBezTo>
                      <a:pt x="24" y="26"/>
                      <a:pt x="23" y="28"/>
                      <a:pt x="23" y="27"/>
                    </a:cubicBezTo>
                    <a:cubicBezTo>
                      <a:pt x="22" y="27"/>
                      <a:pt x="22" y="27"/>
                      <a:pt x="22" y="27"/>
                    </a:cubicBezTo>
                    <a:cubicBezTo>
                      <a:pt x="22" y="26"/>
                      <a:pt x="23" y="25"/>
                      <a:pt x="23" y="27"/>
                    </a:cubicBezTo>
                    <a:cubicBezTo>
                      <a:pt x="23" y="27"/>
                      <a:pt x="23" y="27"/>
                      <a:pt x="23" y="27"/>
                    </a:cubicBezTo>
                    <a:cubicBezTo>
                      <a:pt x="23" y="27"/>
                      <a:pt x="24" y="27"/>
                      <a:pt x="23" y="26"/>
                    </a:cubicBezTo>
                    <a:cubicBezTo>
                      <a:pt x="24" y="26"/>
                      <a:pt x="24" y="26"/>
                      <a:pt x="24" y="26"/>
                    </a:cubicBezTo>
                    <a:cubicBezTo>
                      <a:pt x="23" y="26"/>
                      <a:pt x="23" y="25"/>
                      <a:pt x="24" y="26"/>
                    </a:cubicBezTo>
                    <a:cubicBezTo>
                      <a:pt x="23" y="25"/>
                      <a:pt x="24" y="25"/>
                      <a:pt x="24" y="25"/>
                    </a:cubicBezTo>
                    <a:cubicBezTo>
                      <a:pt x="23" y="26"/>
                      <a:pt x="23" y="25"/>
                      <a:pt x="23" y="25"/>
                    </a:cubicBezTo>
                    <a:cubicBezTo>
                      <a:pt x="22" y="26"/>
                      <a:pt x="23" y="24"/>
                      <a:pt x="22" y="25"/>
                    </a:cubicBezTo>
                    <a:cubicBezTo>
                      <a:pt x="22" y="26"/>
                      <a:pt x="22" y="26"/>
                      <a:pt x="22" y="26"/>
                    </a:cubicBezTo>
                    <a:cubicBezTo>
                      <a:pt x="21" y="25"/>
                      <a:pt x="21" y="25"/>
                      <a:pt x="21" y="26"/>
                    </a:cubicBezTo>
                    <a:cubicBezTo>
                      <a:pt x="22" y="26"/>
                      <a:pt x="21" y="27"/>
                      <a:pt x="22" y="27"/>
                    </a:cubicBezTo>
                    <a:cubicBezTo>
                      <a:pt x="21" y="27"/>
                      <a:pt x="21" y="27"/>
                      <a:pt x="21" y="27"/>
                    </a:cubicBezTo>
                    <a:cubicBezTo>
                      <a:pt x="21" y="27"/>
                      <a:pt x="21" y="27"/>
                      <a:pt x="21" y="27"/>
                    </a:cubicBezTo>
                    <a:cubicBezTo>
                      <a:pt x="21" y="28"/>
                      <a:pt x="21" y="28"/>
                      <a:pt x="21" y="28"/>
                    </a:cubicBezTo>
                    <a:cubicBezTo>
                      <a:pt x="21" y="28"/>
                      <a:pt x="21" y="28"/>
                      <a:pt x="21" y="28"/>
                    </a:cubicBezTo>
                    <a:cubicBezTo>
                      <a:pt x="21" y="28"/>
                      <a:pt x="21" y="28"/>
                      <a:pt x="21" y="28"/>
                    </a:cubicBezTo>
                    <a:cubicBezTo>
                      <a:pt x="21" y="28"/>
                      <a:pt x="21" y="28"/>
                      <a:pt x="21" y="28"/>
                    </a:cubicBezTo>
                    <a:cubicBezTo>
                      <a:pt x="21" y="28"/>
                      <a:pt x="21" y="28"/>
                      <a:pt x="21" y="28"/>
                    </a:cubicBezTo>
                    <a:cubicBezTo>
                      <a:pt x="21" y="28"/>
                      <a:pt x="21" y="28"/>
                      <a:pt x="21" y="28"/>
                    </a:cubicBezTo>
                    <a:cubicBezTo>
                      <a:pt x="21" y="29"/>
                      <a:pt x="21" y="27"/>
                      <a:pt x="21" y="28"/>
                    </a:cubicBezTo>
                    <a:cubicBezTo>
                      <a:pt x="21" y="29"/>
                      <a:pt x="21" y="29"/>
                      <a:pt x="21" y="29"/>
                    </a:cubicBezTo>
                    <a:cubicBezTo>
                      <a:pt x="20" y="29"/>
                      <a:pt x="22" y="29"/>
                      <a:pt x="21" y="29"/>
                    </a:cubicBezTo>
                    <a:cubicBezTo>
                      <a:pt x="21" y="30"/>
                      <a:pt x="21" y="30"/>
                      <a:pt x="21" y="30"/>
                    </a:cubicBezTo>
                    <a:cubicBezTo>
                      <a:pt x="21" y="30"/>
                      <a:pt x="21" y="30"/>
                      <a:pt x="21" y="30"/>
                    </a:cubicBezTo>
                    <a:cubicBezTo>
                      <a:pt x="20" y="29"/>
                      <a:pt x="20" y="31"/>
                      <a:pt x="20" y="29"/>
                    </a:cubicBezTo>
                    <a:cubicBezTo>
                      <a:pt x="21" y="29"/>
                      <a:pt x="21" y="29"/>
                      <a:pt x="20" y="29"/>
                    </a:cubicBezTo>
                    <a:cubicBezTo>
                      <a:pt x="20" y="28"/>
                      <a:pt x="20" y="28"/>
                      <a:pt x="20" y="28"/>
                    </a:cubicBezTo>
                    <a:cubicBezTo>
                      <a:pt x="20" y="28"/>
                      <a:pt x="20" y="29"/>
                      <a:pt x="20" y="28"/>
                    </a:cubicBezTo>
                    <a:cubicBezTo>
                      <a:pt x="19" y="28"/>
                      <a:pt x="19" y="29"/>
                      <a:pt x="20" y="28"/>
                    </a:cubicBezTo>
                    <a:cubicBezTo>
                      <a:pt x="20" y="28"/>
                      <a:pt x="20" y="28"/>
                      <a:pt x="19" y="28"/>
                    </a:cubicBezTo>
                    <a:cubicBezTo>
                      <a:pt x="19" y="28"/>
                      <a:pt x="18" y="28"/>
                      <a:pt x="19" y="28"/>
                    </a:cubicBezTo>
                    <a:cubicBezTo>
                      <a:pt x="19" y="28"/>
                      <a:pt x="19" y="28"/>
                      <a:pt x="19" y="28"/>
                    </a:cubicBezTo>
                    <a:cubicBezTo>
                      <a:pt x="20" y="29"/>
                      <a:pt x="19" y="29"/>
                      <a:pt x="19" y="28"/>
                    </a:cubicBezTo>
                    <a:cubicBezTo>
                      <a:pt x="20" y="29"/>
                      <a:pt x="19" y="28"/>
                      <a:pt x="19" y="28"/>
                    </a:cubicBezTo>
                    <a:cubicBezTo>
                      <a:pt x="18" y="27"/>
                      <a:pt x="18" y="28"/>
                      <a:pt x="19" y="28"/>
                    </a:cubicBezTo>
                    <a:cubicBezTo>
                      <a:pt x="19" y="28"/>
                      <a:pt x="19" y="26"/>
                      <a:pt x="19" y="28"/>
                    </a:cubicBezTo>
                    <a:cubicBezTo>
                      <a:pt x="18" y="27"/>
                      <a:pt x="19" y="27"/>
                      <a:pt x="18" y="27"/>
                    </a:cubicBezTo>
                    <a:cubicBezTo>
                      <a:pt x="18" y="27"/>
                      <a:pt x="19" y="28"/>
                      <a:pt x="18" y="26"/>
                    </a:cubicBezTo>
                    <a:cubicBezTo>
                      <a:pt x="18" y="25"/>
                      <a:pt x="19" y="26"/>
                      <a:pt x="18" y="26"/>
                    </a:cubicBezTo>
                    <a:cubicBezTo>
                      <a:pt x="17" y="26"/>
                      <a:pt x="18" y="25"/>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7" y="27"/>
                      <a:pt x="19" y="26"/>
                      <a:pt x="19" y="27"/>
                    </a:cubicBezTo>
                    <a:cubicBezTo>
                      <a:pt x="18" y="26"/>
                      <a:pt x="20" y="27"/>
                      <a:pt x="20" y="26"/>
                    </a:cubicBezTo>
                    <a:cubicBezTo>
                      <a:pt x="20" y="26"/>
                      <a:pt x="20" y="26"/>
                      <a:pt x="20" y="27"/>
                    </a:cubicBezTo>
                    <a:cubicBezTo>
                      <a:pt x="20" y="27"/>
                      <a:pt x="20" y="28"/>
                      <a:pt x="20" y="27"/>
                    </a:cubicBezTo>
                    <a:cubicBezTo>
                      <a:pt x="20" y="25"/>
                      <a:pt x="20" y="25"/>
                      <a:pt x="20" y="25"/>
                    </a:cubicBezTo>
                    <a:cubicBezTo>
                      <a:pt x="21" y="25"/>
                      <a:pt x="20" y="25"/>
                      <a:pt x="20" y="25"/>
                    </a:cubicBezTo>
                    <a:cubicBezTo>
                      <a:pt x="20" y="24"/>
                      <a:pt x="20" y="24"/>
                      <a:pt x="20" y="24"/>
                    </a:cubicBezTo>
                    <a:cubicBezTo>
                      <a:pt x="19" y="25"/>
                      <a:pt x="19" y="25"/>
                      <a:pt x="19" y="25"/>
                    </a:cubicBezTo>
                    <a:cubicBezTo>
                      <a:pt x="19" y="25"/>
                      <a:pt x="19" y="25"/>
                      <a:pt x="19" y="25"/>
                    </a:cubicBezTo>
                    <a:cubicBezTo>
                      <a:pt x="19" y="25"/>
                      <a:pt x="18" y="26"/>
                      <a:pt x="19" y="25"/>
                    </a:cubicBezTo>
                    <a:cubicBezTo>
                      <a:pt x="20" y="23"/>
                      <a:pt x="19" y="24"/>
                      <a:pt x="20" y="24"/>
                    </a:cubicBezTo>
                    <a:cubicBezTo>
                      <a:pt x="20" y="24"/>
                      <a:pt x="20" y="24"/>
                      <a:pt x="20" y="24"/>
                    </a:cubicBezTo>
                    <a:cubicBezTo>
                      <a:pt x="20" y="24"/>
                      <a:pt x="19" y="24"/>
                      <a:pt x="20" y="24"/>
                    </a:cubicBezTo>
                    <a:cubicBezTo>
                      <a:pt x="20" y="25"/>
                      <a:pt x="21" y="25"/>
                      <a:pt x="21" y="24"/>
                    </a:cubicBezTo>
                    <a:cubicBezTo>
                      <a:pt x="21" y="23"/>
                      <a:pt x="21" y="23"/>
                      <a:pt x="21" y="23"/>
                    </a:cubicBezTo>
                    <a:cubicBezTo>
                      <a:pt x="22" y="24"/>
                      <a:pt x="22" y="25"/>
                      <a:pt x="21" y="23"/>
                    </a:cubicBezTo>
                    <a:cubicBezTo>
                      <a:pt x="21" y="23"/>
                      <a:pt x="21" y="23"/>
                      <a:pt x="21" y="23"/>
                    </a:cubicBezTo>
                    <a:cubicBezTo>
                      <a:pt x="22" y="22"/>
                      <a:pt x="22" y="22"/>
                      <a:pt x="22" y="22"/>
                    </a:cubicBezTo>
                    <a:cubicBezTo>
                      <a:pt x="22" y="23"/>
                      <a:pt x="22" y="22"/>
                      <a:pt x="22" y="22"/>
                    </a:cubicBezTo>
                    <a:cubicBezTo>
                      <a:pt x="22" y="22"/>
                      <a:pt x="22" y="21"/>
                      <a:pt x="22" y="21"/>
                    </a:cubicBezTo>
                    <a:cubicBezTo>
                      <a:pt x="21" y="21"/>
                      <a:pt x="20" y="22"/>
                      <a:pt x="21" y="20"/>
                    </a:cubicBezTo>
                    <a:cubicBezTo>
                      <a:pt x="20" y="19"/>
                      <a:pt x="20" y="19"/>
                      <a:pt x="20" y="19"/>
                    </a:cubicBezTo>
                    <a:cubicBezTo>
                      <a:pt x="20" y="19"/>
                      <a:pt x="20" y="20"/>
                      <a:pt x="20" y="20"/>
                    </a:cubicBezTo>
                    <a:cubicBezTo>
                      <a:pt x="20" y="20"/>
                      <a:pt x="20" y="20"/>
                      <a:pt x="20" y="20"/>
                    </a:cubicBezTo>
                    <a:cubicBezTo>
                      <a:pt x="21" y="20"/>
                      <a:pt x="21" y="20"/>
                      <a:pt x="20" y="21"/>
                    </a:cubicBezTo>
                    <a:cubicBezTo>
                      <a:pt x="20" y="20"/>
                      <a:pt x="20" y="21"/>
                      <a:pt x="20" y="21"/>
                    </a:cubicBezTo>
                    <a:cubicBezTo>
                      <a:pt x="20" y="21"/>
                      <a:pt x="20" y="21"/>
                      <a:pt x="20" y="21"/>
                    </a:cubicBezTo>
                    <a:cubicBezTo>
                      <a:pt x="19" y="21"/>
                      <a:pt x="19" y="21"/>
                      <a:pt x="19" y="21"/>
                    </a:cubicBezTo>
                    <a:cubicBezTo>
                      <a:pt x="19" y="21"/>
                      <a:pt x="19" y="21"/>
                      <a:pt x="19" y="21"/>
                    </a:cubicBezTo>
                    <a:cubicBezTo>
                      <a:pt x="19" y="21"/>
                      <a:pt x="19" y="21"/>
                      <a:pt x="19" y="21"/>
                    </a:cubicBezTo>
                    <a:cubicBezTo>
                      <a:pt x="19" y="21"/>
                      <a:pt x="19" y="21"/>
                      <a:pt x="19" y="21"/>
                    </a:cubicBezTo>
                    <a:cubicBezTo>
                      <a:pt x="19" y="21"/>
                      <a:pt x="19" y="21"/>
                      <a:pt x="19" y="21"/>
                    </a:cubicBezTo>
                    <a:cubicBezTo>
                      <a:pt x="19" y="21"/>
                      <a:pt x="19" y="21"/>
                      <a:pt x="19" y="21"/>
                    </a:cubicBezTo>
                    <a:cubicBezTo>
                      <a:pt x="19" y="21"/>
                      <a:pt x="19" y="21"/>
                      <a:pt x="19" y="21"/>
                    </a:cubicBezTo>
                    <a:cubicBezTo>
                      <a:pt x="19" y="21"/>
                      <a:pt x="19" y="21"/>
                      <a:pt x="19" y="21"/>
                    </a:cubicBezTo>
                    <a:cubicBezTo>
                      <a:pt x="19" y="20"/>
                      <a:pt x="19" y="20"/>
                      <a:pt x="19" y="20"/>
                    </a:cubicBezTo>
                    <a:cubicBezTo>
                      <a:pt x="19" y="21"/>
                      <a:pt x="19" y="20"/>
                      <a:pt x="19" y="20"/>
                    </a:cubicBezTo>
                    <a:cubicBezTo>
                      <a:pt x="19" y="19"/>
                      <a:pt x="19" y="20"/>
                      <a:pt x="19" y="20"/>
                    </a:cubicBezTo>
                    <a:cubicBezTo>
                      <a:pt x="20" y="19"/>
                      <a:pt x="20" y="19"/>
                      <a:pt x="20" y="19"/>
                    </a:cubicBezTo>
                    <a:cubicBezTo>
                      <a:pt x="20" y="19"/>
                      <a:pt x="20" y="19"/>
                      <a:pt x="20" y="19"/>
                    </a:cubicBezTo>
                    <a:cubicBezTo>
                      <a:pt x="19" y="18"/>
                      <a:pt x="19" y="18"/>
                      <a:pt x="19" y="18"/>
                    </a:cubicBezTo>
                    <a:cubicBezTo>
                      <a:pt x="19" y="19"/>
                      <a:pt x="19" y="18"/>
                      <a:pt x="19" y="19"/>
                    </a:cubicBezTo>
                    <a:cubicBezTo>
                      <a:pt x="18" y="19"/>
                      <a:pt x="19" y="19"/>
                      <a:pt x="18" y="19"/>
                    </a:cubicBezTo>
                    <a:cubicBezTo>
                      <a:pt x="18" y="20"/>
                      <a:pt x="18" y="19"/>
                      <a:pt x="18" y="19"/>
                    </a:cubicBezTo>
                    <a:cubicBezTo>
                      <a:pt x="19" y="18"/>
                      <a:pt x="17" y="19"/>
                      <a:pt x="18" y="18"/>
                    </a:cubicBezTo>
                    <a:cubicBezTo>
                      <a:pt x="18" y="18"/>
                      <a:pt x="18" y="18"/>
                      <a:pt x="18" y="18"/>
                    </a:cubicBezTo>
                    <a:cubicBezTo>
                      <a:pt x="19" y="18"/>
                      <a:pt x="18" y="17"/>
                      <a:pt x="20" y="18"/>
                    </a:cubicBezTo>
                    <a:cubicBezTo>
                      <a:pt x="19" y="18"/>
                      <a:pt x="20" y="18"/>
                      <a:pt x="20" y="18"/>
                    </a:cubicBezTo>
                    <a:cubicBezTo>
                      <a:pt x="19" y="17"/>
                      <a:pt x="19" y="17"/>
                      <a:pt x="19" y="17"/>
                    </a:cubicBezTo>
                    <a:cubicBezTo>
                      <a:pt x="20" y="17"/>
                      <a:pt x="19" y="15"/>
                      <a:pt x="19" y="17"/>
                    </a:cubicBezTo>
                    <a:cubicBezTo>
                      <a:pt x="19" y="17"/>
                      <a:pt x="19" y="17"/>
                      <a:pt x="18" y="17"/>
                    </a:cubicBezTo>
                    <a:cubicBezTo>
                      <a:pt x="19" y="17"/>
                      <a:pt x="19" y="17"/>
                      <a:pt x="19" y="16"/>
                    </a:cubicBezTo>
                    <a:cubicBezTo>
                      <a:pt x="19" y="16"/>
                      <a:pt x="19" y="16"/>
                      <a:pt x="19" y="16"/>
                    </a:cubicBezTo>
                    <a:cubicBezTo>
                      <a:pt x="18" y="16"/>
                      <a:pt x="18" y="16"/>
                      <a:pt x="18" y="16"/>
                    </a:cubicBezTo>
                    <a:cubicBezTo>
                      <a:pt x="18" y="16"/>
                      <a:pt x="18" y="16"/>
                      <a:pt x="18" y="16"/>
                    </a:cubicBezTo>
                    <a:cubicBezTo>
                      <a:pt x="18" y="16"/>
                      <a:pt x="19" y="15"/>
                      <a:pt x="18" y="15"/>
                    </a:cubicBezTo>
                    <a:cubicBezTo>
                      <a:pt x="18" y="15"/>
                      <a:pt x="18" y="16"/>
                      <a:pt x="18" y="16"/>
                    </a:cubicBezTo>
                    <a:cubicBezTo>
                      <a:pt x="17" y="15"/>
                      <a:pt x="17" y="15"/>
                      <a:pt x="17" y="16"/>
                    </a:cubicBezTo>
                    <a:cubicBezTo>
                      <a:pt x="16" y="16"/>
                      <a:pt x="16" y="17"/>
                      <a:pt x="16" y="16"/>
                    </a:cubicBezTo>
                    <a:cubicBezTo>
                      <a:pt x="16" y="16"/>
                      <a:pt x="15" y="15"/>
                      <a:pt x="15" y="17"/>
                    </a:cubicBezTo>
                    <a:cubicBezTo>
                      <a:pt x="14" y="16"/>
                      <a:pt x="15" y="16"/>
                      <a:pt x="14" y="17"/>
                    </a:cubicBezTo>
                    <a:cubicBezTo>
                      <a:pt x="15" y="17"/>
                      <a:pt x="14" y="17"/>
                      <a:pt x="13" y="17"/>
                    </a:cubicBezTo>
                    <a:cubicBezTo>
                      <a:pt x="12" y="17"/>
                      <a:pt x="14" y="16"/>
                      <a:pt x="13" y="16"/>
                    </a:cubicBezTo>
                    <a:cubicBezTo>
                      <a:pt x="12" y="16"/>
                      <a:pt x="12" y="16"/>
                      <a:pt x="13" y="16"/>
                    </a:cubicBezTo>
                    <a:cubicBezTo>
                      <a:pt x="12" y="16"/>
                      <a:pt x="12" y="16"/>
                      <a:pt x="12" y="16"/>
                    </a:cubicBezTo>
                    <a:cubicBezTo>
                      <a:pt x="12" y="15"/>
                      <a:pt x="11" y="19"/>
                      <a:pt x="12" y="17"/>
                    </a:cubicBezTo>
                    <a:cubicBezTo>
                      <a:pt x="11" y="17"/>
                      <a:pt x="11" y="16"/>
                      <a:pt x="12" y="17"/>
                    </a:cubicBezTo>
                    <a:cubicBezTo>
                      <a:pt x="11" y="17"/>
                      <a:pt x="12" y="18"/>
                      <a:pt x="11" y="17"/>
                    </a:cubicBezTo>
                    <a:cubicBezTo>
                      <a:pt x="10" y="17"/>
                      <a:pt x="11" y="16"/>
                      <a:pt x="11" y="17"/>
                    </a:cubicBezTo>
                    <a:cubicBezTo>
                      <a:pt x="11" y="14"/>
                      <a:pt x="12" y="17"/>
                      <a:pt x="11" y="17"/>
                    </a:cubicBezTo>
                    <a:cubicBezTo>
                      <a:pt x="11" y="16"/>
                      <a:pt x="11" y="18"/>
                      <a:pt x="11" y="17"/>
                    </a:cubicBezTo>
                    <a:cubicBezTo>
                      <a:pt x="11" y="16"/>
                      <a:pt x="12" y="17"/>
                      <a:pt x="11" y="17"/>
                    </a:cubicBezTo>
                    <a:cubicBezTo>
                      <a:pt x="10" y="16"/>
                      <a:pt x="12" y="15"/>
                      <a:pt x="11" y="16"/>
                    </a:cubicBezTo>
                    <a:cubicBezTo>
                      <a:pt x="11" y="17"/>
                      <a:pt x="12" y="15"/>
                      <a:pt x="11" y="16"/>
                    </a:cubicBezTo>
                    <a:cubicBezTo>
                      <a:pt x="11" y="16"/>
                      <a:pt x="12" y="17"/>
                      <a:pt x="11" y="16"/>
                    </a:cubicBezTo>
                    <a:cubicBezTo>
                      <a:pt x="12" y="15"/>
                      <a:pt x="11" y="17"/>
                      <a:pt x="11" y="16"/>
                    </a:cubicBezTo>
                    <a:cubicBezTo>
                      <a:pt x="11" y="16"/>
                      <a:pt x="12" y="16"/>
                      <a:pt x="13" y="15"/>
                    </a:cubicBezTo>
                    <a:cubicBezTo>
                      <a:pt x="13" y="15"/>
                      <a:pt x="13" y="14"/>
                      <a:pt x="12" y="14"/>
                    </a:cubicBezTo>
                    <a:cubicBezTo>
                      <a:pt x="13" y="13"/>
                      <a:pt x="12" y="15"/>
                      <a:pt x="13" y="14"/>
                    </a:cubicBezTo>
                    <a:cubicBezTo>
                      <a:pt x="13" y="13"/>
                      <a:pt x="12" y="14"/>
                      <a:pt x="13" y="14"/>
                    </a:cubicBezTo>
                    <a:cubicBezTo>
                      <a:pt x="13" y="14"/>
                      <a:pt x="13" y="13"/>
                      <a:pt x="13" y="14"/>
                    </a:cubicBezTo>
                    <a:cubicBezTo>
                      <a:pt x="13" y="13"/>
                      <a:pt x="13" y="13"/>
                      <a:pt x="13" y="13"/>
                    </a:cubicBezTo>
                    <a:cubicBezTo>
                      <a:pt x="13" y="12"/>
                      <a:pt x="13" y="12"/>
                      <a:pt x="12" y="12"/>
                    </a:cubicBezTo>
                    <a:cubicBezTo>
                      <a:pt x="13" y="12"/>
                      <a:pt x="13" y="12"/>
                      <a:pt x="13" y="12"/>
                    </a:cubicBezTo>
                    <a:cubicBezTo>
                      <a:pt x="12" y="11"/>
                      <a:pt x="12" y="11"/>
                      <a:pt x="12" y="11"/>
                    </a:cubicBezTo>
                    <a:cubicBezTo>
                      <a:pt x="13" y="12"/>
                      <a:pt x="13" y="12"/>
                      <a:pt x="13" y="12"/>
                    </a:cubicBezTo>
                    <a:cubicBezTo>
                      <a:pt x="13" y="12"/>
                      <a:pt x="13" y="12"/>
                      <a:pt x="13" y="12"/>
                    </a:cubicBezTo>
                    <a:cubicBezTo>
                      <a:pt x="13" y="12"/>
                      <a:pt x="13" y="11"/>
                      <a:pt x="13" y="11"/>
                    </a:cubicBezTo>
                    <a:cubicBezTo>
                      <a:pt x="12" y="11"/>
                      <a:pt x="13" y="11"/>
                      <a:pt x="13" y="10"/>
                    </a:cubicBezTo>
                    <a:cubicBezTo>
                      <a:pt x="12" y="10"/>
                      <a:pt x="12" y="10"/>
                      <a:pt x="12" y="10"/>
                    </a:cubicBezTo>
                    <a:cubicBezTo>
                      <a:pt x="12" y="10"/>
                      <a:pt x="12" y="9"/>
                      <a:pt x="13" y="9"/>
                    </a:cubicBezTo>
                    <a:cubicBezTo>
                      <a:pt x="13" y="8"/>
                      <a:pt x="12" y="9"/>
                      <a:pt x="12" y="8"/>
                    </a:cubicBezTo>
                    <a:cubicBezTo>
                      <a:pt x="12" y="8"/>
                      <a:pt x="14" y="9"/>
                      <a:pt x="13" y="7"/>
                    </a:cubicBezTo>
                    <a:cubicBezTo>
                      <a:pt x="13" y="6"/>
                      <a:pt x="13" y="6"/>
                      <a:pt x="13" y="6"/>
                    </a:cubicBezTo>
                    <a:cubicBezTo>
                      <a:pt x="12" y="6"/>
                      <a:pt x="12" y="7"/>
                      <a:pt x="12" y="6"/>
                    </a:cubicBezTo>
                    <a:cubicBezTo>
                      <a:pt x="12" y="5"/>
                      <a:pt x="12" y="5"/>
                      <a:pt x="12" y="5"/>
                    </a:cubicBezTo>
                    <a:cubicBezTo>
                      <a:pt x="12" y="6"/>
                      <a:pt x="11" y="5"/>
                      <a:pt x="11" y="6"/>
                    </a:cubicBezTo>
                    <a:cubicBezTo>
                      <a:pt x="11" y="6"/>
                      <a:pt x="11" y="7"/>
                      <a:pt x="11" y="6"/>
                    </a:cubicBezTo>
                    <a:cubicBezTo>
                      <a:pt x="11" y="7"/>
                      <a:pt x="11" y="7"/>
                      <a:pt x="11" y="7"/>
                    </a:cubicBezTo>
                    <a:cubicBezTo>
                      <a:pt x="11" y="6"/>
                      <a:pt x="11" y="6"/>
                      <a:pt x="11" y="6"/>
                    </a:cubicBezTo>
                    <a:cubicBezTo>
                      <a:pt x="11" y="6"/>
                      <a:pt x="11" y="6"/>
                      <a:pt x="11" y="6"/>
                    </a:cubicBezTo>
                    <a:cubicBezTo>
                      <a:pt x="11" y="6"/>
                      <a:pt x="10" y="5"/>
                      <a:pt x="10" y="5"/>
                    </a:cubicBezTo>
                    <a:cubicBezTo>
                      <a:pt x="10" y="4"/>
                      <a:pt x="10" y="6"/>
                      <a:pt x="10" y="5"/>
                    </a:cubicBezTo>
                    <a:cubicBezTo>
                      <a:pt x="10" y="4"/>
                      <a:pt x="10" y="4"/>
                      <a:pt x="11" y="4"/>
                    </a:cubicBezTo>
                    <a:cubicBezTo>
                      <a:pt x="10" y="4"/>
                      <a:pt x="10" y="4"/>
                      <a:pt x="10" y="4"/>
                    </a:cubicBezTo>
                    <a:cubicBezTo>
                      <a:pt x="10" y="4"/>
                      <a:pt x="10" y="5"/>
                      <a:pt x="9" y="4"/>
                    </a:cubicBezTo>
                    <a:cubicBezTo>
                      <a:pt x="10" y="3"/>
                      <a:pt x="11" y="3"/>
                      <a:pt x="10" y="2"/>
                    </a:cubicBezTo>
                    <a:cubicBezTo>
                      <a:pt x="10" y="2"/>
                      <a:pt x="10" y="3"/>
                      <a:pt x="9" y="3"/>
                    </a:cubicBezTo>
                    <a:cubicBezTo>
                      <a:pt x="9" y="2"/>
                      <a:pt x="9" y="2"/>
                      <a:pt x="9" y="2"/>
                    </a:cubicBezTo>
                    <a:cubicBezTo>
                      <a:pt x="9" y="2"/>
                      <a:pt x="8" y="1"/>
                      <a:pt x="8" y="2"/>
                    </a:cubicBezTo>
                    <a:cubicBezTo>
                      <a:pt x="8" y="2"/>
                      <a:pt x="7" y="3"/>
                      <a:pt x="8" y="3"/>
                    </a:cubicBezTo>
                    <a:cubicBezTo>
                      <a:pt x="8" y="2"/>
                      <a:pt x="9" y="3"/>
                      <a:pt x="8" y="3"/>
                    </a:cubicBezTo>
                    <a:cubicBezTo>
                      <a:pt x="8"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3"/>
                      <a:pt x="7" y="3"/>
                      <a:pt x="7" y="3"/>
                    </a:cubicBezTo>
                    <a:cubicBezTo>
                      <a:pt x="7" y="3"/>
                      <a:pt x="7" y="3"/>
                      <a:pt x="7" y="3"/>
                    </a:cubicBezTo>
                    <a:cubicBezTo>
                      <a:pt x="7" y="4"/>
                      <a:pt x="7" y="4"/>
                      <a:pt x="7" y="4"/>
                    </a:cubicBezTo>
                    <a:cubicBezTo>
                      <a:pt x="7" y="3"/>
                      <a:pt x="7" y="3"/>
                      <a:pt x="7" y="3"/>
                    </a:cubicBezTo>
                    <a:cubicBezTo>
                      <a:pt x="7" y="3"/>
                      <a:pt x="7" y="3"/>
                      <a:pt x="7" y="3"/>
                    </a:cubicBezTo>
                    <a:cubicBezTo>
                      <a:pt x="7" y="3"/>
                      <a:pt x="7" y="3"/>
                      <a:pt x="7" y="3"/>
                    </a:cubicBezTo>
                    <a:cubicBezTo>
                      <a:pt x="7" y="3"/>
                      <a:pt x="7" y="2"/>
                      <a:pt x="7" y="2"/>
                    </a:cubicBezTo>
                    <a:cubicBezTo>
                      <a:pt x="6" y="2"/>
                      <a:pt x="6" y="2"/>
                      <a:pt x="6" y="2"/>
                    </a:cubicBezTo>
                    <a:cubicBezTo>
                      <a:pt x="6" y="2"/>
                      <a:pt x="6" y="2"/>
                      <a:pt x="6" y="1"/>
                    </a:cubicBezTo>
                    <a:cubicBezTo>
                      <a:pt x="6" y="1"/>
                      <a:pt x="6" y="1"/>
                      <a:pt x="5" y="2"/>
                    </a:cubicBezTo>
                    <a:cubicBezTo>
                      <a:pt x="6" y="2"/>
                      <a:pt x="6" y="2"/>
                      <a:pt x="6" y="2"/>
                    </a:cubicBezTo>
                    <a:cubicBezTo>
                      <a:pt x="5" y="2"/>
                      <a:pt x="5" y="2"/>
                      <a:pt x="5" y="2"/>
                    </a:cubicBezTo>
                    <a:cubicBezTo>
                      <a:pt x="5" y="2"/>
                      <a:pt x="5" y="2"/>
                      <a:pt x="4" y="2"/>
                    </a:cubicBezTo>
                    <a:cubicBezTo>
                      <a:pt x="4" y="1"/>
                      <a:pt x="4" y="1"/>
                      <a:pt x="4" y="1"/>
                    </a:cubicBezTo>
                    <a:cubicBezTo>
                      <a:pt x="4" y="1"/>
                      <a:pt x="4" y="2"/>
                      <a:pt x="3" y="2"/>
                    </a:cubicBezTo>
                    <a:cubicBezTo>
                      <a:pt x="3" y="1"/>
                      <a:pt x="4" y="1"/>
                      <a:pt x="4" y="1"/>
                    </a:cubicBezTo>
                    <a:cubicBezTo>
                      <a:pt x="3" y="1"/>
                      <a:pt x="3" y="1"/>
                      <a:pt x="3" y="1"/>
                    </a:cubicBezTo>
                    <a:cubicBezTo>
                      <a:pt x="3" y="0"/>
                      <a:pt x="3" y="0"/>
                      <a:pt x="3" y="0"/>
                    </a:cubicBezTo>
                    <a:cubicBezTo>
                      <a:pt x="3" y="0"/>
                      <a:pt x="3" y="1"/>
                      <a:pt x="3" y="1"/>
                    </a:cubicBezTo>
                    <a:cubicBezTo>
                      <a:pt x="2" y="2"/>
                      <a:pt x="2" y="0"/>
                      <a:pt x="2" y="2"/>
                    </a:cubicBezTo>
                    <a:cubicBezTo>
                      <a:pt x="2" y="0"/>
                      <a:pt x="2" y="0"/>
                      <a:pt x="2" y="1"/>
                    </a:cubicBezTo>
                    <a:cubicBezTo>
                      <a:pt x="1" y="0"/>
                      <a:pt x="1" y="0"/>
                      <a:pt x="1" y="0"/>
                    </a:cubicBezTo>
                    <a:cubicBezTo>
                      <a:pt x="2" y="0"/>
                      <a:pt x="0" y="1"/>
                      <a:pt x="1" y="0"/>
                    </a:cubicBezTo>
                    <a:cubicBezTo>
                      <a:pt x="2" y="0"/>
                      <a:pt x="2" y="2"/>
                      <a:pt x="3" y="2"/>
                    </a:cubicBezTo>
                    <a:cubicBezTo>
                      <a:pt x="3" y="2"/>
                      <a:pt x="4" y="3"/>
                      <a:pt x="4" y="5"/>
                    </a:cubicBezTo>
                    <a:cubicBezTo>
                      <a:pt x="4" y="5"/>
                      <a:pt x="3" y="7"/>
                      <a:pt x="5" y="7"/>
                    </a:cubicBezTo>
                    <a:cubicBezTo>
                      <a:pt x="4" y="8"/>
                      <a:pt x="5" y="9"/>
                      <a:pt x="5" y="9"/>
                    </a:cubicBezTo>
                    <a:cubicBezTo>
                      <a:pt x="4" y="9"/>
                      <a:pt x="6" y="8"/>
                      <a:pt x="6" y="10"/>
                    </a:cubicBezTo>
                    <a:cubicBezTo>
                      <a:pt x="7" y="11"/>
                      <a:pt x="5" y="12"/>
                      <a:pt x="7" y="13"/>
                    </a:cubicBezTo>
                    <a:cubicBezTo>
                      <a:pt x="8" y="13"/>
                      <a:pt x="7" y="13"/>
                      <a:pt x="8" y="15"/>
                    </a:cubicBezTo>
                    <a:cubicBezTo>
                      <a:pt x="9" y="14"/>
                      <a:pt x="9" y="14"/>
                      <a:pt x="9" y="16"/>
                    </a:cubicBezTo>
                    <a:cubicBezTo>
                      <a:pt x="8" y="18"/>
                      <a:pt x="10" y="17"/>
                      <a:pt x="10" y="18"/>
                    </a:cubicBezTo>
                    <a:cubicBezTo>
                      <a:pt x="12" y="16"/>
                      <a:pt x="10" y="20"/>
                      <a:pt x="11" y="20"/>
                    </a:cubicBezTo>
                    <a:cubicBezTo>
                      <a:pt x="9" y="20"/>
                      <a:pt x="12" y="22"/>
                      <a:pt x="12" y="22"/>
                    </a:cubicBezTo>
                    <a:cubicBezTo>
                      <a:pt x="13" y="25"/>
                      <a:pt x="13" y="25"/>
                      <a:pt x="13" y="24"/>
                    </a:cubicBezTo>
                    <a:cubicBezTo>
                      <a:pt x="14" y="23"/>
                      <a:pt x="14" y="23"/>
                      <a:pt x="15" y="25"/>
                    </a:cubicBezTo>
                    <a:cubicBezTo>
                      <a:pt x="14" y="26"/>
                      <a:pt x="16" y="28"/>
                      <a:pt x="16" y="28"/>
                    </a:cubicBezTo>
                    <a:cubicBezTo>
                      <a:pt x="17" y="30"/>
                      <a:pt x="16" y="30"/>
                      <a:pt x="16" y="28"/>
                    </a:cubicBezTo>
                    <a:cubicBezTo>
                      <a:pt x="17" y="27"/>
                      <a:pt x="17" y="29"/>
                      <a:pt x="17" y="30"/>
                    </a:cubicBezTo>
                    <a:cubicBezTo>
                      <a:pt x="18" y="32"/>
                      <a:pt x="19" y="31"/>
                      <a:pt x="19" y="32"/>
                    </a:cubicBezTo>
                    <a:cubicBezTo>
                      <a:pt x="20" y="31"/>
                      <a:pt x="20" y="33"/>
                      <a:pt x="20" y="35"/>
                    </a:cubicBezTo>
                    <a:cubicBezTo>
                      <a:pt x="22" y="35"/>
                      <a:pt x="22" y="35"/>
                      <a:pt x="23" y="37"/>
                    </a:cubicBezTo>
                    <a:cubicBezTo>
                      <a:pt x="23" y="37"/>
                      <a:pt x="23" y="38"/>
                      <a:pt x="24" y="38"/>
                    </a:cubicBezTo>
                    <a:cubicBezTo>
                      <a:pt x="25" y="39"/>
                      <a:pt x="25" y="40"/>
                      <a:pt x="25" y="41"/>
                    </a:cubicBezTo>
                    <a:cubicBezTo>
                      <a:pt x="25" y="43"/>
                      <a:pt x="25" y="42"/>
                      <a:pt x="24" y="43"/>
                    </a:cubicBezTo>
                    <a:cubicBezTo>
                      <a:pt x="24" y="43"/>
                      <a:pt x="20" y="43"/>
                      <a:pt x="23" y="44"/>
                    </a:cubicBezTo>
                    <a:cubicBezTo>
                      <a:pt x="21" y="43"/>
                      <a:pt x="23" y="45"/>
                      <a:pt x="21" y="45"/>
                    </a:cubicBezTo>
                    <a:cubicBezTo>
                      <a:pt x="22" y="44"/>
                      <a:pt x="22" y="45"/>
                      <a:pt x="20" y="45"/>
                    </a:cubicBezTo>
                    <a:cubicBezTo>
                      <a:pt x="18" y="45"/>
                      <a:pt x="19" y="46"/>
                      <a:pt x="19" y="46"/>
                    </a:cubicBezTo>
                    <a:cubicBezTo>
                      <a:pt x="18" y="44"/>
                      <a:pt x="20" y="46"/>
                      <a:pt x="19" y="43"/>
                    </a:cubicBezTo>
                    <a:cubicBezTo>
                      <a:pt x="17" y="45"/>
                      <a:pt x="21" y="46"/>
                      <a:pt x="19" y="46"/>
                    </a:cubicBezTo>
                    <a:cubicBezTo>
                      <a:pt x="20" y="47"/>
                      <a:pt x="20" y="46"/>
                      <a:pt x="21" y="47"/>
                    </a:cubicBezTo>
                    <a:cubicBezTo>
                      <a:pt x="21" y="51"/>
                      <a:pt x="20" y="48"/>
                      <a:pt x="20" y="48"/>
                    </a:cubicBezTo>
                    <a:cubicBezTo>
                      <a:pt x="22" y="52"/>
                      <a:pt x="20" y="47"/>
                      <a:pt x="20" y="50"/>
                    </a:cubicBezTo>
                    <a:cubicBezTo>
                      <a:pt x="20" y="51"/>
                      <a:pt x="19" y="51"/>
                      <a:pt x="20" y="53"/>
                    </a:cubicBezTo>
                    <a:cubicBezTo>
                      <a:pt x="20" y="53"/>
                      <a:pt x="22" y="56"/>
                      <a:pt x="21" y="51"/>
                    </a:cubicBezTo>
                    <a:cubicBezTo>
                      <a:pt x="23" y="52"/>
                      <a:pt x="22" y="51"/>
                      <a:pt x="23" y="51"/>
                    </a:cubicBezTo>
                    <a:cubicBezTo>
                      <a:pt x="22" y="53"/>
                      <a:pt x="22" y="51"/>
                      <a:pt x="22" y="53"/>
                    </a:cubicBezTo>
                    <a:cubicBezTo>
                      <a:pt x="22" y="55"/>
                      <a:pt x="21" y="57"/>
                      <a:pt x="22" y="55"/>
                    </a:cubicBezTo>
                    <a:cubicBezTo>
                      <a:pt x="24" y="55"/>
                      <a:pt x="25" y="55"/>
                      <a:pt x="24" y="54"/>
                    </a:cubicBezTo>
                    <a:cubicBezTo>
                      <a:pt x="23" y="53"/>
                      <a:pt x="23" y="52"/>
                      <a:pt x="24" y="54"/>
                    </a:cubicBezTo>
                    <a:cubicBezTo>
                      <a:pt x="23" y="54"/>
                      <a:pt x="23" y="55"/>
                      <a:pt x="25" y="55"/>
                    </a:cubicBezTo>
                    <a:cubicBezTo>
                      <a:pt x="24" y="55"/>
                      <a:pt x="23" y="57"/>
                      <a:pt x="24" y="56"/>
                    </a:cubicBezTo>
                    <a:cubicBezTo>
                      <a:pt x="24" y="57"/>
                      <a:pt x="25" y="55"/>
                      <a:pt x="26" y="57"/>
                    </a:cubicBezTo>
                    <a:cubicBezTo>
                      <a:pt x="27" y="57"/>
                      <a:pt x="26" y="58"/>
                      <a:pt x="27" y="59"/>
                    </a:cubicBezTo>
                    <a:cubicBezTo>
                      <a:pt x="27" y="60"/>
                      <a:pt x="27" y="60"/>
                      <a:pt x="27" y="61"/>
                    </a:cubicBezTo>
                    <a:cubicBezTo>
                      <a:pt x="26" y="61"/>
                      <a:pt x="28" y="60"/>
                      <a:pt x="28" y="60"/>
                    </a:cubicBezTo>
                    <a:cubicBezTo>
                      <a:pt x="28" y="60"/>
                      <a:pt x="27" y="63"/>
                      <a:pt x="28" y="63"/>
                    </a:cubicBezTo>
                    <a:cubicBezTo>
                      <a:pt x="29" y="63"/>
                      <a:pt x="27" y="65"/>
                      <a:pt x="27" y="64"/>
                    </a:cubicBezTo>
                    <a:cubicBezTo>
                      <a:pt x="26" y="62"/>
                      <a:pt x="28" y="62"/>
                      <a:pt x="29" y="64"/>
                    </a:cubicBezTo>
                    <a:cubicBezTo>
                      <a:pt x="31" y="64"/>
                      <a:pt x="32" y="65"/>
                      <a:pt x="30" y="65"/>
                    </a:cubicBezTo>
                    <a:cubicBezTo>
                      <a:pt x="28" y="64"/>
                      <a:pt x="31" y="66"/>
                      <a:pt x="31" y="65"/>
                    </a:cubicBezTo>
                    <a:cubicBezTo>
                      <a:pt x="33" y="68"/>
                      <a:pt x="33" y="68"/>
                      <a:pt x="33" y="67"/>
                    </a:cubicBezTo>
                    <a:cubicBezTo>
                      <a:pt x="34" y="67"/>
                      <a:pt x="34" y="69"/>
                      <a:pt x="34" y="69"/>
                    </a:cubicBezTo>
                    <a:cubicBezTo>
                      <a:pt x="34" y="70"/>
                      <a:pt x="33" y="71"/>
                      <a:pt x="34" y="71"/>
                    </a:cubicBezTo>
                    <a:cubicBezTo>
                      <a:pt x="34" y="73"/>
                      <a:pt x="35" y="73"/>
                      <a:pt x="35" y="74"/>
                    </a:cubicBezTo>
                    <a:cubicBezTo>
                      <a:pt x="35" y="74"/>
                      <a:pt x="35" y="76"/>
                      <a:pt x="33" y="76"/>
                    </a:cubicBezTo>
                    <a:cubicBezTo>
                      <a:pt x="32" y="76"/>
                      <a:pt x="32" y="78"/>
                      <a:pt x="33" y="78"/>
                    </a:cubicBezTo>
                    <a:cubicBezTo>
                      <a:pt x="33" y="77"/>
                      <a:pt x="33" y="79"/>
                      <a:pt x="32" y="80"/>
                    </a:cubicBezTo>
                    <a:cubicBezTo>
                      <a:pt x="34" y="80"/>
                      <a:pt x="33" y="85"/>
                      <a:pt x="32" y="83"/>
                    </a:cubicBezTo>
                    <a:cubicBezTo>
                      <a:pt x="31" y="84"/>
                      <a:pt x="29" y="83"/>
                      <a:pt x="32" y="86"/>
                    </a:cubicBezTo>
                    <a:cubicBezTo>
                      <a:pt x="33" y="86"/>
                      <a:pt x="34" y="87"/>
                      <a:pt x="34" y="88"/>
                    </a:cubicBezTo>
                    <a:cubicBezTo>
                      <a:pt x="34" y="88"/>
                      <a:pt x="33" y="90"/>
                      <a:pt x="34" y="88"/>
                    </a:cubicBezTo>
                    <a:cubicBezTo>
                      <a:pt x="34" y="89"/>
                      <a:pt x="34" y="88"/>
                      <a:pt x="35" y="90"/>
                    </a:cubicBezTo>
                    <a:cubicBezTo>
                      <a:pt x="37" y="91"/>
                      <a:pt x="36" y="89"/>
                      <a:pt x="36" y="91"/>
                    </a:cubicBezTo>
                    <a:cubicBezTo>
                      <a:pt x="37" y="94"/>
                      <a:pt x="36" y="94"/>
                      <a:pt x="36" y="94"/>
                    </a:cubicBezTo>
                    <a:cubicBezTo>
                      <a:pt x="36" y="95"/>
                      <a:pt x="36" y="98"/>
                      <a:pt x="35" y="98"/>
                    </a:cubicBezTo>
                    <a:cubicBezTo>
                      <a:pt x="35" y="96"/>
                      <a:pt x="37" y="96"/>
                      <a:pt x="37" y="97"/>
                    </a:cubicBezTo>
                    <a:cubicBezTo>
                      <a:pt x="36" y="98"/>
                      <a:pt x="38" y="97"/>
                      <a:pt x="38" y="97"/>
                    </a:cubicBezTo>
                    <a:cubicBezTo>
                      <a:pt x="38" y="96"/>
                      <a:pt x="37" y="98"/>
                      <a:pt x="36" y="101"/>
                    </a:cubicBezTo>
                    <a:cubicBezTo>
                      <a:pt x="36" y="99"/>
                      <a:pt x="36" y="100"/>
                      <a:pt x="37" y="100"/>
                    </a:cubicBezTo>
                    <a:cubicBezTo>
                      <a:pt x="38" y="100"/>
                      <a:pt x="38" y="99"/>
                      <a:pt x="40" y="102"/>
                    </a:cubicBezTo>
                    <a:cubicBezTo>
                      <a:pt x="40" y="101"/>
                      <a:pt x="41" y="102"/>
                      <a:pt x="42" y="102"/>
                    </a:cubicBezTo>
                    <a:cubicBezTo>
                      <a:pt x="43" y="102"/>
                      <a:pt x="43" y="102"/>
                      <a:pt x="44" y="102"/>
                    </a:cubicBezTo>
                    <a:cubicBezTo>
                      <a:pt x="45" y="101"/>
                      <a:pt x="47" y="101"/>
                      <a:pt x="48" y="100"/>
                    </a:cubicBezTo>
                    <a:cubicBezTo>
                      <a:pt x="48" y="100"/>
                      <a:pt x="48" y="100"/>
                      <a:pt x="48" y="100"/>
                    </a:cubicBezTo>
                    <a:cubicBezTo>
                      <a:pt x="48" y="99"/>
                      <a:pt x="48" y="99"/>
                      <a:pt x="48" y="99"/>
                    </a:cubicBezTo>
                    <a:cubicBezTo>
                      <a:pt x="48" y="99"/>
                      <a:pt x="48" y="99"/>
                      <a:pt x="48" y="99"/>
                    </a:cubicBezTo>
                    <a:cubicBezTo>
                      <a:pt x="47" y="99"/>
                      <a:pt x="47" y="99"/>
                      <a:pt x="47" y="99"/>
                    </a:cubicBezTo>
                    <a:cubicBezTo>
                      <a:pt x="48" y="99"/>
                      <a:pt x="48" y="99"/>
                      <a:pt x="48" y="99"/>
                    </a:cubicBezTo>
                    <a:cubicBezTo>
                      <a:pt x="47" y="99"/>
                      <a:pt x="47" y="99"/>
                      <a:pt x="47" y="99"/>
                    </a:cubicBezTo>
                    <a:cubicBezTo>
                      <a:pt x="47" y="99"/>
                      <a:pt x="47" y="99"/>
                      <a:pt x="47" y="99"/>
                    </a:cubicBezTo>
                    <a:cubicBezTo>
                      <a:pt x="47" y="98"/>
                      <a:pt x="47" y="98"/>
                      <a:pt x="47" y="98"/>
                    </a:cubicBezTo>
                    <a:cubicBezTo>
                      <a:pt x="46" y="98"/>
                      <a:pt x="46" y="98"/>
                      <a:pt x="46" y="98"/>
                    </a:cubicBezTo>
                    <a:cubicBezTo>
                      <a:pt x="46" y="97"/>
                      <a:pt x="46" y="97"/>
                      <a:pt x="46" y="97"/>
                    </a:cubicBezTo>
                    <a:cubicBezTo>
                      <a:pt x="47" y="97"/>
                      <a:pt x="47" y="96"/>
                      <a:pt x="47" y="97"/>
                    </a:cubicBezTo>
                    <a:cubicBezTo>
                      <a:pt x="47" y="97"/>
                      <a:pt x="47" y="97"/>
                      <a:pt x="47" y="98"/>
                    </a:cubicBezTo>
                    <a:cubicBezTo>
                      <a:pt x="47" y="97"/>
                      <a:pt x="47" y="98"/>
                      <a:pt x="47" y="98"/>
                    </a:cubicBezTo>
                    <a:cubicBezTo>
                      <a:pt x="47" y="99"/>
                      <a:pt x="48" y="98"/>
                      <a:pt x="48" y="97"/>
                    </a:cubicBezTo>
                    <a:cubicBezTo>
                      <a:pt x="49" y="97"/>
                      <a:pt x="49" y="97"/>
                      <a:pt x="49" y="97"/>
                    </a:cubicBezTo>
                    <a:cubicBezTo>
                      <a:pt x="49" y="97"/>
                      <a:pt x="49" y="97"/>
                      <a:pt x="49" y="97"/>
                    </a:cubicBezTo>
                    <a:cubicBezTo>
                      <a:pt x="49" y="97"/>
                      <a:pt x="49" y="97"/>
                      <a:pt x="49" y="97"/>
                    </a:cubicBezTo>
                    <a:cubicBezTo>
                      <a:pt x="49" y="96"/>
                      <a:pt x="49" y="96"/>
                      <a:pt x="49" y="96"/>
                    </a:cubicBezTo>
                    <a:cubicBezTo>
                      <a:pt x="48" y="96"/>
                      <a:pt x="50" y="96"/>
                      <a:pt x="50" y="95"/>
                    </a:cubicBezTo>
                    <a:cubicBezTo>
                      <a:pt x="50" y="96"/>
                      <a:pt x="49" y="96"/>
                      <a:pt x="50" y="95"/>
                    </a:cubicBezTo>
                    <a:cubicBezTo>
                      <a:pt x="50" y="95"/>
                      <a:pt x="50" y="95"/>
                      <a:pt x="50" y="95"/>
                    </a:cubicBezTo>
                    <a:cubicBezTo>
                      <a:pt x="49" y="95"/>
                      <a:pt x="49" y="94"/>
                      <a:pt x="50" y="95"/>
                    </a:cubicBezTo>
                    <a:cubicBezTo>
                      <a:pt x="50" y="95"/>
                      <a:pt x="50" y="95"/>
                      <a:pt x="50" y="95"/>
                    </a:cubicBezTo>
                    <a:cubicBezTo>
                      <a:pt x="50" y="94"/>
                      <a:pt x="50" y="94"/>
                      <a:pt x="50" y="94"/>
                    </a:cubicBezTo>
                    <a:cubicBezTo>
                      <a:pt x="50" y="95"/>
                      <a:pt x="50" y="94"/>
                      <a:pt x="50" y="93"/>
                    </a:cubicBezTo>
                    <a:cubicBezTo>
                      <a:pt x="50" y="94"/>
                      <a:pt x="51" y="93"/>
                      <a:pt x="50" y="93"/>
                    </a:cubicBezTo>
                    <a:close/>
                    <a:moveTo>
                      <a:pt x="4" y="4"/>
                    </a:moveTo>
                    <a:cubicBezTo>
                      <a:pt x="5" y="3"/>
                      <a:pt x="3" y="5"/>
                      <a:pt x="4" y="4"/>
                    </a:cubicBezTo>
                    <a:cubicBezTo>
                      <a:pt x="4" y="3"/>
                      <a:pt x="3" y="5"/>
                      <a:pt x="4" y="4"/>
                    </a:cubicBezTo>
                    <a:cubicBezTo>
                      <a:pt x="4" y="2"/>
                      <a:pt x="3" y="2"/>
                      <a:pt x="4" y="4"/>
                    </a:cubicBezTo>
                    <a:close/>
                    <a:moveTo>
                      <a:pt x="5" y="2"/>
                    </a:moveTo>
                    <a:cubicBezTo>
                      <a:pt x="5" y="2"/>
                      <a:pt x="5" y="2"/>
                      <a:pt x="5" y="2"/>
                    </a:cubicBezTo>
                    <a:close/>
                    <a:moveTo>
                      <a:pt x="5" y="5"/>
                    </a:moveTo>
                    <a:cubicBezTo>
                      <a:pt x="4" y="6"/>
                      <a:pt x="5" y="5"/>
                      <a:pt x="5" y="6"/>
                    </a:cubicBezTo>
                    <a:cubicBezTo>
                      <a:pt x="6" y="5"/>
                      <a:pt x="4" y="6"/>
                      <a:pt x="5" y="6"/>
                    </a:cubicBezTo>
                    <a:cubicBezTo>
                      <a:pt x="5" y="5"/>
                      <a:pt x="5" y="5"/>
                      <a:pt x="5" y="5"/>
                    </a:cubicBezTo>
                    <a:cubicBezTo>
                      <a:pt x="5" y="6"/>
                      <a:pt x="4" y="5"/>
                      <a:pt x="5" y="5"/>
                    </a:cubicBezTo>
                    <a:cubicBezTo>
                      <a:pt x="4" y="6"/>
                      <a:pt x="5" y="7"/>
                      <a:pt x="5" y="5"/>
                    </a:cubicBezTo>
                    <a:cubicBezTo>
                      <a:pt x="5" y="6"/>
                      <a:pt x="4" y="4"/>
                      <a:pt x="5" y="5"/>
                    </a:cubicBezTo>
                    <a:close/>
                    <a:moveTo>
                      <a:pt x="5" y="4"/>
                    </a:moveTo>
                    <a:cubicBezTo>
                      <a:pt x="5" y="3"/>
                      <a:pt x="5" y="3"/>
                      <a:pt x="5" y="3"/>
                    </a:cubicBezTo>
                    <a:cubicBezTo>
                      <a:pt x="5" y="3"/>
                      <a:pt x="5" y="3"/>
                      <a:pt x="5" y="4"/>
                    </a:cubicBezTo>
                    <a:close/>
                    <a:moveTo>
                      <a:pt x="8" y="5"/>
                    </a:moveTo>
                    <a:cubicBezTo>
                      <a:pt x="8" y="5"/>
                      <a:pt x="8" y="5"/>
                      <a:pt x="8" y="5"/>
                    </a:cubicBezTo>
                    <a:cubicBezTo>
                      <a:pt x="8" y="5"/>
                      <a:pt x="8" y="4"/>
                      <a:pt x="8" y="5"/>
                    </a:cubicBezTo>
                    <a:close/>
                    <a:moveTo>
                      <a:pt x="8" y="8"/>
                    </a:moveTo>
                    <a:cubicBezTo>
                      <a:pt x="9" y="8"/>
                      <a:pt x="9" y="8"/>
                      <a:pt x="8" y="8"/>
                    </a:cubicBezTo>
                    <a:cubicBezTo>
                      <a:pt x="7" y="8"/>
                      <a:pt x="9" y="8"/>
                      <a:pt x="8" y="8"/>
                    </a:cubicBezTo>
                    <a:close/>
                    <a:moveTo>
                      <a:pt x="8" y="5"/>
                    </a:moveTo>
                    <a:cubicBezTo>
                      <a:pt x="8" y="5"/>
                      <a:pt x="8" y="5"/>
                      <a:pt x="8" y="5"/>
                    </a:cubicBezTo>
                    <a:cubicBezTo>
                      <a:pt x="8" y="6"/>
                      <a:pt x="8" y="6"/>
                      <a:pt x="8" y="6"/>
                    </a:cubicBezTo>
                    <a:cubicBezTo>
                      <a:pt x="8" y="6"/>
                      <a:pt x="8" y="6"/>
                      <a:pt x="8" y="6"/>
                    </a:cubicBezTo>
                    <a:lnTo>
                      <a:pt x="8" y="5"/>
                    </a:lnTo>
                    <a:close/>
                    <a:moveTo>
                      <a:pt x="8" y="5"/>
                    </a:moveTo>
                    <a:cubicBezTo>
                      <a:pt x="7" y="5"/>
                      <a:pt x="7" y="6"/>
                      <a:pt x="7" y="5"/>
                    </a:cubicBezTo>
                    <a:cubicBezTo>
                      <a:pt x="7" y="5"/>
                      <a:pt x="8" y="5"/>
                      <a:pt x="8" y="5"/>
                    </a:cubicBezTo>
                    <a:close/>
                    <a:moveTo>
                      <a:pt x="8" y="4"/>
                    </a:moveTo>
                    <a:cubicBezTo>
                      <a:pt x="8" y="5"/>
                      <a:pt x="8" y="5"/>
                      <a:pt x="8" y="4"/>
                    </a:cubicBezTo>
                    <a:cubicBezTo>
                      <a:pt x="8" y="5"/>
                      <a:pt x="8" y="5"/>
                      <a:pt x="8" y="4"/>
                    </a:cubicBezTo>
                    <a:close/>
                    <a:moveTo>
                      <a:pt x="8" y="4"/>
                    </a:moveTo>
                    <a:cubicBezTo>
                      <a:pt x="8" y="4"/>
                      <a:pt x="8" y="4"/>
                      <a:pt x="8" y="4"/>
                    </a:cubicBezTo>
                    <a:close/>
                    <a:moveTo>
                      <a:pt x="9" y="12"/>
                    </a:moveTo>
                    <a:cubicBezTo>
                      <a:pt x="9" y="14"/>
                      <a:pt x="8" y="14"/>
                      <a:pt x="9" y="13"/>
                    </a:cubicBezTo>
                    <a:cubicBezTo>
                      <a:pt x="9" y="11"/>
                      <a:pt x="9" y="12"/>
                      <a:pt x="9" y="12"/>
                    </a:cubicBezTo>
                    <a:cubicBezTo>
                      <a:pt x="10" y="12"/>
                      <a:pt x="10" y="13"/>
                      <a:pt x="9" y="12"/>
                    </a:cubicBezTo>
                    <a:close/>
                    <a:moveTo>
                      <a:pt x="10" y="17"/>
                    </a:moveTo>
                    <a:cubicBezTo>
                      <a:pt x="9" y="15"/>
                      <a:pt x="9" y="16"/>
                      <a:pt x="10" y="16"/>
                    </a:cubicBezTo>
                    <a:cubicBezTo>
                      <a:pt x="11" y="16"/>
                      <a:pt x="11" y="19"/>
                      <a:pt x="10" y="16"/>
                    </a:cubicBezTo>
                    <a:cubicBezTo>
                      <a:pt x="9" y="17"/>
                      <a:pt x="11" y="16"/>
                      <a:pt x="10" y="17"/>
                    </a:cubicBezTo>
                    <a:close/>
                    <a:moveTo>
                      <a:pt x="10" y="5"/>
                    </a:moveTo>
                    <a:cubicBezTo>
                      <a:pt x="9" y="5"/>
                      <a:pt x="9" y="5"/>
                      <a:pt x="9" y="5"/>
                    </a:cubicBezTo>
                    <a:lnTo>
                      <a:pt x="10" y="5"/>
                    </a:lnTo>
                    <a:close/>
                    <a:moveTo>
                      <a:pt x="10" y="15"/>
                    </a:moveTo>
                    <a:cubicBezTo>
                      <a:pt x="12" y="16"/>
                      <a:pt x="10" y="16"/>
                      <a:pt x="10" y="15"/>
                    </a:cubicBezTo>
                    <a:cubicBezTo>
                      <a:pt x="11" y="15"/>
                      <a:pt x="10" y="16"/>
                      <a:pt x="10" y="15"/>
                    </a:cubicBezTo>
                    <a:close/>
                    <a:moveTo>
                      <a:pt x="11" y="7"/>
                    </a:moveTo>
                    <a:cubicBezTo>
                      <a:pt x="12" y="6"/>
                      <a:pt x="12" y="6"/>
                      <a:pt x="12" y="6"/>
                    </a:cubicBezTo>
                    <a:cubicBezTo>
                      <a:pt x="12" y="7"/>
                      <a:pt x="12" y="7"/>
                      <a:pt x="11" y="7"/>
                    </a:cubicBezTo>
                    <a:close/>
                    <a:moveTo>
                      <a:pt x="12" y="9"/>
                    </a:moveTo>
                    <a:cubicBezTo>
                      <a:pt x="11" y="9"/>
                      <a:pt x="11" y="9"/>
                      <a:pt x="11" y="9"/>
                    </a:cubicBezTo>
                    <a:cubicBezTo>
                      <a:pt x="12" y="9"/>
                      <a:pt x="12" y="9"/>
                      <a:pt x="12" y="9"/>
                    </a:cubicBezTo>
                    <a:close/>
                    <a:moveTo>
                      <a:pt x="12" y="12"/>
                    </a:moveTo>
                    <a:cubicBezTo>
                      <a:pt x="11" y="12"/>
                      <a:pt x="12" y="11"/>
                      <a:pt x="12" y="12"/>
                    </a:cubicBezTo>
                    <a:cubicBezTo>
                      <a:pt x="12" y="11"/>
                      <a:pt x="12" y="13"/>
                      <a:pt x="12" y="12"/>
                    </a:cubicBezTo>
                    <a:cubicBezTo>
                      <a:pt x="12" y="13"/>
                      <a:pt x="12" y="11"/>
                      <a:pt x="12" y="12"/>
                    </a:cubicBezTo>
                    <a:cubicBezTo>
                      <a:pt x="12" y="11"/>
                      <a:pt x="11" y="11"/>
                      <a:pt x="12" y="12"/>
                    </a:cubicBezTo>
                    <a:close/>
                    <a:moveTo>
                      <a:pt x="15" y="18"/>
                    </a:moveTo>
                    <a:cubicBezTo>
                      <a:pt x="16" y="18"/>
                      <a:pt x="15" y="18"/>
                      <a:pt x="15" y="18"/>
                    </a:cubicBezTo>
                    <a:cubicBezTo>
                      <a:pt x="15" y="17"/>
                      <a:pt x="14" y="18"/>
                      <a:pt x="15" y="18"/>
                    </a:cubicBezTo>
                    <a:close/>
                    <a:moveTo>
                      <a:pt x="15" y="18"/>
                    </a:moveTo>
                    <a:cubicBezTo>
                      <a:pt x="15" y="17"/>
                      <a:pt x="15" y="17"/>
                      <a:pt x="15" y="17"/>
                    </a:cubicBezTo>
                    <a:cubicBezTo>
                      <a:pt x="15" y="17"/>
                      <a:pt x="15" y="17"/>
                      <a:pt x="15" y="18"/>
                    </a:cubicBezTo>
                    <a:close/>
                    <a:moveTo>
                      <a:pt x="16" y="20"/>
                    </a:moveTo>
                    <a:cubicBezTo>
                      <a:pt x="16" y="21"/>
                      <a:pt x="16" y="20"/>
                      <a:pt x="16" y="20"/>
                    </a:cubicBezTo>
                    <a:cubicBezTo>
                      <a:pt x="16" y="20"/>
                      <a:pt x="16" y="20"/>
                      <a:pt x="16" y="20"/>
                    </a:cubicBezTo>
                    <a:cubicBezTo>
                      <a:pt x="16" y="20"/>
                      <a:pt x="16" y="20"/>
                      <a:pt x="16" y="20"/>
                    </a:cubicBezTo>
                    <a:cubicBezTo>
                      <a:pt x="17" y="20"/>
                      <a:pt x="17" y="20"/>
                      <a:pt x="17" y="20"/>
                    </a:cubicBezTo>
                    <a:cubicBezTo>
                      <a:pt x="16" y="20"/>
                      <a:pt x="16" y="20"/>
                      <a:pt x="16" y="20"/>
                    </a:cubicBezTo>
                    <a:close/>
                    <a:moveTo>
                      <a:pt x="16" y="19"/>
                    </a:moveTo>
                    <a:cubicBezTo>
                      <a:pt x="16" y="19"/>
                      <a:pt x="16" y="19"/>
                      <a:pt x="16" y="19"/>
                    </a:cubicBezTo>
                    <a:cubicBezTo>
                      <a:pt x="16" y="19"/>
                      <a:pt x="17" y="19"/>
                      <a:pt x="16" y="19"/>
                    </a:cubicBezTo>
                    <a:cubicBezTo>
                      <a:pt x="16" y="19"/>
                      <a:pt x="16" y="18"/>
                      <a:pt x="16" y="19"/>
                    </a:cubicBezTo>
                    <a:close/>
                    <a:moveTo>
                      <a:pt x="16" y="20"/>
                    </a:moveTo>
                    <a:cubicBezTo>
                      <a:pt x="16" y="20"/>
                      <a:pt x="16" y="20"/>
                      <a:pt x="16" y="20"/>
                    </a:cubicBezTo>
                    <a:cubicBezTo>
                      <a:pt x="16" y="20"/>
                      <a:pt x="16" y="20"/>
                      <a:pt x="16" y="20"/>
                    </a:cubicBezTo>
                    <a:cubicBezTo>
                      <a:pt x="16" y="20"/>
                      <a:pt x="16" y="20"/>
                      <a:pt x="16" y="20"/>
                    </a:cubicBezTo>
                    <a:close/>
                    <a:moveTo>
                      <a:pt x="17" y="17"/>
                    </a:moveTo>
                    <a:cubicBezTo>
                      <a:pt x="17" y="18"/>
                      <a:pt x="16" y="17"/>
                      <a:pt x="16" y="17"/>
                    </a:cubicBezTo>
                    <a:cubicBezTo>
                      <a:pt x="17" y="17"/>
                      <a:pt x="17" y="16"/>
                      <a:pt x="17" y="17"/>
                    </a:cubicBezTo>
                    <a:close/>
                    <a:moveTo>
                      <a:pt x="17" y="19"/>
                    </a:moveTo>
                    <a:cubicBezTo>
                      <a:pt x="18" y="18"/>
                      <a:pt x="18" y="18"/>
                      <a:pt x="18" y="18"/>
                    </a:cubicBezTo>
                    <a:cubicBezTo>
                      <a:pt x="17" y="19"/>
                      <a:pt x="17" y="19"/>
                      <a:pt x="17" y="19"/>
                    </a:cubicBezTo>
                    <a:cubicBezTo>
                      <a:pt x="17" y="19"/>
                      <a:pt x="17" y="21"/>
                      <a:pt x="17" y="19"/>
                    </a:cubicBezTo>
                    <a:cubicBezTo>
                      <a:pt x="17" y="19"/>
                      <a:pt x="17" y="19"/>
                      <a:pt x="17" y="19"/>
                    </a:cubicBezTo>
                    <a:close/>
                    <a:moveTo>
                      <a:pt x="21" y="23"/>
                    </a:moveTo>
                    <a:cubicBezTo>
                      <a:pt x="21" y="23"/>
                      <a:pt x="20" y="23"/>
                      <a:pt x="21" y="23"/>
                    </a:cubicBezTo>
                    <a:close/>
                    <a:moveTo>
                      <a:pt x="21" y="23"/>
                    </a:moveTo>
                    <a:cubicBezTo>
                      <a:pt x="21" y="23"/>
                      <a:pt x="21" y="23"/>
                      <a:pt x="21" y="23"/>
                    </a:cubicBezTo>
                    <a:moveTo>
                      <a:pt x="20" y="23"/>
                    </a:moveTo>
                    <a:cubicBezTo>
                      <a:pt x="21" y="23"/>
                      <a:pt x="21" y="23"/>
                      <a:pt x="21" y="23"/>
                    </a:cubicBezTo>
                    <a:cubicBezTo>
                      <a:pt x="21" y="23"/>
                      <a:pt x="21" y="23"/>
                      <a:pt x="21" y="23"/>
                    </a:cubicBezTo>
                    <a:cubicBezTo>
                      <a:pt x="20" y="23"/>
                      <a:pt x="20" y="23"/>
                      <a:pt x="20" y="23"/>
                    </a:cubicBezTo>
                    <a:close/>
                    <a:moveTo>
                      <a:pt x="19" y="23"/>
                    </a:moveTo>
                    <a:cubicBezTo>
                      <a:pt x="19" y="23"/>
                      <a:pt x="19" y="23"/>
                      <a:pt x="19" y="23"/>
                    </a:cubicBezTo>
                    <a:cubicBezTo>
                      <a:pt x="19" y="23"/>
                      <a:pt x="19" y="23"/>
                      <a:pt x="20" y="23"/>
                    </a:cubicBezTo>
                    <a:cubicBezTo>
                      <a:pt x="19" y="23"/>
                      <a:pt x="19" y="24"/>
                      <a:pt x="19" y="23"/>
                    </a:cubicBezTo>
                    <a:close/>
                    <a:moveTo>
                      <a:pt x="19" y="23"/>
                    </a:moveTo>
                    <a:cubicBezTo>
                      <a:pt x="19" y="23"/>
                      <a:pt x="19" y="23"/>
                      <a:pt x="19" y="23"/>
                    </a:cubicBezTo>
                    <a:close/>
                    <a:moveTo>
                      <a:pt x="18" y="20"/>
                    </a:moveTo>
                    <a:cubicBezTo>
                      <a:pt x="18" y="21"/>
                      <a:pt x="18" y="21"/>
                      <a:pt x="18" y="21"/>
                    </a:cubicBezTo>
                    <a:lnTo>
                      <a:pt x="18" y="20"/>
                    </a:lnTo>
                    <a:close/>
                    <a:moveTo>
                      <a:pt x="18" y="20"/>
                    </a:moveTo>
                    <a:cubicBezTo>
                      <a:pt x="18" y="20"/>
                      <a:pt x="18" y="20"/>
                      <a:pt x="18" y="20"/>
                    </a:cubicBezTo>
                    <a:cubicBezTo>
                      <a:pt x="18" y="20"/>
                      <a:pt x="18" y="20"/>
                      <a:pt x="18" y="20"/>
                    </a:cubicBezTo>
                    <a:close/>
                    <a:moveTo>
                      <a:pt x="18" y="25"/>
                    </a:moveTo>
                    <a:cubicBezTo>
                      <a:pt x="17" y="24"/>
                      <a:pt x="18" y="26"/>
                      <a:pt x="18" y="25"/>
                    </a:cubicBezTo>
                    <a:cubicBezTo>
                      <a:pt x="18" y="26"/>
                      <a:pt x="17" y="25"/>
                      <a:pt x="18" y="25"/>
                    </a:cubicBezTo>
                    <a:close/>
                    <a:moveTo>
                      <a:pt x="19" y="28"/>
                    </a:moveTo>
                    <a:cubicBezTo>
                      <a:pt x="18" y="29"/>
                      <a:pt x="19" y="28"/>
                      <a:pt x="19" y="28"/>
                    </a:cubicBezTo>
                    <a:cubicBezTo>
                      <a:pt x="20" y="27"/>
                      <a:pt x="16" y="30"/>
                      <a:pt x="19" y="28"/>
                    </a:cubicBezTo>
                    <a:close/>
                    <a:moveTo>
                      <a:pt x="19" y="29"/>
                    </a:moveTo>
                    <a:cubicBezTo>
                      <a:pt x="19" y="28"/>
                      <a:pt x="18" y="29"/>
                      <a:pt x="19" y="29"/>
                    </a:cubicBezTo>
                    <a:cubicBezTo>
                      <a:pt x="19" y="29"/>
                      <a:pt x="19" y="28"/>
                      <a:pt x="19" y="29"/>
                    </a:cubicBezTo>
                    <a:cubicBezTo>
                      <a:pt x="19" y="28"/>
                      <a:pt x="19" y="29"/>
                      <a:pt x="19" y="29"/>
                    </a:cubicBezTo>
                    <a:close/>
                    <a:moveTo>
                      <a:pt x="19" y="29"/>
                    </a:moveTo>
                    <a:cubicBezTo>
                      <a:pt x="19" y="28"/>
                      <a:pt x="19" y="31"/>
                      <a:pt x="19" y="29"/>
                    </a:cubicBezTo>
                    <a:cubicBezTo>
                      <a:pt x="19" y="29"/>
                      <a:pt x="19" y="29"/>
                      <a:pt x="19" y="28"/>
                    </a:cubicBezTo>
                    <a:cubicBezTo>
                      <a:pt x="20" y="27"/>
                      <a:pt x="20" y="28"/>
                      <a:pt x="19" y="28"/>
                    </a:cubicBezTo>
                    <a:cubicBezTo>
                      <a:pt x="20" y="29"/>
                      <a:pt x="19" y="30"/>
                      <a:pt x="19" y="29"/>
                    </a:cubicBezTo>
                    <a:close/>
                    <a:moveTo>
                      <a:pt x="21" y="30"/>
                    </a:moveTo>
                    <a:cubicBezTo>
                      <a:pt x="21" y="30"/>
                      <a:pt x="21" y="30"/>
                      <a:pt x="21" y="30"/>
                    </a:cubicBezTo>
                    <a:cubicBezTo>
                      <a:pt x="21" y="31"/>
                      <a:pt x="22" y="30"/>
                      <a:pt x="21" y="30"/>
                    </a:cubicBezTo>
                    <a:close/>
                    <a:moveTo>
                      <a:pt x="22" y="31"/>
                    </a:moveTo>
                    <a:cubicBezTo>
                      <a:pt x="22" y="31"/>
                      <a:pt x="22" y="32"/>
                      <a:pt x="22" y="31"/>
                    </a:cubicBezTo>
                    <a:cubicBezTo>
                      <a:pt x="22" y="30"/>
                      <a:pt x="22" y="31"/>
                      <a:pt x="22" y="31"/>
                    </a:cubicBezTo>
                    <a:cubicBezTo>
                      <a:pt x="23" y="31"/>
                      <a:pt x="22" y="31"/>
                      <a:pt x="22" y="31"/>
                    </a:cubicBezTo>
                    <a:cubicBezTo>
                      <a:pt x="21" y="30"/>
                      <a:pt x="22" y="31"/>
                      <a:pt x="22" y="31"/>
                    </a:cubicBezTo>
                    <a:cubicBezTo>
                      <a:pt x="22" y="30"/>
                      <a:pt x="22" y="32"/>
                      <a:pt x="22" y="31"/>
                    </a:cubicBezTo>
                    <a:close/>
                    <a:moveTo>
                      <a:pt x="22" y="31"/>
                    </a:moveTo>
                    <a:cubicBezTo>
                      <a:pt x="22" y="31"/>
                      <a:pt x="22" y="31"/>
                      <a:pt x="22" y="31"/>
                    </a:cubicBezTo>
                    <a:cubicBezTo>
                      <a:pt x="23" y="31"/>
                      <a:pt x="22" y="30"/>
                      <a:pt x="22" y="31"/>
                    </a:cubicBezTo>
                    <a:close/>
                    <a:moveTo>
                      <a:pt x="24" y="34"/>
                    </a:moveTo>
                    <a:cubicBezTo>
                      <a:pt x="24" y="34"/>
                      <a:pt x="24" y="34"/>
                      <a:pt x="24" y="34"/>
                    </a:cubicBezTo>
                    <a:moveTo>
                      <a:pt x="26" y="35"/>
                    </a:moveTo>
                    <a:cubicBezTo>
                      <a:pt x="26" y="35"/>
                      <a:pt x="26" y="35"/>
                      <a:pt x="26" y="35"/>
                    </a:cubicBezTo>
                    <a:close/>
                    <a:moveTo>
                      <a:pt x="25" y="38"/>
                    </a:moveTo>
                    <a:cubicBezTo>
                      <a:pt x="24" y="38"/>
                      <a:pt x="25" y="39"/>
                      <a:pt x="25" y="39"/>
                    </a:cubicBezTo>
                    <a:cubicBezTo>
                      <a:pt x="24" y="40"/>
                      <a:pt x="25" y="39"/>
                      <a:pt x="25" y="39"/>
                    </a:cubicBezTo>
                    <a:cubicBezTo>
                      <a:pt x="24" y="38"/>
                      <a:pt x="25" y="38"/>
                      <a:pt x="25" y="38"/>
                    </a:cubicBezTo>
                    <a:close/>
                    <a:moveTo>
                      <a:pt x="26" y="39"/>
                    </a:moveTo>
                    <a:cubicBezTo>
                      <a:pt x="26" y="39"/>
                      <a:pt x="26" y="39"/>
                      <a:pt x="26" y="39"/>
                    </a:cubicBezTo>
                    <a:cubicBezTo>
                      <a:pt x="25" y="39"/>
                      <a:pt x="25" y="39"/>
                      <a:pt x="25" y="39"/>
                    </a:cubicBezTo>
                    <a:lnTo>
                      <a:pt x="26" y="39"/>
                    </a:lnTo>
                    <a:close/>
                    <a:moveTo>
                      <a:pt x="27" y="43"/>
                    </a:moveTo>
                    <a:cubicBezTo>
                      <a:pt x="27" y="43"/>
                      <a:pt x="27" y="43"/>
                      <a:pt x="27" y="43"/>
                    </a:cubicBezTo>
                    <a:cubicBezTo>
                      <a:pt x="27" y="43"/>
                      <a:pt x="27" y="43"/>
                      <a:pt x="27" y="43"/>
                    </a:cubicBezTo>
                    <a:close/>
                    <a:moveTo>
                      <a:pt x="26" y="43"/>
                    </a:moveTo>
                    <a:cubicBezTo>
                      <a:pt x="24" y="45"/>
                      <a:pt x="26" y="43"/>
                      <a:pt x="26" y="43"/>
                    </a:cubicBezTo>
                    <a:cubicBezTo>
                      <a:pt x="26" y="42"/>
                      <a:pt x="26" y="42"/>
                      <a:pt x="26" y="43"/>
                    </a:cubicBezTo>
                    <a:cubicBezTo>
                      <a:pt x="26" y="43"/>
                      <a:pt x="26" y="43"/>
                      <a:pt x="26" y="43"/>
                    </a:cubicBezTo>
                    <a:close/>
                    <a:moveTo>
                      <a:pt x="26" y="43"/>
                    </a:moveTo>
                    <a:cubicBezTo>
                      <a:pt x="26" y="43"/>
                      <a:pt x="26" y="44"/>
                      <a:pt x="26" y="43"/>
                    </a:cubicBezTo>
                    <a:cubicBezTo>
                      <a:pt x="26" y="42"/>
                      <a:pt x="26" y="42"/>
                      <a:pt x="26" y="43"/>
                    </a:cubicBezTo>
                    <a:cubicBezTo>
                      <a:pt x="26" y="43"/>
                      <a:pt x="26" y="42"/>
                      <a:pt x="26" y="43"/>
                    </a:cubicBezTo>
                    <a:close/>
                    <a:moveTo>
                      <a:pt x="29" y="45"/>
                    </a:moveTo>
                    <a:cubicBezTo>
                      <a:pt x="29" y="45"/>
                      <a:pt x="29" y="45"/>
                      <a:pt x="29" y="45"/>
                    </a:cubicBezTo>
                    <a:close/>
                    <a:moveTo>
                      <a:pt x="30" y="46"/>
                    </a:moveTo>
                    <a:cubicBezTo>
                      <a:pt x="30" y="46"/>
                      <a:pt x="30" y="46"/>
                      <a:pt x="30" y="46"/>
                    </a:cubicBezTo>
                    <a:close/>
                    <a:moveTo>
                      <a:pt x="30" y="47"/>
                    </a:moveTo>
                    <a:cubicBezTo>
                      <a:pt x="30" y="47"/>
                      <a:pt x="30" y="47"/>
                      <a:pt x="30" y="47"/>
                    </a:cubicBezTo>
                    <a:cubicBezTo>
                      <a:pt x="30" y="47"/>
                      <a:pt x="30" y="47"/>
                      <a:pt x="30" y="47"/>
                    </a:cubicBezTo>
                    <a:cubicBezTo>
                      <a:pt x="30" y="47"/>
                      <a:pt x="30" y="47"/>
                      <a:pt x="30" y="47"/>
                    </a:cubicBezTo>
                    <a:cubicBezTo>
                      <a:pt x="30" y="48"/>
                      <a:pt x="30" y="48"/>
                      <a:pt x="30" y="47"/>
                    </a:cubicBezTo>
                    <a:close/>
                    <a:moveTo>
                      <a:pt x="30" y="46"/>
                    </a:moveTo>
                    <a:cubicBezTo>
                      <a:pt x="30" y="46"/>
                      <a:pt x="30" y="46"/>
                      <a:pt x="30" y="46"/>
                    </a:cubicBezTo>
                    <a:cubicBezTo>
                      <a:pt x="31" y="47"/>
                      <a:pt x="30" y="46"/>
                      <a:pt x="30" y="46"/>
                    </a:cubicBezTo>
                    <a:close/>
                    <a:moveTo>
                      <a:pt x="30" y="46"/>
                    </a:moveTo>
                    <a:cubicBezTo>
                      <a:pt x="30" y="46"/>
                      <a:pt x="30" y="46"/>
                      <a:pt x="30" y="46"/>
                    </a:cubicBezTo>
                    <a:moveTo>
                      <a:pt x="31" y="46"/>
                    </a:moveTo>
                    <a:cubicBezTo>
                      <a:pt x="31" y="46"/>
                      <a:pt x="31" y="46"/>
                      <a:pt x="31" y="46"/>
                    </a:cubicBezTo>
                    <a:close/>
                    <a:moveTo>
                      <a:pt x="31" y="46"/>
                    </a:moveTo>
                    <a:cubicBezTo>
                      <a:pt x="31" y="46"/>
                      <a:pt x="31" y="46"/>
                      <a:pt x="30" y="46"/>
                    </a:cubicBezTo>
                    <a:cubicBezTo>
                      <a:pt x="30" y="46"/>
                      <a:pt x="30" y="46"/>
                      <a:pt x="30" y="46"/>
                    </a:cubicBezTo>
                    <a:cubicBezTo>
                      <a:pt x="31" y="46"/>
                      <a:pt x="31" y="46"/>
                      <a:pt x="31" y="46"/>
                    </a:cubicBezTo>
                    <a:cubicBezTo>
                      <a:pt x="31" y="46"/>
                      <a:pt x="31" y="47"/>
                      <a:pt x="31" y="46"/>
                    </a:cubicBezTo>
                    <a:close/>
                    <a:moveTo>
                      <a:pt x="32" y="51"/>
                    </a:moveTo>
                    <a:cubicBezTo>
                      <a:pt x="32" y="52"/>
                      <a:pt x="32" y="52"/>
                      <a:pt x="32" y="52"/>
                    </a:cubicBezTo>
                    <a:cubicBezTo>
                      <a:pt x="32" y="52"/>
                      <a:pt x="32" y="52"/>
                      <a:pt x="32" y="52"/>
                    </a:cubicBezTo>
                    <a:cubicBezTo>
                      <a:pt x="31" y="51"/>
                      <a:pt x="32" y="50"/>
                      <a:pt x="32" y="51"/>
                    </a:cubicBezTo>
                    <a:close/>
                    <a:moveTo>
                      <a:pt x="32" y="48"/>
                    </a:moveTo>
                    <a:cubicBezTo>
                      <a:pt x="32" y="48"/>
                      <a:pt x="32" y="48"/>
                      <a:pt x="32" y="48"/>
                    </a:cubicBezTo>
                    <a:moveTo>
                      <a:pt x="32" y="48"/>
                    </a:moveTo>
                    <a:cubicBezTo>
                      <a:pt x="32" y="48"/>
                      <a:pt x="32" y="48"/>
                      <a:pt x="32" y="48"/>
                    </a:cubicBezTo>
                    <a:close/>
                    <a:moveTo>
                      <a:pt x="32" y="50"/>
                    </a:moveTo>
                    <a:cubicBezTo>
                      <a:pt x="32" y="50"/>
                      <a:pt x="32" y="49"/>
                      <a:pt x="32" y="50"/>
                    </a:cubicBezTo>
                    <a:cubicBezTo>
                      <a:pt x="33" y="48"/>
                      <a:pt x="32" y="49"/>
                      <a:pt x="33" y="50"/>
                    </a:cubicBezTo>
                    <a:cubicBezTo>
                      <a:pt x="34" y="51"/>
                      <a:pt x="32" y="51"/>
                      <a:pt x="32" y="50"/>
                    </a:cubicBezTo>
                    <a:close/>
                    <a:moveTo>
                      <a:pt x="32" y="53"/>
                    </a:moveTo>
                    <a:cubicBezTo>
                      <a:pt x="32" y="52"/>
                      <a:pt x="32" y="52"/>
                      <a:pt x="32" y="52"/>
                    </a:cubicBezTo>
                    <a:cubicBezTo>
                      <a:pt x="33" y="53"/>
                      <a:pt x="33" y="53"/>
                      <a:pt x="33" y="53"/>
                    </a:cubicBezTo>
                    <a:cubicBezTo>
                      <a:pt x="32" y="53"/>
                      <a:pt x="33" y="53"/>
                      <a:pt x="32" y="53"/>
                    </a:cubicBezTo>
                    <a:close/>
                    <a:moveTo>
                      <a:pt x="34" y="50"/>
                    </a:moveTo>
                    <a:cubicBezTo>
                      <a:pt x="34" y="50"/>
                      <a:pt x="34" y="50"/>
                      <a:pt x="34" y="50"/>
                    </a:cubicBezTo>
                    <a:close/>
                    <a:moveTo>
                      <a:pt x="32" y="52"/>
                    </a:moveTo>
                    <a:cubicBezTo>
                      <a:pt x="32" y="52"/>
                      <a:pt x="32" y="52"/>
                      <a:pt x="32" y="52"/>
                    </a:cubicBezTo>
                    <a:cubicBezTo>
                      <a:pt x="32" y="52"/>
                      <a:pt x="32" y="52"/>
                      <a:pt x="33" y="52"/>
                    </a:cubicBezTo>
                    <a:cubicBezTo>
                      <a:pt x="33" y="50"/>
                      <a:pt x="34" y="50"/>
                      <a:pt x="33" y="52"/>
                    </a:cubicBezTo>
                    <a:cubicBezTo>
                      <a:pt x="33" y="51"/>
                      <a:pt x="33" y="51"/>
                      <a:pt x="33" y="52"/>
                    </a:cubicBezTo>
                    <a:cubicBezTo>
                      <a:pt x="33" y="53"/>
                      <a:pt x="33" y="52"/>
                      <a:pt x="33" y="52"/>
                    </a:cubicBezTo>
                    <a:lnTo>
                      <a:pt x="32" y="52"/>
                    </a:lnTo>
                    <a:close/>
                    <a:moveTo>
                      <a:pt x="32" y="54"/>
                    </a:moveTo>
                    <a:cubicBezTo>
                      <a:pt x="32" y="54"/>
                      <a:pt x="32" y="54"/>
                      <a:pt x="32" y="54"/>
                    </a:cubicBezTo>
                    <a:cubicBezTo>
                      <a:pt x="32" y="54"/>
                      <a:pt x="32" y="54"/>
                      <a:pt x="32" y="54"/>
                    </a:cubicBezTo>
                    <a:cubicBezTo>
                      <a:pt x="32" y="54"/>
                      <a:pt x="32" y="54"/>
                      <a:pt x="32" y="54"/>
                    </a:cubicBezTo>
                    <a:cubicBezTo>
                      <a:pt x="33" y="54"/>
                      <a:pt x="32" y="55"/>
                      <a:pt x="32" y="54"/>
                    </a:cubicBezTo>
                    <a:cubicBezTo>
                      <a:pt x="32" y="54"/>
                      <a:pt x="32" y="54"/>
                      <a:pt x="32" y="54"/>
                    </a:cubicBezTo>
                    <a:cubicBezTo>
                      <a:pt x="32" y="54"/>
                      <a:pt x="32" y="54"/>
                      <a:pt x="32" y="54"/>
                    </a:cubicBezTo>
                    <a:cubicBezTo>
                      <a:pt x="32" y="54"/>
                      <a:pt x="32" y="54"/>
                      <a:pt x="32" y="54"/>
                    </a:cubicBezTo>
                    <a:cubicBezTo>
                      <a:pt x="32" y="54"/>
                      <a:pt x="32" y="54"/>
                      <a:pt x="32" y="54"/>
                    </a:cubicBezTo>
                    <a:cubicBezTo>
                      <a:pt x="32" y="54"/>
                      <a:pt x="32" y="54"/>
                      <a:pt x="32" y="54"/>
                    </a:cubicBezTo>
                    <a:cubicBezTo>
                      <a:pt x="32" y="55"/>
                      <a:pt x="32" y="53"/>
                      <a:pt x="32" y="54"/>
                    </a:cubicBezTo>
                    <a:cubicBezTo>
                      <a:pt x="32" y="55"/>
                      <a:pt x="32" y="54"/>
                      <a:pt x="32" y="54"/>
                    </a:cubicBezTo>
                    <a:cubicBezTo>
                      <a:pt x="32" y="54"/>
                      <a:pt x="31" y="55"/>
                      <a:pt x="31" y="54"/>
                    </a:cubicBezTo>
                    <a:cubicBezTo>
                      <a:pt x="32" y="54"/>
                      <a:pt x="32" y="54"/>
                      <a:pt x="32" y="54"/>
                    </a:cubicBezTo>
                    <a:cubicBezTo>
                      <a:pt x="32" y="53"/>
                      <a:pt x="32" y="53"/>
                      <a:pt x="32" y="53"/>
                    </a:cubicBezTo>
                    <a:cubicBezTo>
                      <a:pt x="31" y="53"/>
                      <a:pt x="31" y="53"/>
                      <a:pt x="31" y="53"/>
                    </a:cubicBezTo>
                    <a:cubicBezTo>
                      <a:pt x="32" y="53"/>
                      <a:pt x="32" y="53"/>
                      <a:pt x="32" y="53"/>
                    </a:cubicBezTo>
                    <a:lnTo>
                      <a:pt x="32" y="54"/>
                    </a:lnTo>
                    <a:close/>
                    <a:moveTo>
                      <a:pt x="32" y="54"/>
                    </a:moveTo>
                    <a:cubicBezTo>
                      <a:pt x="32" y="54"/>
                      <a:pt x="32" y="54"/>
                      <a:pt x="32" y="54"/>
                    </a:cubicBezTo>
                    <a:cubicBezTo>
                      <a:pt x="33" y="54"/>
                      <a:pt x="32" y="54"/>
                      <a:pt x="32" y="54"/>
                    </a:cubicBezTo>
                    <a:close/>
                    <a:moveTo>
                      <a:pt x="32" y="54"/>
                    </a:moveTo>
                    <a:cubicBezTo>
                      <a:pt x="32" y="54"/>
                      <a:pt x="32" y="55"/>
                      <a:pt x="32" y="54"/>
                    </a:cubicBezTo>
                    <a:cubicBezTo>
                      <a:pt x="32" y="54"/>
                      <a:pt x="32" y="55"/>
                      <a:pt x="32" y="54"/>
                    </a:cubicBezTo>
                    <a:cubicBezTo>
                      <a:pt x="32" y="54"/>
                      <a:pt x="32" y="54"/>
                      <a:pt x="32" y="54"/>
                    </a:cubicBezTo>
                    <a:close/>
                    <a:moveTo>
                      <a:pt x="32" y="55"/>
                    </a:moveTo>
                    <a:cubicBezTo>
                      <a:pt x="32" y="54"/>
                      <a:pt x="31" y="56"/>
                      <a:pt x="32" y="55"/>
                    </a:cubicBezTo>
                    <a:cubicBezTo>
                      <a:pt x="32" y="55"/>
                      <a:pt x="32" y="55"/>
                      <a:pt x="32" y="55"/>
                    </a:cubicBezTo>
                    <a:close/>
                    <a:moveTo>
                      <a:pt x="36" y="53"/>
                    </a:moveTo>
                    <a:cubicBezTo>
                      <a:pt x="37" y="54"/>
                      <a:pt x="36" y="53"/>
                      <a:pt x="36" y="53"/>
                    </a:cubicBezTo>
                    <a:cubicBezTo>
                      <a:pt x="36" y="53"/>
                      <a:pt x="37" y="53"/>
                      <a:pt x="36" y="53"/>
                    </a:cubicBezTo>
                    <a:close/>
                    <a:moveTo>
                      <a:pt x="36" y="54"/>
                    </a:moveTo>
                    <a:cubicBezTo>
                      <a:pt x="36" y="54"/>
                      <a:pt x="36" y="54"/>
                      <a:pt x="36" y="54"/>
                    </a:cubicBezTo>
                    <a:cubicBezTo>
                      <a:pt x="36" y="54"/>
                      <a:pt x="36" y="54"/>
                      <a:pt x="36" y="54"/>
                    </a:cubicBezTo>
                    <a:close/>
                    <a:moveTo>
                      <a:pt x="36" y="54"/>
                    </a:moveTo>
                    <a:cubicBezTo>
                      <a:pt x="36" y="54"/>
                      <a:pt x="36" y="54"/>
                      <a:pt x="36" y="54"/>
                    </a:cubicBezTo>
                    <a:cubicBezTo>
                      <a:pt x="36" y="54"/>
                      <a:pt x="36" y="54"/>
                      <a:pt x="36" y="54"/>
                    </a:cubicBezTo>
                    <a:close/>
                    <a:moveTo>
                      <a:pt x="35" y="55"/>
                    </a:moveTo>
                    <a:cubicBezTo>
                      <a:pt x="35" y="55"/>
                      <a:pt x="35" y="55"/>
                      <a:pt x="35" y="55"/>
                    </a:cubicBezTo>
                    <a:cubicBezTo>
                      <a:pt x="35" y="55"/>
                      <a:pt x="35" y="55"/>
                      <a:pt x="35" y="55"/>
                    </a:cubicBezTo>
                    <a:cubicBezTo>
                      <a:pt x="36" y="55"/>
                      <a:pt x="36" y="56"/>
                      <a:pt x="35" y="55"/>
                    </a:cubicBezTo>
                    <a:cubicBezTo>
                      <a:pt x="36" y="56"/>
                      <a:pt x="35" y="55"/>
                      <a:pt x="35" y="55"/>
                    </a:cubicBezTo>
                    <a:close/>
                    <a:moveTo>
                      <a:pt x="36" y="59"/>
                    </a:moveTo>
                    <a:cubicBezTo>
                      <a:pt x="36" y="58"/>
                      <a:pt x="36" y="59"/>
                      <a:pt x="36" y="59"/>
                    </a:cubicBezTo>
                    <a:cubicBezTo>
                      <a:pt x="36" y="58"/>
                      <a:pt x="36" y="59"/>
                      <a:pt x="36" y="59"/>
                    </a:cubicBezTo>
                    <a:close/>
                    <a:moveTo>
                      <a:pt x="40" y="66"/>
                    </a:moveTo>
                    <a:cubicBezTo>
                      <a:pt x="40" y="66"/>
                      <a:pt x="40" y="66"/>
                      <a:pt x="40" y="66"/>
                    </a:cubicBezTo>
                    <a:close/>
                    <a:moveTo>
                      <a:pt x="42" y="78"/>
                    </a:moveTo>
                    <a:cubicBezTo>
                      <a:pt x="43" y="78"/>
                      <a:pt x="43" y="79"/>
                      <a:pt x="42" y="79"/>
                    </a:cubicBezTo>
                    <a:cubicBezTo>
                      <a:pt x="43" y="78"/>
                      <a:pt x="42" y="78"/>
                      <a:pt x="42" y="78"/>
                    </a:cubicBezTo>
                    <a:close/>
                    <a:moveTo>
                      <a:pt x="39" y="71"/>
                    </a:moveTo>
                    <a:cubicBezTo>
                      <a:pt x="39" y="71"/>
                      <a:pt x="39" y="71"/>
                      <a:pt x="39" y="71"/>
                    </a:cubicBezTo>
                    <a:cubicBezTo>
                      <a:pt x="40" y="71"/>
                      <a:pt x="40" y="71"/>
                      <a:pt x="40" y="71"/>
                    </a:cubicBezTo>
                    <a:cubicBezTo>
                      <a:pt x="40" y="71"/>
                      <a:pt x="40" y="71"/>
                      <a:pt x="40" y="71"/>
                    </a:cubicBezTo>
                    <a:cubicBezTo>
                      <a:pt x="40" y="71"/>
                      <a:pt x="40" y="71"/>
                      <a:pt x="40" y="71"/>
                    </a:cubicBezTo>
                    <a:cubicBezTo>
                      <a:pt x="40" y="71"/>
                      <a:pt x="40" y="71"/>
                      <a:pt x="40" y="71"/>
                    </a:cubicBezTo>
                    <a:cubicBezTo>
                      <a:pt x="40" y="71"/>
                      <a:pt x="40" y="71"/>
                      <a:pt x="40" y="71"/>
                    </a:cubicBezTo>
                    <a:cubicBezTo>
                      <a:pt x="40" y="71"/>
                      <a:pt x="40" y="71"/>
                      <a:pt x="40" y="71"/>
                    </a:cubicBezTo>
                    <a:cubicBezTo>
                      <a:pt x="40" y="71"/>
                      <a:pt x="40" y="71"/>
                      <a:pt x="39" y="71"/>
                    </a:cubicBezTo>
                    <a:close/>
                    <a:moveTo>
                      <a:pt x="40" y="73"/>
                    </a:moveTo>
                    <a:cubicBezTo>
                      <a:pt x="40" y="73"/>
                      <a:pt x="40" y="73"/>
                      <a:pt x="40" y="73"/>
                    </a:cubicBezTo>
                    <a:close/>
                    <a:moveTo>
                      <a:pt x="40" y="74"/>
                    </a:moveTo>
                    <a:cubicBezTo>
                      <a:pt x="40" y="74"/>
                      <a:pt x="40" y="74"/>
                      <a:pt x="40" y="74"/>
                    </a:cubicBezTo>
                    <a:close/>
                    <a:moveTo>
                      <a:pt x="40" y="73"/>
                    </a:moveTo>
                    <a:cubicBezTo>
                      <a:pt x="40" y="73"/>
                      <a:pt x="40" y="73"/>
                      <a:pt x="40" y="73"/>
                    </a:cubicBezTo>
                    <a:cubicBezTo>
                      <a:pt x="40" y="73"/>
                      <a:pt x="40" y="73"/>
                      <a:pt x="40" y="73"/>
                    </a:cubicBezTo>
                    <a:cubicBezTo>
                      <a:pt x="40" y="73"/>
                      <a:pt x="39" y="73"/>
                      <a:pt x="40" y="73"/>
                    </a:cubicBezTo>
                    <a:close/>
                    <a:moveTo>
                      <a:pt x="40" y="72"/>
                    </a:moveTo>
                    <a:cubicBezTo>
                      <a:pt x="39" y="72"/>
                      <a:pt x="39" y="72"/>
                      <a:pt x="39" y="72"/>
                    </a:cubicBezTo>
                    <a:cubicBezTo>
                      <a:pt x="39" y="71"/>
                      <a:pt x="39" y="71"/>
                      <a:pt x="39" y="71"/>
                    </a:cubicBezTo>
                    <a:cubicBezTo>
                      <a:pt x="40" y="72"/>
                      <a:pt x="40" y="72"/>
                      <a:pt x="40" y="72"/>
                    </a:cubicBezTo>
                    <a:cubicBezTo>
                      <a:pt x="40" y="72"/>
                      <a:pt x="40" y="72"/>
                      <a:pt x="40" y="72"/>
                    </a:cubicBezTo>
                    <a:cubicBezTo>
                      <a:pt x="40" y="72"/>
                      <a:pt x="40" y="72"/>
                      <a:pt x="40" y="72"/>
                    </a:cubicBezTo>
                    <a:cubicBezTo>
                      <a:pt x="40" y="72"/>
                      <a:pt x="40" y="72"/>
                      <a:pt x="40" y="72"/>
                    </a:cubicBezTo>
                    <a:cubicBezTo>
                      <a:pt x="40" y="72"/>
                      <a:pt x="40" y="72"/>
                      <a:pt x="40" y="72"/>
                    </a:cubicBezTo>
                    <a:close/>
                    <a:moveTo>
                      <a:pt x="39" y="81"/>
                    </a:moveTo>
                    <a:cubicBezTo>
                      <a:pt x="39" y="80"/>
                      <a:pt x="39" y="80"/>
                      <a:pt x="40" y="81"/>
                    </a:cubicBezTo>
                    <a:cubicBezTo>
                      <a:pt x="39" y="81"/>
                      <a:pt x="39" y="81"/>
                      <a:pt x="39" y="81"/>
                    </a:cubicBezTo>
                    <a:cubicBezTo>
                      <a:pt x="39" y="81"/>
                      <a:pt x="39" y="81"/>
                      <a:pt x="39" y="81"/>
                    </a:cubicBezTo>
                    <a:close/>
                    <a:moveTo>
                      <a:pt x="39" y="80"/>
                    </a:moveTo>
                    <a:cubicBezTo>
                      <a:pt x="39" y="80"/>
                      <a:pt x="39" y="80"/>
                      <a:pt x="39" y="80"/>
                    </a:cubicBezTo>
                    <a:cubicBezTo>
                      <a:pt x="39" y="80"/>
                      <a:pt x="39" y="80"/>
                      <a:pt x="39" y="80"/>
                    </a:cubicBezTo>
                    <a:cubicBezTo>
                      <a:pt x="39" y="80"/>
                      <a:pt x="39" y="80"/>
                      <a:pt x="39" y="80"/>
                    </a:cubicBezTo>
                    <a:cubicBezTo>
                      <a:pt x="40" y="80"/>
                      <a:pt x="40" y="80"/>
                      <a:pt x="40" y="80"/>
                    </a:cubicBezTo>
                    <a:cubicBezTo>
                      <a:pt x="40" y="79"/>
                      <a:pt x="40" y="79"/>
                      <a:pt x="40" y="79"/>
                    </a:cubicBezTo>
                    <a:cubicBezTo>
                      <a:pt x="40" y="79"/>
                      <a:pt x="40" y="79"/>
                      <a:pt x="40" y="79"/>
                    </a:cubicBezTo>
                    <a:cubicBezTo>
                      <a:pt x="40" y="79"/>
                      <a:pt x="40" y="79"/>
                      <a:pt x="40" y="79"/>
                    </a:cubicBezTo>
                    <a:cubicBezTo>
                      <a:pt x="40" y="79"/>
                      <a:pt x="40" y="80"/>
                      <a:pt x="40" y="79"/>
                    </a:cubicBezTo>
                    <a:cubicBezTo>
                      <a:pt x="40" y="79"/>
                      <a:pt x="40" y="79"/>
                      <a:pt x="40" y="79"/>
                    </a:cubicBezTo>
                    <a:cubicBezTo>
                      <a:pt x="40" y="79"/>
                      <a:pt x="40" y="79"/>
                      <a:pt x="40" y="79"/>
                    </a:cubicBezTo>
                    <a:cubicBezTo>
                      <a:pt x="40" y="79"/>
                      <a:pt x="40" y="79"/>
                      <a:pt x="40" y="79"/>
                    </a:cubicBezTo>
                    <a:cubicBezTo>
                      <a:pt x="40" y="79"/>
                      <a:pt x="40" y="79"/>
                      <a:pt x="40" y="78"/>
                    </a:cubicBezTo>
                    <a:cubicBezTo>
                      <a:pt x="40" y="78"/>
                      <a:pt x="40" y="78"/>
                      <a:pt x="41" y="78"/>
                    </a:cubicBezTo>
                    <a:cubicBezTo>
                      <a:pt x="41" y="79"/>
                      <a:pt x="41" y="79"/>
                      <a:pt x="41" y="79"/>
                    </a:cubicBezTo>
                    <a:cubicBezTo>
                      <a:pt x="41" y="79"/>
                      <a:pt x="41" y="79"/>
                      <a:pt x="41" y="79"/>
                    </a:cubicBezTo>
                    <a:cubicBezTo>
                      <a:pt x="41" y="79"/>
                      <a:pt x="41" y="79"/>
                      <a:pt x="41" y="79"/>
                    </a:cubicBezTo>
                    <a:cubicBezTo>
                      <a:pt x="41" y="79"/>
                      <a:pt x="41" y="79"/>
                      <a:pt x="41" y="79"/>
                    </a:cubicBezTo>
                    <a:cubicBezTo>
                      <a:pt x="41" y="79"/>
                      <a:pt x="41" y="79"/>
                      <a:pt x="41" y="79"/>
                    </a:cubicBezTo>
                    <a:cubicBezTo>
                      <a:pt x="40" y="79"/>
                      <a:pt x="41" y="79"/>
                      <a:pt x="40" y="79"/>
                    </a:cubicBezTo>
                    <a:cubicBezTo>
                      <a:pt x="41" y="79"/>
                      <a:pt x="41" y="79"/>
                      <a:pt x="41" y="80"/>
                    </a:cubicBezTo>
                    <a:cubicBezTo>
                      <a:pt x="40" y="80"/>
                      <a:pt x="40" y="80"/>
                      <a:pt x="40" y="80"/>
                    </a:cubicBezTo>
                    <a:cubicBezTo>
                      <a:pt x="40" y="80"/>
                      <a:pt x="40" y="80"/>
                      <a:pt x="40" y="80"/>
                    </a:cubicBezTo>
                    <a:cubicBezTo>
                      <a:pt x="40" y="80"/>
                      <a:pt x="40" y="80"/>
                      <a:pt x="40" y="80"/>
                    </a:cubicBezTo>
                    <a:cubicBezTo>
                      <a:pt x="39" y="81"/>
                      <a:pt x="39" y="81"/>
                      <a:pt x="39" y="80"/>
                    </a:cubicBezTo>
                    <a:close/>
                    <a:moveTo>
                      <a:pt x="39" y="88"/>
                    </a:moveTo>
                    <a:cubicBezTo>
                      <a:pt x="39" y="88"/>
                      <a:pt x="38" y="88"/>
                      <a:pt x="38" y="87"/>
                    </a:cubicBezTo>
                    <a:cubicBezTo>
                      <a:pt x="38" y="87"/>
                      <a:pt x="38" y="87"/>
                      <a:pt x="38" y="87"/>
                    </a:cubicBezTo>
                    <a:cubicBezTo>
                      <a:pt x="38" y="88"/>
                      <a:pt x="38" y="86"/>
                      <a:pt x="38" y="87"/>
                    </a:cubicBezTo>
                    <a:cubicBezTo>
                      <a:pt x="38" y="87"/>
                      <a:pt x="38" y="87"/>
                      <a:pt x="38" y="87"/>
                    </a:cubicBezTo>
                    <a:cubicBezTo>
                      <a:pt x="38" y="87"/>
                      <a:pt x="38" y="87"/>
                      <a:pt x="38"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8"/>
                      <a:pt x="39" y="88"/>
                      <a:pt x="39" y="88"/>
                    </a:cubicBezTo>
                    <a:cubicBezTo>
                      <a:pt x="39" y="88"/>
                      <a:pt x="39" y="89"/>
                      <a:pt x="39" y="88"/>
                    </a:cubicBezTo>
                    <a:close/>
                    <a:moveTo>
                      <a:pt x="40" y="89"/>
                    </a:move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lose/>
                    <a:moveTo>
                      <a:pt x="40" y="89"/>
                    </a:moveTo>
                    <a:cubicBezTo>
                      <a:pt x="40" y="89"/>
                      <a:pt x="40" y="89"/>
                      <a:pt x="40" y="89"/>
                    </a:cubicBezTo>
                    <a:cubicBezTo>
                      <a:pt x="40" y="89"/>
                      <a:pt x="40" y="89"/>
                      <a:pt x="40" y="89"/>
                    </a:cubicBezTo>
                    <a:close/>
                    <a:moveTo>
                      <a:pt x="40" y="89"/>
                    </a:moveTo>
                    <a:cubicBezTo>
                      <a:pt x="40" y="89"/>
                      <a:pt x="40" y="89"/>
                      <a:pt x="40" y="89"/>
                    </a:cubicBezTo>
                    <a:cubicBezTo>
                      <a:pt x="40" y="89"/>
                      <a:pt x="40" y="89"/>
                      <a:pt x="40" y="89"/>
                    </a:cubicBezTo>
                    <a:cubicBezTo>
                      <a:pt x="40" y="89"/>
                      <a:pt x="40" y="90"/>
                      <a:pt x="40" y="89"/>
                    </a:cubicBezTo>
                    <a:cubicBezTo>
                      <a:pt x="40" y="89"/>
                      <a:pt x="40" y="89"/>
                      <a:pt x="40" y="89"/>
                    </a:cubicBezTo>
                    <a:cubicBezTo>
                      <a:pt x="40" y="89"/>
                      <a:pt x="40" y="89"/>
                      <a:pt x="40" y="89"/>
                    </a:cubicBezTo>
                    <a:cubicBezTo>
                      <a:pt x="40" y="89"/>
                      <a:pt x="40" y="89"/>
                      <a:pt x="40" y="89"/>
                    </a:cubicBezTo>
                    <a:cubicBezTo>
                      <a:pt x="40" y="89"/>
                      <a:pt x="40" y="89"/>
                      <a:pt x="40" y="89"/>
                    </a:cubicBezTo>
                    <a:cubicBezTo>
                      <a:pt x="40" y="89"/>
                      <a:pt x="40" y="89"/>
                      <a:pt x="40" y="89"/>
                    </a:cubicBezTo>
                    <a:close/>
                    <a:moveTo>
                      <a:pt x="43" y="90"/>
                    </a:moveTo>
                    <a:cubicBezTo>
                      <a:pt x="43" y="90"/>
                      <a:pt x="43" y="90"/>
                      <a:pt x="43" y="90"/>
                    </a:cubicBezTo>
                    <a:cubicBezTo>
                      <a:pt x="43" y="90"/>
                      <a:pt x="43" y="91"/>
                      <a:pt x="43" y="90"/>
                    </a:cubicBezTo>
                    <a:close/>
                    <a:moveTo>
                      <a:pt x="42" y="90"/>
                    </a:moveTo>
                    <a:cubicBezTo>
                      <a:pt x="42" y="90"/>
                      <a:pt x="42" y="90"/>
                      <a:pt x="42" y="90"/>
                    </a:cubicBezTo>
                    <a:cubicBezTo>
                      <a:pt x="42" y="90"/>
                      <a:pt x="42" y="90"/>
                      <a:pt x="42" y="90"/>
                    </a:cubicBezTo>
                    <a:close/>
                    <a:moveTo>
                      <a:pt x="43" y="91"/>
                    </a:moveTo>
                    <a:cubicBezTo>
                      <a:pt x="43" y="91"/>
                      <a:pt x="43" y="91"/>
                      <a:pt x="43" y="91"/>
                    </a:cubicBezTo>
                    <a:close/>
                    <a:moveTo>
                      <a:pt x="42" y="91"/>
                    </a:moveTo>
                    <a:cubicBezTo>
                      <a:pt x="43" y="91"/>
                      <a:pt x="43" y="91"/>
                      <a:pt x="43" y="91"/>
                    </a:cubicBezTo>
                    <a:cubicBezTo>
                      <a:pt x="43" y="91"/>
                      <a:pt x="43" y="91"/>
                      <a:pt x="43" y="91"/>
                    </a:cubicBezTo>
                    <a:lnTo>
                      <a:pt x="42" y="91"/>
                    </a:lnTo>
                    <a:close/>
                    <a:moveTo>
                      <a:pt x="42" y="91"/>
                    </a:moveTo>
                    <a:cubicBezTo>
                      <a:pt x="42" y="91"/>
                      <a:pt x="42" y="90"/>
                      <a:pt x="42" y="91"/>
                    </a:cubicBezTo>
                    <a:cubicBezTo>
                      <a:pt x="42" y="91"/>
                      <a:pt x="42" y="91"/>
                      <a:pt x="42" y="91"/>
                    </a:cubicBezTo>
                    <a:cubicBezTo>
                      <a:pt x="42" y="91"/>
                      <a:pt x="42" y="91"/>
                      <a:pt x="42" y="91"/>
                    </a:cubicBezTo>
                    <a:cubicBezTo>
                      <a:pt x="42" y="91"/>
                      <a:pt x="42" y="91"/>
                      <a:pt x="42" y="91"/>
                    </a:cubicBezTo>
                    <a:cubicBezTo>
                      <a:pt x="42" y="91"/>
                      <a:pt x="42" y="91"/>
                      <a:pt x="42" y="91"/>
                    </a:cubicBezTo>
                    <a:cubicBezTo>
                      <a:pt x="42" y="91"/>
                      <a:pt x="42" y="91"/>
                      <a:pt x="42" y="91"/>
                    </a:cubicBezTo>
                    <a:close/>
                    <a:moveTo>
                      <a:pt x="47" y="99"/>
                    </a:moveTo>
                    <a:cubicBezTo>
                      <a:pt x="47" y="99"/>
                      <a:pt x="47" y="99"/>
                      <a:pt x="47" y="99"/>
                    </a:cubicBezTo>
                    <a:moveTo>
                      <a:pt x="47" y="99"/>
                    </a:moveTo>
                    <a:cubicBezTo>
                      <a:pt x="47" y="99"/>
                      <a:pt x="47" y="99"/>
                      <a:pt x="47" y="99"/>
                    </a:cubicBezTo>
                    <a:close/>
                    <a:moveTo>
                      <a:pt x="46" y="99"/>
                    </a:moveTo>
                    <a:cubicBezTo>
                      <a:pt x="47" y="99"/>
                      <a:pt x="47" y="99"/>
                      <a:pt x="47" y="99"/>
                    </a:cubicBezTo>
                    <a:cubicBezTo>
                      <a:pt x="47" y="99"/>
                      <a:pt x="47" y="99"/>
                      <a:pt x="47" y="99"/>
                    </a:cubicBezTo>
                    <a:cubicBezTo>
                      <a:pt x="46" y="98"/>
                      <a:pt x="46" y="100"/>
                      <a:pt x="46" y="99"/>
                    </a:cubicBezTo>
                    <a:close/>
                    <a:moveTo>
                      <a:pt x="45" y="94"/>
                    </a:moveTo>
                    <a:cubicBezTo>
                      <a:pt x="46" y="94"/>
                      <a:pt x="46" y="94"/>
                      <a:pt x="46" y="95"/>
                    </a:cubicBezTo>
                    <a:cubicBezTo>
                      <a:pt x="46" y="94"/>
                      <a:pt x="45" y="95"/>
                      <a:pt x="45" y="94"/>
                    </a:cubicBezTo>
                    <a:close/>
                    <a:moveTo>
                      <a:pt x="46" y="94"/>
                    </a:moveTo>
                    <a:cubicBezTo>
                      <a:pt x="46" y="94"/>
                      <a:pt x="46" y="94"/>
                      <a:pt x="46" y="94"/>
                    </a:cubicBezTo>
                    <a:cubicBezTo>
                      <a:pt x="45" y="94"/>
                      <a:pt x="44" y="93"/>
                      <a:pt x="45" y="94"/>
                    </a:cubicBezTo>
                    <a:cubicBezTo>
                      <a:pt x="44" y="93"/>
                      <a:pt x="45" y="92"/>
                      <a:pt x="46" y="94"/>
                    </a:cubicBezTo>
                    <a:close/>
                    <a:moveTo>
                      <a:pt x="47" y="93"/>
                    </a:moveTo>
                    <a:cubicBezTo>
                      <a:pt x="47" y="93"/>
                      <a:pt x="47" y="93"/>
                      <a:pt x="47" y="94"/>
                    </a:cubicBezTo>
                    <a:cubicBezTo>
                      <a:pt x="47" y="92"/>
                      <a:pt x="47" y="94"/>
                      <a:pt x="46" y="93"/>
                    </a:cubicBezTo>
                    <a:cubicBezTo>
                      <a:pt x="46" y="93"/>
                      <a:pt x="47" y="92"/>
                      <a:pt x="47" y="93"/>
                    </a:cubicBezTo>
                    <a:cubicBezTo>
                      <a:pt x="47" y="93"/>
                      <a:pt x="47" y="93"/>
                      <a:pt x="47" y="93"/>
                    </a:cubicBezTo>
                    <a:close/>
                    <a:moveTo>
                      <a:pt x="47" y="94"/>
                    </a:moveTo>
                    <a:cubicBezTo>
                      <a:pt x="48" y="95"/>
                      <a:pt x="47" y="94"/>
                      <a:pt x="47" y="94"/>
                    </a:cubicBezTo>
                    <a:cubicBezTo>
                      <a:pt x="48" y="93"/>
                      <a:pt x="48" y="95"/>
                      <a:pt x="47" y="94"/>
                    </a:cubicBezTo>
                    <a:close/>
                  </a:path>
                </a:pathLst>
              </a:custGeom>
              <a:solidFill>
                <a:srgbClr val="52E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0" name="Freeform 33">
                <a:extLst>
                  <a:ext uri="{FF2B5EF4-FFF2-40B4-BE49-F238E27FC236}">
                    <a16:creationId xmlns:a16="http://schemas.microsoft.com/office/drawing/2014/main" id="{48FB9F9A-6F13-4B8A-9792-468DDB20A688}"/>
                  </a:ext>
                </a:extLst>
              </p:cNvPr>
              <p:cNvSpPr>
                <a:spLocks noEditPoints="1"/>
              </p:cNvSpPr>
              <p:nvPr/>
            </p:nvSpPr>
            <p:spPr bwMode="auto">
              <a:xfrm>
                <a:off x="4720" y="2470"/>
                <a:ext cx="9" cy="14"/>
              </a:xfrm>
              <a:custGeom>
                <a:avLst/>
                <a:gdLst>
                  <a:gd name="T0" fmla="*/ 4 w 4"/>
                  <a:gd name="T1" fmla="*/ 5 h 6"/>
                  <a:gd name="T2" fmla="*/ 3 w 4"/>
                  <a:gd name="T3" fmla="*/ 5 h 6"/>
                  <a:gd name="T4" fmla="*/ 3 w 4"/>
                  <a:gd name="T5" fmla="*/ 4 h 6"/>
                  <a:gd name="T6" fmla="*/ 3 w 4"/>
                  <a:gd name="T7" fmla="*/ 4 h 6"/>
                  <a:gd name="T8" fmla="*/ 2 w 4"/>
                  <a:gd name="T9" fmla="*/ 3 h 6"/>
                  <a:gd name="T10" fmla="*/ 2 w 4"/>
                  <a:gd name="T11" fmla="*/ 2 h 6"/>
                  <a:gd name="T12" fmla="*/ 1 w 4"/>
                  <a:gd name="T13" fmla="*/ 2 h 6"/>
                  <a:gd name="T14" fmla="*/ 1 w 4"/>
                  <a:gd name="T15" fmla="*/ 2 h 6"/>
                  <a:gd name="T16" fmla="*/ 0 w 4"/>
                  <a:gd name="T17" fmla="*/ 2 h 6"/>
                  <a:gd name="T18" fmla="*/ 0 w 4"/>
                  <a:gd name="T19" fmla="*/ 3 h 6"/>
                  <a:gd name="T20" fmla="*/ 0 w 4"/>
                  <a:gd name="T21" fmla="*/ 3 h 6"/>
                  <a:gd name="T22" fmla="*/ 0 w 4"/>
                  <a:gd name="T23" fmla="*/ 3 h 6"/>
                  <a:gd name="T24" fmla="*/ 1 w 4"/>
                  <a:gd name="T25" fmla="*/ 4 h 6"/>
                  <a:gd name="T26" fmla="*/ 0 w 4"/>
                  <a:gd name="T27" fmla="*/ 5 h 6"/>
                  <a:gd name="T28" fmla="*/ 2 w 4"/>
                  <a:gd name="T29" fmla="*/ 6 h 6"/>
                  <a:gd name="T30" fmla="*/ 2 w 4"/>
                  <a:gd name="T31" fmla="*/ 6 h 6"/>
                  <a:gd name="T32" fmla="*/ 2 w 4"/>
                  <a:gd name="T33" fmla="*/ 5 h 6"/>
                  <a:gd name="T34" fmla="*/ 2 w 4"/>
                  <a:gd name="T35" fmla="*/ 5 h 6"/>
                  <a:gd name="T36" fmla="*/ 3 w 4"/>
                  <a:gd name="T37" fmla="*/ 6 h 6"/>
                  <a:gd name="T38" fmla="*/ 4 w 4"/>
                  <a:gd name="T39" fmla="*/ 5 h 6"/>
                  <a:gd name="T40" fmla="*/ 1 w 4"/>
                  <a:gd name="T41" fmla="*/ 4 h 6"/>
                  <a:gd name="T42" fmla="*/ 1 w 4"/>
                  <a:gd name="T43" fmla="*/ 4 h 6"/>
                  <a:gd name="T44" fmla="*/ 1 w 4"/>
                  <a:gd name="T45" fmla="*/ 2 h 6"/>
                  <a:gd name="T46" fmla="*/ 1 w 4"/>
                  <a:gd name="T47" fmla="*/ 2 h 6"/>
                  <a:gd name="T48" fmla="*/ 1 w 4"/>
                  <a:gd name="T49" fmla="*/ 4 h 6"/>
                  <a:gd name="T50" fmla="*/ 1 w 4"/>
                  <a:gd name="T51" fmla="*/ 4 h 6"/>
                  <a:gd name="T52" fmla="*/ 1 w 4"/>
                  <a:gd name="T53" fmla="*/ 4 h 6"/>
                  <a:gd name="T54" fmla="*/ 0 w 4"/>
                  <a:gd name="T55" fmla="*/ 4 h 6"/>
                  <a:gd name="T56" fmla="*/ 1 w 4"/>
                  <a:gd name="T57" fmla="*/ 3 h 6"/>
                  <a:gd name="T58" fmla="*/ 1 w 4"/>
                  <a:gd name="T59" fmla="*/ 4 h 6"/>
                  <a:gd name="T60" fmla="*/ 1 w 4"/>
                  <a:gd name="T61" fmla="*/ 3 h 6"/>
                  <a:gd name="T62" fmla="*/ 1 w 4"/>
                  <a:gd name="T63" fmla="*/ 3 h 6"/>
                  <a:gd name="T64" fmla="*/ 1 w 4"/>
                  <a:gd name="T65" fmla="*/ 4 h 6"/>
                  <a:gd name="T66" fmla="*/ 2 w 4"/>
                  <a:gd name="T67" fmla="*/ 4 h 6"/>
                  <a:gd name="T68" fmla="*/ 3 w 4"/>
                  <a:gd name="T69" fmla="*/ 5 h 6"/>
                  <a:gd name="T70" fmla="*/ 3 w 4"/>
                  <a:gd name="T71" fmla="*/ 5 h 6"/>
                  <a:gd name="T72" fmla="*/ 2 w 4"/>
                  <a:gd name="T73"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6">
                    <a:moveTo>
                      <a:pt x="4" y="5"/>
                    </a:moveTo>
                    <a:cubicBezTo>
                      <a:pt x="3" y="5"/>
                      <a:pt x="3" y="5"/>
                      <a:pt x="3" y="5"/>
                    </a:cubicBezTo>
                    <a:cubicBezTo>
                      <a:pt x="3" y="5"/>
                      <a:pt x="3" y="4"/>
                      <a:pt x="3" y="4"/>
                    </a:cubicBezTo>
                    <a:cubicBezTo>
                      <a:pt x="3" y="4"/>
                      <a:pt x="3" y="4"/>
                      <a:pt x="3" y="4"/>
                    </a:cubicBezTo>
                    <a:cubicBezTo>
                      <a:pt x="2" y="3"/>
                      <a:pt x="2" y="3"/>
                      <a:pt x="2" y="3"/>
                    </a:cubicBezTo>
                    <a:cubicBezTo>
                      <a:pt x="2" y="3"/>
                      <a:pt x="2" y="2"/>
                      <a:pt x="2" y="2"/>
                    </a:cubicBezTo>
                    <a:cubicBezTo>
                      <a:pt x="2" y="2"/>
                      <a:pt x="2" y="3"/>
                      <a:pt x="1" y="2"/>
                    </a:cubicBezTo>
                    <a:cubicBezTo>
                      <a:pt x="2" y="2"/>
                      <a:pt x="1" y="0"/>
                      <a:pt x="1" y="2"/>
                    </a:cubicBezTo>
                    <a:cubicBezTo>
                      <a:pt x="0" y="2"/>
                      <a:pt x="0" y="2"/>
                      <a:pt x="0" y="2"/>
                    </a:cubicBezTo>
                    <a:cubicBezTo>
                      <a:pt x="1" y="2"/>
                      <a:pt x="0" y="2"/>
                      <a:pt x="0" y="3"/>
                    </a:cubicBezTo>
                    <a:cubicBezTo>
                      <a:pt x="0" y="3"/>
                      <a:pt x="0" y="3"/>
                      <a:pt x="0" y="3"/>
                    </a:cubicBezTo>
                    <a:cubicBezTo>
                      <a:pt x="0" y="3"/>
                      <a:pt x="0" y="3"/>
                      <a:pt x="0" y="3"/>
                    </a:cubicBezTo>
                    <a:cubicBezTo>
                      <a:pt x="0" y="4"/>
                      <a:pt x="0" y="4"/>
                      <a:pt x="1" y="4"/>
                    </a:cubicBezTo>
                    <a:cubicBezTo>
                      <a:pt x="0" y="5"/>
                      <a:pt x="0" y="5"/>
                      <a:pt x="0" y="5"/>
                    </a:cubicBezTo>
                    <a:cubicBezTo>
                      <a:pt x="1" y="6"/>
                      <a:pt x="1" y="6"/>
                      <a:pt x="2" y="6"/>
                    </a:cubicBezTo>
                    <a:cubicBezTo>
                      <a:pt x="2" y="6"/>
                      <a:pt x="2" y="6"/>
                      <a:pt x="2" y="6"/>
                    </a:cubicBezTo>
                    <a:cubicBezTo>
                      <a:pt x="2" y="5"/>
                      <a:pt x="2" y="5"/>
                      <a:pt x="2" y="5"/>
                    </a:cubicBezTo>
                    <a:cubicBezTo>
                      <a:pt x="2" y="5"/>
                      <a:pt x="2" y="5"/>
                      <a:pt x="2" y="5"/>
                    </a:cubicBezTo>
                    <a:cubicBezTo>
                      <a:pt x="3" y="5"/>
                      <a:pt x="3" y="5"/>
                      <a:pt x="3" y="6"/>
                    </a:cubicBezTo>
                    <a:lnTo>
                      <a:pt x="4" y="5"/>
                    </a:lnTo>
                    <a:close/>
                    <a:moveTo>
                      <a:pt x="1" y="4"/>
                    </a:moveTo>
                    <a:cubicBezTo>
                      <a:pt x="1" y="4"/>
                      <a:pt x="1" y="4"/>
                      <a:pt x="1" y="4"/>
                    </a:cubicBezTo>
                    <a:moveTo>
                      <a:pt x="1" y="2"/>
                    </a:moveTo>
                    <a:cubicBezTo>
                      <a:pt x="1" y="2"/>
                      <a:pt x="1" y="2"/>
                      <a:pt x="1" y="2"/>
                    </a:cubicBezTo>
                    <a:close/>
                    <a:moveTo>
                      <a:pt x="1" y="4"/>
                    </a:moveTo>
                    <a:cubicBezTo>
                      <a:pt x="1" y="4"/>
                      <a:pt x="1" y="4"/>
                      <a:pt x="1" y="4"/>
                    </a:cubicBezTo>
                    <a:cubicBezTo>
                      <a:pt x="0" y="3"/>
                      <a:pt x="1" y="4"/>
                      <a:pt x="1" y="4"/>
                    </a:cubicBezTo>
                    <a:cubicBezTo>
                      <a:pt x="0" y="4"/>
                      <a:pt x="0" y="4"/>
                      <a:pt x="0" y="4"/>
                    </a:cubicBezTo>
                    <a:cubicBezTo>
                      <a:pt x="1" y="3"/>
                      <a:pt x="1" y="3"/>
                      <a:pt x="1" y="3"/>
                    </a:cubicBezTo>
                    <a:cubicBezTo>
                      <a:pt x="1" y="4"/>
                      <a:pt x="1" y="4"/>
                      <a:pt x="1" y="4"/>
                    </a:cubicBezTo>
                    <a:cubicBezTo>
                      <a:pt x="1" y="3"/>
                      <a:pt x="1" y="3"/>
                      <a:pt x="1" y="3"/>
                    </a:cubicBezTo>
                    <a:cubicBezTo>
                      <a:pt x="1" y="3"/>
                      <a:pt x="1" y="3"/>
                      <a:pt x="1" y="3"/>
                    </a:cubicBezTo>
                    <a:lnTo>
                      <a:pt x="1" y="4"/>
                    </a:lnTo>
                    <a:close/>
                    <a:moveTo>
                      <a:pt x="2" y="4"/>
                    </a:moveTo>
                    <a:cubicBezTo>
                      <a:pt x="2" y="5"/>
                      <a:pt x="3" y="5"/>
                      <a:pt x="3" y="5"/>
                    </a:cubicBezTo>
                    <a:cubicBezTo>
                      <a:pt x="3" y="5"/>
                      <a:pt x="3" y="5"/>
                      <a:pt x="3" y="5"/>
                    </a:cubicBezTo>
                    <a:cubicBezTo>
                      <a:pt x="4" y="4"/>
                      <a:pt x="3" y="6"/>
                      <a:pt x="2" y="4"/>
                    </a:cubicBezTo>
                    <a:close/>
                  </a:path>
                </a:pathLst>
              </a:custGeom>
              <a:solidFill>
                <a:srgbClr val="52E1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1" name="Line 34">
                <a:extLst>
                  <a:ext uri="{FF2B5EF4-FFF2-40B4-BE49-F238E27FC236}">
                    <a16:creationId xmlns:a16="http://schemas.microsoft.com/office/drawing/2014/main" id="{11E89EBF-48F4-4BAB-AB2D-551241A5BDF3}"/>
                  </a:ext>
                </a:extLst>
              </p:cNvPr>
              <p:cNvSpPr>
                <a:spLocks noChangeShapeType="1"/>
              </p:cNvSpPr>
              <p:nvPr/>
            </p:nvSpPr>
            <p:spPr bwMode="auto">
              <a:xfrm>
                <a:off x="4691" y="257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2" name="Line 35">
                <a:extLst>
                  <a:ext uri="{FF2B5EF4-FFF2-40B4-BE49-F238E27FC236}">
                    <a16:creationId xmlns:a16="http://schemas.microsoft.com/office/drawing/2014/main" id="{A7C64697-2F83-4F7B-A88A-095C383115FB}"/>
                  </a:ext>
                </a:extLst>
              </p:cNvPr>
              <p:cNvSpPr>
                <a:spLocks noChangeShapeType="1"/>
              </p:cNvSpPr>
              <p:nvPr/>
            </p:nvSpPr>
            <p:spPr bwMode="auto">
              <a:xfrm>
                <a:off x="4691" y="257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3" name="Freeform 36">
                <a:extLst>
                  <a:ext uri="{FF2B5EF4-FFF2-40B4-BE49-F238E27FC236}">
                    <a16:creationId xmlns:a16="http://schemas.microsoft.com/office/drawing/2014/main" id="{04B2CA0E-4604-47CB-81AC-6E396DCC0D8C}"/>
                  </a:ext>
                </a:extLst>
              </p:cNvPr>
              <p:cNvSpPr>
                <a:spLocks/>
              </p:cNvSpPr>
              <p:nvPr/>
            </p:nvSpPr>
            <p:spPr bwMode="auto">
              <a:xfrm>
                <a:off x="4691" y="2562"/>
                <a:ext cx="3" cy="0"/>
              </a:xfrm>
              <a:custGeom>
                <a:avLst/>
                <a:gdLst>
                  <a:gd name="T0" fmla="*/ 0 w 3"/>
                  <a:gd name="T1" fmla="*/ 0 w 3"/>
                  <a:gd name="T2" fmla="*/ 3 w 3"/>
                  <a:gd name="T3" fmla="*/ 0 w 3"/>
                </a:gdLst>
                <a:ahLst/>
                <a:cxnLst>
                  <a:cxn ang="0">
                    <a:pos x="T0" y="0"/>
                  </a:cxn>
                  <a:cxn ang="0">
                    <a:pos x="T1" y="0"/>
                  </a:cxn>
                  <a:cxn ang="0">
                    <a:pos x="T2" y="0"/>
                  </a:cxn>
                  <a:cxn ang="0">
                    <a:pos x="T3" y="0"/>
                  </a:cxn>
                </a:cxnLst>
                <a:rect l="0" t="0" r="r" b="b"/>
                <a:pathLst>
                  <a:path w="3">
                    <a:moveTo>
                      <a:pt x="0" y="0"/>
                    </a:moveTo>
                    <a:lnTo>
                      <a:pt x="0" y="0"/>
                    </a:lnTo>
                    <a:lnTo>
                      <a:pt x="3"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4" name="Line 37">
                <a:extLst>
                  <a:ext uri="{FF2B5EF4-FFF2-40B4-BE49-F238E27FC236}">
                    <a16:creationId xmlns:a16="http://schemas.microsoft.com/office/drawing/2014/main" id="{41B2772F-D09E-45D8-80D7-6879474C3A24}"/>
                  </a:ext>
                </a:extLst>
              </p:cNvPr>
              <p:cNvSpPr>
                <a:spLocks noChangeShapeType="1"/>
              </p:cNvSpPr>
              <p:nvPr/>
            </p:nvSpPr>
            <p:spPr bwMode="auto">
              <a:xfrm>
                <a:off x="4694" y="256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5" name="Line 38">
                <a:extLst>
                  <a:ext uri="{FF2B5EF4-FFF2-40B4-BE49-F238E27FC236}">
                    <a16:creationId xmlns:a16="http://schemas.microsoft.com/office/drawing/2014/main" id="{2F85A6EB-195A-4F23-BE0E-4BB300B08727}"/>
                  </a:ext>
                </a:extLst>
              </p:cNvPr>
              <p:cNvSpPr>
                <a:spLocks noChangeShapeType="1"/>
              </p:cNvSpPr>
              <p:nvPr/>
            </p:nvSpPr>
            <p:spPr bwMode="auto">
              <a:xfrm>
                <a:off x="4694" y="256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6" name="Freeform 39">
                <a:extLst>
                  <a:ext uri="{FF2B5EF4-FFF2-40B4-BE49-F238E27FC236}">
                    <a16:creationId xmlns:a16="http://schemas.microsoft.com/office/drawing/2014/main" id="{A67A8854-6A69-43C4-B27B-71B5E2FAA022}"/>
                  </a:ext>
                </a:extLst>
              </p:cNvPr>
              <p:cNvSpPr>
                <a:spLocks/>
              </p:cNvSpPr>
              <p:nvPr/>
            </p:nvSpPr>
            <p:spPr bwMode="auto">
              <a:xfrm>
                <a:off x="5030" y="2581"/>
                <a:ext cx="2" cy="3"/>
              </a:xfrm>
              <a:custGeom>
                <a:avLst/>
                <a:gdLst>
                  <a:gd name="T0" fmla="*/ 1 w 1"/>
                  <a:gd name="T1" fmla="*/ 1 h 1"/>
                  <a:gd name="T2" fmla="*/ 1 w 1"/>
                  <a:gd name="T3" fmla="*/ 1 h 1"/>
                  <a:gd name="T4" fmla="*/ 1 w 1"/>
                  <a:gd name="T5" fmla="*/ 1 h 1"/>
                </a:gdLst>
                <a:ahLst/>
                <a:cxnLst>
                  <a:cxn ang="0">
                    <a:pos x="T0" y="T1"/>
                  </a:cxn>
                  <a:cxn ang="0">
                    <a:pos x="T2" y="T3"/>
                  </a:cxn>
                  <a:cxn ang="0">
                    <a:pos x="T4" y="T5"/>
                  </a:cxn>
                </a:cxnLst>
                <a:rect l="0" t="0" r="r" b="b"/>
                <a:pathLst>
                  <a:path w="1" h="1">
                    <a:moveTo>
                      <a:pt x="1" y="1"/>
                    </a:moveTo>
                    <a:cubicBezTo>
                      <a:pt x="1" y="1"/>
                      <a:pt x="1" y="1"/>
                      <a:pt x="1" y="1"/>
                    </a:cubicBezTo>
                    <a:cubicBezTo>
                      <a:pt x="0" y="0"/>
                      <a:pt x="1" y="0"/>
                      <a:pt x="1"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7" name="Freeform 40">
                <a:extLst>
                  <a:ext uri="{FF2B5EF4-FFF2-40B4-BE49-F238E27FC236}">
                    <a16:creationId xmlns:a16="http://schemas.microsoft.com/office/drawing/2014/main" id="{7115626F-11A8-485D-90DE-44295D4E3BCA}"/>
                  </a:ext>
                </a:extLst>
              </p:cNvPr>
              <p:cNvSpPr>
                <a:spLocks/>
              </p:cNvSpPr>
              <p:nvPr/>
            </p:nvSpPr>
            <p:spPr bwMode="auto">
              <a:xfrm>
                <a:off x="5032" y="258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8" name="Line 41">
                <a:extLst>
                  <a:ext uri="{FF2B5EF4-FFF2-40B4-BE49-F238E27FC236}">
                    <a16:creationId xmlns:a16="http://schemas.microsoft.com/office/drawing/2014/main" id="{26658FAC-9313-4BDC-BB28-2B02CC57FBAA}"/>
                  </a:ext>
                </a:extLst>
              </p:cNvPr>
              <p:cNvSpPr>
                <a:spLocks noChangeShapeType="1"/>
              </p:cNvSpPr>
              <p:nvPr/>
            </p:nvSpPr>
            <p:spPr bwMode="auto">
              <a:xfrm>
                <a:off x="5023" y="267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19" name="Line 42">
                <a:extLst>
                  <a:ext uri="{FF2B5EF4-FFF2-40B4-BE49-F238E27FC236}">
                    <a16:creationId xmlns:a16="http://schemas.microsoft.com/office/drawing/2014/main" id="{81FDAB79-5054-456C-A348-4E2A77C1DE7E}"/>
                  </a:ext>
                </a:extLst>
              </p:cNvPr>
              <p:cNvSpPr>
                <a:spLocks noChangeShapeType="1"/>
              </p:cNvSpPr>
              <p:nvPr/>
            </p:nvSpPr>
            <p:spPr bwMode="auto">
              <a:xfrm>
                <a:off x="5023" y="267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0" name="Rectangle 43">
                <a:extLst>
                  <a:ext uri="{FF2B5EF4-FFF2-40B4-BE49-F238E27FC236}">
                    <a16:creationId xmlns:a16="http://schemas.microsoft.com/office/drawing/2014/main" id="{ADDEAF4E-6997-4500-A046-F6B097A9BDA2}"/>
                  </a:ext>
                </a:extLst>
              </p:cNvPr>
              <p:cNvSpPr>
                <a:spLocks noChangeArrowheads="1"/>
              </p:cNvSpPr>
              <p:nvPr/>
            </p:nvSpPr>
            <p:spPr bwMode="auto">
              <a:xfrm>
                <a:off x="4810" y="2700"/>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1" name="Freeform 44">
                <a:extLst>
                  <a:ext uri="{FF2B5EF4-FFF2-40B4-BE49-F238E27FC236}">
                    <a16:creationId xmlns:a16="http://schemas.microsoft.com/office/drawing/2014/main" id="{689AD21F-E5AC-4132-A613-75033051F648}"/>
                  </a:ext>
                </a:extLst>
              </p:cNvPr>
              <p:cNvSpPr>
                <a:spLocks/>
              </p:cNvSpPr>
              <p:nvPr/>
            </p:nvSpPr>
            <p:spPr bwMode="auto">
              <a:xfrm>
                <a:off x="4805" y="269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2" name="Freeform 45">
                <a:extLst>
                  <a:ext uri="{FF2B5EF4-FFF2-40B4-BE49-F238E27FC236}">
                    <a16:creationId xmlns:a16="http://schemas.microsoft.com/office/drawing/2014/main" id="{4F5EEB80-D9D4-41DA-B680-319F75E7A58B}"/>
                  </a:ext>
                </a:extLst>
              </p:cNvPr>
              <p:cNvSpPr>
                <a:spLocks/>
              </p:cNvSpPr>
              <p:nvPr/>
            </p:nvSpPr>
            <p:spPr bwMode="auto">
              <a:xfrm>
                <a:off x="4715" y="2669"/>
                <a:ext cx="0" cy="2"/>
              </a:xfrm>
              <a:custGeom>
                <a:avLst/>
                <a:gdLst>
                  <a:gd name="T0" fmla="*/ 0 h 1"/>
                  <a:gd name="T1" fmla="*/ 0 h 1"/>
                  <a:gd name="T2" fmla="*/ 0 h 1"/>
                </a:gdLst>
                <a:ahLst/>
                <a:cxnLst>
                  <a:cxn ang="0">
                    <a:pos x="0" y="T0"/>
                  </a:cxn>
                  <a:cxn ang="0">
                    <a:pos x="0" y="T1"/>
                  </a:cxn>
                  <a:cxn ang="0">
                    <a:pos x="0" y="T2"/>
                  </a:cxn>
                </a:cxnLst>
                <a:rect l="0" t="0" r="r" b="b"/>
                <a:pathLst>
                  <a:path h="1">
                    <a:moveTo>
                      <a:pt x="0" y="0"/>
                    </a:moveTo>
                    <a:cubicBezTo>
                      <a:pt x="0" y="1"/>
                      <a:pt x="0" y="0"/>
                      <a:pt x="0" y="0"/>
                    </a:cubicBezTo>
                    <a:cubicBezTo>
                      <a:pt x="0" y="0"/>
                      <a:pt x="0" y="1"/>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3" name="Rectangle 46">
                <a:extLst>
                  <a:ext uri="{FF2B5EF4-FFF2-40B4-BE49-F238E27FC236}">
                    <a16:creationId xmlns:a16="http://schemas.microsoft.com/office/drawing/2014/main" id="{646DB2E9-5E67-46EB-BAFD-9EBEAC318F69}"/>
                  </a:ext>
                </a:extLst>
              </p:cNvPr>
              <p:cNvSpPr>
                <a:spLocks noChangeArrowheads="1"/>
              </p:cNvSpPr>
              <p:nvPr/>
            </p:nvSpPr>
            <p:spPr bwMode="auto">
              <a:xfrm>
                <a:off x="4738" y="2679"/>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4" name="Freeform 47">
                <a:extLst>
                  <a:ext uri="{FF2B5EF4-FFF2-40B4-BE49-F238E27FC236}">
                    <a16:creationId xmlns:a16="http://schemas.microsoft.com/office/drawing/2014/main" id="{222417A1-5908-4CEB-AD5E-3FC3DA38DD3B}"/>
                  </a:ext>
                </a:extLst>
              </p:cNvPr>
              <p:cNvSpPr>
                <a:spLocks/>
              </p:cNvSpPr>
              <p:nvPr/>
            </p:nvSpPr>
            <p:spPr bwMode="auto">
              <a:xfrm>
                <a:off x="4824" y="2702"/>
                <a:ext cx="2" cy="0"/>
              </a:xfrm>
              <a:custGeom>
                <a:avLst/>
                <a:gdLst>
                  <a:gd name="T0" fmla="*/ 0 w 2"/>
                  <a:gd name="T1" fmla="*/ 2 w 2"/>
                  <a:gd name="T2" fmla="*/ 0 w 2"/>
                  <a:gd name="T3" fmla="*/ 0 w 2"/>
                </a:gdLst>
                <a:ahLst/>
                <a:cxnLst>
                  <a:cxn ang="0">
                    <a:pos x="T0" y="0"/>
                  </a:cxn>
                  <a:cxn ang="0">
                    <a:pos x="T1" y="0"/>
                  </a:cxn>
                  <a:cxn ang="0">
                    <a:pos x="T2" y="0"/>
                  </a:cxn>
                  <a:cxn ang="0">
                    <a:pos x="T3" y="0"/>
                  </a:cxn>
                </a:cxnLst>
                <a:rect l="0" t="0" r="r" b="b"/>
                <a:pathLst>
                  <a:path w="2">
                    <a:moveTo>
                      <a:pt x="0" y="0"/>
                    </a:moveTo>
                    <a:lnTo>
                      <a:pt x="2" y="0"/>
                    </a:ln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5" name="Freeform 48">
                <a:extLst>
                  <a:ext uri="{FF2B5EF4-FFF2-40B4-BE49-F238E27FC236}">
                    <a16:creationId xmlns:a16="http://schemas.microsoft.com/office/drawing/2014/main" id="{D0D8B98D-0368-46D8-942F-FB0BD2129835}"/>
                  </a:ext>
                </a:extLst>
              </p:cNvPr>
              <p:cNvSpPr>
                <a:spLocks/>
              </p:cNvSpPr>
              <p:nvPr/>
            </p:nvSpPr>
            <p:spPr bwMode="auto">
              <a:xfrm>
                <a:off x="4857" y="270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6" name="Freeform 49">
                <a:extLst>
                  <a:ext uri="{FF2B5EF4-FFF2-40B4-BE49-F238E27FC236}">
                    <a16:creationId xmlns:a16="http://schemas.microsoft.com/office/drawing/2014/main" id="{718C98B1-A7CF-4DA9-9803-D78A09E63C90}"/>
                  </a:ext>
                </a:extLst>
              </p:cNvPr>
              <p:cNvSpPr>
                <a:spLocks/>
              </p:cNvSpPr>
              <p:nvPr/>
            </p:nvSpPr>
            <p:spPr bwMode="auto">
              <a:xfrm>
                <a:off x="5032" y="264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7" name="Freeform 50">
                <a:extLst>
                  <a:ext uri="{FF2B5EF4-FFF2-40B4-BE49-F238E27FC236}">
                    <a16:creationId xmlns:a16="http://schemas.microsoft.com/office/drawing/2014/main" id="{330F9658-E76F-4979-8815-347FF7DA6246}"/>
                  </a:ext>
                </a:extLst>
              </p:cNvPr>
              <p:cNvSpPr>
                <a:spLocks/>
              </p:cNvSpPr>
              <p:nvPr/>
            </p:nvSpPr>
            <p:spPr bwMode="auto">
              <a:xfrm>
                <a:off x="5032" y="264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8" name="Freeform 51">
                <a:extLst>
                  <a:ext uri="{FF2B5EF4-FFF2-40B4-BE49-F238E27FC236}">
                    <a16:creationId xmlns:a16="http://schemas.microsoft.com/office/drawing/2014/main" id="{2A299C46-B913-41A3-9C3F-F93335E8CB17}"/>
                  </a:ext>
                </a:extLst>
              </p:cNvPr>
              <p:cNvSpPr>
                <a:spLocks/>
              </p:cNvSpPr>
              <p:nvPr/>
            </p:nvSpPr>
            <p:spPr bwMode="auto">
              <a:xfrm>
                <a:off x="5032" y="2586"/>
                <a:ext cx="2" cy="7"/>
              </a:xfrm>
              <a:custGeom>
                <a:avLst/>
                <a:gdLst>
                  <a:gd name="T0" fmla="*/ 1 w 1"/>
                  <a:gd name="T1" fmla="*/ 1 h 3"/>
                  <a:gd name="T2" fmla="*/ 1 w 1"/>
                  <a:gd name="T3" fmla="*/ 1 h 3"/>
                  <a:gd name="T4" fmla="*/ 1 w 1"/>
                  <a:gd name="T5" fmla="*/ 1 h 3"/>
                  <a:gd name="T6" fmla="*/ 0 w 1"/>
                  <a:gd name="T7" fmla="*/ 1 h 3"/>
                  <a:gd name="T8" fmla="*/ 0 w 1"/>
                  <a:gd name="T9" fmla="*/ 1 h 3"/>
                  <a:gd name="T10" fmla="*/ 1 w 1"/>
                  <a:gd name="T11" fmla="*/ 1 h 3"/>
                  <a:gd name="T12" fmla="*/ 1 w 1"/>
                  <a:gd name="T13" fmla="*/ 1 h 3"/>
                  <a:gd name="T14" fmla="*/ 1 w 1"/>
                  <a:gd name="T15" fmla="*/ 1 h 3"/>
                  <a:gd name="T16" fmla="*/ 1 w 1"/>
                  <a:gd name="T17" fmla="*/ 1 h 3"/>
                  <a:gd name="T18" fmla="*/ 1 w 1"/>
                  <a:gd name="T19"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3">
                    <a:moveTo>
                      <a:pt x="1" y="1"/>
                    </a:moveTo>
                    <a:cubicBezTo>
                      <a:pt x="0" y="0"/>
                      <a:pt x="1" y="1"/>
                      <a:pt x="1" y="1"/>
                    </a:cubicBezTo>
                    <a:cubicBezTo>
                      <a:pt x="1" y="0"/>
                      <a:pt x="0" y="1"/>
                      <a:pt x="1" y="1"/>
                    </a:cubicBezTo>
                    <a:cubicBezTo>
                      <a:pt x="0" y="2"/>
                      <a:pt x="0" y="1"/>
                      <a:pt x="0" y="1"/>
                    </a:cubicBezTo>
                    <a:cubicBezTo>
                      <a:pt x="0" y="3"/>
                      <a:pt x="1" y="2"/>
                      <a:pt x="0" y="1"/>
                    </a:cubicBezTo>
                    <a:cubicBezTo>
                      <a:pt x="0" y="1"/>
                      <a:pt x="1" y="2"/>
                      <a:pt x="1" y="1"/>
                    </a:cubicBezTo>
                    <a:cubicBezTo>
                      <a:pt x="1" y="1"/>
                      <a:pt x="1" y="2"/>
                      <a:pt x="1" y="1"/>
                    </a:cubicBezTo>
                    <a:cubicBezTo>
                      <a:pt x="1" y="2"/>
                      <a:pt x="1" y="1"/>
                      <a:pt x="1" y="1"/>
                    </a:cubicBezTo>
                    <a:cubicBezTo>
                      <a:pt x="1" y="2"/>
                      <a:pt x="1" y="1"/>
                      <a:pt x="1" y="1"/>
                    </a:cubicBezTo>
                    <a:cubicBezTo>
                      <a:pt x="1" y="1"/>
                      <a:pt x="1" y="1"/>
                      <a:pt x="1"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29" name="Freeform 52">
                <a:extLst>
                  <a:ext uri="{FF2B5EF4-FFF2-40B4-BE49-F238E27FC236}">
                    <a16:creationId xmlns:a16="http://schemas.microsoft.com/office/drawing/2014/main" id="{E82F4202-2722-49F7-B57B-A89EB228F670}"/>
                  </a:ext>
                </a:extLst>
              </p:cNvPr>
              <p:cNvSpPr>
                <a:spLocks/>
              </p:cNvSpPr>
              <p:nvPr/>
            </p:nvSpPr>
            <p:spPr bwMode="auto">
              <a:xfrm>
                <a:off x="4731" y="2477"/>
                <a:ext cx="0" cy="3"/>
              </a:xfrm>
              <a:custGeom>
                <a:avLst/>
                <a:gdLst>
                  <a:gd name="T0" fmla="*/ 1 h 1"/>
                  <a:gd name="T1" fmla="*/ 1 h 1"/>
                </a:gdLst>
                <a:ahLst/>
                <a:cxnLst>
                  <a:cxn ang="0">
                    <a:pos x="0" y="T0"/>
                  </a:cxn>
                  <a:cxn ang="0">
                    <a:pos x="0" y="T1"/>
                  </a:cxn>
                </a:cxnLst>
                <a:rect l="0" t="0" r="r" b="b"/>
                <a:pathLst>
                  <a:path h="1">
                    <a:moveTo>
                      <a:pt x="0" y="1"/>
                    </a:moveTo>
                    <a:cubicBezTo>
                      <a:pt x="0" y="0"/>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0" name="Line 53">
                <a:extLst>
                  <a:ext uri="{FF2B5EF4-FFF2-40B4-BE49-F238E27FC236}">
                    <a16:creationId xmlns:a16="http://schemas.microsoft.com/office/drawing/2014/main" id="{260F4CA0-7ED5-4FB5-BB65-49984486683F}"/>
                  </a:ext>
                </a:extLst>
              </p:cNvPr>
              <p:cNvSpPr>
                <a:spLocks noChangeShapeType="1"/>
              </p:cNvSpPr>
              <p:nvPr/>
            </p:nvSpPr>
            <p:spPr bwMode="auto">
              <a:xfrm>
                <a:off x="5027" y="264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1" name="Line 54">
                <a:extLst>
                  <a:ext uri="{FF2B5EF4-FFF2-40B4-BE49-F238E27FC236}">
                    <a16:creationId xmlns:a16="http://schemas.microsoft.com/office/drawing/2014/main" id="{5EA6C2CA-36A6-489B-8138-2CE28050A719}"/>
                  </a:ext>
                </a:extLst>
              </p:cNvPr>
              <p:cNvSpPr>
                <a:spLocks noChangeShapeType="1"/>
              </p:cNvSpPr>
              <p:nvPr/>
            </p:nvSpPr>
            <p:spPr bwMode="auto">
              <a:xfrm>
                <a:off x="5027" y="264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2" name="Freeform 55">
                <a:extLst>
                  <a:ext uri="{FF2B5EF4-FFF2-40B4-BE49-F238E27FC236}">
                    <a16:creationId xmlns:a16="http://schemas.microsoft.com/office/drawing/2014/main" id="{19A8659A-130E-4059-A5AC-4DBF805F066D}"/>
                  </a:ext>
                </a:extLst>
              </p:cNvPr>
              <p:cNvSpPr>
                <a:spLocks/>
              </p:cNvSpPr>
              <p:nvPr/>
            </p:nvSpPr>
            <p:spPr bwMode="auto">
              <a:xfrm>
                <a:off x="4821" y="2695"/>
                <a:ext cx="0" cy="2"/>
              </a:xfrm>
              <a:custGeom>
                <a:avLst/>
                <a:gdLst>
                  <a:gd name="T0" fmla="*/ 2 h 2"/>
                  <a:gd name="T1" fmla="*/ 2 h 2"/>
                  <a:gd name="T2" fmla="*/ 0 h 2"/>
                  <a:gd name="T3" fmla="*/ 0 h 2"/>
                  <a:gd name="T4" fmla="*/ 2 h 2"/>
                  <a:gd name="T5" fmla="*/ 2 h 2"/>
                  <a:gd name="T6" fmla="*/ 2 h 2"/>
                </a:gdLst>
                <a:ahLst/>
                <a:cxnLst>
                  <a:cxn ang="0">
                    <a:pos x="0" y="T0"/>
                  </a:cxn>
                  <a:cxn ang="0">
                    <a:pos x="0" y="T1"/>
                  </a:cxn>
                  <a:cxn ang="0">
                    <a:pos x="0" y="T2"/>
                  </a:cxn>
                  <a:cxn ang="0">
                    <a:pos x="0" y="T3"/>
                  </a:cxn>
                  <a:cxn ang="0">
                    <a:pos x="0" y="T4"/>
                  </a:cxn>
                  <a:cxn ang="0">
                    <a:pos x="0" y="T5"/>
                  </a:cxn>
                  <a:cxn ang="0">
                    <a:pos x="0" y="T6"/>
                  </a:cxn>
                </a:cxnLst>
                <a:rect l="0" t="0" r="r" b="b"/>
                <a:pathLst>
                  <a:path h="2">
                    <a:moveTo>
                      <a:pt x="0" y="2"/>
                    </a:moveTo>
                    <a:lnTo>
                      <a:pt x="0" y="2"/>
                    </a:lnTo>
                    <a:lnTo>
                      <a:pt x="0" y="0"/>
                    </a:lnTo>
                    <a:lnTo>
                      <a:pt x="0" y="0"/>
                    </a:lnTo>
                    <a:lnTo>
                      <a:pt x="0" y="2"/>
                    </a:lnTo>
                    <a:lnTo>
                      <a:pt x="0" y="2"/>
                    </a:lnTo>
                    <a:lnTo>
                      <a:pt x="0" y="2"/>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3" name="Freeform 56">
                <a:extLst>
                  <a:ext uri="{FF2B5EF4-FFF2-40B4-BE49-F238E27FC236}">
                    <a16:creationId xmlns:a16="http://schemas.microsoft.com/office/drawing/2014/main" id="{97BFD325-0D1D-4551-92E2-95C53C60E180}"/>
                  </a:ext>
                </a:extLst>
              </p:cNvPr>
              <p:cNvSpPr>
                <a:spLocks/>
              </p:cNvSpPr>
              <p:nvPr/>
            </p:nvSpPr>
            <p:spPr bwMode="auto">
              <a:xfrm>
                <a:off x="4738" y="245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4" name="Freeform 57">
                <a:extLst>
                  <a:ext uri="{FF2B5EF4-FFF2-40B4-BE49-F238E27FC236}">
                    <a16:creationId xmlns:a16="http://schemas.microsoft.com/office/drawing/2014/main" id="{48C13A7E-A79F-4294-8A2C-A9C14349D8E1}"/>
                  </a:ext>
                </a:extLst>
              </p:cNvPr>
              <p:cNvSpPr>
                <a:spLocks/>
              </p:cNvSpPr>
              <p:nvPr/>
            </p:nvSpPr>
            <p:spPr bwMode="auto">
              <a:xfrm>
                <a:off x="4980" y="2686"/>
                <a:ext cx="2" cy="0"/>
              </a:xfrm>
              <a:custGeom>
                <a:avLst/>
                <a:gdLst>
                  <a:gd name="T0" fmla="*/ 0 w 2"/>
                  <a:gd name="T1" fmla="*/ 0 w 2"/>
                  <a:gd name="T2" fmla="*/ 2 w 2"/>
                  <a:gd name="T3" fmla="*/ 2 w 2"/>
                  <a:gd name="T4" fmla="*/ 2 w 2"/>
                  <a:gd name="T5" fmla="*/ 0 w 2"/>
                </a:gdLst>
                <a:ahLst/>
                <a:cxnLst>
                  <a:cxn ang="0">
                    <a:pos x="T0" y="0"/>
                  </a:cxn>
                  <a:cxn ang="0">
                    <a:pos x="T1" y="0"/>
                  </a:cxn>
                  <a:cxn ang="0">
                    <a:pos x="T2" y="0"/>
                  </a:cxn>
                  <a:cxn ang="0">
                    <a:pos x="T3" y="0"/>
                  </a:cxn>
                  <a:cxn ang="0">
                    <a:pos x="T4" y="0"/>
                  </a:cxn>
                  <a:cxn ang="0">
                    <a:pos x="T5" y="0"/>
                  </a:cxn>
                </a:cxnLst>
                <a:rect l="0" t="0" r="r" b="b"/>
                <a:pathLst>
                  <a:path w="2">
                    <a:moveTo>
                      <a:pt x="0" y="0"/>
                    </a:moveTo>
                    <a:lnTo>
                      <a:pt x="0" y="0"/>
                    </a:lnTo>
                    <a:lnTo>
                      <a:pt x="2" y="0"/>
                    </a:lnTo>
                    <a:lnTo>
                      <a:pt x="2" y="0"/>
                    </a:lnTo>
                    <a:lnTo>
                      <a:pt x="2"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5" name="Freeform 58">
                <a:extLst>
                  <a:ext uri="{FF2B5EF4-FFF2-40B4-BE49-F238E27FC236}">
                    <a16:creationId xmlns:a16="http://schemas.microsoft.com/office/drawing/2014/main" id="{280974D3-EA60-4359-AB18-E5284A336B72}"/>
                  </a:ext>
                </a:extLst>
              </p:cNvPr>
              <p:cNvSpPr>
                <a:spLocks/>
              </p:cNvSpPr>
              <p:nvPr/>
            </p:nvSpPr>
            <p:spPr bwMode="auto">
              <a:xfrm>
                <a:off x="5023" y="2577"/>
                <a:ext cx="2" cy="2"/>
              </a:xfrm>
              <a:custGeom>
                <a:avLst/>
                <a:gdLst>
                  <a:gd name="T0" fmla="*/ 0 w 1"/>
                  <a:gd name="T1" fmla="*/ 0 h 1"/>
                  <a:gd name="T2" fmla="*/ 0 w 1"/>
                  <a:gd name="T3" fmla="*/ 1 h 1"/>
                  <a:gd name="T4" fmla="*/ 0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0" y="0"/>
                      <a:pt x="0" y="0"/>
                    </a:cubicBezTo>
                    <a:cubicBezTo>
                      <a:pt x="1" y="1"/>
                      <a:pt x="1" y="1"/>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6" name="Rectangle 59">
                <a:extLst>
                  <a:ext uri="{FF2B5EF4-FFF2-40B4-BE49-F238E27FC236}">
                    <a16:creationId xmlns:a16="http://schemas.microsoft.com/office/drawing/2014/main" id="{9A4258A8-3FD9-4CBB-A82E-FFA525A07E6C}"/>
                  </a:ext>
                </a:extLst>
              </p:cNvPr>
              <p:cNvSpPr>
                <a:spLocks noChangeArrowheads="1"/>
              </p:cNvSpPr>
              <p:nvPr/>
            </p:nvSpPr>
            <p:spPr bwMode="auto">
              <a:xfrm>
                <a:off x="5023" y="2662"/>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7" name="Rectangle 60">
                <a:extLst>
                  <a:ext uri="{FF2B5EF4-FFF2-40B4-BE49-F238E27FC236}">
                    <a16:creationId xmlns:a16="http://schemas.microsoft.com/office/drawing/2014/main" id="{9434E43F-6BEA-4250-BDFE-CC29C812EEB7}"/>
                  </a:ext>
                </a:extLst>
              </p:cNvPr>
              <p:cNvSpPr>
                <a:spLocks noChangeArrowheads="1"/>
              </p:cNvSpPr>
              <p:nvPr/>
            </p:nvSpPr>
            <p:spPr bwMode="auto">
              <a:xfrm>
                <a:off x="4831" y="2697"/>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8" name="Rectangle 61">
                <a:extLst>
                  <a:ext uri="{FF2B5EF4-FFF2-40B4-BE49-F238E27FC236}">
                    <a16:creationId xmlns:a16="http://schemas.microsoft.com/office/drawing/2014/main" id="{674E00FF-595F-4870-A4E6-9431353FB7E9}"/>
                  </a:ext>
                </a:extLst>
              </p:cNvPr>
              <p:cNvSpPr>
                <a:spLocks noChangeArrowheads="1"/>
              </p:cNvSpPr>
              <p:nvPr/>
            </p:nvSpPr>
            <p:spPr bwMode="auto">
              <a:xfrm>
                <a:off x="4741" y="2458"/>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39" name="Freeform 62">
                <a:extLst>
                  <a:ext uri="{FF2B5EF4-FFF2-40B4-BE49-F238E27FC236}">
                    <a16:creationId xmlns:a16="http://schemas.microsoft.com/office/drawing/2014/main" id="{3F6954C9-4934-404E-AA05-43B69FFC2E4A}"/>
                  </a:ext>
                </a:extLst>
              </p:cNvPr>
              <p:cNvSpPr>
                <a:spLocks/>
              </p:cNvSpPr>
              <p:nvPr/>
            </p:nvSpPr>
            <p:spPr bwMode="auto">
              <a:xfrm>
                <a:off x="4985" y="2442"/>
                <a:ext cx="2" cy="4"/>
              </a:xfrm>
              <a:custGeom>
                <a:avLst/>
                <a:gdLst>
                  <a:gd name="T0" fmla="*/ 0 w 1"/>
                  <a:gd name="T1" fmla="*/ 1 h 2"/>
                  <a:gd name="T2" fmla="*/ 0 w 1"/>
                  <a:gd name="T3" fmla="*/ 1 h 2"/>
                  <a:gd name="T4" fmla="*/ 0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2"/>
                      <a:pt x="1" y="1"/>
                      <a:pt x="0" y="1"/>
                    </a:cubicBezTo>
                    <a:cubicBezTo>
                      <a:pt x="1" y="0"/>
                      <a:pt x="0" y="1"/>
                      <a:pt x="0" y="1"/>
                    </a:cubicBezTo>
                    <a:cubicBezTo>
                      <a:pt x="0" y="1"/>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0" name="Freeform 63">
                <a:extLst>
                  <a:ext uri="{FF2B5EF4-FFF2-40B4-BE49-F238E27FC236}">
                    <a16:creationId xmlns:a16="http://schemas.microsoft.com/office/drawing/2014/main" id="{B0F059EA-1B40-4492-B03D-78AF5A06B742}"/>
                  </a:ext>
                </a:extLst>
              </p:cNvPr>
              <p:cNvSpPr>
                <a:spLocks/>
              </p:cNvSpPr>
              <p:nvPr/>
            </p:nvSpPr>
            <p:spPr bwMode="auto">
              <a:xfrm>
                <a:off x="5032" y="2586"/>
                <a:ext cx="2" cy="5"/>
              </a:xfrm>
              <a:custGeom>
                <a:avLst/>
                <a:gdLst>
                  <a:gd name="T0" fmla="*/ 0 w 1"/>
                  <a:gd name="T1" fmla="*/ 1 h 2"/>
                  <a:gd name="T2" fmla="*/ 0 w 1"/>
                  <a:gd name="T3" fmla="*/ 1 h 2"/>
                  <a:gd name="T4" fmla="*/ 0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1"/>
                      <a:pt x="0" y="1"/>
                    </a:cubicBezTo>
                    <a:cubicBezTo>
                      <a:pt x="0" y="1"/>
                      <a:pt x="1" y="2"/>
                      <a:pt x="0" y="1"/>
                    </a:cubicBezTo>
                    <a:cubicBezTo>
                      <a:pt x="0" y="0"/>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1" name="Freeform 64">
                <a:extLst>
                  <a:ext uri="{FF2B5EF4-FFF2-40B4-BE49-F238E27FC236}">
                    <a16:creationId xmlns:a16="http://schemas.microsoft.com/office/drawing/2014/main" id="{6F9CB0CB-B864-41FD-B84C-54181C793BA2}"/>
                  </a:ext>
                </a:extLst>
              </p:cNvPr>
              <p:cNvSpPr>
                <a:spLocks/>
              </p:cNvSpPr>
              <p:nvPr/>
            </p:nvSpPr>
            <p:spPr bwMode="auto">
              <a:xfrm>
                <a:off x="5034" y="2591"/>
                <a:ext cx="0" cy="2"/>
              </a:xfrm>
              <a:custGeom>
                <a:avLst/>
                <a:gdLst>
                  <a:gd name="T0" fmla="*/ 0 h 1"/>
                  <a:gd name="T1" fmla="*/ 0 h 1"/>
                  <a:gd name="T2" fmla="*/ 0 h 1"/>
                  <a:gd name="T3" fmla="*/ 0 h 1"/>
                  <a:gd name="T4" fmla="*/ 0 h 1"/>
                  <a:gd name="T5" fmla="*/ 0 h 1"/>
                </a:gdLst>
                <a:ahLst/>
                <a:cxnLst>
                  <a:cxn ang="0">
                    <a:pos x="0" y="T0"/>
                  </a:cxn>
                  <a:cxn ang="0">
                    <a:pos x="0" y="T1"/>
                  </a:cxn>
                  <a:cxn ang="0">
                    <a:pos x="0" y="T2"/>
                  </a:cxn>
                  <a:cxn ang="0">
                    <a:pos x="0" y="T3"/>
                  </a:cxn>
                  <a:cxn ang="0">
                    <a:pos x="0" y="T4"/>
                  </a:cxn>
                  <a:cxn ang="0">
                    <a:pos x="0" y="T5"/>
                  </a:cxn>
                </a:cxnLst>
                <a:rect l="0" t="0" r="r" b="b"/>
                <a:pathLst>
                  <a:path h="1">
                    <a:moveTo>
                      <a:pt x="0" y="0"/>
                    </a:moveTo>
                    <a:cubicBezTo>
                      <a:pt x="0" y="0"/>
                      <a:pt x="0" y="1"/>
                      <a:pt x="0" y="0"/>
                    </a:cubicBezTo>
                    <a:cubicBezTo>
                      <a:pt x="0" y="0"/>
                      <a:pt x="0" y="1"/>
                      <a:pt x="0" y="0"/>
                    </a:cubicBezTo>
                    <a:cubicBezTo>
                      <a:pt x="0" y="0"/>
                      <a:pt x="0" y="1"/>
                      <a:pt x="0" y="0"/>
                    </a:cubicBezTo>
                    <a:cubicBezTo>
                      <a:pt x="0" y="0"/>
                      <a:pt x="0" y="0"/>
                      <a:pt x="0" y="0"/>
                    </a:cubicBezTo>
                    <a:cubicBezTo>
                      <a:pt x="0" y="1"/>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2" name="Freeform 65">
                <a:extLst>
                  <a:ext uri="{FF2B5EF4-FFF2-40B4-BE49-F238E27FC236}">
                    <a16:creationId xmlns:a16="http://schemas.microsoft.com/office/drawing/2014/main" id="{FAD46047-41CA-4C5F-BB8D-5F114FC9DBC2}"/>
                  </a:ext>
                </a:extLst>
              </p:cNvPr>
              <p:cNvSpPr>
                <a:spLocks/>
              </p:cNvSpPr>
              <p:nvPr/>
            </p:nvSpPr>
            <p:spPr bwMode="auto">
              <a:xfrm>
                <a:off x="5034" y="2591"/>
                <a:ext cx="3" cy="2"/>
              </a:xfrm>
              <a:custGeom>
                <a:avLst/>
                <a:gdLst>
                  <a:gd name="T0" fmla="*/ 0 w 1"/>
                  <a:gd name="T1" fmla="*/ 0 h 1"/>
                  <a:gd name="T2" fmla="*/ 0 w 1"/>
                  <a:gd name="T3" fmla="*/ 0 h 1"/>
                  <a:gd name="T4" fmla="*/ 0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0"/>
                      <a:pt x="0" y="1"/>
                      <a:pt x="0" y="0"/>
                    </a:cubicBezTo>
                    <a:cubicBezTo>
                      <a:pt x="0" y="1"/>
                      <a:pt x="0" y="0"/>
                      <a:pt x="0" y="0"/>
                    </a:cubicBezTo>
                    <a:cubicBezTo>
                      <a:pt x="0" y="0"/>
                      <a:pt x="0" y="1"/>
                      <a:pt x="0" y="0"/>
                    </a:cubicBezTo>
                    <a:cubicBezTo>
                      <a:pt x="0" y="1"/>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3" name="Freeform 66">
                <a:extLst>
                  <a:ext uri="{FF2B5EF4-FFF2-40B4-BE49-F238E27FC236}">
                    <a16:creationId xmlns:a16="http://schemas.microsoft.com/office/drawing/2014/main" id="{7C13FCDB-514C-412F-A853-723C8933D7E5}"/>
                  </a:ext>
                </a:extLst>
              </p:cNvPr>
              <p:cNvSpPr>
                <a:spLocks/>
              </p:cNvSpPr>
              <p:nvPr/>
            </p:nvSpPr>
            <p:spPr bwMode="auto">
              <a:xfrm>
                <a:off x="5027" y="264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4" name="Rectangle 67">
                <a:extLst>
                  <a:ext uri="{FF2B5EF4-FFF2-40B4-BE49-F238E27FC236}">
                    <a16:creationId xmlns:a16="http://schemas.microsoft.com/office/drawing/2014/main" id="{372FB036-683F-4BA5-AEC0-96E349415519}"/>
                  </a:ext>
                </a:extLst>
              </p:cNvPr>
              <p:cNvSpPr>
                <a:spLocks noChangeArrowheads="1"/>
              </p:cNvSpPr>
              <p:nvPr/>
            </p:nvSpPr>
            <p:spPr bwMode="auto">
              <a:xfrm>
                <a:off x="5020" y="2667"/>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5" name="Rectangle 68">
                <a:extLst>
                  <a:ext uri="{FF2B5EF4-FFF2-40B4-BE49-F238E27FC236}">
                    <a16:creationId xmlns:a16="http://schemas.microsoft.com/office/drawing/2014/main" id="{263B1FA8-A4BA-41DB-8484-78B459669493}"/>
                  </a:ext>
                </a:extLst>
              </p:cNvPr>
              <p:cNvSpPr>
                <a:spLocks noChangeArrowheads="1"/>
              </p:cNvSpPr>
              <p:nvPr/>
            </p:nvSpPr>
            <p:spPr bwMode="auto">
              <a:xfrm>
                <a:off x="4961" y="2688"/>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6" name="Freeform 69">
                <a:extLst>
                  <a:ext uri="{FF2B5EF4-FFF2-40B4-BE49-F238E27FC236}">
                    <a16:creationId xmlns:a16="http://schemas.microsoft.com/office/drawing/2014/main" id="{6F33EA5B-377E-4056-81BB-8A3636CF9A84}"/>
                  </a:ext>
                </a:extLst>
              </p:cNvPr>
              <p:cNvSpPr>
                <a:spLocks/>
              </p:cNvSpPr>
              <p:nvPr/>
            </p:nvSpPr>
            <p:spPr bwMode="auto">
              <a:xfrm>
                <a:off x="4961" y="2686"/>
                <a:ext cx="0" cy="2"/>
              </a:xfrm>
              <a:custGeom>
                <a:avLst/>
                <a:gdLst>
                  <a:gd name="T0" fmla="*/ 2 h 2"/>
                  <a:gd name="T1" fmla="*/ 0 h 2"/>
                  <a:gd name="T2" fmla="*/ 2 h 2"/>
                  <a:gd name="T3" fmla="*/ 2 h 2"/>
                  <a:gd name="T4" fmla="*/ 2 h 2"/>
                </a:gdLst>
                <a:ahLst/>
                <a:cxnLst>
                  <a:cxn ang="0">
                    <a:pos x="0" y="T0"/>
                  </a:cxn>
                  <a:cxn ang="0">
                    <a:pos x="0" y="T1"/>
                  </a:cxn>
                  <a:cxn ang="0">
                    <a:pos x="0" y="T2"/>
                  </a:cxn>
                  <a:cxn ang="0">
                    <a:pos x="0" y="T3"/>
                  </a:cxn>
                  <a:cxn ang="0">
                    <a:pos x="0" y="T4"/>
                  </a:cxn>
                </a:cxnLst>
                <a:rect l="0" t="0" r="r" b="b"/>
                <a:pathLst>
                  <a:path h="2">
                    <a:moveTo>
                      <a:pt x="0" y="2"/>
                    </a:moveTo>
                    <a:lnTo>
                      <a:pt x="0" y="0"/>
                    </a:lnTo>
                    <a:lnTo>
                      <a:pt x="0" y="2"/>
                    </a:lnTo>
                    <a:lnTo>
                      <a:pt x="0" y="2"/>
                    </a:lnTo>
                    <a:lnTo>
                      <a:pt x="0" y="2"/>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7" name="Freeform 70">
                <a:extLst>
                  <a:ext uri="{FF2B5EF4-FFF2-40B4-BE49-F238E27FC236}">
                    <a16:creationId xmlns:a16="http://schemas.microsoft.com/office/drawing/2014/main" id="{E75A3B83-0FF7-42E6-AF29-21B2D40B4971}"/>
                  </a:ext>
                </a:extLst>
              </p:cNvPr>
              <p:cNvSpPr>
                <a:spLocks/>
              </p:cNvSpPr>
              <p:nvPr/>
            </p:nvSpPr>
            <p:spPr bwMode="auto">
              <a:xfrm>
                <a:off x="4857" y="2702"/>
                <a:ext cx="0" cy="3"/>
              </a:xfrm>
              <a:custGeom>
                <a:avLst/>
                <a:gdLst>
                  <a:gd name="T0" fmla="*/ 1 h 1"/>
                  <a:gd name="T1" fmla="*/ 1 h 1"/>
                  <a:gd name="T2" fmla="*/ 1 h 1"/>
                  <a:gd name="T3" fmla="*/ 1 h 1"/>
                </a:gdLst>
                <a:ahLst/>
                <a:cxnLst>
                  <a:cxn ang="0">
                    <a:pos x="0" y="T0"/>
                  </a:cxn>
                  <a:cxn ang="0">
                    <a:pos x="0" y="T1"/>
                  </a:cxn>
                  <a:cxn ang="0">
                    <a:pos x="0" y="T2"/>
                  </a:cxn>
                  <a:cxn ang="0">
                    <a:pos x="0" y="T3"/>
                  </a:cxn>
                </a:cxnLst>
                <a:rect l="0" t="0" r="r" b="b"/>
                <a:pathLst>
                  <a:path h="1">
                    <a:moveTo>
                      <a:pt x="0" y="1"/>
                    </a:moveTo>
                    <a:cubicBezTo>
                      <a:pt x="0" y="1"/>
                      <a:pt x="0" y="1"/>
                      <a:pt x="0" y="1"/>
                    </a:cubicBezTo>
                    <a:cubicBezTo>
                      <a:pt x="0" y="1"/>
                      <a:pt x="0" y="1"/>
                      <a:pt x="0" y="1"/>
                    </a:cubicBezTo>
                    <a:cubicBezTo>
                      <a:pt x="0" y="0"/>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8" name="Freeform 71">
                <a:extLst>
                  <a:ext uri="{FF2B5EF4-FFF2-40B4-BE49-F238E27FC236}">
                    <a16:creationId xmlns:a16="http://schemas.microsoft.com/office/drawing/2014/main" id="{169554D6-612C-4608-8877-F8A27BF8384B}"/>
                  </a:ext>
                </a:extLst>
              </p:cNvPr>
              <p:cNvSpPr>
                <a:spLocks/>
              </p:cNvSpPr>
              <p:nvPr/>
            </p:nvSpPr>
            <p:spPr bwMode="auto">
              <a:xfrm>
                <a:off x="4826" y="2700"/>
                <a:ext cx="2" cy="0"/>
              </a:xfrm>
              <a:custGeom>
                <a:avLst/>
                <a:gdLst>
                  <a:gd name="T0" fmla="*/ 0 w 2"/>
                  <a:gd name="T1" fmla="*/ 0 w 2"/>
                  <a:gd name="T2" fmla="*/ 0 w 2"/>
                  <a:gd name="T3" fmla="*/ 0 w 2"/>
                  <a:gd name="T4" fmla="*/ 2 w 2"/>
                  <a:gd name="T5" fmla="*/ 0 w 2"/>
                </a:gdLst>
                <a:ahLst/>
                <a:cxnLst>
                  <a:cxn ang="0">
                    <a:pos x="T0" y="0"/>
                  </a:cxn>
                  <a:cxn ang="0">
                    <a:pos x="T1" y="0"/>
                  </a:cxn>
                  <a:cxn ang="0">
                    <a:pos x="T2" y="0"/>
                  </a:cxn>
                  <a:cxn ang="0">
                    <a:pos x="T3" y="0"/>
                  </a:cxn>
                  <a:cxn ang="0">
                    <a:pos x="T4" y="0"/>
                  </a:cxn>
                  <a:cxn ang="0">
                    <a:pos x="T5" y="0"/>
                  </a:cxn>
                </a:cxnLst>
                <a:rect l="0" t="0" r="r" b="b"/>
                <a:pathLst>
                  <a:path w="2">
                    <a:moveTo>
                      <a:pt x="0" y="0"/>
                    </a:moveTo>
                    <a:lnTo>
                      <a:pt x="0" y="0"/>
                    </a:lnTo>
                    <a:lnTo>
                      <a:pt x="0" y="0"/>
                    </a:lnTo>
                    <a:lnTo>
                      <a:pt x="0" y="0"/>
                    </a:lnTo>
                    <a:lnTo>
                      <a:pt x="2"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49" name="Freeform 72">
                <a:extLst>
                  <a:ext uri="{FF2B5EF4-FFF2-40B4-BE49-F238E27FC236}">
                    <a16:creationId xmlns:a16="http://schemas.microsoft.com/office/drawing/2014/main" id="{75CED32F-564F-495E-9484-8DED93C9E8C0}"/>
                  </a:ext>
                </a:extLst>
              </p:cNvPr>
              <p:cNvSpPr>
                <a:spLocks/>
              </p:cNvSpPr>
              <p:nvPr/>
            </p:nvSpPr>
            <p:spPr bwMode="auto">
              <a:xfrm>
                <a:off x="4817" y="270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0" name="Rectangle 73">
                <a:extLst>
                  <a:ext uri="{FF2B5EF4-FFF2-40B4-BE49-F238E27FC236}">
                    <a16:creationId xmlns:a16="http://schemas.microsoft.com/office/drawing/2014/main" id="{5FAB1791-13C1-40F2-894B-6C24C661D38B}"/>
                  </a:ext>
                </a:extLst>
              </p:cNvPr>
              <p:cNvSpPr>
                <a:spLocks noChangeArrowheads="1"/>
              </p:cNvSpPr>
              <p:nvPr/>
            </p:nvSpPr>
            <p:spPr bwMode="auto">
              <a:xfrm>
                <a:off x="4805" y="2695"/>
                <a:ext cx="2"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1" name="Rectangle 74">
                <a:extLst>
                  <a:ext uri="{FF2B5EF4-FFF2-40B4-BE49-F238E27FC236}">
                    <a16:creationId xmlns:a16="http://schemas.microsoft.com/office/drawing/2014/main" id="{F7BA6C4C-0983-4914-8FCF-C227948F21D0}"/>
                  </a:ext>
                </a:extLst>
              </p:cNvPr>
              <p:cNvSpPr>
                <a:spLocks noChangeArrowheads="1"/>
              </p:cNvSpPr>
              <p:nvPr/>
            </p:nvSpPr>
            <p:spPr bwMode="auto">
              <a:xfrm>
                <a:off x="4805" y="2693"/>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2" name="Rectangle 75">
                <a:extLst>
                  <a:ext uri="{FF2B5EF4-FFF2-40B4-BE49-F238E27FC236}">
                    <a16:creationId xmlns:a16="http://schemas.microsoft.com/office/drawing/2014/main" id="{20DD2564-701C-4130-A912-C0615CF6F369}"/>
                  </a:ext>
                </a:extLst>
              </p:cNvPr>
              <p:cNvSpPr>
                <a:spLocks noChangeArrowheads="1"/>
              </p:cNvSpPr>
              <p:nvPr/>
            </p:nvSpPr>
            <p:spPr bwMode="auto">
              <a:xfrm>
                <a:off x="4755" y="2686"/>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3" name="Rectangle 76">
                <a:extLst>
                  <a:ext uri="{FF2B5EF4-FFF2-40B4-BE49-F238E27FC236}">
                    <a16:creationId xmlns:a16="http://schemas.microsoft.com/office/drawing/2014/main" id="{D5B49521-5AE0-4EE4-9C39-559FCD771030}"/>
                  </a:ext>
                </a:extLst>
              </p:cNvPr>
              <p:cNvSpPr>
                <a:spLocks noChangeArrowheads="1"/>
              </p:cNvSpPr>
              <p:nvPr/>
            </p:nvSpPr>
            <p:spPr bwMode="auto">
              <a:xfrm>
                <a:off x="4729" y="2676"/>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4" name="Freeform 77">
                <a:extLst>
                  <a:ext uri="{FF2B5EF4-FFF2-40B4-BE49-F238E27FC236}">
                    <a16:creationId xmlns:a16="http://schemas.microsoft.com/office/drawing/2014/main" id="{C9A3C1E5-93B5-4936-8092-6E6D56FDD09F}"/>
                  </a:ext>
                </a:extLst>
              </p:cNvPr>
              <p:cNvSpPr>
                <a:spLocks/>
              </p:cNvSpPr>
              <p:nvPr/>
            </p:nvSpPr>
            <p:spPr bwMode="auto">
              <a:xfrm>
                <a:off x="4717" y="2669"/>
                <a:ext cx="3" cy="5"/>
              </a:xfrm>
              <a:custGeom>
                <a:avLst/>
                <a:gdLst>
                  <a:gd name="T0" fmla="*/ 0 w 1"/>
                  <a:gd name="T1" fmla="*/ 1 h 2"/>
                  <a:gd name="T2" fmla="*/ 0 w 1"/>
                  <a:gd name="T3" fmla="*/ 1 h 2"/>
                  <a:gd name="T4" fmla="*/ 0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1"/>
                      <a:pt x="0" y="1"/>
                    </a:cubicBezTo>
                    <a:cubicBezTo>
                      <a:pt x="0" y="1"/>
                      <a:pt x="1" y="1"/>
                      <a:pt x="0" y="1"/>
                    </a:cubicBezTo>
                    <a:cubicBezTo>
                      <a:pt x="0" y="2"/>
                      <a:pt x="1" y="0"/>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5" name="Freeform 78">
                <a:extLst>
                  <a:ext uri="{FF2B5EF4-FFF2-40B4-BE49-F238E27FC236}">
                    <a16:creationId xmlns:a16="http://schemas.microsoft.com/office/drawing/2014/main" id="{346A2D75-6D6A-469F-90A2-26CF7CA3BAC7}"/>
                  </a:ext>
                </a:extLst>
              </p:cNvPr>
              <p:cNvSpPr>
                <a:spLocks/>
              </p:cNvSpPr>
              <p:nvPr/>
            </p:nvSpPr>
            <p:spPr bwMode="auto">
              <a:xfrm>
                <a:off x="4712" y="2667"/>
                <a:ext cx="3" cy="2"/>
              </a:xfrm>
              <a:custGeom>
                <a:avLst/>
                <a:gdLst>
                  <a:gd name="T0" fmla="*/ 0 w 1"/>
                  <a:gd name="T1" fmla="*/ 1 h 1"/>
                  <a:gd name="T2" fmla="*/ 0 w 1"/>
                  <a:gd name="T3" fmla="*/ 1 h 1"/>
                  <a:gd name="T4" fmla="*/ 0 w 1"/>
                  <a:gd name="T5" fmla="*/ 1 h 1"/>
                </a:gdLst>
                <a:ahLst/>
                <a:cxnLst>
                  <a:cxn ang="0">
                    <a:pos x="T0" y="T1"/>
                  </a:cxn>
                  <a:cxn ang="0">
                    <a:pos x="T2" y="T3"/>
                  </a:cxn>
                  <a:cxn ang="0">
                    <a:pos x="T4" y="T5"/>
                  </a:cxn>
                </a:cxnLst>
                <a:rect l="0" t="0" r="r" b="b"/>
                <a:pathLst>
                  <a:path w="1" h="1">
                    <a:moveTo>
                      <a:pt x="0" y="1"/>
                    </a:moveTo>
                    <a:cubicBezTo>
                      <a:pt x="0" y="1"/>
                      <a:pt x="1" y="1"/>
                      <a:pt x="0" y="1"/>
                    </a:cubicBezTo>
                    <a:cubicBezTo>
                      <a:pt x="1" y="1"/>
                      <a:pt x="0" y="0"/>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6" name="Rectangle 79">
                <a:extLst>
                  <a:ext uri="{FF2B5EF4-FFF2-40B4-BE49-F238E27FC236}">
                    <a16:creationId xmlns:a16="http://schemas.microsoft.com/office/drawing/2014/main" id="{C0B595D8-1FFB-48F3-B202-F10A0BF35FC5}"/>
                  </a:ext>
                </a:extLst>
              </p:cNvPr>
              <p:cNvSpPr>
                <a:spLocks noChangeArrowheads="1"/>
              </p:cNvSpPr>
              <p:nvPr/>
            </p:nvSpPr>
            <p:spPr bwMode="auto">
              <a:xfrm>
                <a:off x="4703" y="2586"/>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7" name="Rectangle 80">
                <a:extLst>
                  <a:ext uri="{FF2B5EF4-FFF2-40B4-BE49-F238E27FC236}">
                    <a16:creationId xmlns:a16="http://schemas.microsoft.com/office/drawing/2014/main" id="{6257C5F7-FB9F-47E9-A272-143F6CD786C3}"/>
                  </a:ext>
                </a:extLst>
              </p:cNvPr>
              <p:cNvSpPr>
                <a:spLocks noChangeArrowheads="1"/>
              </p:cNvSpPr>
              <p:nvPr/>
            </p:nvSpPr>
            <p:spPr bwMode="auto">
              <a:xfrm>
                <a:off x="4705" y="2586"/>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8" name="Freeform 81">
                <a:extLst>
                  <a:ext uri="{FF2B5EF4-FFF2-40B4-BE49-F238E27FC236}">
                    <a16:creationId xmlns:a16="http://schemas.microsoft.com/office/drawing/2014/main" id="{E61FD0E6-9185-4332-A781-94E70D431B05}"/>
                  </a:ext>
                </a:extLst>
              </p:cNvPr>
              <p:cNvSpPr>
                <a:spLocks/>
              </p:cNvSpPr>
              <p:nvPr/>
            </p:nvSpPr>
            <p:spPr bwMode="auto">
              <a:xfrm>
                <a:off x="4705" y="255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59" name="Rectangle 82">
                <a:extLst>
                  <a:ext uri="{FF2B5EF4-FFF2-40B4-BE49-F238E27FC236}">
                    <a16:creationId xmlns:a16="http://schemas.microsoft.com/office/drawing/2014/main" id="{57DEA771-0DFC-4D24-8173-E07848A756D0}"/>
                  </a:ext>
                </a:extLst>
              </p:cNvPr>
              <p:cNvSpPr>
                <a:spLocks noChangeArrowheads="1"/>
              </p:cNvSpPr>
              <p:nvPr/>
            </p:nvSpPr>
            <p:spPr bwMode="auto">
              <a:xfrm>
                <a:off x="4705" y="2551"/>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0" name="Rectangle 83">
                <a:extLst>
                  <a:ext uri="{FF2B5EF4-FFF2-40B4-BE49-F238E27FC236}">
                    <a16:creationId xmlns:a16="http://schemas.microsoft.com/office/drawing/2014/main" id="{B39C35CF-D821-46E6-977C-A7BA65DC5104}"/>
                  </a:ext>
                </a:extLst>
              </p:cNvPr>
              <p:cNvSpPr>
                <a:spLocks noChangeArrowheads="1"/>
              </p:cNvSpPr>
              <p:nvPr/>
            </p:nvSpPr>
            <p:spPr bwMode="auto">
              <a:xfrm>
                <a:off x="4708" y="2534"/>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1" name="Rectangle 84">
                <a:extLst>
                  <a:ext uri="{FF2B5EF4-FFF2-40B4-BE49-F238E27FC236}">
                    <a16:creationId xmlns:a16="http://schemas.microsoft.com/office/drawing/2014/main" id="{20B8ADAB-85E0-408E-BB25-52C29E45DD03}"/>
                  </a:ext>
                </a:extLst>
              </p:cNvPr>
              <p:cNvSpPr>
                <a:spLocks noChangeArrowheads="1"/>
              </p:cNvSpPr>
              <p:nvPr/>
            </p:nvSpPr>
            <p:spPr bwMode="auto">
              <a:xfrm>
                <a:off x="4710" y="2527"/>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2" name="Freeform 85">
                <a:extLst>
                  <a:ext uri="{FF2B5EF4-FFF2-40B4-BE49-F238E27FC236}">
                    <a16:creationId xmlns:a16="http://schemas.microsoft.com/office/drawing/2014/main" id="{5FFE411C-98A5-457D-BBBE-C200ABE8816C}"/>
                  </a:ext>
                </a:extLst>
              </p:cNvPr>
              <p:cNvSpPr>
                <a:spLocks/>
              </p:cNvSpPr>
              <p:nvPr/>
            </p:nvSpPr>
            <p:spPr bwMode="auto">
              <a:xfrm>
                <a:off x="4767" y="2416"/>
                <a:ext cx="0" cy="2"/>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1"/>
                      <a:pt x="0" y="1"/>
                      <a:pt x="0" y="1"/>
                    </a:cubicBezTo>
                    <a:cubicBezTo>
                      <a:pt x="0" y="1"/>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3" name="Freeform 86">
                <a:extLst>
                  <a:ext uri="{FF2B5EF4-FFF2-40B4-BE49-F238E27FC236}">
                    <a16:creationId xmlns:a16="http://schemas.microsoft.com/office/drawing/2014/main" id="{88ECF56F-5EE3-4741-B58F-F360E758FC1E}"/>
                  </a:ext>
                </a:extLst>
              </p:cNvPr>
              <p:cNvSpPr>
                <a:spLocks/>
              </p:cNvSpPr>
              <p:nvPr/>
            </p:nvSpPr>
            <p:spPr bwMode="auto">
              <a:xfrm>
                <a:off x="4975" y="2432"/>
                <a:ext cx="3" cy="5"/>
              </a:xfrm>
              <a:custGeom>
                <a:avLst/>
                <a:gdLst>
                  <a:gd name="T0" fmla="*/ 1 w 1"/>
                  <a:gd name="T1" fmla="*/ 0 h 2"/>
                  <a:gd name="T2" fmla="*/ 1 w 1"/>
                  <a:gd name="T3" fmla="*/ 0 h 2"/>
                  <a:gd name="T4" fmla="*/ 1 w 1"/>
                  <a:gd name="T5" fmla="*/ 0 h 2"/>
                  <a:gd name="T6" fmla="*/ 1 w 1"/>
                  <a:gd name="T7" fmla="*/ 0 h 2"/>
                </a:gdLst>
                <a:ahLst/>
                <a:cxnLst>
                  <a:cxn ang="0">
                    <a:pos x="T0" y="T1"/>
                  </a:cxn>
                  <a:cxn ang="0">
                    <a:pos x="T2" y="T3"/>
                  </a:cxn>
                  <a:cxn ang="0">
                    <a:pos x="T4" y="T5"/>
                  </a:cxn>
                  <a:cxn ang="0">
                    <a:pos x="T6" y="T7"/>
                  </a:cxn>
                </a:cxnLst>
                <a:rect l="0" t="0" r="r" b="b"/>
                <a:pathLst>
                  <a:path w="1" h="2">
                    <a:moveTo>
                      <a:pt x="1" y="0"/>
                    </a:moveTo>
                    <a:cubicBezTo>
                      <a:pt x="1" y="0"/>
                      <a:pt x="1" y="0"/>
                      <a:pt x="1" y="0"/>
                    </a:cubicBezTo>
                    <a:cubicBezTo>
                      <a:pt x="1" y="1"/>
                      <a:pt x="1" y="1"/>
                      <a:pt x="1" y="0"/>
                    </a:cubicBezTo>
                    <a:cubicBezTo>
                      <a:pt x="1" y="0"/>
                      <a:pt x="0" y="2"/>
                      <a:pt x="1"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4" name="Freeform 87">
                <a:extLst>
                  <a:ext uri="{FF2B5EF4-FFF2-40B4-BE49-F238E27FC236}">
                    <a16:creationId xmlns:a16="http://schemas.microsoft.com/office/drawing/2014/main" id="{E5C18CC6-41C5-4254-BA37-6776C4AA084E}"/>
                  </a:ext>
                </a:extLst>
              </p:cNvPr>
              <p:cNvSpPr>
                <a:spLocks/>
              </p:cNvSpPr>
              <p:nvPr/>
            </p:nvSpPr>
            <p:spPr bwMode="auto">
              <a:xfrm>
                <a:off x="4994" y="2473"/>
                <a:ext cx="5" cy="7"/>
              </a:xfrm>
              <a:custGeom>
                <a:avLst/>
                <a:gdLst>
                  <a:gd name="T0" fmla="*/ 2 w 2"/>
                  <a:gd name="T1" fmla="*/ 2 h 3"/>
                  <a:gd name="T2" fmla="*/ 2 w 2"/>
                  <a:gd name="T3" fmla="*/ 2 h 3"/>
                  <a:gd name="T4" fmla="*/ 2 w 2"/>
                  <a:gd name="T5" fmla="*/ 2 h 3"/>
                  <a:gd name="T6" fmla="*/ 2 w 2"/>
                  <a:gd name="T7" fmla="*/ 2 h 3"/>
                </a:gdLst>
                <a:ahLst/>
                <a:cxnLst>
                  <a:cxn ang="0">
                    <a:pos x="T0" y="T1"/>
                  </a:cxn>
                  <a:cxn ang="0">
                    <a:pos x="T2" y="T3"/>
                  </a:cxn>
                  <a:cxn ang="0">
                    <a:pos x="T4" y="T5"/>
                  </a:cxn>
                  <a:cxn ang="0">
                    <a:pos x="T6" y="T7"/>
                  </a:cxn>
                </a:cxnLst>
                <a:rect l="0" t="0" r="r" b="b"/>
                <a:pathLst>
                  <a:path w="2" h="3">
                    <a:moveTo>
                      <a:pt x="2" y="2"/>
                    </a:moveTo>
                    <a:cubicBezTo>
                      <a:pt x="2" y="3"/>
                      <a:pt x="2" y="3"/>
                      <a:pt x="2" y="2"/>
                    </a:cubicBezTo>
                    <a:cubicBezTo>
                      <a:pt x="2" y="3"/>
                      <a:pt x="0" y="1"/>
                      <a:pt x="2" y="2"/>
                    </a:cubicBezTo>
                    <a:cubicBezTo>
                      <a:pt x="2" y="0"/>
                      <a:pt x="2" y="1"/>
                      <a:pt x="2" y="2"/>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5" name="Freeform 88">
                <a:extLst>
                  <a:ext uri="{FF2B5EF4-FFF2-40B4-BE49-F238E27FC236}">
                    <a16:creationId xmlns:a16="http://schemas.microsoft.com/office/drawing/2014/main" id="{76DFF944-9E9A-459A-832B-1B27EC2D38FE}"/>
                  </a:ext>
                </a:extLst>
              </p:cNvPr>
              <p:cNvSpPr>
                <a:spLocks/>
              </p:cNvSpPr>
              <p:nvPr/>
            </p:nvSpPr>
            <p:spPr bwMode="auto">
              <a:xfrm>
                <a:off x="5006" y="2494"/>
                <a:ext cx="5" cy="5"/>
              </a:xfrm>
              <a:custGeom>
                <a:avLst/>
                <a:gdLst>
                  <a:gd name="T0" fmla="*/ 2 w 2"/>
                  <a:gd name="T1" fmla="*/ 1 h 2"/>
                  <a:gd name="T2" fmla="*/ 2 w 2"/>
                  <a:gd name="T3" fmla="*/ 1 h 2"/>
                  <a:gd name="T4" fmla="*/ 1 w 2"/>
                  <a:gd name="T5" fmla="*/ 1 h 2"/>
                  <a:gd name="T6" fmla="*/ 2 w 2"/>
                  <a:gd name="T7" fmla="*/ 1 h 2"/>
                </a:gdLst>
                <a:ahLst/>
                <a:cxnLst>
                  <a:cxn ang="0">
                    <a:pos x="T0" y="T1"/>
                  </a:cxn>
                  <a:cxn ang="0">
                    <a:pos x="T2" y="T3"/>
                  </a:cxn>
                  <a:cxn ang="0">
                    <a:pos x="T4" y="T5"/>
                  </a:cxn>
                  <a:cxn ang="0">
                    <a:pos x="T6" y="T7"/>
                  </a:cxn>
                </a:cxnLst>
                <a:rect l="0" t="0" r="r" b="b"/>
                <a:pathLst>
                  <a:path w="2" h="2">
                    <a:moveTo>
                      <a:pt x="2" y="1"/>
                    </a:moveTo>
                    <a:cubicBezTo>
                      <a:pt x="1" y="0"/>
                      <a:pt x="2" y="1"/>
                      <a:pt x="2" y="1"/>
                    </a:cubicBezTo>
                    <a:cubicBezTo>
                      <a:pt x="2" y="1"/>
                      <a:pt x="0" y="2"/>
                      <a:pt x="1" y="1"/>
                    </a:cubicBezTo>
                    <a:cubicBezTo>
                      <a:pt x="2" y="1"/>
                      <a:pt x="2" y="2"/>
                      <a:pt x="2"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6" name="Freeform 89">
                <a:extLst>
                  <a:ext uri="{FF2B5EF4-FFF2-40B4-BE49-F238E27FC236}">
                    <a16:creationId xmlns:a16="http://schemas.microsoft.com/office/drawing/2014/main" id="{29393F4B-153D-404E-BF1C-FFBA1F2A257D}"/>
                  </a:ext>
                </a:extLst>
              </p:cNvPr>
              <p:cNvSpPr>
                <a:spLocks/>
              </p:cNvSpPr>
              <p:nvPr/>
            </p:nvSpPr>
            <p:spPr bwMode="auto">
              <a:xfrm>
                <a:off x="5025" y="252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7" name="Freeform 90">
                <a:extLst>
                  <a:ext uri="{FF2B5EF4-FFF2-40B4-BE49-F238E27FC236}">
                    <a16:creationId xmlns:a16="http://schemas.microsoft.com/office/drawing/2014/main" id="{07880F54-568A-427A-A563-A191CC418F16}"/>
                  </a:ext>
                </a:extLst>
              </p:cNvPr>
              <p:cNvSpPr>
                <a:spLocks/>
              </p:cNvSpPr>
              <p:nvPr/>
            </p:nvSpPr>
            <p:spPr bwMode="auto">
              <a:xfrm>
                <a:off x="5027" y="2534"/>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8" name="Freeform 91">
                <a:extLst>
                  <a:ext uri="{FF2B5EF4-FFF2-40B4-BE49-F238E27FC236}">
                    <a16:creationId xmlns:a16="http://schemas.microsoft.com/office/drawing/2014/main" id="{0B2EEDAC-381A-4683-B632-9D0C2105CA0B}"/>
                  </a:ext>
                </a:extLst>
              </p:cNvPr>
              <p:cNvSpPr>
                <a:spLocks/>
              </p:cNvSpPr>
              <p:nvPr/>
            </p:nvSpPr>
            <p:spPr bwMode="auto">
              <a:xfrm>
                <a:off x="5025" y="2534"/>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9" name="Freeform 92">
                <a:extLst>
                  <a:ext uri="{FF2B5EF4-FFF2-40B4-BE49-F238E27FC236}">
                    <a16:creationId xmlns:a16="http://schemas.microsoft.com/office/drawing/2014/main" id="{CAC8C964-E9F5-45D4-BCBC-EEE2CDF62450}"/>
                  </a:ext>
                </a:extLst>
              </p:cNvPr>
              <p:cNvSpPr>
                <a:spLocks/>
              </p:cNvSpPr>
              <p:nvPr/>
            </p:nvSpPr>
            <p:spPr bwMode="auto">
              <a:xfrm>
                <a:off x="5030" y="255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0" name="Freeform 93">
                <a:extLst>
                  <a:ext uri="{FF2B5EF4-FFF2-40B4-BE49-F238E27FC236}">
                    <a16:creationId xmlns:a16="http://schemas.microsoft.com/office/drawing/2014/main" id="{44422DF0-B8E8-4930-B18D-1B1296EFE524}"/>
                  </a:ext>
                </a:extLst>
              </p:cNvPr>
              <p:cNvSpPr>
                <a:spLocks/>
              </p:cNvSpPr>
              <p:nvPr/>
            </p:nvSpPr>
            <p:spPr bwMode="auto">
              <a:xfrm>
                <a:off x="5032" y="2586"/>
                <a:ext cx="0" cy="3"/>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1"/>
                      <a:pt x="0"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1" name="Freeform 94">
                <a:extLst>
                  <a:ext uri="{FF2B5EF4-FFF2-40B4-BE49-F238E27FC236}">
                    <a16:creationId xmlns:a16="http://schemas.microsoft.com/office/drawing/2014/main" id="{C3D79BCB-1DCF-45C4-B1FE-E319B69F8FCF}"/>
                  </a:ext>
                </a:extLst>
              </p:cNvPr>
              <p:cNvSpPr>
                <a:spLocks/>
              </p:cNvSpPr>
              <p:nvPr/>
            </p:nvSpPr>
            <p:spPr bwMode="auto">
              <a:xfrm>
                <a:off x="5034" y="2589"/>
                <a:ext cx="3" cy="2"/>
              </a:xfrm>
              <a:custGeom>
                <a:avLst/>
                <a:gdLst>
                  <a:gd name="T0" fmla="*/ 1 w 1"/>
                  <a:gd name="T1" fmla="*/ 0 h 1"/>
                  <a:gd name="T2" fmla="*/ 1 w 1"/>
                  <a:gd name="T3" fmla="*/ 0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0" y="1"/>
                      <a:pt x="1" y="1"/>
                      <a:pt x="1" y="0"/>
                    </a:cubicBezTo>
                    <a:cubicBezTo>
                      <a:pt x="1" y="0"/>
                      <a:pt x="0" y="1"/>
                      <a:pt x="1" y="0"/>
                    </a:cubicBezTo>
                    <a:cubicBezTo>
                      <a:pt x="0" y="0"/>
                      <a:pt x="1" y="0"/>
                      <a:pt x="1"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2" name="Freeform 95">
                <a:extLst>
                  <a:ext uri="{FF2B5EF4-FFF2-40B4-BE49-F238E27FC236}">
                    <a16:creationId xmlns:a16="http://schemas.microsoft.com/office/drawing/2014/main" id="{263D59E4-A78A-4E25-9997-39A2243951E6}"/>
                  </a:ext>
                </a:extLst>
              </p:cNvPr>
              <p:cNvSpPr>
                <a:spLocks/>
              </p:cNvSpPr>
              <p:nvPr/>
            </p:nvSpPr>
            <p:spPr bwMode="auto">
              <a:xfrm>
                <a:off x="5037" y="2648"/>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3" name="Rectangle 96">
                <a:extLst>
                  <a:ext uri="{FF2B5EF4-FFF2-40B4-BE49-F238E27FC236}">
                    <a16:creationId xmlns:a16="http://schemas.microsoft.com/office/drawing/2014/main" id="{F0CF8E93-9E8C-4F5E-A1CC-BDC730C585CB}"/>
                  </a:ext>
                </a:extLst>
              </p:cNvPr>
              <p:cNvSpPr>
                <a:spLocks noChangeArrowheads="1"/>
              </p:cNvSpPr>
              <p:nvPr/>
            </p:nvSpPr>
            <p:spPr bwMode="auto">
              <a:xfrm>
                <a:off x="5037" y="2652"/>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4" name="Line 97">
                <a:extLst>
                  <a:ext uri="{FF2B5EF4-FFF2-40B4-BE49-F238E27FC236}">
                    <a16:creationId xmlns:a16="http://schemas.microsoft.com/office/drawing/2014/main" id="{10DD2325-86F4-4249-BA1D-4FFE23B379E2}"/>
                  </a:ext>
                </a:extLst>
              </p:cNvPr>
              <p:cNvSpPr>
                <a:spLocks noChangeShapeType="1"/>
              </p:cNvSpPr>
              <p:nvPr/>
            </p:nvSpPr>
            <p:spPr bwMode="auto">
              <a:xfrm>
                <a:off x="5030" y="264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5" name="Line 98">
                <a:extLst>
                  <a:ext uri="{FF2B5EF4-FFF2-40B4-BE49-F238E27FC236}">
                    <a16:creationId xmlns:a16="http://schemas.microsoft.com/office/drawing/2014/main" id="{58FBB104-C444-4FB7-909B-F6AAA60EB66F}"/>
                  </a:ext>
                </a:extLst>
              </p:cNvPr>
              <p:cNvSpPr>
                <a:spLocks noChangeShapeType="1"/>
              </p:cNvSpPr>
              <p:nvPr/>
            </p:nvSpPr>
            <p:spPr bwMode="auto">
              <a:xfrm>
                <a:off x="5030" y="264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6" name="Freeform 99">
                <a:extLst>
                  <a:ext uri="{FF2B5EF4-FFF2-40B4-BE49-F238E27FC236}">
                    <a16:creationId xmlns:a16="http://schemas.microsoft.com/office/drawing/2014/main" id="{417D2A7B-30D3-4E6F-8577-202C53EDD9C3}"/>
                  </a:ext>
                </a:extLst>
              </p:cNvPr>
              <p:cNvSpPr>
                <a:spLocks/>
              </p:cNvSpPr>
              <p:nvPr/>
            </p:nvSpPr>
            <p:spPr bwMode="auto">
              <a:xfrm>
                <a:off x="5030" y="2648"/>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7" name="Line 100">
                <a:extLst>
                  <a:ext uri="{FF2B5EF4-FFF2-40B4-BE49-F238E27FC236}">
                    <a16:creationId xmlns:a16="http://schemas.microsoft.com/office/drawing/2014/main" id="{D68E5485-AD04-4CDF-9EE7-EF438F02952D}"/>
                  </a:ext>
                </a:extLst>
              </p:cNvPr>
              <p:cNvSpPr>
                <a:spLocks noChangeShapeType="1"/>
              </p:cNvSpPr>
              <p:nvPr/>
            </p:nvSpPr>
            <p:spPr bwMode="auto">
              <a:xfrm>
                <a:off x="5027" y="266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8" name="Line 101">
                <a:extLst>
                  <a:ext uri="{FF2B5EF4-FFF2-40B4-BE49-F238E27FC236}">
                    <a16:creationId xmlns:a16="http://schemas.microsoft.com/office/drawing/2014/main" id="{5DFD2C47-6254-43CD-B9C5-71AD0D4FF06D}"/>
                  </a:ext>
                </a:extLst>
              </p:cNvPr>
              <p:cNvSpPr>
                <a:spLocks noChangeShapeType="1"/>
              </p:cNvSpPr>
              <p:nvPr/>
            </p:nvSpPr>
            <p:spPr bwMode="auto">
              <a:xfrm>
                <a:off x="5027" y="266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79" name="Line 102">
                <a:extLst>
                  <a:ext uri="{FF2B5EF4-FFF2-40B4-BE49-F238E27FC236}">
                    <a16:creationId xmlns:a16="http://schemas.microsoft.com/office/drawing/2014/main" id="{CF8E11E0-7C1F-45D9-86D9-36EABCBDAA5D}"/>
                  </a:ext>
                </a:extLst>
              </p:cNvPr>
              <p:cNvSpPr>
                <a:spLocks noChangeShapeType="1"/>
              </p:cNvSpPr>
              <p:nvPr/>
            </p:nvSpPr>
            <p:spPr bwMode="auto">
              <a:xfrm>
                <a:off x="5025" y="267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0" name="Line 103">
                <a:extLst>
                  <a:ext uri="{FF2B5EF4-FFF2-40B4-BE49-F238E27FC236}">
                    <a16:creationId xmlns:a16="http://schemas.microsoft.com/office/drawing/2014/main" id="{8E249108-11A0-4906-AF30-9CBBEB25D2CD}"/>
                  </a:ext>
                </a:extLst>
              </p:cNvPr>
              <p:cNvSpPr>
                <a:spLocks noChangeShapeType="1"/>
              </p:cNvSpPr>
              <p:nvPr/>
            </p:nvSpPr>
            <p:spPr bwMode="auto">
              <a:xfrm>
                <a:off x="5025" y="267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1" name="Freeform 104">
                <a:extLst>
                  <a:ext uri="{FF2B5EF4-FFF2-40B4-BE49-F238E27FC236}">
                    <a16:creationId xmlns:a16="http://schemas.microsoft.com/office/drawing/2014/main" id="{9A2905A1-A566-4AB8-8F85-AC84CA77F2CB}"/>
                  </a:ext>
                </a:extLst>
              </p:cNvPr>
              <p:cNvSpPr>
                <a:spLocks/>
              </p:cNvSpPr>
              <p:nvPr/>
            </p:nvSpPr>
            <p:spPr bwMode="auto">
              <a:xfrm>
                <a:off x="5001" y="2679"/>
                <a:ext cx="3" cy="0"/>
              </a:xfrm>
              <a:custGeom>
                <a:avLst/>
                <a:gdLst>
                  <a:gd name="T0" fmla="*/ 1 w 1"/>
                  <a:gd name="T1" fmla="*/ 1 w 1"/>
                  <a:gd name="T2" fmla="*/ 1 w 1"/>
                  <a:gd name="T3" fmla="*/ 1 w 1"/>
                  <a:gd name="T4" fmla="*/ 1 w 1"/>
                  <a:gd name="T5" fmla="*/ 1 w 1"/>
                </a:gdLst>
                <a:ahLst/>
                <a:cxnLst>
                  <a:cxn ang="0">
                    <a:pos x="T0" y="0"/>
                  </a:cxn>
                  <a:cxn ang="0">
                    <a:pos x="T1" y="0"/>
                  </a:cxn>
                  <a:cxn ang="0">
                    <a:pos x="T2" y="0"/>
                  </a:cxn>
                  <a:cxn ang="0">
                    <a:pos x="T3" y="0"/>
                  </a:cxn>
                  <a:cxn ang="0">
                    <a:pos x="T4" y="0"/>
                  </a:cxn>
                  <a:cxn ang="0">
                    <a:pos x="T5"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0" y="0"/>
                      <a:pt x="0" y="0"/>
                      <a:pt x="1"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2" name="Freeform 105">
                <a:extLst>
                  <a:ext uri="{FF2B5EF4-FFF2-40B4-BE49-F238E27FC236}">
                    <a16:creationId xmlns:a16="http://schemas.microsoft.com/office/drawing/2014/main" id="{A6E238F7-5724-446C-A92E-BC66C661B266}"/>
                  </a:ext>
                </a:extLst>
              </p:cNvPr>
              <p:cNvSpPr>
                <a:spLocks/>
              </p:cNvSpPr>
              <p:nvPr/>
            </p:nvSpPr>
            <p:spPr bwMode="auto">
              <a:xfrm>
                <a:off x="4968" y="269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3" name="Rectangle 106">
                <a:extLst>
                  <a:ext uri="{FF2B5EF4-FFF2-40B4-BE49-F238E27FC236}">
                    <a16:creationId xmlns:a16="http://schemas.microsoft.com/office/drawing/2014/main" id="{8C2EECED-3377-4E8D-9DD8-255317780278}"/>
                  </a:ext>
                </a:extLst>
              </p:cNvPr>
              <p:cNvSpPr>
                <a:spLocks noChangeArrowheads="1"/>
              </p:cNvSpPr>
              <p:nvPr/>
            </p:nvSpPr>
            <p:spPr bwMode="auto">
              <a:xfrm>
                <a:off x="4968" y="2690"/>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4" name="Freeform 107">
                <a:extLst>
                  <a:ext uri="{FF2B5EF4-FFF2-40B4-BE49-F238E27FC236}">
                    <a16:creationId xmlns:a16="http://schemas.microsoft.com/office/drawing/2014/main" id="{29A0D7D0-1E03-461C-B107-FBB9B93C2439}"/>
                  </a:ext>
                </a:extLst>
              </p:cNvPr>
              <p:cNvSpPr>
                <a:spLocks/>
              </p:cNvSpPr>
              <p:nvPr/>
            </p:nvSpPr>
            <p:spPr bwMode="auto">
              <a:xfrm>
                <a:off x="4866" y="27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5" name="Line 108">
                <a:extLst>
                  <a:ext uri="{FF2B5EF4-FFF2-40B4-BE49-F238E27FC236}">
                    <a16:creationId xmlns:a16="http://schemas.microsoft.com/office/drawing/2014/main" id="{91618AAC-470C-493B-9C3B-CDB1A670A8E8}"/>
                  </a:ext>
                </a:extLst>
              </p:cNvPr>
              <p:cNvSpPr>
                <a:spLocks noChangeShapeType="1"/>
              </p:cNvSpPr>
              <p:nvPr/>
            </p:nvSpPr>
            <p:spPr bwMode="auto">
              <a:xfrm>
                <a:off x="4857" y="270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6" name="Line 109">
                <a:extLst>
                  <a:ext uri="{FF2B5EF4-FFF2-40B4-BE49-F238E27FC236}">
                    <a16:creationId xmlns:a16="http://schemas.microsoft.com/office/drawing/2014/main" id="{7655BB96-2447-4BFE-A358-7D5E77216534}"/>
                  </a:ext>
                </a:extLst>
              </p:cNvPr>
              <p:cNvSpPr>
                <a:spLocks noChangeShapeType="1"/>
              </p:cNvSpPr>
              <p:nvPr/>
            </p:nvSpPr>
            <p:spPr bwMode="auto">
              <a:xfrm>
                <a:off x="4857" y="270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7" name="Rectangle 110">
                <a:extLst>
                  <a:ext uri="{FF2B5EF4-FFF2-40B4-BE49-F238E27FC236}">
                    <a16:creationId xmlns:a16="http://schemas.microsoft.com/office/drawing/2014/main" id="{D8BCC119-AE5C-4843-AC52-C09DCFF10438}"/>
                  </a:ext>
                </a:extLst>
              </p:cNvPr>
              <p:cNvSpPr>
                <a:spLocks noChangeArrowheads="1"/>
              </p:cNvSpPr>
              <p:nvPr/>
            </p:nvSpPr>
            <p:spPr bwMode="auto">
              <a:xfrm>
                <a:off x="4845" y="2705"/>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8" name="Freeform 111">
                <a:extLst>
                  <a:ext uri="{FF2B5EF4-FFF2-40B4-BE49-F238E27FC236}">
                    <a16:creationId xmlns:a16="http://schemas.microsoft.com/office/drawing/2014/main" id="{D42ECCC2-6BD7-45D4-AF1B-C81AF2BBE183}"/>
                  </a:ext>
                </a:extLst>
              </p:cNvPr>
              <p:cNvSpPr>
                <a:spLocks/>
              </p:cNvSpPr>
              <p:nvPr/>
            </p:nvSpPr>
            <p:spPr bwMode="auto">
              <a:xfrm>
                <a:off x="4840" y="2707"/>
                <a:ext cx="3" cy="0"/>
              </a:xfrm>
              <a:custGeom>
                <a:avLst/>
                <a:gdLst>
                  <a:gd name="T0" fmla="*/ 0 w 1"/>
                  <a:gd name="T1" fmla="*/ 0 w 1"/>
                </a:gdLst>
                <a:ahLst/>
                <a:cxnLst>
                  <a:cxn ang="0">
                    <a:pos x="T0" y="0"/>
                  </a:cxn>
                  <a:cxn ang="0">
                    <a:pos x="T1" y="0"/>
                  </a:cxn>
                </a:cxnLst>
                <a:rect l="0" t="0" r="r" b="b"/>
                <a:pathLst>
                  <a:path w="1">
                    <a:moveTo>
                      <a:pt x="0" y="0"/>
                    </a:moveTo>
                    <a:cubicBezTo>
                      <a:pt x="0" y="0"/>
                      <a:pt x="1" y="0"/>
                      <a:pt x="0" y="0"/>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89" name="Line 112">
                <a:extLst>
                  <a:ext uri="{FF2B5EF4-FFF2-40B4-BE49-F238E27FC236}">
                    <a16:creationId xmlns:a16="http://schemas.microsoft.com/office/drawing/2014/main" id="{A7F9CB08-EE80-4791-9E8A-8A88C6318E08}"/>
                  </a:ext>
                </a:extLst>
              </p:cNvPr>
              <p:cNvSpPr>
                <a:spLocks noChangeShapeType="1"/>
              </p:cNvSpPr>
              <p:nvPr/>
            </p:nvSpPr>
            <p:spPr bwMode="auto">
              <a:xfrm>
                <a:off x="4840" y="2709"/>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0" name="Line 113">
                <a:extLst>
                  <a:ext uri="{FF2B5EF4-FFF2-40B4-BE49-F238E27FC236}">
                    <a16:creationId xmlns:a16="http://schemas.microsoft.com/office/drawing/2014/main" id="{269CE92E-1F73-430C-8035-DBA73FCBF543}"/>
                  </a:ext>
                </a:extLst>
              </p:cNvPr>
              <p:cNvSpPr>
                <a:spLocks noChangeShapeType="1"/>
              </p:cNvSpPr>
              <p:nvPr/>
            </p:nvSpPr>
            <p:spPr bwMode="auto">
              <a:xfrm>
                <a:off x="4840" y="2709"/>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1" name="Line 114">
                <a:extLst>
                  <a:ext uri="{FF2B5EF4-FFF2-40B4-BE49-F238E27FC236}">
                    <a16:creationId xmlns:a16="http://schemas.microsoft.com/office/drawing/2014/main" id="{08BE09A0-CB3F-4FE0-AFC9-7E03D64A8006}"/>
                  </a:ext>
                </a:extLst>
              </p:cNvPr>
              <p:cNvSpPr>
                <a:spLocks noChangeShapeType="1"/>
              </p:cNvSpPr>
              <p:nvPr/>
            </p:nvSpPr>
            <p:spPr bwMode="auto">
              <a:xfrm>
                <a:off x="4826" y="270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2" name="Line 115">
                <a:extLst>
                  <a:ext uri="{FF2B5EF4-FFF2-40B4-BE49-F238E27FC236}">
                    <a16:creationId xmlns:a16="http://schemas.microsoft.com/office/drawing/2014/main" id="{0E3C2268-AAF0-4A7C-A98F-D7A804B95915}"/>
                  </a:ext>
                </a:extLst>
              </p:cNvPr>
              <p:cNvSpPr>
                <a:spLocks noChangeShapeType="1"/>
              </p:cNvSpPr>
              <p:nvPr/>
            </p:nvSpPr>
            <p:spPr bwMode="auto">
              <a:xfrm>
                <a:off x="4826" y="270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3" name="Freeform 116">
                <a:extLst>
                  <a:ext uri="{FF2B5EF4-FFF2-40B4-BE49-F238E27FC236}">
                    <a16:creationId xmlns:a16="http://schemas.microsoft.com/office/drawing/2014/main" id="{E0D6D1A8-5897-4E21-A4D6-E422E08A79E2}"/>
                  </a:ext>
                </a:extLst>
              </p:cNvPr>
              <p:cNvSpPr>
                <a:spLocks/>
              </p:cNvSpPr>
              <p:nvPr/>
            </p:nvSpPr>
            <p:spPr bwMode="auto">
              <a:xfrm>
                <a:off x="4824" y="2702"/>
                <a:ext cx="0" cy="3"/>
              </a:xfrm>
              <a:custGeom>
                <a:avLst/>
                <a:gdLst>
                  <a:gd name="T0" fmla="*/ 0 h 3"/>
                  <a:gd name="T1" fmla="*/ 0 h 3"/>
                  <a:gd name="T2" fmla="*/ 0 h 3"/>
                  <a:gd name="T3" fmla="*/ 3 h 3"/>
                  <a:gd name="T4" fmla="*/ 0 h 3"/>
                </a:gdLst>
                <a:ahLst/>
                <a:cxnLst>
                  <a:cxn ang="0">
                    <a:pos x="0" y="T0"/>
                  </a:cxn>
                  <a:cxn ang="0">
                    <a:pos x="0" y="T1"/>
                  </a:cxn>
                  <a:cxn ang="0">
                    <a:pos x="0" y="T2"/>
                  </a:cxn>
                  <a:cxn ang="0">
                    <a:pos x="0" y="T3"/>
                  </a:cxn>
                  <a:cxn ang="0">
                    <a:pos x="0" y="T4"/>
                  </a:cxn>
                </a:cxnLst>
                <a:rect l="0" t="0" r="r" b="b"/>
                <a:pathLst>
                  <a:path h="3">
                    <a:moveTo>
                      <a:pt x="0" y="0"/>
                    </a:moveTo>
                    <a:lnTo>
                      <a:pt x="0" y="0"/>
                    </a:lnTo>
                    <a:lnTo>
                      <a:pt x="0" y="0"/>
                    </a:lnTo>
                    <a:lnTo>
                      <a:pt x="0" y="3"/>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4" name="Freeform 117">
                <a:extLst>
                  <a:ext uri="{FF2B5EF4-FFF2-40B4-BE49-F238E27FC236}">
                    <a16:creationId xmlns:a16="http://schemas.microsoft.com/office/drawing/2014/main" id="{D6488A0E-BE8F-4763-84E0-C561C60F0B98}"/>
                  </a:ext>
                </a:extLst>
              </p:cNvPr>
              <p:cNvSpPr>
                <a:spLocks/>
              </p:cNvSpPr>
              <p:nvPr/>
            </p:nvSpPr>
            <p:spPr bwMode="auto">
              <a:xfrm>
                <a:off x="4741" y="2679"/>
                <a:ext cx="2" cy="0"/>
              </a:xfrm>
              <a:custGeom>
                <a:avLst/>
                <a:gdLst>
                  <a:gd name="T0" fmla="*/ 0 w 2"/>
                  <a:gd name="T1" fmla="*/ 2 w 2"/>
                  <a:gd name="T2" fmla="*/ 0 w 2"/>
                  <a:gd name="T3" fmla="*/ 0 w 2"/>
                </a:gdLst>
                <a:ahLst/>
                <a:cxnLst>
                  <a:cxn ang="0">
                    <a:pos x="T0" y="0"/>
                  </a:cxn>
                  <a:cxn ang="0">
                    <a:pos x="T1" y="0"/>
                  </a:cxn>
                  <a:cxn ang="0">
                    <a:pos x="T2" y="0"/>
                  </a:cxn>
                  <a:cxn ang="0">
                    <a:pos x="T3" y="0"/>
                  </a:cxn>
                </a:cxnLst>
                <a:rect l="0" t="0" r="r" b="b"/>
                <a:pathLst>
                  <a:path w="2">
                    <a:moveTo>
                      <a:pt x="0" y="0"/>
                    </a:moveTo>
                    <a:lnTo>
                      <a:pt x="2" y="0"/>
                    </a:ln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5" name="Freeform 118">
                <a:extLst>
                  <a:ext uri="{FF2B5EF4-FFF2-40B4-BE49-F238E27FC236}">
                    <a16:creationId xmlns:a16="http://schemas.microsoft.com/office/drawing/2014/main" id="{0334945F-029D-4E83-AE8A-E545EE6B7552}"/>
                  </a:ext>
                </a:extLst>
              </p:cNvPr>
              <p:cNvSpPr>
                <a:spLocks/>
              </p:cNvSpPr>
              <p:nvPr/>
            </p:nvSpPr>
            <p:spPr bwMode="auto">
              <a:xfrm>
                <a:off x="4738" y="268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6" name="Freeform 119">
                <a:extLst>
                  <a:ext uri="{FF2B5EF4-FFF2-40B4-BE49-F238E27FC236}">
                    <a16:creationId xmlns:a16="http://schemas.microsoft.com/office/drawing/2014/main" id="{0E6C2238-D0BE-4996-BBD0-D24E2D20A6C5}"/>
                  </a:ext>
                </a:extLst>
              </p:cNvPr>
              <p:cNvSpPr>
                <a:spLocks/>
              </p:cNvSpPr>
              <p:nvPr/>
            </p:nvSpPr>
            <p:spPr bwMode="auto">
              <a:xfrm>
                <a:off x="4736" y="268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7" name="Freeform 120">
                <a:extLst>
                  <a:ext uri="{FF2B5EF4-FFF2-40B4-BE49-F238E27FC236}">
                    <a16:creationId xmlns:a16="http://schemas.microsoft.com/office/drawing/2014/main" id="{059E9AEB-582B-4869-9151-1EA7E48AFFB0}"/>
                  </a:ext>
                </a:extLst>
              </p:cNvPr>
              <p:cNvSpPr>
                <a:spLocks/>
              </p:cNvSpPr>
              <p:nvPr/>
            </p:nvSpPr>
            <p:spPr bwMode="auto">
              <a:xfrm>
                <a:off x="4712" y="2667"/>
                <a:ext cx="3" cy="2"/>
              </a:xfrm>
              <a:custGeom>
                <a:avLst/>
                <a:gdLst>
                  <a:gd name="T0" fmla="*/ 1 w 1"/>
                  <a:gd name="T1" fmla="*/ 1 h 1"/>
                  <a:gd name="T2" fmla="*/ 0 w 1"/>
                  <a:gd name="T3" fmla="*/ 1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cubicBezTo>
                      <a:pt x="1" y="1"/>
                      <a:pt x="1" y="1"/>
                      <a:pt x="0" y="1"/>
                    </a:cubicBezTo>
                    <a:cubicBezTo>
                      <a:pt x="0" y="0"/>
                      <a:pt x="1" y="0"/>
                      <a:pt x="0" y="1"/>
                    </a:cubicBezTo>
                    <a:cubicBezTo>
                      <a:pt x="0" y="0"/>
                      <a:pt x="0" y="0"/>
                      <a:pt x="1" y="1"/>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8" name="Rectangle 121">
                <a:extLst>
                  <a:ext uri="{FF2B5EF4-FFF2-40B4-BE49-F238E27FC236}">
                    <a16:creationId xmlns:a16="http://schemas.microsoft.com/office/drawing/2014/main" id="{EF9B99EB-38A1-45F2-AA4C-C352DD90B8AD}"/>
                  </a:ext>
                </a:extLst>
              </p:cNvPr>
              <p:cNvSpPr>
                <a:spLocks noChangeArrowheads="1"/>
              </p:cNvSpPr>
              <p:nvPr/>
            </p:nvSpPr>
            <p:spPr bwMode="auto">
              <a:xfrm>
                <a:off x="4686" y="2619"/>
                <a:ext cx="1" cy="1"/>
              </a:xfrm>
              <a:prstGeom prst="rect">
                <a:avLst/>
              </a:prstGeom>
              <a:solidFill>
                <a:srgbClr val="53DB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99" name="Freeform 122">
                <a:extLst>
                  <a:ext uri="{FF2B5EF4-FFF2-40B4-BE49-F238E27FC236}">
                    <a16:creationId xmlns:a16="http://schemas.microsoft.com/office/drawing/2014/main" id="{01246237-1179-4B49-A547-699A962AEA69}"/>
                  </a:ext>
                </a:extLst>
              </p:cNvPr>
              <p:cNvSpPr>
                <a:spLocks/>
              </p:cNvSpPr>
              <p:nvPr/>
            </p:nvSpPr>
            <p:spPr bwMode="auto">
              <a:xfrm>
                <a:off x="5001" y="268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0" name="Freeform 123">
                <a:extLst>
                  <a:ext uri="{FF2B5EF4-FFF2-40B4-BE49-F238E27FC236}">
                    <a16:creationId xmlns:a16="http://schemas.microsoft.com/office/drawing/2014/main" id="{955E6B31-011C-4E62-BA60-A31A67BA2BE1}"/>
                  </a:ext>
                </a:extLst>
              </p:cNvPr>
              <p:cNvSpPr>
                <a:spLocks/>
              </p:cNvSpPr>
              <p:nvPr/>
            </p:nvSpPr>
            <p:spPr bwMode="auto">
              <a:xfrm>
                <a:off x="4854" y="270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1" name="Freeform 124">
                <a:extLst>
                  <a:ext uri="{FF2B5EF4-FFF2-40B4-BE49-F238E27FC236}">
                    <a16:creationId xmlns:a16="http://schemas.microsoft.com/office/drawing/2014/main" id="{E9ACA7C5-B85A-4304-95A6-ED9DC34C46BC}"/>
                  </a:ext>
                </a:extLst>
              </p:cNvPr>
              <p:cNvSpPr>
                <a:spLocks noEditPoints="1"/>
              </p:cNvSpPr>
              <p:nvPr/>
            </p:nvSpPr>
            <p:spPr bwMode="auto">
              <a:xfrm>
                <a:off x="4722" y="2475"/>
                <a:ext cx="5" cy="9"/>
              </a:xfrm>
              <a:custGeom>
                <a:avLst/>
                <a:gdLst>
                  <a:gd name="T0" fmla="*/ 1 w 2"/>
                  <a:gd name="T1" fmla="*/ 2 h 4"/>
                  <a:gd name="T2" fmla="*/ 2 w 2"/>
                  <a:gd name="T3" fmla="*/ 3 h 4"/>
                  <a:gd name="T4" fmla="*/ 2 w 2"/>
                  <a:gd name="T5" fmla="*/ 3 h 4"/>
                  <a:gd name="T6" fmla="*/ 1 w 2"/>
                  <a:gd name="T7" fmla="*/ 2 h 4"/>
                  <a:gd name="T8" fmla="*/ 0 w 2"/>
                  <a:gd name="T9" fmla="*/ 2 h 4"/>
                  <a:gd name="T10" fmla="*/ 0 w 2"/>
                  <a:gd name="T11" fmla="*/ 2 h 4"/>
                  <a:gd name="T12" fmla="*/ 0 w 2"/>
                  <a:gd name="T13" fmla="*/ 0 h 4"/>
                  <a:gd name="T14" fmla="*/ 0 w 2"/>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4">
                    <a:moveTo>
                      <a:pt x="1" y="2"/>
                    </a:moveTo>
                    <a:cubicBezTo>
                      <a:pt x="2" y="3"/>
                      <a:pt x="2" y="3"/>
                      <a:pt x="2" y="3"/>
                    </a:cubicBezTo>
                    <a:cubicBezTo>
                      <a:pt x="2" y="3"/>
                      <a:pt x="2" y="3"/>
                      <a:pt x="2" y="3"/>
                    </a:cubicBezTo>
                    <a:cubicBezTo>
                      <a:pt x="2" y="2"/>
                      <a:pt x="2" y="4"/>
                      <a:pt x="1" y="2"/>
                    </a:cubicBezTo>
                    <a:close/>
                    <a:moveTo>
                      <a:pt x="0" y="2"/>
                    </a:moveTo>
                    <a:cubicBezTo>
                      <a:pt x="0" y="2"/>
                      <a:pt x="0" y="2"/>
                      <a:pt x="0" y="2"/>
                    </a:cubicBezTo>
                    <a:moveTo>
                      <a:pt x="0" y="0"/>
                    </a:moveTo>
                    <a:cubicBezTo>
                      <a:pt x="0" y="0"/>
                      <a:pt x="0" y="0"/>
                      <a:pt x="0" y="0"/>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2" name="Freeform 125">
                <a:extLst>
                  <a:ext uri="{FF2B5EF4-FFF2-40B4-BE49-F238E27FC236}">
                    <a16:creationId xmlns:a16="http://schemas.microsoft.com/office/drawing/2014/main" id="{247813DC-2111-4BA1-9CE2-A56701506724}"/>
                  </a:ext>
                </a:extLst>
              </p:cNvPr>
              <p:cNvSpPr>
                <a:spLocks noEditPoints="1"/>
              </p:cNvSpPr>
              <p:nvPr/>
            </p:nvSpPr>
            <p:spPr bwMode="auto">
              <a:xfrm>
                <a:off x="4731" y="2397"/>
                <a:ext cx="315" cy="319"/>
              </a:xfrm>
              <a:custGeom>
                <a:avLst/>
                <a:gdLst>
                  <a:gd name="T0" fmla="*/ 18 w 133"/>
                  <a:gd name="T1" fmla="*/ 126 h 135"/>
                  <a:gd name="T2" fmla="*/ 23 w 133"/>
                  <a:gd name="T3" fmla="*/ 126 h 135"/>
                  <a:gd name="T4" fmla="*/ 28 w 133"/>
                  <a:gd name="T5" fmla="*/ 126 h 135"/>
                  <a:gd name="T6" fmla="*/ 32 w 133"/>
                  <a:gd name="T7" fmla="*/ 128 h 135"/>
                  <a:gd name="T8" fmla="*/ 33 w 133"/>
                  <a:gd name="T9" fmla="*/ 130 h 135"/>
                  <a:gd name="T10" fmla="*/ 38 w 133"/>
                  <a:gd name="T11" fmla="*/ 130 h 135"/>
                  <a:gd name="T12" fmla="*/ 42 w 133"/>
                  <a:gd name="T13" fmla="*/ 133 h 135"/>
                  <a:gd name="T14" fmla="*/ 46 w 133"/>
                  <a:gd name="T15" fmla="*/ 132 h 135"/>
                  <a:gd name="T16" fmla="*/ 48 w 133"/>
                  <a:gd name="T17" fmla="*/ 131 h 135"/>
                  <a:gd name="T18" fmla="*/ 52 w 133"/>
                  <a:gd name="T19" fmla="*/ 132 h 135"/>
                  <a:gd name="T20" fmla="*/ 57 w 133"/>
                  <a:gd name="T21" fmla="*/ 130 h 135"/>
                  <a:gd name="T22" fmla="*/ 68 w 133"/>
                  <a:gd name="T23" fmla="*/ 128 h 135"/>
                  <a:gd name="T24" fmla="*/ 73 w 133"/>
                  <a:gd name="T25" fmla="*/ 135 h 135"/>
                  <a:gd name="T26" fmla="*/ 86 w 133"/>
                  <a:gd name="T27" fmla="*/ 130 h 135"/>
                  <a:gd name="T28" fmla="*/ 94 w 133"/>
                  <a:gd name="T29" fmla="*/ 126 h 135"/>
                  <a:gd name="T30" fmla="*/ 105 w 133"/>
                  <a:gd name="T31" fmla="*/ 126 h 135"/>
                  <a:gd name="T32" fmla="*/ 111 w 133"/>
                  <a:gd name="T33" fmla="*/ 127 h 135"/>
                  <a:gd name="T34" fmla="*/ 112 w 133"/>
                  <a:gd name="T35" fmla="*/ 122 h 135"/>
                  <a:gd name="T36" fmla="*/ 123 w 133"/>
                  <a:gd name="T37" fmla="*/ 116 h 135"/>
                  <a:gd name="T38" fmla="*/ 127 w 133"/>
                  <a:gd name="T39" fmla="*/ 112 h 135"/>
                  <a:gd name="T40" fmla="*/ 130 w 133"/>
                  <a:gd name="T41" fmla="*/ 106 h 135"/>
                  <a:gd name="T42" fmla="*/ 128 w 133"/>
                  <a:gd name="T43" fmla="*/ 99 h 135"/>
                  <a:gd name="T44" fmla="*/ 131 w 133"/>
                  <a:gd name="T45" fmla="*/ 93 h 135"/>
                  <a:gd name="T46" fmla="*/ 115 w 133"/>
                  <a:gd name="T47" fmla="*/ 83 h 135"/>
                  <a:gd name="T48" fmla="*/ 112 w 133"/>
                  <a:gd name="T49" fmla="*/ 63 h 135"/>
                  <a:gd name="T50" fmla="*/ 109 w 133"/>
                  <a:gd name="T51" fmla="*/ 46 h 135"/>
                  <a:gd name="T52" fmla="*/ 101 w 133"/>
                  <a:gd name="T53" fmla="*/ 47 h 135"/>
                  <a:gd name="T54" fmla="*/ 82 w 133"/>
                  <a:gd name="T55" fmla="*/ 40 h 135"/>
                  <a:gd name="T56" fmla="*/ 65 w 133"/>
                  <a:gd name="T57" fmla="*/ 13 h 135"/>
                  <a:gd name="T58" fmla="*/ 47 w 133"/>
                  <a:gd name="T59" fmla="*/ 31 h 135"/>
                  <a:gd name="T60" fmla="*/ 41 w 133"/>
                  <a:gd name="T61" fmla="*/ 2 h 135"/>
                  <a:gd name="T62" fmla="*/ 33 w 133"/>
                  <a:gd name="T63" fmla="*/ 20 h 135"/>
                  <a:gd name="T64" fmla="*/ 33 w 133"/>
                  <a:gd name="T65" fmla="*/ 38 h 135"/>
                  <a:gd name="T66" fmla="*/ 13 w 133"/>
                  <a:gd name="T67" fmla="*/ 20 h 135"/>
                  <a:gd name="T68" fmla="*/ 15 w 133"/>
                  <a:gd name="T69" fmla="*/ 61 h 135"/>
                  <a:gd name="T70" fmla="*/ 14 w 133"/>
                  <a:gd name="T71" fmla="*/ 82 h 135"/>
                  <a:gd name="T72" fmla="*/ 12 w 133"/>
                  <a:gd name="T73" fmla="*/ 95 h 135"/>
                  <a:gd name="T74" fmla="*/ 116 w 133"/>
                  <a:gd name="T75" fmla="*/ 75 h 135"/>
                  <a:gd name="T76" fmla="*/ 126 w 133"/>
                  <a:gd name="T77" fmla="*/ 106 h 135"/>
                  <a:gd name="T78" fmla="*/ 126 w 133"/>
                  <a:gd name="T79" fmla="*/ 104 h 135"/>
                  <a:gd name="T80" fmla="*/ 126 w 133"/>
                  <a:gd name="T81" fmla="*/ 103 h 135"/>
                  <a:gd name="T82" fmla="*/ 126 w 133"/>
                  <a:gd name="T83" fmla="*/ 103 h 135"/>
                  <a:gd name="T84" fmla="*/ 127 w 133"/>
                  <a:gd name="T85" fmla="*/ 104 h 135"/>
                  <a:gd name="T86" fmla="*/ 126 w 133"/>
                  <a:gd name="T87" fmla="*/ 106 h 135"/>
                  <a:gd name="T88" fmla="*/ 127 w 133"/>
                  <a:gd name="T89" fmla="*/ 101 h 135"/>
                  <a:gd name="T90" fmla="*/ 127 w 133"/>
                  <a:gd name="T91" fmla="*/ 99 h 135"/>
                  <a:gd name="T92" fmla="*/ 127 w 133"/>
                  <a:gd name="T93" fmla="*/ 98 h 135"/>
                  <a:gd name="T94" fmla="*/ 127 w 133"/>
                  <a:gd name="T95" fmla="*/ 103 h 135"/>
                  <a:gd name="T96" fmla="*/ 127 w 133"/>
                  <a:gd name="T97" fmla="*/ 104 h 135"/>
                  <a:gd name="T98" fmla="*/ 127 w 133"/>
                  <a:gd name="T99" fmla="*/ 104 h 135"/>
                  <a:gd name="T100" fmla="*/ 127 w 133"/>
                  <a:gd name="T101" fmla="*/ 104 h 135"/>
                  <a:gd name="T102" fmla="*/ 126 w 133"/>
                  <a:gd name="T103" fmla="*/ 103 h 135"/>
                  <a:gd name="T104" fmla="*/ 127 w 133"/>
                  <a:gd name="T105" fmla="*/ 102 h 135"/>
                  <a:gd name="T106" fmla="*/ 126 w 133"/>
                  <a:gd name="T107" fmla="*/ 107 h 135"/>
                  <a:gd name="T108" fmla="*/ 125 w 133"/>
                  <a:gd name="T109" fmla="*/ 113 h 135"/>
                  <a:gd name="T110" fmla="*/ 119 w 133"/>
                  <a:gd name="T111" fmla="*/ 117 h 135"/>
                  <a:gd name="T112" fmla="*/ 104 w 133"/>
                  <a:gd name="T113" fmla="*/ 124 h 135"/>
                  <a:gd name="T114" fmla="*/ 98 w 133"/>
                  <a:gd name="T115" fmla="*/ 124 h 135"/>
                  <a:gd name="T116" fmla="*/ 75 w 133"/>
                  <a:gd name="T117" fmla="*/ 133 h 135"/>
                  <a:gd name="T118" fmla="*/ 70 w 133"/>
                  <a:gd name="T119" fmla="*/ 126 h 135"/>
                  <a:gd name="T120" fmla="*/ 49 w 133"/>
                  <a:gd name="T121" fmla="*/ 128 h 135"/>
                  <a:gd name="T122" fmla="*/ 42 w 133"/>
                  <a:gd name="T123" fmla="*/ 131 h 135"/>
                  <a:gd name="T124" fmla="*/ 26 w 133"/>
                  <a:gd name="T125" fmla="*/ 12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3" h="135">
                    <a:moveTo>
                      <a:pt x="1" y="105"/>
                    </a:moveTo>
                    <a:cubicBezTo>
                      <a:pt x="2" y="106"/>
                      <a:pt x="2" y="106"/>
                      <a:pt x="2" y="106"/>
                    </a:cubicBezTo>
                    <a:cubicBezTo>
                      <a:pt x="2" y="107"/>
                      <a:pt x="1" y="109"/>
                      <a:pt x="3" y="107"/>
                    </a:cubicBezTo>
                    <a:cubicBezTo>
                      <a:pt x="4" y="107"/>
                      <a:pt x="4" y="107"/>
                      <a:pt x="4" y="108"/>
                    </a:cubicBezTo>
                    <a:cubicBezTo>
                      <a:pt x="6" y="107"/>
                      <a:pt x="5" y="106"/>
                      <a:pt x="5" y="108"/>
                    </a:cubicBezTo>
                    <a:cubicBezTo>
                      <a:pt x="4" y="109"/>
                      <a:pt x="4" y="110"/>
                      <a:pt x="3" y="110"/>
                    </a:cubicBezTo>
                    <a:cubicBezTo>
                      <a:pt x="3" y="111"/>
                      <a:pt x="3" y="112"/>
                      <a:pt x="3" y="112"/>
                    </a:cubicBezTo>
                    <a:cubicBezTo>
                      <a:pt x="4" y="112"/>
                      <a:pt x="4" y="113"/>
                      <a:pt x="4" y="114"/>
                    </a:cubicBezTo>
                    <a:cubicBezTo>
                      <a:pt x="4" y="114"/>
                      <a:pt x="4" y="114"/>
                      <a:pt x="4" y="114"/>
                    </a:cubicBezTo>
                    <a:cubicBezTo>
                      <a:pt x="4" y="114"/>
                      <a:pt x="4" y="115"/>
                      <a:pt x="4" y="114"/>
                    </a:cubicBezTo>
                    <a:cubicBezTo>
                      <a:pt x="5" y="114"/>
                      <a:pt x="5" y="114"/>
                      <a:pt x="5" y="115"/>
                    </a:cubicBezTo>
                    <a:cubicBezTo>
                      <a:pt x="6" y="115"/>
                      <a:pt x="6" y="115"/>
                      <a:pt x="6" y="115"/>
                    </a:cubicBezTo>
                    <a:cubicBezTo>
                      <a:pt x="6" y="115"/>
                      <a:pt x="6" y="115"/>
                      <a:pt x="7" y="116"/>
                    </a:cubicBezTo>
                    <a:cubicBezTo>
                      <a:pt x="7" y="116"/>
                      <a:pt x="6" y="117"/>
                      <a:pt x="8" y="116"/>
                    </a:cubicBezTo>
                    <a:cubicBezTo>
                      <a:pt x="8" y="117"/>
                      <a:pt x="9" y="116"/>
                      <a:pt x="9" y="117"/>
                    </a:cubicBezTo>
                    <a:cubicBezTo>
                      <a:pt x="9" y="117"/>
                      <a:pt x="10" y="115"/>
                      <a:pt x="11" y="117"/>
                    </a:cubicBezTo>
                    <a:cubicBezTo>
                      <a:pt x="12" y="119"/>
                      <a:pt x="12" y="118"/>
                      <a:pt x="12" y="119"/>
                    </a:cubicBezTo>
                    <a:cubicBezTo>
                      <a:pt x="13" y="120"/>
                      <a:pt x="13" y="119"/>
                      <a:pt x="14" y="121"/>
                    </a:cubicBezTo>
                    <a:cubicBezTo>
                      <a:pt x="14" y="121"/>
                      <a:pt x="15" y="121"/>
                      <a:pt x="15" y="121"/>
                    </a:cubicBezTo>
                    <a:cubicBezTo>
                      <a:pt x="15" y="123"/>
                      <a:pt x="15" y="124"/>
                      <a:pt x="15" y="126"/>
                    </a:cubicBezTo>
                    <a:cubicBezTo>
                      <a:pt x="15" y="126"/>
                      <a:pt x="15" y="126"/>
                      <a:pt x="15" y="126"/>
                    </a:cubicBezTo>
                    <a:cubicBezTo>
                      <a:pt x="15" y="126"/>
                      <a:pt x="16" y="127"/>
                      <a:pt x="16" y="126"/>
                    </a:cubicBezTo>
                    <a:cubicBezTo>
                      <a:pt x="16" y="126"/>
                      <a:pt x="16" y="127"/>
                      <a:pt x="16" y="127"/>
                    </a:cubicBezTo>
                    <a:cubicBezTo>
                      <a:pt x="16" y="127"/>
                      <a:pt x="17" y="127"/>
                      <a:pt x="17" y="127"/>
                    </a:cubicBezTo>
                    <a:cubicBezTo>
                      <a:pt x="17" y="126"/>
                      <a:pt x="17" y="126"/>
                      <a:pt x="17" y="125"/>
                    </a:cubicBezTo>
                    <a:cubicBezTo>
                      <a:pt x="18" y="125"/>
                      <a:pt x="18" y="125"/>
                      <a:pt x="18" y="125"/>
                    </a:cubicBezTo>
                    <a:cubicBezTo>
                      <a:pt x="18" y="126"/>
                      <a:pt x="18" y="125"/>
                      <a:pt x="18" y="125"/>
                    </a:cubicBezTo>
                    <a:cubicBezTo>
                      <a:pt x="18" y="126"/>
                      <a:pt x="18" y="126"/>
                      <a:pt x="18" y="126"/>
                    </a:cubicBezTo>
                    <a:cubicBezTo>
                      <a:pt x="18" y="125"/>
                      <a:pt x="18" y="127"/>
                      <a:pt x="18" y="126"/>
                    </a:cubicBezTo>
                    <a:cubicBezTo>
                      <a:pt x="18" y="126"/>
                      <a:pt x="18" y="126"/>
                      <a:pt x="18" y="126"/>
                    </a:cubicBezTo>
                    <a:cubicBezTo>
                      <a:pt x="18" y="127"/>
                      <a:pt x="18" y="127"/>
                      <a:pt x="18" y="127"/>
                    </a:cubicBezTo>
                    <a:cubicBezTo>
                      <a:pt x="18" y="127"/>
                      <a:pt x="18" y="127"/>
                      <a:pt x="18" y="127"/>
                    </a:cubicBezTo>
                    <a:cubicBezTo>
                      <a:pt x="19" y="127"/>
                      <a:pt x="19" y="127"/>
                      <a:pt x="19" y="127"/>
                    </a:cubicBezTo>
                    <a:cubicBezTo>
                      <a:pt x="18" y="127"/>
                      <a:pt x="18" y="127"/>
                      <a:pt x="18" y="127"/>
                    </a:cubicBezTo>
                    <a:cubicBezTo>
                      <a:pt x="18" y="127"/>
                      <a:pt x="18" y="127"/>
                      <a:pt x="18" y="128"/>
                    </a:cubicBezTo>
                    <a:cubicBezTo>
                      <a:pt x="18" y="128"/>
                      <a:pt x="18" y="128"/>
                      <a:pt x="19" y="128"/>
                    </a:cubicBezTo>
                    <a:cubicBezTo>
                      <a:pt x="19" y="127"/>
                      <a:pt x="19" y="127"/>
                      <a:pt x="20" y="127"/>
                    </a:cubicBezTo>
                    <a:cubicBezTo>
                      <a:pt x="19" y="128"/>
                      <a:pt x="19" y="129"/>
                      <a:pt x="20" y="129"/>
                    </a:cubicBezTo>
                    <a:cubicBezTo>
                      <a:pt x="19" y="129"/>
                      <a:pt x="20" y="129"/>
                      <a:pt x="20" y="129"/>
                    </a:cubicBezTo>
                    <a:cubicBezTo>
                      <a:pt x="20" y="129"/>
                      <a:pt x="20" y="128"/>
                      <a:pt x="20" y="128"/>
                    </a:cubicBezTo>
                    <a:cubicBezTo>
                      <a:pt x="20" y="129"/>
                      <a:pt x="20" y="129"/>
                      <a:pt x="20" y="129"/>
                    </a:cubicBezTo>
                    <a:cubicBezTo>
                      <a:pt x="21" y="129"/>
                      <a:pt x="20" y="129"/>
                      <a:pt x="21" y="129"/>
                    </a:cubicBezTo>
                    <a:cubicBezTo>
                      <a:pt x="21" y="129"/>
                      <a:pt x="22" y="129"/>
                      <a:pt x="22" y="129"/>
                    </a:cubicBezTo>
                    <a:cubicBezTo>
                      <a:pt x="21" y="129"/>
                      <a:pt x="21" y="129"/>
                      <a:pt x="21" y="128"/>
                    </a:cubicBezTo>
                    <a:cubicBezTo>
                      <a:pt x="21" y="128"/>
                      <a:pt x="22" y="128"/>
                      <a:pt x="22" y="128"/>
                    </a:cubicBezTo>
                    <a:cubicBezTo>
                      <a:pt x="21" y="127"/>
                      <a:pt x="21" y="129"/>
                      <a:pt x="21" y="128"/>
                    </a:cubicBezTo>
                    <a:cubicBezTo>
                      <a:pt x="21" y="127"/>
                      <a:pt x="21" y="127"/>
                      <a:pt x="21" y="127"/>
                    </a:cubicBezTo>
                    <a:cubicBezTo>
                      <a:pt x="21" y="127"/>
                      <a:pt x="21" y="127"/>
                      <a:pt x="21" y="127"/>
                    </a:cubicBezTo>
                    <a:cubicBezTo>
                      <a:pt x="21" y="126"/>
                      <a:pt x="21" y="126"/>
                      <a:pt x="21" y="127"/>
                    </a:cubicBezTo>
                    <a:cubicBezTo>
                      <a:pt x="21" y="126"/>
                      <a:pt x="22" y="126"/>
                      <a:pt x="22" y="126"/>
                    </a:cubicBezTo>
                    <a:cubicBezTo>
                      <a:pt x="23" y="127"/>
                      <a:pt x="22" y="127"/>
                      <a:pt x="22" y="127"/>
                    </a:cubicBezTo>
                    <a:cubicBezTo>
                      <a:pt x="22" y="127"/>
                      <a:pt x="22" y="128"/>
                      <a:pt x="22" y="127"/>
                    </a:cubicBezTo>
                    <a:cubicBezTo>
                      <a:pt x="23" y="126"/>
                      <a:pt x="23" y="126"/>
                      <a:pt x="23" y="126"/>
                    </a:cubicBezTo>
                    <a:cubicBezTo>
                      <a:pt x="23" y="126"/>
                      <a:pt x="23" y="126"/>
                      <a:pt x="23" y="126"/>
                    </a:cubicBezTo>
                    <a:cubicBezTo>
                      <a:pt x="23" y="126"/>
                      <a:pt x="23" y="126"/>
                      <a:pt x="23" y="126"/>
                    </a:cubicBezTo>
                    <a:cubicBezTo>
                      <a:pt x="23" y="126"/>
                      <a:pt x="24" y="125"/>
                      <a:pt x="23" y="125"/>
                    </a:cubicBezTo>
                    <a:cubicBezTo>
                      <a:pt x="24" y="124"/>
                      <a:pt x="24" y="124"/>
                      <a:pt x="24" y="125"/>
                    </a:cubicBezTo>
                    <a:cubicBezTo>
                      <a:pt x="24" y="126"/>
                      <a:pt x="24" y="125"/>
                      <a:pt x="25" y="126"/>
                    </a:cubicBezTo>
                    <a:cubicBezTo>
                      <a:pt x="24" y="127"/>
                      <a:pt x="24" y="125"/>
                      <a:pt x="24" y="126"/>
                    </a:cubicBezTo>
                    <a:cubicBezTo>
                      <a:pt x="24" y="126"/>
                      <a:pt x="23" y="126"/>
                      <a:pt x="23" y="126"/>
                    </a:cubicBezTo>
                    <a:cubicBezTo>
                      <a:pt x="23" y="127"/>
                      <a:pt x="24" y="126"/>
                      <a:pt x="24" y="126"/>
                    </a:cubicBezTo>
                    <a:cubicBezTo>
                      <a:pt x="25" y="128"/>
                      <a:pt x="25" y="128"/>
                      <a:pt x="25" y="128"/>
                    </a:cubicBezTo>
                    <a:cubicBezTo>
                      <a:pt x="25" y="127"/>
                      <a:pt x="25" y="127"/>
                      <a:pt x="25" y="127"/>
                    </a:cubicBezTo>
                    <a:cubicBezTo>
                      <a:pt x="25" y="128"/>
                      <a:pt x="25" y="128"/>
                      <a:pt x="25" y="128"/>
                    </a:cubicBezTo>
                    <a:cubicBezTo>
                      <a:pt x="26" y="127"/>
                      <a:pt x="25" y="129"/>
                      <a:pt x="26" y="129"/>
                    </a:cubicBezTo>
                    <a:cubicBezTo>
                      <a:pt x="26" y="130"/>
                      <a:pt x="26" y="129"/>
                      <a:pt x="26" y="129"/>
                    </a:cubicBezTo>
                    <a:cubicBezTo>
                      <a:pt x="26" y="129"/>
                      <a:pt x="27" y="130"/>
                      <a:pt x="27" y="129"/>
                    </a:cubicBezTo>
                    <a:cubicBezTo>
                      <a:pt x="27" y="129"/>
                      <a:pt x="28" y="129"/>
                      <a:pt x="28" y="129"/>
                    </a:cubicBezTo>
                    <a:cubicBezTo>
                      <a:pt x="28" y="129"/>
                      <a:pt x="28" y="129"/>
                      <a:pt x="28" y="129"/>
                    </a:cubicBezTo>
                    <a:cubicBezTo>
                      <a:pt x="29" y="129"/>
                      <a:pt x="29" y="129"/>
                      <a:pt x="29" y="129"/>
                    </a:cubicBezTo>
                    <a:cubicBezTo>
                      <a:pt x="29" y="128"/>
                      <a:pt x="29" y="128"/>
                      <a:pt x="29" y="128"/>
                    </a:cubicBezTo>
                    <a:cubicBezTo>
                      <a:pt x="29" y="127"/>
                      <a:pt x="29" y="127"/>
                      <a:pt x="29" y="127"/>
                    </a:cubicBezTo>
                    <a:cubicBezTo>
                      <a:pt x="29" y="127"/>
                      <a:pt x="29" y="127"/>
                      <a:pt x="29" y="127"/>
                    </a:cubicBezTo>
                    <a:cubicBezTo>
                      <a:pt x="28" y="127"/>
                      <a:pt x="29" y="127"/>
                      <a:pt x="29" y="126"/>
                    </a:cubicBezTo>
                    <a:cubicBezTo>
                      <a:pt x="28" y="127"/>
                      <a:pt x="28" y="127"/>
                      <a:pt x="28" y="127"/>
                    </a:cubicBezTo>
                    <a:cubicBezTo>
                      <a:pt x="29"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8" y="126"/>
                      <a:pt x="28" y="126"/>
                      <a:pt x="28" y="126"/>
                    </a:cubicBezTo>
                    <a:cubicBezTo>
                      <a:pt x="29" y="126"/>
                      <a:pt x="29" y="126"/>
                      <a:pt x="29" y="126"/>
                    </a:cubicBezTo>
                    <a:cubicBezTo>
                      <a:pt x="29" y="126"/>
                      <a:pt x="29" y="126"/>
                      <a:pt x="29" y="126"/>
                    </a:cubicBezTo>
                    <a:cubicBezTo>
                      <a:pt x="29" y="126"/>
                      <a:pt x="29" y="125"/>
                      <a:pt x="30" y="126"/>
                    </a:cubicBezTo>
                    <a:cubicBezTo>
                      <a:pt x="29" y="125"/>
                      <a:pt x="30" y="125"/>
                      <a:pt x="30" y="126"/>
                    </a:cubicBezTo>
                    <a:cubicBezTo>
                      <a:pt x="30" y="126"/>
                      <a:pt x="31" y="126"/>
                      <a:pt x="31" y="127"/>
                    </a:cubicBezTo>
                    <a:cubicBezTo>
                      <a:pt x="31" y="127"/>
                      <a:pt x="31" y="127"/>
                      <a:pt x="31" y="127"/>
                    </a:cubicBezTo>
                    <a:cubicBezTo>
                      <a:pt x="31" y="127"/>
                      <a:pt x="31" y="127"/>
                      <a:pt x="31" y="127"/>
                    </a:cubicBezTo>
                    <a:cubicBezTo>
                      <a:pt x="31" y="127"/>
                      <a:pt x="31" y="127"/>
                      <a:pt x="31" y="127"/>
                    </a:cubicBezTo>
                    <a:cubicBezTo>
                      <a:pt x="31" y="127"/>
                      <a:pt x="31" y="127"/>
                      <a:pt x="31" y="127"/>
                    </a:cubicBezTo>
                    <a:cubicBezTo>
                      <a:pt x="30" y="127"/>
                      <a:pt x="30" y="127"/>
                      <a:pt x="30" y="127"/>
                    </a:cubicBezTo>
                    <a:cubicBezTo>
                      <a:pt x="30" y="127"/>
                      <a:pt x="30" y="127"/>
                      <a:pt x="30"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8"/>
                      <a:pt x="31" y="128"/>
                      <a:pt x="31" y="128"/>
                    </a:cubicBezTo>
                    <a:cubicBezTo>
                      <a:pt x="31" y="127"/>
                      <a:pt x="31" y="127"/>
                      <a:pt x="31" y="128"/>
                    </a:cubicBezTo>
                    <a:cubicBezTo>
                      <a:pt x="32" y="128"/>
                      <a:pt x="32" y="128"/>
                      <a:pt x="32" y="128"/>
                    </a:cubicBezTo>
                    <a:cubicBezTo>
                      <a:pt x="32" y="127"/>
                      <a:pt x="32" y="127"/>
                      <a:pt x="33" y="128"/>
                    </a:cubicBezTo>
                    <a:cubicBezTo>
                      <a:pt x="33" y="128"/>
                      <a:pt x="33" y="128"/>
                      <a:pt x="33" y="128"/>
                    </a:cubicBezTo>
                    <a:cubicBezTo>
                      <a:pt x="33" y="128"/>
                      <a:pt x="33" y="128"/>
                      <a:pt x="33" y="128"/>
                    </a:cubicBezTo>
                    <a:cubicBezTo>
                      <a:pt x="33" y="128"/>
                      <a:pt x="33" y="128"/>
                      <a:pt x="33" y="128"/>
                    </a:cubicBezTo>
                    <a:cubicBezTo>
                      <a:pt x="33" y="128"/>
                      <a:pt x="33" y="128"/>
                      <a:pt x="33" y="128"/>
                    </a:cubicBezTo>
                    <a:cubicBezTo>
                      <a:pt x="33" y="127"/>
                      <a:pt x="33" y="127"/>
                      <a:pt x="33" y="127"/>
                    </a:cubicBezTo>
                    <a:cubicBezTo>
                      <a:pt x="32" y="127"/>
                      <a:pt x="33" y="127"/>
                      <a:pt x="33" y="127"/>
                    </a:cubicBezTo>
                    <a:cubicBezTo>
                      <a:pt x="33" y="126"/>
                      <a:pt x="33" y="127"/>
                      <a:pt x="33" y="126"/>
                    </a:cubicBezTo>
                    <a:cubicBezTo>
                      <a:pt x="33" y="126"/>
                      <a:pt x="33" y="126"/>
                      <a:pt x="33" y="126"/>
                    </a:cubicBezTo>
                    <a:cubicBezTo>
                      <a:pt x="34" y="126"/>
                      <a:pt x="34" y="126"/>
                      <a:pt x="34" y="126"/>
                    </a:cubicBezTo>
                    <a:cubicBezTo>
                      <a:pt x="33" y="127"/>
                      <a:pt x="34" y="127"/>
                      <a:pt x="34" y="127"/>
                    </a:cubicBezTo>
                    <a:cubicBezTo>
                      <a:pt x="34" y="127"/>
                      <a:pt x="34" y="127"/>
                      <a:pt x="34" y="127"/>
                    </a:cubicBezTo>
                    <a:cubicBezTo>
                      <a:pt x="34" y="128"/>
                      <a:pt x="34" y="128"/>
                      <a:pt x="34" y="128"/>
                    </a:cubicBezTo>
                    <a:cubicBezTo>
                      <a:pt x="34" y="128"/>
                      <a:pt x="34" y="128"/>
                      <a:pt x="34" y="128"/>
                    </a:cubicBezTo>
                    <a:cubicBezTo>
                      <a:pt x="34" y="128"/>
                      <a:pt x="34" y="128"/>
                      <a:pt x="34" y="128"/>
                    </a:cubicBezTo>
                    <a:cubicBezTo>
                      <a:pt x="34" y="128"/>
                      <a:pt x="34" y="128"/>
                      <a:pt x="34" y="128"/>
                    </a:cubicBezTo>
                    <a:cubicBezTo>
                      <a:pt x="33" y="128"/>
                      <a:pt x="33" y="128"/>
                      <a:pt x="33" y="128"/>
                    </a:cubicBezTo>
                    <a:cubicBezTo>
                      <a:pt x="33" y="129"/>
                      <a:pt x="33" y="129"/>
                      <a:pt x="33" y="129"/>
                    </a:cubicBezTo>
                    <a:cubicBezTo>
                      <a:pt x="33" y="130"/>
                      <a:pt x="32" y="130"/>
                      <a:pt x="32" y="129"/>
                    </a:cubicBezTo>
                    <a:cubicBezTo>
                      <a:pt x="32" y="128"/>
                      <a:pt x="33" y="129"/>
                      <a:pt x="32" y="129"/>
                    </a:cubicBezTo>
                    <a:cubicBezTo>
                      <a:pt x="33" y="128"/>
                      <a:pt x="32" y="128"/>
                      <a:pt x="32" y="128"/>
                    </a:cubicBezTo>
                    <a:cubicBezTo>
                      <a:pt x="32" y="128"/>
                      <a:pt x="31" y="129"/>
                      <a:pt x="31" y="130"/>
                    </a:cubicBezTo>
                    <a:cubicBezTo>
                      <a:pt x="31" y="129"/>
                      <a:pt x="31" y="129"/>
                      <a:pt x="31" y="129"/>
                    </a:cubicBezTo>
                    <a:cubicBezTo>
                      <a:pt x="31" y="129"/>
                      <a:pt x="32" y="130"/>
                      <a:pt x="32" y="129"/>
                    </a:cubicBezTo>
                    <a:cubicBezTo>
                      <a:pt x="32" y="129"/>
                      <a:pt x="32" y="130"/>
                      <a:pt x="31" y="130"/>
                    </a:cubicBezTo>
                    <a:cubicBezTo>
                      <a:pt x="31" y="130"/>
                      <a:pt x="31" y="130"/>
                      <a:pt x="31" y="130"/>
                    </a:cubicBezTo>
                    <a:cubicBezTo>
                      <a:pt x="31" y="130"/>
                      <a:pt x="31" y="130"/>
                      <a:pt x="31" y="130"/>
                    </a:cubicBezTo>
                    <a:cubicBezTo>
                      <a:pt x="32" y="130"/>
                      <a:pt x="32" y="130"/>
                      <a:pt x="32" y="130"/>
                    </a:cubicBezTo>
                    <a:cubicBezTo>
                      <a:pt x="32" y="131"/>
                      <a:pt x="32" y="131"/>
                      <a:pt x="32" y="131"/>
                    </a:cubicBezTo>
                    <a:cubicBezTo>
                      <a:pt x="32" y="130"/>
                      <a:pt x="32" y="130"/>
                      <a:pt x="33" y="130"/>
                    </a:cubicBezTo>
                    <a:cubicBezTo>
                      <a:pt x="33" y="131"/>
                      <a:pt x="33" y="132"/>
                      <a:pt x="33" y="131"/>
                    </a:cubicBezTo>
                    <a:cubicBezTo>
                      <a:pt x="33" y="131"/>
                      <a:pt x="33" y="131"/>
                      <a:pt x="33" y="131"/>
                    </a:cubicBezTo>
                    <a:cubicBezTo>
                      <a:pt x="33" y="131"/>
                      <a:pt x="33" y="131"/>
                      <a:pt x="33" y="131"/>
                    </a:cubicBezTo>
                    <a:cubicBezTo>
                      <a:pt x="33" y="130"/>
                      <a:pt x="33" y="130"/>
                      <a:pt x="33" y="130"/>
                    </a:cubicBezTo>
                    <a:cubicBezTo>
                      <a:pt x="34" y="130"/>
                      <a:pt x="34" y="130"/>
                      <a:pt x="33" y="131"/>
                    </a:cubicBezTo>
                    <a:cubicBezTo>
                      <a:pt x="34" y="131"/>
                      <a:pt x="34" y="131"/>
                      <a:pt x="34" y="131"/>
                    </a:cubicBezTo>
                    <a:cubicBezTo>
                      <a:pt x="34" y="131"/>
                      <a:pt x="34" y="131"/>
                      <a:pt x="34" y="130"/>
                    </a:cubicBezTo>
                    <a:cubicBezTo>
                      <a:pt x="34" y="131"/>
                      <a:pt x="34" y="130"/>
                      <a:pt x="35" y="131"/>
                    </a:cubicBezTo>
                    <a:cubicBezTo>
                      <a:pt x="35" y="130"/>
                      <a:pt x="35" y="130"/>
                      <a:pt x="35" y="130"/>
                    </a:cubicBezTo>
                    <a:cubicBezTo>
                      <a:pt x="35" y="130"/>
                      <a:pt x="35" y="130"/>
                      <a:pt x="35" y="130"/>
                    </a:cubicBezTo>
                    <a:cubicBezTo>
                      <a:pt x="36" y="130"/>
                      <a:pt x="36" y="130"/>
                      <a:pt x="36" y="129"/>
                    </a:cubicBezTo>
                    <a:cubicBezTo>
                      <a:pt x="36" y="130"/>
                      <a:pt x="36" y="128"/>
                      <a:pt x="36" y="129"/>
                    </a:cubicBezTo>
                    <a:cubicBezTo>
                      <a:pt x="36" y="129"/>
                      <a:pt x="36" y="129"/>
                      <a:pt x="36" y="129"/>
                    </a:cubicBezTo>
                    <a:cubicBezTo>
                      <a:pt x="36" y="129"/>
                      <a:pt x="36" y="129"/>
                      <a:pt x="36" y="129"/>
                    </a:cubicBezTo>
                    <a:cubicBezTo>
                      <a:pt x="37" y="129"/>
                      <a:pt x="37" y="129"/>
                      <a:pt x="37" y="129"/>
                    </a:cubicBezTo>
                    <a:cubicBezTo>
                      <a:pt x="37" y="129"/>
                      <a:pt x="37" y="129"/>
                      <a:pt x="37" y="129"/>
                    </a:cubicBezTo>
                    <a:cubicBezTo>
                      <a:pt x="37" y="129"/>
                      <a:pt x="37" y="129"/>
                      <a:pt x="37" y="129"/>
                    </a:cubicBezTo>
                    <a:cubicBezTo>
                      <a:pt x="37" y="129"/>
                      <a:pt x="37" y="129"/>
                      <a:pt x="37" y="129"/>
                    </a:cubicBezTo>
                    <a:cubicBezTo>
                      <a:pt x="37" y="129"/>
                      <a:pt x="37" y="129"/>
                      <a:pt x="37" y="129"/>
                    </a:cubicBezTo>
                    <a:cubicBezTo>
                      <a:pt x="37" y="129"/>
                      <a:pt x="37" y="129"/>
                      <a:pt x="37" y="129"/>
                    </a:cubicBezTo>
                    <a:cubicBezTo>
                      <a:pt x="37" y="129"/>
                      <a:pt x="37" y="129"/>
                      <a:pt x="37" y="129"/>
                    </a:cubicBezTo>
                    <a:cubicBezTo>
                      <a:pt x="37" y="130"/>
                      <a:pt x="37" y="129"/>
                      <a:pt x="37" y="129"/>
                    </a:cubicBezTo>
                    <a:cubicBezTo>
                      <a:pt x="37" y="129"/>
                      <a:pt x="37" y="129"/>
                      <a:pt x="37" y="129"/>
                    </a:cubicBezTo>
                    <a:cubicBezTo>
                      <a:pt x="37" y="129"/>
                      <a:pt x="37" y="129"/>
                      <a:pt x="37" y="129"/>
                    </a:cubicBezTo>
                    <a:cubicBezTo>
                      <a:pt x="37" y="129"/>
                      <a:pt x="37" y="129"/>
                      <a:pt x="37" y="129"/>
                    </a:cubicBezTo>
                    <a:cubicBezTo>
                      <a:pt x="37" y="128"/>
                      <a:pt x="38" y="129"/>
                      <a:pt x="37" y="129"/>
                    </a:cubicBezTo>
                    <a:cubicBezTo>
                      <a:pt x="38" y="130"/>
                      <a:pt x="38" y="130"/>
                      <a:pt x="38" y="130"/>
                    </a:cubicBezTo>
                    <a:cubicBezTo>
                      <a:pt x="38" y="129"/>
                      <a:pt x="38" y="129"/>
                      <a:pt x="38" y="129"/>
                    </a:cubicBezTo>
                    <a:cubicBezTo>
                      <a:pt x="38" y="129"/>
                      <a:pt x="38" y="129"/>
                      <a:pt x="38" y="129"/>
                    </a:cubicBezTo>
                    <a:cubicBezTo>
                      <a:pt x="38" y="130"/>
                      <a:pt x="38" y="130"/>
                      <a:pt x="38" y="130"/>
                    </a:cubicBezTo>
                    <a:cubicBezTo>
                      <a:pt x="38" y="130"/>
                      <a:pt x="38" y="130"/>
                      <a:pt x="38" y="130"/>
                    </a:cubicBezTo>
                    <a:cubicBezTo>
                      <a:pt x="39" y="129"/>
                      <a:pt x="38" y="130"/>
                      <a:pt x="39" y="129"/>
                    </a:cubicBezTo>
                    <a:cubicBezTo>
                      <a:pt x="39" y="129"/>
                      <a:pt x="39" y="130"/>
                      <a:pt x="39" y="129"/>
                    </a:cubicBezTo>
                    <a:cubicBezTo>
                      <a:pt x="38" y="129"/>
                      <a:pt x="39" y="130"/>
                      <a:pt x="39" y="129"/>
                    </a:cubicBezTo>
                    <a:cubicBezTo>
                      <a:pt x="39" y="129"/>
                      <a:pt x="39" y="129"/>
                      <a:pt x="39" y="129"/>
                    </a:cubicBezTo>
                    <a:cubicBezTo>
                      <a:pt x="39" y="129"/>
                      <a:pt x="39" y="129"/>
                      <a:pt x="39" y="130"/>
                    </a:cubicBezTo>
                    <a:cubicBezTo>
                      <a:pt x="39" y="130"/>
                      <a:pt x="39" y="131"/>
                      <a:pt x="39" y="130"/>
                    </a:cubicBezTo>
                    <a:cubicBezTo>
                      <a:pt x="40" y="130"/>
                      <a:pt x="40" y="130"/>
                      <a:pt x="40" y="130"/>
                    </a:cubicBezTo>
                    <a:cubicBezTo>
                      <a:pt x="40" y="130"/>
                      <a:pt x="40" y="130"/>
                      <a:pt x="40" y="130"/>
                    </a:cubicBezTo>
                    <a:cubicBezTo>
                      <a:pt x="40" y="130"/>
                      <a:pt x="40" y="130"/>
                      <a:pt x="40" y="131"/>
                    </a:cubicBezTo>
                    <a:cubicBezTo>
                      <a:pt x="41" y="131"/>
                      <a:pt x="40" y="131"/>
                      <a:pt x="41" y="132"/>
                    </a:cubicBezTo>
                    <a:cubicBezTo>
                      <a:pt x="41" y="132"/>
                      <a:pt x="41" y="132"/>
                      <a:pt x="41" y="132"/>
                    </a:cubicBezTo>
                    <a:cubicBezTo>
                      <a:pt x="41" y="133"/>
                      <a:pt x="41" y="133"/>
                      <a:pt x="41" y="133"/>
                    </a:cubicBezTo>
                    <a:cubicBezTo>
                      <a:pt x="40" y="133"/>
                      <a:pt x="40" y="133"/>
                      <a:pt x="40" y="133"/>
                    </a:cubicBezTo>
                    <a:cubicBezTo>
                      <a:pt x="40" y="133"/>
                      <a:pt x="40" y="133"/>
                      <a:pt x="40" y="133"/>
                    </a:cubicBezTo>
                    <a:cubicBezTo>
                      <a:pt x="41" y="132"/>
                      <a:pt x="41" y="132"/>
                      <a:pt x="41" y="132"/>
                    </a:cubicBezTo>
                    <a:cubicBezTo>
                      <a:pt x="40" y="132"/>
                      <a:pt x="40" y="132"/>
                      <a:pt x="40" y="132"/>
                    </a:cubicBezTo>
                    <a:cubicBezTo>
                      <a:pt x="40" y="132"/>
                      <a:pt x="40" y="132"/>
                      <a:pt x="40" y="132"/>
                    </a:cubicBezTo>
                    <a:cubicBezTo>
                      <a:pt x="40" y="132"/>
                      <a:pt x="40" y="132"/>
                      <a:pt x="40" y="132"/>
                    </a:cubicBezTo>
                    <a:cubicBezTo>
                      <a:pt x="40" y="132"/>
                      <a:pt x="40" y="132"/>
                      <a:pt x="41" y="132"/>
                    </a:cubicBezTo>
                    <a:cubicBezTo>
                      <a:pt x="40" y="132"/>
                      <a:pt x="40" y="132"/>
                      <a:pt x="40" y="132"/>
                    </a:cubicBezTo>
                    <a:cubicBezTo>
                      <a:pt x="39" y="132"/>
                      <a:pt x="40" y="133"/>
                      <a:pt x="40" y="132"/>
                    </a:cubicBezTo>
                    <a:cubicBezTo>
                      <a:pt x="40" y="132"/>
                      <a:pt x="40" y="133"/>
                      <a:pt x="40" y="132"/>
                    </a:cubicBezTo>
                    <a:cubicBezTo>
                      <a:pt x="40" y="133"/>
                      <a:pt x="40" y="133"/>
                      <a:pt x="40" y="133"/>
                    </a:cubicBezTo>
                    <a:cubicBezTo>
                      <a:pt x="40" y="133"/>
                      <a:pt x="40" y="133"/>
                      <a:pt x="40" y="133"/>
                    </a:cubicBezTo>
                    <a:cubicBezTo>
                      <a:pt x="40" y="133"/>
                      <a:pt x="40" y="133"/>
                      <a:pt x="41" y="133"/>
                    </a:cubicBezTo>
                    <a:cubicBezTo>
                      <a:pt x="41" y="133"/>
                      <a:pt x="41" y="133"/>
                      <a:pt x="41" y="133"/>
                    </a:cubicBezTo>
                    <a:cubicBezTo>
                      <a:pt x="41" y="133"/>
                      <a:pt x="41" y="133"/>
                      <a:pt x="42" y="133"/>
                    </a:cubicBezTo>
                    <a:cubicBezTo>
                      <a:pt x="42" y="133"/>
                      <a:pt x="41" y="132"/>
                      <a:pt x="42" y="133"/>
                    </a:cubicBezTo>
                    <a:cubicBezTo>
                      <a:pt x="41" y="133"/>
                      <a:pt x="42" y="133"/>
                      <a:pt x="42" y="133"/>
                    </a:cubicBezTo>
                    <a:cubicBezTo>
                      <a:pt x="42" y="133"/>
                      <a:pt x="42" y="133"/>
                      <a:pt x="42" y="133"/>
                    </a:cubicBezTo>
                    <a:cubicBezTo>
                      <a:pt x="42" y="133"/>
                      <a:pt x="42" y="133"/>
                      <a:pt x="42" y="133"/>
                    </a:cubicBezTo>
                    <a:cubicBezTo>
                      <a:pt x="42" y="132"/>
                      <a:pt x="42" y="132"/>
                      <a:pt x="42" y="132"/>
                    </a:cubicBezTo>
                    <a:cubicBezTo>
                      <a:pt x="42" y="133"/>
                      <a:pt x="42" y="133"/>
                      <a:pt x="42" y="133"/>
                    </a:cubicBezTo>
                    <a:cubicBezTo>
                      <a:pt x="42" y="133"/>
                      <a:pt x="42" y="133"/>
                      <a:pt x="42" y="133"/>
                    </a:cubicBezTo>
                    <a:cubicBezTo>
                      <a:pt x="42" y="132"/>
                      <a:pt x="42" y="132"/>
                      <a:pt x="42" y="132"/>
                    </a:cubicBezTo>
                    <a:cubicBezTo>
                      <a:pt x="42" y="132"/>
                      <a:pt x="42" y="132"/>
                      <a:pt x="41" y="132"/>
                    </a:cubicBezTo>
                    <a:cubicBezTo>
                      <a:pt x="42" y="133"/>
                      <a:pt x="41" y="132"/>
                      <a:pt x="42" y="132"/>
                    </a:cubicBezTo>
                    <a:cubicBezTo>
                      <a:pt x="42" y="132"/>
                      <a:pt x="42" y="132"/>
                      <a:pt x="42" y="132"/>
                    </a:cubicBezTo>
                    <a:cubicBezTo>
                      <a:pt x="42" y="132"/>
                      <a:pt x="42" y="131"/>
                      <a:pt x="42" y="132"/>
                    </a:cubicBezTo>
                    <a:cubicBezTo>
                      <a:pt x="42" y="131"/>
                      <a:pt x="42" y="131"/>
                      <a:pt x="42" y="131"/>
                    </a:cubicBezTo>
                    <a:cubicBezTo>
                      <a:pt x="42" y="131"/>
                      <a:pt x="42" y="131"/>
                      <a:pt x="42" y="131"/>
                    </a:cubicBezTo>
                    <a:cubicBezTo>
                      <a:pt x="42" y="131"/>
                      <a:pt x="42" y="131"/>
                      <a:pt x="42" y="131"/>
                    </a:cubicBezTo>
                    <a:cubicBezTo>
                      <a:pt x="43" y="131"/>
                      <a:pt x="43" y="131"/>
                      <a:pt x="43" y="131"/>
                    </a:cubicBezTo>
                    <a:cubicBezTo>
                      <a:pt x="43" y="131"/>
                      <a:pt x="43" y="131"/>
                      <a:pt x="43" y="131"/>
                    </a:cubicBezTo>
                    <a:cubicBezTo>
                      <a:pt x="44" y="131"/>
                      <a:pt x="44" y="130"/>
                      <a:pt x="43" y="131"/>
                    </a:cubicBezTo>
                    <a:cubicBezTo>
                      <a:pt x="43" y="131"/>
                      <a:pt x="43" y="132"/>
                      <a:pt x="43" y="132"/>
                    </a:cubicBezTo>
                    <a:cubicBezTo>
                      <a:pt x="44" y="132"/>
                      <a:pt x="44" y="132"/>
                      <a:pt x="44" y="132"/>
                    </a:cubicBezTo>
                    <a:cubicBezTo>
                      <a:pt x="44" y="132"/>
                      <a:pt x="44" y="132"/>
                      <a:pt x="44" y="132"/>
                    </a:cubicBezTo>
                    <a:cubicBezTo>
                      <a:pt x="44" y="132"/>
                      <a:pt x="44" y="132"/>
                      <a:pt x="44" y="132"/>
                    </a:cubicBezTo>
                    <a:cubicBezTo>
                      <a:pt x="44" y="133"/>
                      <a:pt x="44" y="133"/>
                      <a:pt x="44" y="133"/>
                    </a:cubicBezTo>
                    <a:cubicBezTo>
                      <a:pt x="45" y="133"/>
                      <a:pt x="45" y="133"/>
                      <a:pt x="45" y="133"/>
                    </a:cubicBezTo>
                    <a:cubicBezTo>
                      <a:pt x="45" y="133"/>
                      <a:pt x="45" y="133"/>
                      <a:pt x="45" y="133"/>
                    </a:cubicBezTo>
                    <a:cubicBezTo>
                      <a:pt x="45" y="133"/>
                      <a:pt x="45" y="133"/>
                      <a:pt x="45" y="133"/>
                    </a:cubicBezTo>
                    <a:cubicBezTo>
                      <a:pt x="45" y="132"/>
                      <a:pt x="45" y="132"/>
                      <a:pt x="45" y="132"/>
                    </a:cubicBezTo>
                    <a:cubicBezTo>
                      <a:pt x="45" y="132"/>
                      <a:pt x="45" y="132"/>
                      <a:pt x="45"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2"/>
                      <a:pt x="46" y="132"/>
                      <a:pt x="46" y="132"/>
                    </a:cubicBezTo>
                    <a:cubicBezTo>
                      <a:pt x="46" y="131"/>
                      <a:pt x="46" y="131"/>
                      <a:pt x="46" y="131"/>
                    </a:cubicBezTo>
                    <a:cubicBezTo>
                      <a:pt x="46" y="131"/>
                      <a:pt x="46" y="131"/>
                      <a:pt x="46" y="131"/>
                    </a:cubicBezTo>
                    <a:cubicBezTo>
                      <a:pt x="47" y="131"/>
                      <a:pt x="47" y="132"/>
                      <a:pt x="47" y="131"/>
                    </a:cubicBezTo>
                    <a:cubicBezTo>
                      <a:pt x="47" y="131"/>
                      <a:pt x="47" y="131"/>
                      <a:pt x="47" y="131"/>
                    </a:cubicBezTo>
                    <a:cubicBezTo>
                      <a:pt x="47" y="131"/>
                      <a:pt x="47" y="131"/>
                      <a:pt x="47" y="131"/>
                    </a:cubicBezTo>
                    <a:cubicBezTo>
                      <a:pt x="47" y="131"/>
                      <a:pt x="47" y="131"/>
                      <a:pt x="47" y="131"/>
                    </a:cubicBezTo>
                    <a:cubicBezTo>
                      <a:pt x="47" y="132"/>
                      <a:pt x="47" y="132"/>
                      <a:pt x="47" y="132"/>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1"/>
                      <a:pt x="47" y="131"/>
                      <a:pt x="47" y="131"/>
                    </a:cubicBezTo>
                    <a:cubicBezTo>
                      <a:pt x="47" y="130"/>
                      <a:pt x="47" y="132"/>
                      <a:pt x="47" y="131"/>
                    </a:cubicBezTo>
                    <a:cubicBezTo>
                      <a:pt x="47" y="130"/>
                      <a:pt x="47" y="130"/>
                      <a:pt x="47" y="130"/>
                    </a:cubicBezTo>
                    <a:cubicBezTo>
                      <a:pt x="48" y="131"/>
                      <a:pt x="48" y="131"/>
                      <a:pt x="48" y="131"/>
                    </a:cubicBezTo>
                    <a:cubicBezTo>
                      <a:pt x="48" y="131"/>
                      <a:pt x="48" y="131"/>
                      <a:pt x="48" y="131"/>
                    </a:cubicBezTo>
                    <a:cubicBezTo>
                      <a:pt x="48" y="131"/>
                      <a:pt x="48" y="131"/>
                      <a:pt x="48" y="131"/>
                    </a:cubicBezTo>
                    <a:cubicBezTo>
                      <a:pt x="48" y="131"/>
                      <a:pt x="48" y="131"/>
                      <a:pt x="48" y="131"/>
                    </a:cubicBezTo>
                    <a:cubicBezTo>
                      <a:pt x="48" y="131"/>
                      <a:pt x="48" y="131"/>
                      <a:pt x="48" y="131"/>
                    </a:cubicBezTo>
                    <a:cubicBezTo>
                      <a:pt x="48" y="131"/>
                      <a:pt x="48" y="131"/>
                      <a:pt x="48" y="131"/>
                    </a:cubicBezTo>
                    <a:cubicBezTo>
                      <a:pt x="48" y="131"/>
                      <a:pt x="48" y="131"/>
                      <a:pt x="48" y="131"/>
                    </a:cubicBezTo>
                    <a:cubicBezTo>
                      <a:pt x="48" y="131"/>
                      <a:pt x="48" y="131"/>
                      <a:pt x="48" y="131"/>
                    </a:cubicBezTo>
                    <a:cubicBezTo>
                      <a:pt x="48" y="131"/>
                      <a:pt x="48" y="132"/>
                      <a:pt x="48" y="131"/>
                    </a:cubicBezTo>
                    <a:cubicBezTo>
                      <a:pt x="49" y="131"/>
                      <a:pt x="49" y="131"/>
                      <a:pt x="49" y="131"/>
                    </a:cubicBezTo>
                    <a:cubicBezTo>
                      <a:pt x="49" y="130"/>
                      <a:pt x="49" y="130"/>
                      <a:pt x="49" y="130"/>
                    </a:cubicBezTo>
                    <a:cubicBezTo>
                      <a:pt x="48" y="130"/>
                      <a:pt x="49" y="130"/>
                      <a:pt x="49" y="130"/>
                    </a:cubicBezTo>
                    <a:cubicBezTo>
                      <a:pt x="49" y="130"/>
                      <a:pt x="49" y="129"/>
                      <a:pt x="49" y="130"/>
                    </a:cubicBezTo>
                    <a:cubicBezTo>
                      <a:pt x="50" y="130"/>
                      <a:pt x="49" y="130"/>
                      <a:pt x="49" y="130"/>
                    </a:cubicBezTo>
                    <a:cubicBezTo>
                      <a:pt x="50" y="130"/>
                      <a:pt x="49" y="131"/>
                      <a:pt x="50" y="131"/>
                    </a:cubicBezTo>
                    <a:cubicBezTo>
                      <a:pt x="49" y="130"/>
                      <a:pt x="50" y="130"/>
                      <a:pt x="50" y="130"/>
                    </a:cubicBezTo>
                    <a:cubicBezTo>
                      <a:pt x="51" y="131"/>
                      <a:pt x="51" y="131"/>
                      <a:pt x="51" y="131"/>
                    </a:cubicBezTo>
                    <a:cubicBezTo>
                      <a:pt x="51" y="131"/>
                      <a:pt x="51" y="131"/>
                      <a:pt x="51" y="131"/>
                    </a:cubicBezTo>
                    <a:cubicBezTo>
                      <a:pt x="52" y="131"/>
                      <a:pt x="52" y="131"/>
                      <a:pt x="52" y="131"/>
                    </a:cubicBezTo>
                    <a:cubicBezTo>
                      <a:pt x="52" y="131"/>
                      <a:pt x="51" y="131"/>
                      <a:pt x="52" y="131"/>
                    </a:cubicBezTo>
                    <a:cubicBezTo>
                      <a:pt x="52" y="130"/>
                      <a:pt x="52" y="130"/>
                      <a:pt x="52" y="130"/>
                    </a:cubicBezTo>
                    <a:cubicBezTo>
                      <a:pt x="52" y="130"/>
                      <a:pt x="52" y="130"/>
                      <a:pt x="52" y="130"/>
                    </a:cubicBezTo>
                    <a:cubicBezTo>
                      <a:pt x="52" y="130"/>
                      <a:pt x="52" y="130"/>
                      <a:pt x="52" y="130"/>
                    </a:cubicBezTo>
                    <a:cubicBezTo>
                      <a:pt x="52" y="130"/>
                      <a:pt x="52" y="130"/>
                      <a:pt x="52" y="130"/>
                    </a:cubicBezTo>
                    <a:cubicBezTo>
                      <a:pt x="52" y="130"/>
                      <a:pt x="52" y="130"/>
                      <a:pt x="52" y="131"/>
                    </a:cubicBezTo>
                    <a:cubicBezTo>
                      <a:pt x="52" y="131"/>
                      <a:pt x="52" y="131"/>
                      <a:pt x="52" y="131"/>
                    </a:cubicBezTo>
                    <a:cubicBezTo>
                      <a:pt x="52" y="131"/>
                      <a:pt x="52" y="131"/>
                      <a:pt x="52" y="131"/>
                    </a:cubicBezTo>
                    <a:cubicBezTo>
                      <a:pt x="52" y="131"/>
                      <a:pt x="52" y="131"/>
                      <a:pt x="52" y="131"/>
                    </a:cubicBezTo>
                    <a:cubicBezTo>
                      <a:pt x="52" y="131"/>
                      <a:pt x="52" y="131"/>
                      <a:pt x="52" y="131"/>
                    </a:cubicBezTo>
                    <a:cubicBezTo>
                      <a:pt x="52" y="131"/>
                      <a:pt x="52" y="131"/>
                      <a:pt x="52" y="131"/>
                    </a:cubicBezTo>
                    <a:cubicBezTo>
                      <a:pt x="52" y="132"/>
                      <a:pt x="52" y="132"/>
                      <a:pt x="52" y="132"/>
                    </a:cubicBezTo>
                    <a:cubicBezTo>
                      <a:pt x="52" y="132"/>
                      <a:pt x="52" y="132"/>
                      <a:pt x="52" y="132"/>
                    </a:cubicBezTo>
                    <a:cubicBezTo>
                      <a:pt x="52" y="132"/>
                      <a:pt x="52" y="132"/>
                      <a:pt x="52" y="132"/>
                    </a:cubicBezTo>
                    <a:cubicBezTo>
                      <a:pt x="52" y="132"/>
                      <a:pt x="52" y="132"/>
                      <a:pt x="52" y="132"/>
                    </a:cubicBezTo>
                    <a:cubicBezTo>
                      <a:pt x="52" y="132"/>
                      <a:pt x="52" y="132"/>
                      <a:pt x="52" y="132"/>
                    </a:cubicBezTo>
                    <a:cubicBezTo>
                      <a:pt x="52" y="132"/>
                      <a:pt x="52" y="132"/>
                      <a:pt x="52" y="132"/>
                    </a:cubicBezTo>
                    <a:cubicBezTo>
                      <a:pt x="52" y="132"/>
                      <a:pt x="52" y="132"/>
                      <a:pt x="52" y="132"/>
                    </a:cubicBezTo>
                    <a:cubicBezTo>
                      <a:pt x="52" y="132"/>
                      <a:pt x="53" y="131"/>
                      <a:pt x="52" y="132"/>
                    </a:cubicBezTo>
                    <a:cubicBezTo>
                      <a:pt x="52" y="132"/>
                      <a:pt x="52" y="132"/>
                      <a:pt x="52" y="132"/>
                    </a:cubicBezTo>
                    <a:cubicBezTo>
                      <a:pt x="53" y="132"/>
                      <a:pt x="53" y="132"/>
                      <a:pt x="53" y="132"/>
                    </a:cubicBezTo>
                    <a:cubicBezTo>
                      <a:pt x="53" y="132"/>
                      <a:pt x="53" y="133"/>
                      <a:pt x="53" y="133"/>
                    </a:cubicBezTo>
                    <a:cubicBezTo>
                      <a:pt x="53" y="132"/>
                      <a:pt x="53" y="132"/>
                      <a:pt x="53" y="132"/>
                    </a:cubicBezTo>
                    <a:cubicBezTo>
                      <a:pt x="54" y="133"/>
                      <a:pt x="54" y="133"/>
                      <a:pt x="54" y="133"/>
                    </a:cubicBezTo>
                    <a:cubicBezTo>
                      <a:pt x="54" y="132"/>
                      <a:pt x="54" y="132"/>
                      <a:pt x="54" y="132"/>
                    </a:cubicBezTo>
                    <a:cubicBezTo>
                      <a:pt x="54" y="132"/>
                      <a:pt x="54" y="132"/>
                      <a:pt x="54" y="132"/>
                    </a:cubicBezTo>
                    <a:cubicBezTo>
                      <a:pt x="54" y="131"/>
                      <a:pt x="55" y="132"/>
                      <a:pt x="55" y="132"/>
                    </a:cubicBezTo>
                    <a:cubicBezTo>
                      <a:pt x="55" y="133"/>
                      <a:pt x="55" y="133"/>
                      <a:pt x="55" y="133"/>
                    </a:cubicBezTo>
                    <a:cubicBezTo>
                      <a:pt x="55" y="133"/>
                      <a:pt x="55" y="133"/>
                      <a:pt x="55" y="133"/>
                    </a:cubicBezTo>
                    <a:cubicBezTo>
                      <a:pt x="55" y="133"/>
                      <a:pt x="55" y="133"/>
                      <a:pt x="55" y="133"/>
                    </a:cubicBezTo>
                    <a:cubicBezTo>
                      <a:pt x="55" y="133"/>
                      <a:pt x="55" y="133"/>
                      <a:pt x="55" y="133"/>
                    </a:cubicBezTo>
                    <a:cubicBezTo>
                      <a:pt x="55" y="133"/>
                      <a:pt x="55" y="133"/>
                      <a:pt x="55" y="134"/>
                    </a:cubicBezTo>
                    <a:cubicBezTo>
                      <a:pt x="56" y="134"/>
                      <a:pt x="56" y="134"/>
                      <a:pt x="56" y="134"/>
                    </a:cubicBezTo>
                    <a:cubicBezTo>
                      <a:pt x="56" y="134"/>
                      <a:pt x="56" y="134"/>
                      <a:pt x="56" y="133"/>
                    </a:cubicBezTo>
                    <a:cubicBezTo>
                      <a:pt x="56" y="133"/>
                      <a:pt x="56" y="133"/>
                      <a:pt x="56" y="133"/>
                    </a:cubicBezTo>
                    <a:cubicBezTo>
                      <a:pt x="57" y="133"/>
                      <a:pt x="57" y="133"/>
                      <a:pt x="56" y="133"/>
                    </a:cubicBezTo>
                    <a:cubicBezTo>
                      <a:pt x="56" y="132"/>
                      <a:pt x="56" y="132"/>
                      <a:pt x="56" y="132"/>
                    </a:cubicBezTo>
                    <a:cubicBezTo>
                      <a:pt x="57" y="133"/>
                      <a:pt x="58" y="133"/>
                      <a:pt x="56" y="132"/>
                    </a:cubicBezTo>
                    <a:cubicBezTo>
                      <a:pt x="56" y="132"/>
                      <a:pt x="56" y="132"/>
                      <a:pt x="56" y="131"/>
                    </a:cubicBezTo>
                    <a:cubicBezTo>
                      <a:pt x="56" y="132"/>
                      <a:pt x="57" y="131"/>
                      <a:pt x="57" y="131"/>
                    </a:cubicBezTo>
                    <a:cubicBezTo>
                      <a:pt x="57" y="131"/>
                      <a:pt x="57" y="131"/>
                      <a:pt x="57" y="131"/>
                    </a:cubicBezTo>
                    <a:cubicBezTo>
                      <a:pt x="57" y="131"/>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8" y="130"/>
                      <a:pt x="57" y="129"/>
                      <a:pt x="57" y="129"/>
                    </a:cubicBezTo>
                    <a:cubicBezTo>
                      <a:pt x="58" y="131"/>
                      <a:pt x="57" y="129"/>
                      <a:pt x="58" y="129"/>
                    </a:cubicBezTo>
                    <a:cubicBezTo>
                      <a:pt x="59" y="130"/>
                      <a:pt x="59" y="129"/>
                      <a:pt x="59" y="130"/>
                    </a:cubicBezTo>
                    <a:cubicBezTo>
                      <a:pt x="58" y="130"/>
                      <a:pt x="60" y="130"/>
                      <a:pt x="60" y="130"/>
                    </a:cubicBezTo>
                    <a:cubicBezTo>
                      <a:pt x="60" y="130"/>
                      <a:pt x="60" y="130"/>
                      <a:pt x="60" y="131"/>
                    </a:cubicBezTo>
                    <a:cubicBezTo>
                      <a:pt x="60" y="131"/>
                      <a:pt x="60" y="131"/>
                      <a:pt x="60" y="131"/>
                    </a:cubicBezTo>
                    <a:cubicBezTo>
                      <a:pt x="61" y="131"/>
                      <a:pt x="61" y="131"/>
                      <a:pt x="61" y="131"/>
                    </a:cubicBezTo>
                    <a:cubicBezTo>
                      <a:pt x="61" y="131"/>
                      <a:pt x="61" y="131"/>
                      <a:pt x="61" y="131"/>
                    </a:cubicBezTo>
                    <a:cubicBezTo>
                      <a:pt x="61" y="131"/>
                      <a:pt x="61" y="133"/>
                      <a:pt x="61" y="131"/>
                    </a:cubicBezTo>
                    <a:cubicBezTo>
                      <a:pt x="61" y="131"/>
                      <a:pt x="61" y="131"/>
                      <a:pt x="61" y="131"/>
                    </a:cubicBezTo>
                    <a:cubicBezTo>
                      <a:pt x="62" y="131"/>
                      <a:pt x="62" y="132"/>
                      <a:pt x="62" y="131"/>
                    </a:cubicBezTo>
                    <a:cubicBezTo>
                      <a:pt x="63" y="132"/>
                      <a:pt x="62" y="131"/>
                      <a:pt x="63" y="131"/>
                    </a:cubicBezTo>
                    <a:cubicBezTo>
                      <a:pt x="63" y="132"/>
                      <a:pt x="63" y="132"/>
                      <a:pt x="63" y="132"/>
                    </a:cubicBezTo>
                    <a:cubicBezTo>
                      <a:pt x="64" y="131"/>
                      <a:pt x="64" y="131"/>
                      <a:pt x="64" y="131"/>
                    </a:cubicBezTo>
                    <a:cubicBezTo>
                      <a:pt x="64" y="132"/>
                      <a:pt x="63" y="132"/>
                      <a:pt x="65" y="132"/>
                    </a:cubicBezTo>
                    <a:cubicBezTo>
                      <a:pt x="64" y="132"/>
                      <a:pt x="64" y="131"/>
                      <a:pt x="65" y="131"/>
                    </a:cubicBezTo>
                    <a:cubicBezTo>
                      <a:pt x="65" y="130"/>
                      <a:pt x="65" y="132"/>
                      <a:pt x="66" y="131"/>
                    </a:cubicBezTo>
                    <a:cubicBezTo>
                      <a:pt x="66" y="130"/>
                      <a:pt x="65" y="130"/>
                      <a:pt x="65" y="130"/>
                    </a:cubicBezTo>
                    <a:cubicBezTo>
                      <a:pt x="64" y="129"/>
                      <a:pt x="64" y="129"/>
                      <a:pt x="65" y="129"/>
                    </a:cubicBezTo>
                    <a:cubicBezTo>
                      <a:pt x="65" y="129"/>
                      <a:pt x="64" y="129"/>
                      <a:pt x="64" y="128"/>
                    </a:cubicBezTo>
                    <a:cubicBezTo>
                      <a:pt x="63" y="128"/>
                      <a:pt x="65" y="128"/>
                      <a:pt x="66" y="127"/>
                    </a:cubicBezTo>
                    <a:cubicBezTo>
                      <a:pt x="66" y="128"/>
                      <a:pt x="66" y="128"/>
                      <a:pt x="66" y="128"/>
                    </a:cubicBezTo>
                    <a:cubicBezTo>
                      <a:pt x="67" y="128"/>
                      <a:pt x="67" y="128"/>
                      <a:pt x="68" y="128"/>
                    </a:cubicBezTo>
                    <a:cubicBezTo>
                      <a:pt x="68" y="128"/>
                      <a:pt x="68" y="128"/>
                      <a:pt x="68" y="128"/>
                    </a:cubicBezTo>
                    <a:cubicBezTo>
                      <a:pt x="68" y="128"/>
                      <a:pt x="68" y="128"/>
                      <a:pt x="68" y="128"/>
                    </a:cubicBezTo>
                    <a:cubicBezTo>
                      <a:pt x="68" y="127"/>
                      <a:pt x="68" y="127"/>
                      <a:pt x="68" y="128"/>
                    </a:cubicBezTo>
                    <a:cubicBezTo>
                      <a:pt x="68" y="128"/>
                      <a:pt x="68" y="128"/>
                      <a:pt x="68" y="128"/>
                    </a:cubicBezTo>
                    <a:cubicBezTo>
                      <a:pt x="68" y="128"/>
                      <a:pt x="68" y="128"/>
                      <a:pt x="68" y="128"/>
                    </a:cubicBezTo>
                    <a:cubicBezTo>
                      <a:pt x="69" y="128"/>
                      <a:pt x="69" y="128"/>
                      <a:pt x="69" y="128"/>
                    </a:cubicBezTo>
                    <a:cubicBezTo>
                      <a:pt x="69" y="127"/>
                      <a:pt x="68" y="129"/>
                      <a:pt x="68" y="129"/>
                    </a:cubicBezTo>
                    <a:cubicBezTo>
                      <a:pt x="68" y="129"/>
                      <a:pt x="68" y="129"/>
                      <a:pt x="68" y="129"/>
                    </a:cubicBezTo>
                    <a:cubicBezTo>
                      <a:pt x="68" y="130"/>
                      <a:pt x="68" y="131"/>
                      <a:pt x="68" y="131"/>
                    </a:cubicBezTo>
                    <a:cubicBezTo>
                      <a:pt x="67" y="131"/>
                      <a:pt x="68" y="132"/>
                      <a:pt x="69" y="131"/>
                    </a:cubicBezTo>
                    <a:cubicBezTo>
                      <a:pt x="69" y="131"/>
                      <a:pt x="69" y="131"/>
                      <a:pt x="69" y="131"/>
                    </a:cubicBezTo>
                    <a:cubicBezTo>
                      <a:pt x="68" y="132"/>
                      <a:pt x="68" y="131"/>
                      <a:pt x="69" y="131"/>
                    </a:cubicBezTo>
                    <a:cubicBezTo>
                      <a:pt x="69" y="130"/>
                      <a:pt x="70" y="132"/>
                      <a:pt x="70" y="132"/>
                    </a:cubicBezTo>
                    <a:cubicBezTo>
                      <a:pt x="70" y="133"/>
                      <a:pt x="70" y="133"/>
                      <a:pt x="70" y="133"/>
                    </a:cubicBezTo>
                    <a:cubicBezTo>
                      <a:pt x="70" y="133"/>
                      <a:pt x="71" y="133"/>
                      <a:pt x="71" y="134"/>
                    </a:cubicBezTo>
                    <a:cubicBezTo>
                      <a:pt x="71" y="134"/>
                      <a:pt x="71" y="134"/>
                      <a:pt x="72" y="133"/>
                    </a:cubicBezTo>
                    <a:cubicBezTo>
                      <a:pt x="72" y="133"/>
                      <a:pt x="72" y="133"/>
                      <a:pt x="72" y="133"/>
                    </a:cubicBezTo>
                    <a:cubicBezTo>
                      <a:pt x="72" y="133"/>
                      <a:pt x="72" y="133"/>
                      <a:pt x="72" y="133"/>
                    </a:cubicBezTo>
                    <a:cubicBezTo>
                      <a:pt x="72" y="134"/>
                      <a:pt x="72" y="134"/>
                      <a:pt x="72" y="134"/>
                    </a:cubicBezTo>
                    <a:cubicBezTo>
                      <a:pt x="72" y="134"/>
                      <a:pt x="71" y="134"/>
                      <a:pt x="72" y="134"/>
                    </a:cubicBezTo>
                    <a:cubicBezTo>
                      <a:pt x="72" y="134"/>
                      <a:pt x="72" y="134"/>
                      <a:pt x="72" y="135"/>
                    </a:cubicBezTo>
                    <a:cubicBezTo>
                      <a:pt x="72" y="135"/>
                      <a:pt x="72" y="135"/>
                      <a:pt x="72" y="135"/>
                    </a:cubicBezTo>
                    <a:cubicBezTo>
                      <a:pt x="72" y="134"/>
                      <a:pt x="72" y="135"/>
                      <a:pt x="72" y="134"/>
                    </a:cubicBezTo>
                    <a:cubicBezTo>
                      <a:pt x="72" y="135"/>
                      <a:pt x="73" y="134"/>
                      <a:pt x="73" y="134"/>
                    </a:cubicBezTo>
                    <a:cubicBezTo>
                      <a:pt x="73" y="133"/>
                      <a:pt x="74" y="135"/>
                      <a:pt x="73" y="134"/>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4" y="134"/>
                      <a:pt x="75" y="134"/>
                      <a:pt x="75" y="135"/>
                    </a:cubicBezTo>
                    <a:cubicBezTo>
                      <a:pt x="75" y="135"/>
                      <a:pt x="75" y="135"/>
                      <a:pt x="75" y="135"/>
                    </a:cubicBezTo>
                    <a:cubicBezTo>
                      <a:pt x="76" y="135"/>
                      <a:pt x="76" y="135"/>
                      <a:pt x="76" y="135"/>
                    </a:cubicBezTo>
                    <a:cubicBezTo>
                      <a:pt x="75" y="134"/>
                      <a:pt x="75" y="134"/>
                      <a:pt x="76" y="135"/>
                    </a:cubicBezTo>
                    <a:cubicBezTo>
                      <a:pt x="76" y="134"/>
                      <a:pt x="76" y="135"/>
                      <a:pt x="77" y="135"/>
                    </a:cubicBezTo>
                    <a:cubicBezTo>
                      <a:pt x="78" y="134"/>
                      <a:pt x="78" y="135"/>
                      <a:pt x="79" y="135"/>
                    </a:cubicBezTo>
                    <a:cubicBezTo>
                      <a:pt x="79" y="134"/>
                      <a:pt x="79" y="135"/>
                      <a:pt x="79" y="134"/>
                    </a:cubicBezTo>
                    <a:cubicBezTo>
                      <a:pt x="80" y="133"/>
                      <a:pt x="80" y="135"/>
                      <a:pt x="80" y="134"/>
                    </a:cubicBezTo>
                    <a:cubicBezTo>
                      <a:pt x="81" y="134"/>
                      <a:pt x="81" y="134"/>
                      <a:pt x="81" y="134"/>
                    </a:cubicBezTo>
                    <a:cubicBezTo>
                      <a:pt x="80" y="134"/>
                      <a:pt x="81" y="132"/>
                      <a:pt x="81" y="133"/>
                    </a:cubicBezTo>
                    <a:cubicBezTo>
                      <a:pt x="81" y="133"/>
                      <a:pt x="81" y="133"/>
                      <a:pt x="81" y="133"/>
                    </a:cubicBezTo>
                    <a:cubicBezTo>
                      <a:pt x="82" y="133"/>
                      <a:pt x="82" y="133"/>
                      <a:pt x="82" y="133"/>
                    </a:cubicBezTo>
                    <a:cubicBezTo>
                      <a:pt x="82" y="133"/>
                      <a:pt x="82" y="133"/>
                      <a:pt x="82" y="133"/>
                    </a:cubicBezTo>
                    <a:cubicBezTo>
                      <a:pt x="82" y="133"/>
                      <a:pt x="82" y="134"/>
                      <a:pt x="82" y="134"/>
                    </a:cubicBezTo>
                    <a:cubicBezTo>
                      <a:pt x="83" y="134"/>
                      <a:pt x="83" y="133"/>
                      <a:pt x="84" y="134"/>
                    </a:cubicBezTo>
                    <a:cubicBezTo>
                      <a:pt x="85" y="135"/>
                      <a:pt x="85" y="135"/>
                      <a:pt x="85" y="135"/>
                    </a:cubicBezTo>
                    <a:cubicBezTo>
                      <a:pt x="86" y="135"/>
                      <a:pt x="86" y="133"/>
                      <a:pt x="85" y="133"/>
                    </a:cubicBezTo>
                    <a:cubicBezTo>
                      <a:pt x="85" y="133"/>
                      <a:pt x="85" y="133"/>
                      <a:pt x="85" y="133"/>
                    </a:cubicBezTo>
                    <a:cubicBezTo>
                      <a:pt x="86" y="132"/>
                      <a:pt x="85" y="133"/>
                      <a:pt x="86" y="133"/>
                    </a:cubicBezTo>
                    <a:cubicBezTo>
                      <a:pt x="86" y="133"/>
                      <a:pt x="87" y="134"/>
                      <a:pt x="86" y="133"/>
                    </a:cubicBezTo>
                    <a:cubicBezTo>
                      <a:pt x="86" y="133"/>
                      <a:pt x="87" y="133"/>
                      <a:pt x="87" y="132"/>
                    </a:cubicBezTo>
                    <a:cubicBezTo>
                      <a:pt x="87" y="132"/>
                      <a:pt x="87" y="133"/>
                      <a:pt x="87" y="132"/>
                    </a:cubicBezTo>
                    <a:cubicBezTo>
                      <a:pt x="87" y="131"/>
                      <a:pt x="87" y="132"/>
                      <a:pt x="87" y="131"/>
                    </a:cubicBezTo>
                    <a:cubicBezTo>
                      <a:pt x="87" y="131"/>
                      <a:pt x="86" y="131"/>
                      <a:pt x="85" y="131"/>
                    </a:cubicBezTo>
                    <a:cubicBezTo>
                      <a:pt x="85" y="130"/>
                      <a:pt x="86" y="129"/>
                      <a:pt x="86" y="130"/>
                    </a:cubicBezTo>
                    <a:cubicBezTo>
                      <a:pt x="86" y="129"/>
                      <a:pt x="86" y="130"/>
                      <a:pt x="86" y="130"/>
                    </a:cubicBezTo>
                    <a:cubicBezTo>
                      <a:pt x="86" y="130"/>
                      <a:pt x="86" y="130"/>
                      <a:pt x="86" y="130"/>
                    </a:cubicBezTo>
                    <a:cubicBezTo>
                      <a:pt x="87" y="130"/>
                      <a:pt x="88" y="129"/>
                      <a:pt x="88" y="130"/>
                    </a:cubicBezTo>
                    <a:cubicBezTo>
                      <a:pt x="88" y="129"/>
                      <a:pt x="88" y="129"/>
                      <a:pt x="88" y="129"/>
                    </a:cubicBezTo>
                    <a:cubicBezTo>
                      <a:pt x="88" y="130"/>
                      <a:pt x="88" y="129"/>
                      <a:pt x="89" y="129"/>
                    </a:cubicBezTo>
                    <a:cubicBezTo>
                      <a:pt x="89" y="129"/>
                      <a:pt x="89" y="127"/>
                      <a:pt x="89" y="128"/>
                    </a:cubicBezTo>
                    <a:cubicBezTo>
                      <a:pt x="89" y="128"/>
                      <a:pt x="89" y="128"/>
                      <a:pt x="89" y="128"/>
                    </a:cubicBezTo>
                    <a:cubicBezTo>
                      <a:pt x="89" y="128"/>
                      <a:pt x="89" y="128"/>
                      <a:pt x="89" y="128"/>
                    </a:cubicBezTo>
                    <a:cubicBezTo>
                      <a:pt x="89" y="127"/>
                      <a:pt x="89" y="127"/>
                      <a:pt x="89" y="127"/>
                    </a:cubicBezTo>
                    <a:cubicBezTo>
                      <a:pt x="89" y="128"/>
                      <a:pt x="89" y="128"/>
                      <a:pt x="89" y="128"/>
                    </a:cubicBezTo>
                    <a:cubicBezTo>
                      <a:pt x="90" y="128"/>
                      <a:pt x="90" y="128"/>
                      <a:pt x="90" y="128"/>
                    </a:cubicBezTo>
                    <a:cubicBezTo>
                      <a:pt x="90" y="128"/>
                      <a:pt x="90" y="128"/>
                      <a:pt x="90" y="128"/>
                    </a:cubicBezTo>
                    <a:cubicBezTo>
                      <a:pt x="90" y="128"/>
                      <a:pt x="90" y="128"/>
                      <a:pt x="90" y="128"/>
                    </a:cubicBezTo>
                    <a:cubicBezTo>
                      <a:pt x="90" y="128"/>
                      <a:pt x="90" y="128"/>
                      <a:pt x="90" y="128"/>
                    </a:cubicBezTo>
                    <a:cubicBezTo>
                      <a:pt x="90" y="128"/>
                      <a:pt x="90" y="128"/>
                      <a:pt x="90" y="128"/>
                    </a:cubicBezTo>
                    <a:cubicBezTo>
                      <a:pt x="90" y="128"/>
                      <a:pt x="90" y="128"/>
                      <a:pt x="91" y="128"/>
                    </a:cubicBezTo>
                    <a:cubicBezTo>
                      <a:pt x="90" y="128"/>
                      <a:pt x="91" y="128"/>
                      <a:pt x="91" y="127"/>
                    </a:cubicBezTo>
                    <a:cubicBezTo>
                      <a:pt x="91" y="128"/>
                      <a:pt x="92" y="128"/>
                      <a:pt x="92" y="128"/>
                    </a:cubicBezTo>
                    <a:cubicBezTo>
                      <a:pt x="92" y="128"/>
                      <a:pt x="92" y="127"/>
                      <a:pt x="91" y="127"/>
                    </a:cubicBezTo>
                    <a:cubicBezTo>
                      <a:pt x="91" y="127"/>
                      <a:pt x="91" y="126"/>
                      <a:pt x="91" y="127"/>
                    </a:cubicBezTo>
                    <a:cubicBezTo>
                      <a:pt x="92" y="127"/>
                      <a:pt x="92" y="127"/>
                      <a:pt x="91" y="126"/>
                    </a:cubicBezTo>
                    <a:cubicBezTo>
                      <a:pt x="92" y="126"/>
                      <a:pt x="92" y="126"/>
                      <a:pt x="92" y="126"/>
                    </a:cubicBezTo>
                    <a:cubicBezTo>
                      <a:pt x="92" y="126"/>
                      <a:pt x="92" y="126"/>
                      <a:pt x="92" y="127"/>
                    </a:cubicBezTo>
                    <a:cubicBezTo>
                      <a:pt x="92" y="126"/>
                      <a:pt x="92" y="126"/>
                      <a:pt x="92" y="126"/>
                    </a:cubicBezTo>
                    <a:cubicBezTo>
                      <a:pt x="92" y="127"/>
                      <a:pt x="92" y="127"/>
                      <a:pt x="92" y="126"/>
                    </a:cubicBezTo>
                    <a:cubicBezTo>
                      <a:pt x="92" y="126"/>
                      <a:pt x="92" y="126"/>
                      <a:pt x="92" y="126"/>
                    </a:cubicBezTo>
                    <a:cubicBezTo>
                      <a:pt x="93" y="126"/>
                      <a:pt x="93" y="126"/>
                      <a:pt x="93" y="126"/>
                    </a:cubicBezTo>
                    <a:cubicBezTo>
                      <a:pt x="93" y="126"/>
                      <a:pt x="93" y="126"/>
                      <a:pt x="93" y="126"/>
                    </a:cubicBezTo>
                    <a:cubicBezTo>
                      <a:pt x="93" y="125"/>
                      <a:pt x="93" y="126"/>
                      <a:pt x="93" y="126"/>
                    </a:cubicBezTo>
                    <a:cubicBezTo>
                      <a:pt x="93" y="126"/>
                      <a:pt x="94" y="126"/>
                      <a:pt x="94" y="126"/>
                    </a:cubicBezTo>
                    <a:cubicBezTo>
                      <a:pt x="94" y="126"/>
                      <a:pt x="94" y="126"/>
                      <a:pt x="94" y="126"/>
                    </a:cubicBezTo>
                    <a:cubicBezTo>
                      <a:pt x="94" y="126"/>
                      <a:pt x="94" y="126"/>
                      <a:pt x="94" y="126"/>
                    </a:cubicBezTo>
                    <a:cubicBezTo>
                      <a:pt x="94" y="126"/>
                      <a:pt x="95" y="125"/>
                      <a:pt x="94" y="126"/>
                    </a:cubicBezTo>
                    <a:cubicBezTo>
                      <a:pt x="95" y="126"/>
                      <a:pt x="96" y="126"/>
                      <a:pt x="96" y="125"/>
                    </a:cubicBezTo>
                    <a:cubicBezTo>
                      <a:pt x="96" y="126"/>
                      <a:pt x="96" y="125"/>
                      <a:pt x="97" y="126"/>
                    </a:cubicBezTo>
                    <a:cubicBezTo>
                      <a:pt x="97" y="127"/>
                      <a:pt x="97" y="126"/>
                      <a:pt x="97" y="127"/>
                    </a:cubicBezTo>
                    <a:cubicBezTo>
                      <a:pt x="97" y="127"/>
                      <a:pt x="97" y="127"/>
                      <a:pt x="97" y="127"/>
                    </a:cubicBezTo>
                    <a:cubicBezTo>
                      <a:pt x="98" y="126"/>
                      <a:pt x="98" y="126"/>
                      <a:pt x="98" y="126"/>
                    </a:cubicBezTo>
                    <a:cubicBezTo>
                      <a:pt x="98" y="127"/>
                      <a:pt x="98" y="126"/>
                      <a:pt x="98" y="126"/>
                    </a:cubicBezTo>
                    <a:cubicBezTo>
                      <a:pt x="98" y="126"/>
                      <a:pt x="98" y="124"/>
                      <a:pt x="99" y="125"/>
                    </a:cubicBezTo>
                    <a:cubicBezTo>
                      <a:pt x="99" y="125"/>
                      <a:pt x="99" y="125"/>
                      <a:pt x="99" y="125"/>
                    </a:cubicBezTo>
                    <a:cubicBezTo>
                      <a:pt x="99" y="124"/>
                      <a:pt x="100" y="124"/>
                      <a:pt x="99" y="125"/>
                    </a:cubicBezTo>
                    <a:cubicBezTo>
                      <a:pt x="100" y="125"/>
                      <a:pt x="100" y="125"/>
                      <a:pt x="100" y="125"/>
                    </a:cubicBezTo>
                    <a:cubicBezTo>
                      <a:pt x="100" y="125"/>
                      <a:pt x="100" y="125"/>
                      <a:pt x="100" y="125"/>
                    </a:cubicBezTo>
                    <a:cubicBezTo>
                      <a:pt x="100" y="125"/>
                      <a:pt x="99" y="126"/>
                      <a:pt x="99" y="125"/>
                    </a:cubicBezTo>
                    <a:cubicBezTo>
                      <a:pt x="100" y="125"/>
                      <a:pt x="100" y="125"/>
                      <a:pt x="100" y="125"/>
                    </a:cubicBezTo>
                    <a:cubicBezTo>
                      <a:pt x="100" y="125"/>
                      <a:pt x="100" y="125"/>
                      <a:pt x="100" y="125"/>
                    </a:cubicBezTo>
                    <a:cubicBezTo>
                      <a:pt x="100" y="125"/>
                      <a:pt x="100" y="125"/>
                      <a:pt x="100" y="125"/>
                    </a:cubicBezTo>
                    <a:cubicBezTo>
                      <a:pt x="101" y="124"/>
                      <a:pt x="100" y="124"/>
                      <a:pt x="101" y="125"/>
                    </a:cubicBezTo>
                    <a:cubicBezTo>
                      <a:pt x="100" y="126"/>
                      <a:pt x="101" y="126"/>
                      <a:pt x="101" y="125"/>
                    </a:cubicBezTo>
                    <a:cubicBezTo>
                      <a:pt x="101" y="125"/>
                      <a:pt x="101" y="125"/>
                      <a:pt x="102" y="125"/>
                    </a:cubicBezTo>
                    <a:cubicBezTo>
                      <a:pt x="102" y="125"/>
                      <a:pt x="102" y="125"/>
                      <a:pt x="102" y="125"/>
                    </a:cubicBezTo>
                    <a:cubicBezTo>
                      <a:pt x="101" y="125"/>
                      <a:pt x="102" y="126"/>
                      <a:pt x="102" y="126"/>
                    </a:cubicBezTo>
                    <a:cubicBezTo>
                      <a:pt x="102" y="125"/>
                      <a:pt x="102" y="125"/>
                      <a:pt x="102" y="125"/>
                    </a:cubicBezTo>
                    <a:cubicBezTo>
                      <a:pt x="103" y="125"/>
                      <a:pt x="103" y="125"/>
                      <a:pt x="103" y="126"/>
                    </a:cubicBezTo>
                    <a:cubicBezTo>
                      <a:pt x="103" y="127"/>
                      <a:pt x="103" y="127"/>
                      <a:pt x="103" y="127"/>
                    </a:cubicBezTo>
                    <a:cubicBezTo>
                      <a:pt x="103" y="127"/>
                      <a:pt x="103" y="127"/>
                      <a:pt x="103" y="126"/>
                    </a:cubicBezTo>
                    <a:cubicBezTo>
                      <a:pt x="104" y="127"/>
                      <a:pt x="104" y="127"/>
                      <a:pt x="104" y="127"/>
                    </a:cubicBezTo>
                    <a:cubicBezTo>
                      <a:pt x="105" y="127"/>
                      <a:pt x="104" y="127"/>
                      <a:pt x="104" y="126"/>
                    </a:cubicBezTo>
                    <a:cubicBezTo>
                      <a:pt x="105" y="126"/>
                      <a:pt x="105" y="127"/>
                      <a:pt x="105" y="127"/>
                    </a:cubicBezTo>
                    <a:cubicBezTo>
                      <a:pt x="105" y="126"/>
                      <a:pt x="105" y="127"/>
                      <a:pt x="105" y="126"/>
                    </a:cubicBezTo>
                    <a:cubicBezTo>
                      <a:pt x="105" y="127"/>
                      <a:pt x="105" y="127"/>
                      <a:pt x="106" y="126"/>
                    </a:cubicBezTo>
                    <a:cubicBezTo>
                      <a:pt x="106" y="126"/>
                      <a:pt x="106" y="126"/>
                      <a:pt x="106" y="126"/>
                    </a:cubicBezTo>
                    <a:cubicBezTo>
                      <a:pt x="106" y="127"/>
                      <a:pt x="106" y="126"/>
                      <a:pt x="106" y="126"/>
                    </a:cubicBezTo>
                    <a:cubicBezTo>
                      <a:pt x="106" y="125"/>
                      <a:pt x="106" y="125"/>
                      <a:pt x="106" y="125"/>
                    </a:cubicBezTo>
                    <a:cubicBezTo>
                      <a:pt x="106" y="125"/>
                      <a:pt x="106" y="125"/>
                      <a:pt x="106" y="125"/>
                    </a:cubicBezTo>
                    <a:cubicBezTo>
                      <a:pt x="107" y="126"/>
                      <a:pt x="106" y="126"/>
                      <a:pt x="107" y="126"/>
                    </a:cubicBezTo>
                    <a:cubicBezTo>
                      <a:pt x="106" y="126"/>
                      <a:pt x="106" y="126"/>
                      <a:pt x="106" y="126"/>
                    </a:cubicBezTo>
                    <a:cubicBezTo>
                      <a:pt x="106" y="126"/>
                      <a:pt x="106" y="126"/>
                      <a:pt x="106" y="126"/>
                    </a:cubicBezTo>
                    <a:cubicBezTo>
                      <a:pt x="107" y="126"/>
                      <a:pt x="106" y="126"/>
                      <a:pt x="107" y="127"/>
                    </a:cubicBezTo>
                    <a:cubicBezTo>
                      <a:pt x="107" y="127"/>
                      <a:pt x="107" y="127"/>
                      <a:pt x="107" y="127"/>
                    </a:cubicBezTo>
                    <a:cubicBezTo>
                      <a:pt x="107" y="127"/>
                      <a:pt x="107" y="127"/>
                      <a:pt x="107" y="127"/>
                    </a:cubicBezTo>
                    <a:cubicBezTo>
                      <a:pt x="107" y="126"/>
                      <a:pt x="107" y="128"/>
                      <a:pt x="107" y="128"/>
                    </a:cubicBezTo>
                    <a:cubicBezTo>
                      <a:pt x="107" y="127"/>
                      <a:pt x="108" y="127"/>
                      <a:pt x="108" y="127"/>
                    </a:cubicBezTo>
                    <a:cubicBezTo>
                      <a:pt x="109" y="129"/>
                      <a:pt x="108" y="127"/>
                      <a:pt x="109" y="127"/>
                    </a:cubicBezTo>
                    <a:cubicBezTo>
                      <a:pt x="109" y="128"/>
                      <a:pt x="109" y="128"/>
                      <a:pt x="109" y="128"/>
                    </a:cubicBezTo>
                    <a:cubicBezTo>
                      <a:pt x="109" y="128"/>
                      <a:pt x="110" y="128"/>
                      <a:pt x="109" y="127"/>
                    </a:cubicBezTo>
                    <a:cubicBezTo>
                      <a:pt x="110" y="127"/>
                      <a:pt x="110" y="127"/>
                      <a:pt x="110" y="128"/>
                    </a:cubicBezTo>
                    <a:cubicBezTo>
                      <a:pt x="110" y="127"/>
                      <a:pt x="110" y="127"/>
                      <a:pt x="110"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1" y="127"/>
                      <a:pt x="111" y="127"/>
                      <a:pt x="111" y="127"/>
                    </a:cubicBezTo>
                    <a:cubicBezTo>
                      <a:pt x="110" y="126"/>
                      <a:pt x="110" y="126"/>
                      <a:pt x="110" y="126"/>
                    </a:cubicBezTo>
                    <a:cubicBezTo>
                      <a:pt x="111" y="126"/>
                      <a:pt x="111" y="126"/>
                      <a:pt x="111" y="126"/>
                    </a:cubicBezTo>
                    <a:cubicBezTo>
                      <a:pt x="111" y="126"/>
                      <a:pt x="111" y="126"/>
                      <a:pt x="111" y="126"/>
                    </a:cubicBezTo>
                    <a:cubicBezTo>
                      <a:pt x="111" y="126"/>
                      <a:pt x="110" y="125"/>
                      <a:pt x="110" y="125"/>
                    </a:cubicBezTo>
                    <a:cubicBezTo>
                      <a:pt x="110" y="126"/>
                      <a:pt x="110" y="124"/>
                      <a:pt x="110" y="125"/>
                    </a:cubicBezTo>
                    <a:cubicBezTo>
                      <a:pt x="110" y="126"/>
                      <a:pt x="110" y="126"/>
                      <a:pt x="110" y="126"/>
                    </a:cubicBezTo>
                    <a:cubicBezTo>
                      <a:pt x="109" y="126"/>
                      <a:pt x="109" y="126"/>
                      <a:pt x="109" y="126"/>
                    </a:cubicBezTo>
                    <a:cubicBezTo>
                      <a:pt x="109" y="126"/>
                      <a:pt x="109" y="126"/>
                      <a:pt x="109" y="126"/>
                    </a:cubicBezTo>
                    <a:cubicBezTo>
                      <a:pt x="108" y="125"/>
                      <a:pt x="108" y="125"/>
                      <a:pt x="108" y="125"/>
                    </a:cubicBezTo>
                    <a:cubicBezTo>
                      <a:pt x="109" y="125"/>
                      <a:pt x="109" y="125"/>
                      <a:pt x="108" y="125"/>
                    </a:cubicBezTo>
                    <a:cubicBezTo>
                      <a:pt x="109" y="124"/>
                      <a:pt x="108" y="124"/>
                      <a:pt x="108" y="124"/>
                    </a:cubicBezTo>
                    <a:cubicBezTo>
                      <a:pt x="107" y="124"/>
                      <a:pt x="108" y="124"/>
                      <a:pt x="108" y="124"/>
                    </a:cubicBezTo>
                    <a:cubicBezTo>
                      <a:pt x="108" y="123"/>
                      <a:pt x="109" y="123"/>
                      <a:pt x="109" y="123"/>
                    </a:cubicBezTo>
                    <a:cubicBezTo>
                      <a:pt x="109" y="123"/>
                      <a:pt x="109" y="123"/>
                      <a:pt x="109" y="123"/>
                    </a:cubicBezTo>
                    <a:cubicBezTo>
                      <a:pt x="109" y="123"/>
                      <a:pt x="109" y="123"/>
                      <a:pt x="109" y="123"/>
                    </a:cubicBezTo>
                    <a:cubicBezTo>
                      <a:pt x="109" y="122"/>
                      <a:pt x="109" y="123"/>
                      <a:pt x="109" y="123"/>
                    </a:cubicBezTo>
                    <a:cubicBezTo>
                      <a:pt x="109" y="124"/>
                      <a:pt x="109" y="124"/>
                      <a:pt x="109" y="124"/>
                    </a:cubicBezTo>
                    <a:cubicBezTo>
                      <a:pt x="110" y="124"/>
                      <a:pt x="109" y="122"/>
                      <a:pt x="109" y="123"/>
                    </a:cubicBezTo>
                    <a:cubicBezTo>
                      <a:pt x="110" y="124"/>
                      <a:pt x="110" y="124"/>
                      <a:pt x="110" y="124"/>
                    </a:cubicBezTo>
                    <a:cubicBezTo>
                      <a:pt x="111" y="124"/>
                      <a:pt x="111" y="124"/>
                      <a:pt x="111" y="123"/>
                    </a:cubicBezTo>
                    <a:cubicBezTo>
                      <a:pt x="111" y="123"/>
                      <a:pt x="111" y="123"/>
                      <a:pt x="111" y="123"/>
                    </a:cubicBezTo>
                    <a:cubicBezTo>
                      <a:pt x="111" y="122"/>
                      <a:pt x="111" y="122"/>
                      <a:pt x="111" y="122"/>
                    </a:cubicBezTo>
                    <a:cubicBezTo>
                      <a:pt x="111" y="122"/>
                      <a:pt x="111" y="122"/>
                      <a:pt x="111" y="122"/>
                    </a:cubicBezTo>
                    <a:cubicBezTo>
                      <a:pt x="111" y="122"/>
                      <a:pt x="111" y="122"/>
                      <a:pt x="111" y="122"/>
                    </a:cubicBezTo>
                    <a:cubicBezTo>
                      <a:pt x="112" y="122"/>
                      <a:pt x="112" y="122"/>
                      <a:pt x="112" y="122"/>
                    </a:cubicBezTo>
                    <a:cubicBezTo>
                      <a:pt x="112" y="122"/>
                      <a:pt x="112" y="122"/>
                      <a:pt x="112" y="122"/>
                    </a:cubicBezTo>
                    <a:cubicBezTo>
                      <a:pt x="112" y="122"/>
                      <a:pt x="112" y="122"/>
                      <a:pt x="112" y="122"/>
                    </a:cubicBezTo>
                    <a:cubicBezTo>
                      <a:pt x="112" y="122"/>
                      <a:pt x="112" y="122"/>
                      <a:pt x="112" y="122"/>
                    </a:cubicBezTo>
                    <a:cubicBezTo>
                      <a:pt x="112" y="122"/>
                      <a:pt x="112" y="122"/>
                      <a:pt x="112" y="122"/>
                    </a:cubicBezTo>
                    <a:cubicBezTo>
                      <a:pt x="112" y="122"/>
                      <a:pt x="113" y="122"/>
                      <a:pt x="113" y="122"/>
                    </a:cubicBezTo>
                    <a:cubicBezTo>
                      <a:pt x="113" y="122"/>
                      <a:pt x="113" y="123"/>
                      <a:pt x="113" y="122"/>
                    </a:cubicBezTo>
                    <a:cubicBezTo>
                      <a:pt x="113" y="121"/>
                      <a:pt x="113" y="123"/>
                      <a:pt x="113" y="122"/>
                    </a:cubicBezTo>
                    <a:cubicBezTo>
                      <a:pt x="113" y="122"/>
                      <a:pt x="114" y="121"/>
                      <a:pt x="113" y="121"/>
                    </a:cubicBezTo>
                    <a:cubicBezTo>
                      <a:pt x="114" y="121"/>
                      <a:pt x="114" y="122"/>
                      <a:pt x="114" y="121"/>
                    </a:cubicBezTo>
                    <a:cubicBezTo>
                      <a:pt x="114" y="122"/>
                      <a:pt x="114" y="122"/>
                      <a:pt x="114" y="122"/>
                    </a:cubicBezTo>
                    <a:cubicBezTo>
                      <a:pt x="115" y="122"/>
                      <a:pt x="115" y="122"/>
                      <a:pt x="115" y="122"/>
                    </a:cubicBezTo>
                    <a:cubicBezTo>
                      <a:pt x="115" y="122"/>
                      <a:pt x="115" y="119"/>
                      <a:pt x="115" y="121"/>
                    </a:cubicBezTo>
                    <a:cubicBezTo>
                      <a:pt x="115" y="121"/>
                      <a:pt x="115" y="120"/>
                      <a:pt x="115" y="121"/>
                    </a:cubicBezTo>
                    <a:cubicBezTo>
                      <a:pt x="115" y="122"/>
                      <a:pt x="116" y="120"/>
                      <a:pt x="117" y="120"/>
                    </a:cubicBezTo>
                    <a:cubicBezTo>
                      <a:pt x="118" y="120"/>
                      <a:pt x="118" y="120"/>
                      <a:pt x="119" y="120"/>
                    </a:cubicBezTo>
                    <a:cubicBezTo>
                      <a:pt x="119" y="121"/>
                      <a:pt x="119" y="121"/>
                      <a:pt x="120" y="120"/>
                    </a:cubicBezTo>
                    <a:cubicBezTo>
                      <a:pt x="121" y="120"/>
                      <a:pt x="121" y="120"/>
                      <a:pt x="121" y="120"/>
                    </a:cubicBezTo>
                    <a:cubicBezTo>
                      <a:pt x="122" y="120"/>
                      <a:pt x="122" y="120"/>
                      <a:pt x="122" y="120"/>
                    </a:cubicBezTo>
                    <a:cubicBezTo>
                      <a:pt x="123" y="119"/>
                      <a:pt x="123" y="119"/>
                      <a:pt x="122" y="119"/>
                    </a:cubicBezTo>
                    <a:cubicBezTo>
                      <a:pt x="122" y="119"/>
                      <a:pt x="122" y="119"/>
                      <a:pt x="123" y="119"/>
                    </a:cubicBezTo>
                    <a:cubicBezTo>
                      <a:pt x="123" y="118"/>
                      <a:pt x="122" y="117"/>
                      <a:pt x="123" y="118"/>
                    </a:cubicBezTo>
                    <a:cubicBezTo>
                      <a:pt x="123" y="118"/>
                      <a:pt x="122" y="118"/>
                      <a:pt x="123" y="117"/>
                    </a:cubicBezTo>
                    <a:cubicBezTo>
                      <a:pt x="122" y="117"/>
                      <a:pt x="123" y="117"/>
                      <a:pt x="123" y="117"/>
                    </a:cubicBezTo>
                    <a:cubicBezTo>
                      <a:pt x="124" y="118"/>
                      <a:pt x="124" y="117"/>
                      <a:pt x="124" y="116"/>
                    </a:cubicBezTo>
                    <a:cubicBezTo>
                      <a:pt x="124" y="116"/>
                      <a:pt x="124" y="116"/>
                      <a:pt x="124" y="116"/>
                    </a:cubicBezTo>
                    <a:cubicBezTo>
                      <a:pt x="124" y="116"/>
                      <a:pt x="124" y="116"/>
                      <a:pt x="124" y="116"/>
                    </a:cubicBezTo>
                    <a:cubicBezTo>
                      <a:pt x="124" y="117"/>
                      <a:pt x="123" y="117"/>
                      <a:pt x="124" y="116"/>
                    </a:cubicBezTo>
                    <a:cubicBezTo>
                      <a:pt x="124" y="116"/>
                      <a:pt x="124" y="116"/>
                      <a:pt x="124" y="116"/>
                    </a:cubicBezTo>
                    <a:cubicBezTo>
                      <a:pt x="124" y="116"/>
                      <a:pt x="124" y="116"/>
                      <a:pt x="124" y="116"/>
                    </a:cubicBezTo>
                    <a:cubicBezTo>
                      <a:pt x="124" y="116"/>
                      <a:pt x="124" y="116"/>
                      <a:pt x="124" y="116"/>
                    </a:cubicBezTo>
                    <a:cubicBezTo>
                      <a:pt x="124" y="115"/>
                      <a:pt x="123" y="115"/>
                      <a:pt x="123" y="116"/>
                    </a:cubicBezTo>
                    <a:cubicBezTo>
                      <a:pt x="123" y="116"/>
                      <a:pt x="123" y="116"/>
                      <a:pt x="123" y="116"/>
                    </a:cubicBezTo>
                    <a:cubicBezTo>
                      <a:pt x="123" y="116"/>
                      <a:pt x="123" y="116"/>
                      <a:pt x="123" y="116"/>
                    </a:cubicBezTo>
                    <a:cubicBezTo>
                      <a:pt x="122" y="115"/>
                      <a:pt x="123" y="116"/>
                      <a:pt x="123" y="116"/>
                    </a:cubicBezTo>
                    <a:cubicBezTo>
                      <a:pt x="124" y="115"/>
                      <a:pt x="124" y="115"/>
                      <a:pt x="124" y="115"/>
                    </a:cubicBezTo>
                    <a:cubicBezTo>
                      <a:pt x="125" y="115"/>
                      <a:pt x="124" y="116"/>
                      <a:pt x="124" y="116"/>
                    </a:cubicBezTo>
                    <a:cubicBezTo>
                      <a:pt x="124" y="116"/>
                      <a:pt x="124" y="116"/>
                      <a:pt x="124" y="116"/>
                    </a:cubicBezTo>
                    <a:cubicBezTo>
                      <a:pt x="124" y="116"/>
                      <a:pt x="124" y="116"/>
                      <a:pt x="124" y="116"/>
                    </a:cubicBezTo>
                    <a:cubicBezTo>
                      <a:pt x="124" y="116"/>
                      <a:pt x="124" y="116"/>
                      <a:pt x="124" y="116"/>
                    </a:cubicBezTo>
                    <a:cubicBezTo>
                      <a:pt x="124" y="116"/>
                      <a:pt x="124" y="116"/>
                      <a:pt x="124" y="116"/>
                    </a:cubicBezTo>
                    <a:cubicBezTo>
                      <a:pt x="125" y="116"/>
                      <a:pt x="125" y="116"/>
                      <a:pt x="125" y="116"/>
                    </a:cubicBezTo>
                    <a:cubicBezTo>
                      <a:pt x="125" y="116"/>
                      <a:pt x="125" y="116"/>
                      <a:pt x="125" y="116"/>
                    </a:cubicBezTo>
                    <a:cubicBezTo>
                      <a:pt x="125" y="116"/>
                      <a:pt x="125" y="116"/>
                      <a:pt x="125" y="116"/>
                    </a:cubicBezTo>
                    <a:cubicBezTo>
                      <a:pt x="125" y="116"/>
                      <a:pt x="125" y="116"/>
                      <a:pt x="125" y="116"/>
                    </a:cubicBezTo>
                    <a:cubicBezTo>
                      <a:pt x="125" y="116"/>
                      <a:pt x="125" y="115"/>
                      <a:pt x="125" y="116"/>
                    </a:cubicBezTo>
                    <a:cubicBezTo>
                      <a:pt x="125" y="116"/>
                      <a:pt x="125" y="116"/>
                      <a:pt x="125" y="116"/>
                    </a:cubicBezTo>
                    <a:cubicBezTo>
                      <a:pt x="125" y="116"/>
                      <a:pt x="126" y="116"/>
                      <a:pt x="125" y="116"/>
                    </a:cubicBezTo>
                    <a:cubicBezTo>
                      <a:pt x="125" y="116"/>
                      <a:pt x="125" y="116"/>
                      <a:pt x="125" y="116"/>
                    </a:cubicBezTo>
                    <a:cubicBezTo>
                      <a:pt x="126" y="115"/>
                      <a:pt x="125" y="115"/>
                      <a:pt x="126" y="115"/>
                    </a:cubicBezTo>
                    <a:cubicBezTo>
                      <a:pt x="126" y="115"/>
                      <a:pt x="126" y="114"/>
                      <a:pt x="126" y="114"/>
                    </a:cubicBezTo>
                    <a:cubicBezTo>
                      <a:pt x="127" y="113"/>
                      <a:pt x="127" y="113"/>
                      <a:pt x="127" y="113"/>
                    </a:cubicBezTo>
                    <a:cubicBezTo>
                      <a:pt x="127" y="113"/>
                      <a:pt x="126" y="113"/>
                      <a:pt x="126" y="113"/>
                    </a:cubicBezTo>
                    <a:cubicBezTo>
                      <a:pt x="127" y="113"/>
                      <a:pt x="127" y="112"/>
                      <a:pt x="127" y="112"/>
                    </a:cubicBezTo>
                    <a:cubicBezTo>
                      <a:pt x="127" y="113"/>
                      <a:pt x="128" y="112"/>
                      <a:pt x="127" y="112"/>
                    </a:cubicBezTo>
                    <a:cubicBezTo>
                      <a:pt x="127" y="112"/>
                      <a:pt x="127" y="112"/>
                      <a:pt x="127" y="112"/>
                    </a:cubicBezTo>
                    <a:cubicBezTo>
                      <a:pt x="127" y="112"/>
                      <a:pt x="127" y="112"/>
                      <a:pt x="127" y="112"/>
                    </a:cubicBezTo>
                    <a:cubicBezTo>
                      <a:pt x="126" y="113"/>
                      <a:pt x="127" y="111"/>
                      <a:pt x="126" y="112"/>
                    </a:cubicBezTo>
                    <a:cubicBezTo>
                      <a:pt x="126" y="111"/>
                      <a:pt x="126" y="111"/>
                      <a:pt x="127" y="111"/>
                    </a:cubicBezTo>
                    <a:cubicBezTo>
                      <a:pt x="127" y="111"/>
                      <a:pt x="127" y="111"/>
                      <a:pt x="127" y="111"/>
                    </a:cubicBezTo>
                    <a:cubicBezTo>
                      <a:pt x="127" y="111"/>
                      <a:pt x="127" y="111"/>
                      <a:pt x="127" y="111"/>
                    </a:cubicBezTo>
                    <a:cubicBezTo>
                      <a:pt x="127" y="111"/>
                      <a:pt x="127" y="111"/>
                      <a:pt x="127" y="111"/>
                    </a:cubicBezTo>
                    <a:cubicBezTo>
                      <a:pt x="127" y="112"/>
                      <a:pt x="127" y="112"/>
                      <a:pt x="127" y="112"/>
                    </a:cubicBezTo>
                    <a:cubicBezTo>
                      <a:pt x="127" y="112"/>
                      <a:pt x="127" y="112"/>
                      <a:pt x="127" y="112"/>
                    </a:cubicBezTo>
                    <a:cubicBezTo>
                      <a:pt x="127" y="111"/>
                      <a:pt x="127" y="111"/>
                      <a:pt x="127" y="111"/>
                    </a:cubicBezTo>
                    <a:cubicBezTo>
                      <a:pt x="127" y="111"/>
                      <a:pt x="127" y="111"/>
                      <a:pt x="127" y="111"/>
                    </a:cubicBezTo>
                    <a:cubicBezTo>
                      <a:pt x="127" y="111"/>
                      <a:pt x="127" y="111"/>
                      <a:pt x="127" y="111"/>
                    </a:cubicBezTo>
                    <a:cubicBezTo>
                      <a:pt x="127" y="111"/>
                      <a:pt x="127" y="111"/>
                      <a:pt x="127" y="111"/>
                    </a:cubicBezTo>
                    <a:cubicBezTo>
                      <a:pt x="127" y="111"/>
                      <a:pt x="127" y="111"/>
                      <a:pt x="127" y="111"/>
                    </a:cubicBezTo>
                    <a:cubicBezTo>
                      <a:pt x="127" y="111"/>
                      <a:pt x="127" y="111"/>
                      <a:pt x="127" y="111"/>
                    </a:cubicBezTo>
                    <a:cubicBezTo>
                      <a:pt x="127" y="111"/>
                      <a:pt x="127" y="111"/>
                      <a:pt x="127" y="111"/>
                    </a:cubicBezTo>
                    <a:cubicBezTo>
                      <a:pt x="127" y="111"/>
                      <a:pt x="127" y="111"/>
                      <a:pt x="127" y="111"/>
                    </a:cubicBezTo>
                    <a:cubicBezTo>
                      <a:pt x="127" y="110"/>
                      <a:pt x="127" y="110"/>
                      <a:pt x="127" y="110"/>
                    </a:cubicBezTo>
                    <a:cubicBezTo>
                      <a:pt x="127" y="110"/>
                      <a:pt x="127" y="110"/>
                      <a:pt x="127" y="110"/>
                    </a:cubicBezTo>
                    <a:cubicBezTo>
                      <a:pt x="127" y="110"/>
                      <a:pt x="127" y="110"/>
                      <a:pt x="127" y="110"/>
                    </a:cubicBezTo>
                    <a:cubicBezTo>
                      <a:pt x="127" y="111"/>
                      <a:pt x="127" y="111"/>
                      <a:pt x="127" y="111"/>
                    </a:cubicBezTo>
                    <a:cubicBezTo>
                      <a:pt x="127" y="110"/>
                      <a:pt x="127" y="110"/>
                      <a:pt x="127" y="110"/>
                    </a:cubicBezTo>
                    <a:cubicBezTo>
                      <a:pt x="127" y="110"/>
                      <a:pt x="127" y="110"/>
                      <a:pt x="127" y="110"/>
                    </a:cubicBezTo>
                    <a:cubicBezTo>
                      <a:pt x="127" y="110"/>
                      <a:pt x="127" y="110"/>
                      <a:pt x="127" y="110"/>
                    </a:cubicBezTo>
                    <a:cubicBezTo>
                      <a:pt x="127" y="110"/>
                      <a:pt x="127" y="109"/>
                      <a:pt x="128" y="110"/>
                    </a:cubicBezTo>
                    <a:cubicBezTo>
                      <a:pt x="129" y="109"/>
                      <a:pt x="129" y="109"/>
                      <a:pt x="129" y="109"/>
                    </a:cubicBezTo>
                    <a:cubicBezTo>
                      <a:pt x="129" y="109"/>
                      <a:pt x="129" y="109"/>
                      <a:pt x="129" y="109"/>
                    </a:cubicBezTo>
                    <a:cubicBezTo>
                      <a:pt x="129" y="109"/>
                      <a:pt x="129" y="109"/>
                      <a:pt x="129" y="108"/>
                    </a:cubicBezTo>
                    <a:cubicBezTo>
                      <a:pt x="130" y="109"/>
                      <a:pt x="129" y="108"/>
                      <a:pt x="129" y="108"/>
                    </a:cubicBezTo>
                    <a:cubicBezTo>
                      <a:pt x="129" y="108"/>
                      <a:pt x="129" y="109"/>
                      <a:pt x="129" y="108"/>
                    </a:cubicBezTo>
                    <a:cubicBezTo>
                      <a:pt x="129" y="108"/>
                      <a:pt x="130" y="108"/>
                      <a:pt x="130" y="107"/>
                    </a:cubicBezTo>
                    <a:cubicBezTo>
                      <a:pt x="130" y="107"/>
                      <a:pt x="130" y="107"/>
                      <a:pt x="130" y="107"/>
                    </a:cubicBezTo>
                    <a:cubicBezTo>
                      <a:pt x="130" y="108"/>
                      <a:pt x="131" y="107"/>
                      <a:pt x="130" y="107"/>
                    </a:cubicBezTo>
                    <a:cubicBezTo>
                      <a:pt x="131" y="109"/>
                      <a:pt x="131" y="107"/>
                      <a:pt x="131" y="107"/>
                    </a:cubicBezTo>
                    <a:cubicBezTo>
                      <a:pt x="131" y="107"/>
                      <a:pt x="131" y="106"/>
                      <a:pt x="130" y="107"/>
                    </a:cubicBezTo>
                    <a:cubicBezTo>
                      <a:pt x="130" y="107"/>
                      <a:pt x="130" y="107"/>
                      <a:pt x="130" y="107"/>
                    </a:cubicBezTo>
                    <a:cubicBezTo>
                      <a:pt x="130" y="107"/>
                      <a:pt x="130" y="107"/>
                      <a:pt x="130" y="106"/>
                    </a:cubicBezTo>
                    <a:cubicBezTo>
                      <a:pt x="130" y="106"/>
                      <a:pt x="130" y="106"/>
                      <a:pt x="130" y="106"/>
                    </a:cubicBezTo>
                    <a:cubicBezTo>
                      <a:pt x="130" y="106"/>
                      <a:pt x="130" y="106"/>
                      <a:pt x="130" y="106"/>
                    </a:cubicBezTo>
                    <a:cubicBezTo>
                      <a:pt x="130" y="106"/>
                      <a:pt x="130" y="106"/>
                      <a:pt x="130" y="106"/>
                    </a:cubicBezTo>
                    <a:cubicBezTo>
                      <a:pt x="130" y="106"/>
                      <a:pt x="130" y="106"/>
                      <a:pt x="130" y="106"/>
                    </a:cubicBezTo>
                    <a:cubicBezTo>
                      <a:pt x="130" y="106"/>
                      <a:pt x="130" y="106"/>
                      <a:pt x="130" y="106"/>
                    </a:cubicBezTo>
                    <a:cubicBezTo>
                      <a:pt x="130" y="106"/>
                      <a:pt x="130" y="106"/>
                      <a:pt x="130" y="106"/>
                    </a:cubicBezTo>
                    <a:cubicBezTo>
                      <a:pt x="130" y="105"/>
                      <a:pt x="130" y="105"/>
                      <a:pt x="130" y="105"/>
                    </a:cubicBezTo>
                    <a:cubicBezTo>
                      <a:pt x="130" y="106"/>
                      <a:pt x="130" y="106"/>
                      <a:pt x="130" y="106"/>
                    </a:cubicBezTo>
                    <a:cubicBezTo>
                      <a:pt x="130" y="106"/>
                      <a:pt x="130" y="106"/>
                      <a:pt x="130" y="106"/>
                    </a:cubicBezTo>
                    <a:cubicBezTo>
                      <a:pt x="130" y="105"/>
                      <a:pt x="130" y="105"/>
                      <a:pt x="130" y="105"/>
                    </a:cubicBezTo>
                    <a:cubicBezTo>
                      <a:pt x="130" y="105"/>
                      <a:pt x="130" y="105"/>
                      <a:pt x="130" y="105"/>
                    </a:cubicBezTo>
                    <a:cubicBezTo>
                      <a:pt x="130" y="105"/>
                      <a:pt x="131" y="104"/>
                      <a:pt x="131" y="104"/>
                    </a:cubicBezTo>
                    <a:cubicBezTo>
                      <a:pt x="131" y="104"/>
                      <a:pt x="131" y="104"/>
                      <a:pt x="131" y="103"/>
                    </a:cubicBezTo>
                    <a:cubicBezTo>
                      <a:pt x="132" y="103"/>
                      <a:pt x="132" y="103"/>
                      <a:pt x="132" y="103"/>
                    </a:cubicBezTo>
                    <a:cubicBezTo>
                      <a:pt x="132" y="103"/>
                      <a:pt x="131" y="102"/>
                      <a:pt x="132" y="102"/>
                    </a:cubicBezTo>
                    <a:cubicBezTo>
                      <a:pt x="132" y="101"/>
                      <a:pt x="132" y="101"/>
                      <a:pt x="132" y="100"/>
                    </a:cubicBezTo>
                    <a:cubicBezTo>
                      <a:pt x="131" y="100"/>
                      <a:pt x="131" y="100"/>
                      <a:pt x="131" y="101"/>
                    </a:cubicBezTo>
                    <a:cubicBezTo>
                      <a:pt x="132" y="101"/>
                      <a:pt x="131" y="101"/>
                      <a:pt x="131" y="101"/>
                    </a:cubicBezTo>
                    <a:cubicBezTo>
                      <a:pt x="131" y="101"/>
                      <a:pt x="131" y="100"/>
                      <a:pt x="131" y="100"/>
                    </a:cubicBezTo>
                    <a:cubicBezTo>
                      <a:pt x="130" y="100"/>
                      <a:pt x="130" y="100"/>
                      <a:pt x="130" y="100"/>
                    </a:cubicBezTo>
                    <a:cubicBezTo>
                      <a:pt x="130" y="100"/>
                      <a:pt x="130" y="100"/>
                      <a:pt x="130" y="100"/>
                    </a:cubicBezTo>
                    <a:cubicBezTo>
                      <a:pt x="130" y="101"/>
                      <a:pt x="130" y="101"/>
                      <a:pt x="130" y="101"/>
                    </a:cubicBezTo>
                    <a:cubicBezTo>
                      <a:pt x="129" y="101"/>
                      <a:pt x="129" y="101"/>
                      <a:pt x="129" y="101"/>
                    </a:cubicBezTo>
                    <a:cubicBezTo>
                      <a:pt x="129" y="102"/>
                      <a:pt x="130" y="101"/>
                      <a:pt x="130" y="101"/>
                    </a:cubicBezTo>
                    <a:cubicBezTo>
                      <a:pt x="130" y="102"/>
                      <a:pt x="130" y="102"/>
                      <a:pt x="129" y="101"/>
                    </a:cubicBezTo>
                    <a:cubicBezTo>
                      <a:pt x="129" y="101"/>
                      <a:pt x="129" y="100"/>
                      <a:pt x="129" y="101"/>
                    </a:cubicBezTo>
                    <a:cubicBezTo>
                      <a:pt x="129" y="101"/>
                      <a:pt x="129" y="101"/>
                      <a:pt x="129" y="100"/>
                    </a:cubicBezTo>
                    <a:cubicBezTo>
                      <a:pt x="129" y="100"/>
                      <a:pt x="129" y="100"/>
                      <a:pt x="129" y="100"/>
                    </a:cubicBezTo>
                    <a:cubicBezTo>
                      <a:pt x="130" y="99"/>
                      <a:pt x="129" y="98"/>
                      <a:pt x="129" y="100"/>
                    </a:cubicBezTo>
                    <a:cubicBezTo>
                      <a:pt x="129" y="100"/>
                      <a:pt x="128" y="101"/>
                      <a:pt x="128" y="100"/>
                    </a:cubicBezTo>
                    <a:cubicBezTo>
                      <a:pt x="128" y="101"/>
                      <a:pt x="128" y="100"/>
                      <a:pt x="128" y="100"/>
                    </a:cubicBezTo>
                    <a:cubicBezTo>
                      <a:pt x="129" y="100"/>
                      <a:pt x="128" y="100"/>
                      <a:pt x="128" y="99"/>
                    </a:cubicBezTo>
                    <a:cubicBezTo>
                      <a:pt x="128" y="100"/>
                      <a:pt x="129" y="97"/>
                      <a:pt x="129" y="98"/>
                    </a:cubicBezTo>
                    <a:cubicBezTo>
                      <a:pt x="129" y="98"/>
                      <a:pt x="129" y="100"/>
                      <a:pt x="129" y="99"/>
                    </a:cubicBezTo>
                    <a:cubicBezTo>
                      <a:pt x="130" y="98"/>
                      <a:pt x="130" y="98"/>
                      <a:pt x="130" y="98"/>
                    </a:cubicBezTo>
                    <a:cubicBezTo>
                      <a:pt x="130" y="98"/>
                      <a:pt x="130" y="98"/>
                      <a:pt x="130" y="98"/>
                    </a:cubicBezTo>
                    <a:cubicBezTo>
                      <a:pt x="130" y="98"/>
                      <a:pt x="130" y="98"/>
                      <a:pt x="130" y="98"/>
                    </a:cubicBezTo>
                    <a:cubicBezTo>
                      <a:pt x="130" y="97"/>
                      <a:pt x="130" y="98"/>
                      <a:pt x="130" y="97"/>
                    </a:cubicBezTo>
                    <a:cubicBezTo>
                      <a:pt x="131" y="97"/>
                      <a:pt x="131" y="98"/>
                      <a:pt x="130" y="98"/>
                    </a:cubicBezTo>
                    <a:cubicBezTo>
                      <a:pt x="130" y="98"/>
                      <a:pt x="130" y="98"/>
                      <a:pt x="130" y="98"/>
                    </a:cubicBezTo>
                    <a:cubicBezTo>
                      <a:pt x="130" y="98"/>
                      <a:pt x="130" y="98"/>
                      <a:pt x="130" y="98"/>
                    </a:cubicBezTo>
                    <a:cubicBezTo>
                      <a:pt x="130" y="98"/>
                      <a:pt x="130" y="98"/>
                      <a:pt x="130" y="98"/>
                    </a:cubicBezTo>
                    <a:cubicBezTo>
                      <a:pt x="130" y="98"/>
                      <a:pt x="130" y="98"/>
                      <a:pt x="130" y="98"/>
                    </a:cubicBezTo>
                    <a:cubicBezTo>
                      <a:pt x="130" y="98"/>
                      <a:pt x="130" y="98"/>
                      <a:pt x="130" y="98"/>
                    </a:cubicBezTo>
                    <a:cubicBezTo>
                      <a:pt x="131" y="98"/>
                      <a:pt x="131" y="98"/>
                      <a:pt x="131" y="98"/>
                    </a:cubicBezTo>
                    <a:cubicBezTo>
                      <a:pt x="131" y="98"/>
                      <a:pt x="131" y="98"/>
                      <a:pt x="131" y="98"/>
                    </a:cubicBezTo>
                    <a:cubicBezTo>
                      <a:pt x="132" y="97"/>
                      <a:pt x="132" y="97"/>
                      <a:pt x="132" y="97"/>
                    </a:cubicBezTo>
                    <a:cubicBezTo>
                      <a:pt x="132" y="97"/>
                      <a:pt x="132" y="98"/>
                      <a:pt x="132" y="97"/>
                    </a:cubicBezTo>
                    <a:cubicBezTo>
                      <a:pt x="133" y="95"/>
                      <a:pt x="132" y="95"/>
                      <a:pt x="132" y="94"/>
                    </a:cubicBezTo>
                    <a:cubicBezTo>
                      <a:pt x="132" y="95"/>
                      <a:pt x="132" y="94"/>
                      <a:pt x="132" y="94"/>
                    </a:cubicBezTo>
                    <a:cubicBezTo>
                      <a:pt x="133" y="94"/>
                      <a:pt x="133" y="94"/>
                      <a:pt x="132" y="94"/>
                    </a:cubicBezTo>
                    <a:cubicBezTo>
                      <a:pt x="132" y="94"/>
                      <a:pt x="132" y="94"/>
                      <a:pt x="132" y="94"/>
                    </a:cubicBezTo>
                    <a:cubicBezTo>
                      <a:pt x="132" y="93"/>
                      <a:pt x="132" y="95"/>
                      <a:pt x="132" y="93"/>
                    </a:cubicBezTo>
                    <a:cubicBezTo>
                      <a:pt x="133" y="93"/>
                      <a:pt x="133" y="93"/>
                      <a:pt x="133" y="93"/>
                    </a:cubicBezTo>
                    <a:cubicBezTo>
                      <a:pt x="133" y="92"/>
                      <a:pt x="133" y="92"/>
                      <a:pt x="133" y="93"/>
                    </a:cubicBezTo>
                    <a:cubicBezTo>
                      <a:pt x="132" y="93"/>
                      <a:pt x="132" y="93"/>
                      <a:pt x="132" y="93"/>
                    </a:cubicBezTo>
                    <a:cubicBezTo>
                      <a:pt x="132" y="93"/>
                      <a:pt x="132" y="93"/>
                      <a:pt x="132" y="93"/>
                    </a:cubicBezTo>
                    <a:cubicBezTo>
                      <a:pt x="132" y="93"/>
                      <a:pt x="132" y="93"/>
                      <a:pt x="132" y="93"/>
                    </a:cubicBezTo>
                    <a:cubicBezTo>
                      <a:pt x="132" y="93"/>
                      <a:pt x="132" y="93"/>
                      <a:pt x="132" y="93"/>
                    </a:cubicBezTo>
                    <a:cubicBezTo>
                      <a:pt x="132" y="93"/>
                      <a:pt x="132" y="93"/>
                      <a:pt x="132" y="93"/>
                    </a:cubicBezTo>
                    <a:cubicBezTo>
                      <a:pt x="132" y="93"/>
                      <a:pt x="132" y="93"/>
                      <a:pt x="132" y="93"/>
                    </a:cubicBezTo>
                    <a:cubicBezTo>
                      <a:pt x="132" y="93"/>
                      <a:pt x="131" y="93"/>
                      <a:pt x="131" y="93"/>
                    </a:cubicBezTo>
                    <a:cubicBezTo>
                      <a:pt x="131" y="94"/>
                      <a:pt x="130" y="92"/>
                      <a:pt x="129" y="92"/>
                    </a:cubicBezTo>
                    <a:cubicBezTo>
                      <a:pt x="128" y="95"/>
                      <a:pt x="128" y="92"/>
                      <a:pt x="128" y="90"/>
                    </a:cubicBezTo>
                    <a:cubicBezTo>
                      <a:pt x="126" y="93"/>
                      <a:pt x="127" y="86"/>
                      <a:pt x="127" y="88"/>
                    </a:cubicBezTo>
                    <a:cubicBezTo>
                      <a:pt x="126" y="89"/>
                      <a:pt x="125" y="88"/>
                      <a:pt x="126" y="89"/>
                    </a:cubicBezTo>
                    <a:cubicBezTo>
                      <a:pt x="125" y="90"/>
                      <a:pt x="125" y="90"/>
                      <a:pt x="125" y="89"/>
                    </a:cubicBezTo>
                    <a:cubicBezTo>
                      <a:pt x="124" y="89"/>
                      <a:pt x="124" y="89"/>
                      <a:pt x="125" y="89"/>
                    </a:cubicBezTo>
                    <a:cubicBezTo>
                      <a:pt x="125" y="88"/>
                      <a:pt x="124" y="88"/>
                      <a:pt x="124" y="90"/>
                    </a:cubicBezTo>
                    <a:cubicBezTo>
                      <a:pt x="123" y="94"/>
                      <a:pt x="124" y="91"/>
                      <a:pt x="123" y="90"/>
                    </a:cubicBezTo>
                    <a:cubicBezTo>
                      <a:pt x="121" y="88"/>
                      <a:pt x="121" y="89"/>
                      <a:pt x="122" y="90"/>
                    </a:cubicBezTo>
                    <a:cubicBezTo>
                      <a:pt x="122" y="88"/>
                      <a:pt x="122" y="88"/>
                      <a:pt x="122" y="88"/>
                    </a:cubicBezTo>
                    <a:cubicBezTo>
                      <a:pt x="123" y="89"/>
                      <a:pt x="121" y="88"/>
                      <a:pt x="120" y="90"/>
                    </a:cubicBezTo>
                    <a:cubicBezTo>
                      <a:pt x="122" y="90"/>
                      <a:pt x="121" y="90"/>
                      <a:pt x="121" y="90"/>
                    </a:cubicBezTo>
                    <a:cubicBezTo>
                      <a:pt x="120" y="89"/>
                      <a:pt x="120" y="90"/>
                      <a:pt x="119" y="89"/>
                    </a:cubicBezTo>
                    <a:cubicBezTo>
                      <a:pt x="119" y="88"/>
                      <a:pt x="120" y="94"/>
                      <a:pt x="119" y="89"/>
                    </a:cubicBezTo>
                    <a:cubicBezTo>
                      <a:pt x="118" y="86"/>
                      <a:pt x="119" y="87"/>
                      <a:pt x="118" y="88"/>
                    </a:cubicBezTo>
                    <a:cubicBezTo>
                      <a:pt x="118" y="89"/>
                      <a:pt x="117" y="89"/>
                      <a:pt x="118" y="88"/>
                    </a:cubicBezTo>
                    <a:cubicBezTo>
                      <a:pt x="115" y="89"/>
                      <a:pt x="121" y="90"/>
                      <a:pt x="117" y="89"/>
                    </a:cubicBezTo>
                    <a:cubicBezTo>
                      <a:pt x="118" y="90"/>
                      <a:pt x="118" y="88"/>
                      <a:pt x="116" y="87"/>
                    </a:cubicBezTo>
                    <a:cubicBezTo>
                      <a:pt x="116" y="85"/>
                      <a:pt x="114" y="87"/>
                      <a:pt x="114" y="89"/>
                    </a:cubicBezTo>
                    <a:cubicBezTo>
                      <a:pt x="114" y="88"/>
                      <a:pt x="114" y="87"/>
                      <a:pt x="115" y="87"/>
                    </a:cubicBezTo>
                    <a:cubicBezTo>
                      <a:pt x="115" y="89"/>
                      <a:pt x="115" y="88"/>
                      <a:pt x="114" y="86"/>
                    </a:cubicBezTo>
                    <a:cubicBezTo>
                      <a:pt x="114" y="85"/>
                      <a:pt x="115" y="87"/>
                      <a:pt x="115" y="86"/>
                    </a:cubicBezTo>
                    <a:cubicBezTo>
                      <a:pt x="116" y="87"/>
                      <a:pt x="116" y="88"/>
                      <a:pt x="116" y="88"/>
                    </a:cubicBezTo>
                    <a:cubicBezTo>
                      <a:pt x="116" y="89"/>
                      <a:pt x="116" y="86"/>
                      <a:pt x="114" y="84"/>
                    </a:cubicBezTo>
                    <a:cubicBezTo>
                      <a:pt x="115" y="84"/>
                      <a:pt x="114" y="83"/>
                      <a:pt x="115" y="85"/>
                    </a:cubicBezTo>
                    <a:cubicBezTo>
                      <a:pt x="115" y="85"/>
                      <a:pt x="115" y="83"/>
                      <a:pt x="115" y="83"/>
                    </a:cubicBezTo>
                    <a:cubicBezTo>
                      <a:pt x="115" y="83"/>
                      <a:pt x="115" y="81"/>
                      <a:pt x="114" y="83"/>
                    </a:cubicBezTo>
                    <a:cubicBezTo>
                      <a:pt x="113" y="83"/>
                      <a:pt x="114" y="82"/>
                      <a:pt x="114" y="81"/>
                    </a:cubicBezTo>
                    <a:cubicBezTo>
                      <a:pt x="114" y="79"/>
                      <a:pt x="113" y="82"/>
                      <a:pt x="114" y="82"/>
                    </a:cubicBezTo>
                    <a:cubicBezTo>
                      <a:pt x="113" y="83"/>
                      <a:pt x="115" y="84"/>
                      <a:pt x="115" y="83"/>
                    </a:cubicBezTo>
                    <a:cubicBezTo>
                      <a:pt x="115" y="84"/>
                      <a:pt x="116" y="82"/>
                      <a:pt x="114" y="82"/>
                    </a:cubicBezTo>
                    <a:cubicBezTo>
                      <a:pt x="114" y="82"/>
                      <a:pt x="117" y="86"/>
                      <a:pt x="114" y="82"/>
                    </a:cubicBezTo>
                    <a:cubicBezTo>
                      <a:pt x="113" y="82"/>
                      <a:pt x="114" y="85"/>
                      <a:pt x="114" y="83"/>
                    </a:cubicBezTo>
                    <a:cubicBezTo>
                      <a:pt x="115" y="84"/>
                      <a:pt x="116" y="83"/>
                      <a:pt x="114" y="82"/>
                    </a:cubicBezTo>
                    <a:cubicBezTo>
                      <a:pt x="114" y="83"/>
                      <a:pt x="114" y="84"/>
                      <a:pt x="113" y="82"/>
                    </a:cubicBezTo>
                    <a:cubicBezTo>
                      <a:pt x="114" y="81"/>
                      <a:pt x="114" y="82"/>
                      <a:pt x="115" y="80"/>
                    </a:cubicBezTo>
                    <a:cubicBezTo>
                      <a:pt x="116" y="78"/>
                      <a:pt x="117" y="79"/>
                      <a:pt x="117" y="80"/>
                    </a:cubicBezTo>
                    <a:cubicBezTo>
                      <a:pt x="116" y="81"/>
                      <a:pt x="117" y="82"/>
                      <a:pt x="116" y="80"/>
                    </a:cubicBezTo>
                    <a:cubicBezTo>
                      <a:pt x="117" y="82"/>
                      <a:pt x="113" y="79"/>
                      <a:pt x="116" y="79"/>
                    </a:cubicBezTo>
                    <a:cubicBezTo>
                      <a:pt x="117" y="78"/>
                      <a:pt x="114" y="76"/>
                      <a:pt x="117" y="77"/>
                    </a:cubicBezTo>
                    <a:cubicBezTo>
                      <a:pt x="117" y="74"/>
                      <a:pt x="117" y="76"/>
                      <a:pt x="118" y="76"/>
                    </a:cubicBezTo>
                    <a:cubicBezTo>
                      <a:pt x="117" y="78"/>
                      <a:pt x="118" y="77"/>
                      <a:pt x="117" y="77"/>
                    </a:cubicBezTo>
                    <a:cubicBezTo>
                      <a:pt x="116" y="76"/>
                      <a:pt x="118" y="76"/>
                      <a:pt x="118" y="75"/>
                    </a:cubicBezTo>
                    <a:cubicBezTo>
                      <a:pt x="117" y="75"/>
                      <a:pt x="116" y="78"/>
                      <a:pt x="116" y="75"/>
                    </a:cubicBezTo>
                    <a:cubicBezTo>
                      <a:pt x="116" y="74"/>
                      <a:pt x="117" y="74"/>
                      <a:pt x="117" y="75"/>
                    </a:cubicBezTo>
                    <a:cubicBezTo>
                      <a:pt x="115" y="75"/>
                      <a:pt x="117" y="74"/>
                      <a:pt x="117" y="75"/>
                    </a:cubicBezTo>
                    <a:cubicBezTo>
                      <a:pt x="117" y="76"/>
                      <a:pt x="118" y="77"/>
                      <a:pt x="117" y="75"/>
                    </a:cubicBezTo>
                    <a:cubicBezTo>
                      <a:pt x="117" y="77"/>
                      <a:pt x="117" y="74"/>
                      <a:pt x="117" y="73"/>
                    </a:cubicBezTo>
                    <a:cubicBezTo>
                      <a:pt x="117" y="70"/>
                      <a:pt x="116" y="75"/>
                      <a:pt x="118" y="72"/>
                    </a:cubicBezTo>
                    <a:cubicBezTo>
                      <a:pt x="118" y="72"/>
                      <a:pt x="119" y="70"/>
                      <a:pt x="118" y="71"/>
                    </a:cubicBezTo>
                    <a:cubicBezTo>
                      <a:pt x="119" y="69"/>
                      <a:pt x="119" y="71"/>
                      <a:pt x="119" y="68"/>
                    </a:cubicBezTo>
                    <a:cubicBezTo>
                      <a:pt x="120" y="68"/>
                      <a:pt x="118" y="68"/>
                      <a:pt x="118" y="66"/>
                    </a:cubicBezTo>
                    <a:cubicBezTo>
                      <a:pt x="119" y="66"/>
                      <a:pt x="118" y="67"/>
                      <a:pt x="117" y="66"/>
                    </a:cubicBezTo>
                    <a:cubicBezTo>
                      <a:pt x="117" y="66"/>
                      <a:pt x="115" y="67"/>
                      <a:pt x="116" y="66"/>
                    </a:cubicBezTo>
                    <a:cubicBezTo>
                      <a:pt x="116" y="66"/>
                      <a:pt x="116" y="66"/>
                      <a:pt x="116" y="66"/>
                    </a:cubicBezTo>
                    <a:cubicBezTo>
                      <a:pt x="116" y="64"/>
                      <a:pt x="116" y="65"/>
                      <a:pt x="116" y="64"/>
                    </a:cubicBezTo>
                    <a:cubicBezTo>
                      <a:pt x="116" y="62"/>
                      <a:pt x="116" y="64"/>
                      <a:pt x="115" y="62"/>
                    </a:cubicBezTo>
                    <a:cubicBezTo>
                      <a:pt x="116" y="64"/>
                      <a:pt x="115" y="63"/>
                      <a:pt x="114" y="61"/>
                    </a:cubicBezTo>
                    <a:cubicBezTo>
                      <a:pt x="114" y="63"/>
                      <a:pt x="113" y="60"/>
                      <a:pt x="112" y="62"/>
                    </a:cubicBezTo>
                    <a:cubicBezTo>
                      <a:pt x="112" y="62"/>
                      <a:pt x="113" y="61"/>
                      <a:pt x="112" y="63"/>
                    </a:cubicBezTo>
                    <a:cubicBezTo>
                      <a:pt x="114" y="64"/>
                      <a:pt x="112" y="63"/>
                      <a:pt x="111" y="65"/>
                    </a:cubicBezTo>
                    <a:cubicBezTo>
                      <a:pt x="111" y="65"/>
                      <a:pt x="110" y="64"/>
                      <a:pt x="111" y="63"/>
                    </a:cubicBezTo>
                    <a:cubicBezTo>
                      <a:pt x="111" y="62"/>
                      <a:pt x="111" y="63"/>
                      <a:pt x="109" y="63"/>
                    </a:cubicBezTo>
                    <a:cubicBezTo>
                      <a:pt x="108" y="62"/>
                      <a:pt x="108" y="66"/>
                      <a:pt x="108" y="65"/>
                    </a:cubicBezTo>
                    <a:cubicBezTo>
                      <a:pt x="108" y="66"/>
                      <a:pt x="107" y="67"/>
                      <a:pt x="107" y="67"/>
                    </a:cubicBezTo>
                    <a:cubicBezTo>
                      <a:pt x="105" y="69"/>
                      <a:pt x="106" y="70"/>
                      <a:pt x="106" y="70"/>
                    </a:cubicBezTo>
                    <a:cubicBezTo>
                      <a:pt x="106" y="70"/>
                      <a:pt x="106" y="71"/>
                      <a:pt x="106" y="72"/>
                    </a:cubicBezTo>
                    <a:cubicBezTo>
                      <a:pt x="105" y="72"/>
                      <a:pt x="102" y="72"/>
                      <a:pt x="105" y="72"/>
                    </a:cubicBezTo>
                    <a:cubicBezTo>
                      <a:pt x="105" y="76"/>
                      <a:pt x="104" y="69"/>
                      <a:pt x="102" y="71"/>
                    </a:cubicBezTo>
                    <a:cubicBezTo>
                      <a:pt x="104" y="72"/>
                      <a:pt x="103" y="68"/>
                      <a:pt x="101" y="70"/>
                    </a:cubicBezTo>
                    <a:cubicBezTo>
                      <a:pt x="100" y="68"/>
                      <a:pt x="99" y="68"/>
                      <a:pt x="100" y="68"/>
                    </a:cubicBezTo>
                    <a:cubicBezTo>
                      <a:pt x="101" y="67"/>
                      <a:pt x="97" y="65"/>
                      <a:pt x="99" y="65"/>
                    </a:cubicBezTo>
                    <a:cubicBezTo>
                      <a:pt x="100" y="64"/>
                      <a:pt x="98" y="66"/>
                      <a:pt x="100" y="62"/>
                    </a:cubicBezTo>
                    <a:cubicBezTo>
                      <a:pt x="101" y="64"/>
                      <a:pt x="100" y="61"/>
                      <a:pt x="102" y="61"/>
                    </a:cubicBezTo>
                    <a:cubicBezTo>
                      <a:pt x="105" y="61"/>
                      <a:pt x="103" y="58"/>
                      <a:pt x="103" y="59"/>
                    </a:cubicBezTo>
                    <a:cubicBezTo>
                      <a:pt x="104" y="61"/>
                      <a:pt x="104" y="59"/>
                      <a:pt x="104" y="57"/>
                    </a:cubicBezTo>
                    <a:cubicBezTo>
                      <a:pt x="104" y="57"/>
                      <a:pt x="106" y="57"/>
                      <a:pt x="104" y="57"/>
                    </a:cubicBezTo>
                    <a:cubicBezTo>
                      <a:pt x="105" y="58"/>
                      <a:pt x="104" y="59"/>
                      <a:pt x="104" y="57"/>
                    </a:cubicBezTo>
                    <a:cubicBezTo>
                      <a:pt x="103" y="57"/>
                      <a:pt x="104" y="57"/>
                      <a:pt x="104" y="57"/>
                    </a:cubicBezTo>
                    <a:cubicBezTo>
                      <a:pt x="105" y="58"/>
                      <a:pt x="105" y="58"/>
                      <a:pt x="104" y="57"/>
                    </a:cubicBezTo>
                    <a:cubicBezTo>
                      <a:pt x="105" y="56"/>
                      <a:pt x="106" y="52"/>
                      <a:pt x="104" y="55"/>
                    </a:cubicBezTo>
                    <a:cubicBezTo>
                      <a:pt x="104" y="54"/>
                      <a:pt x="105" y="53"/>
                      <a:pt x="104" y="54"/>
                    </a:cubicBezTo>
                    <a:cubicBezTo>
                      <a:pt x="105" y="55"/>
                      <a:pt x="104" y="54"/>
                      <a:pt x="104" y="52"/>
                    </a:cubicBezTo>
                    <a:cubicBezTo>
                      <a:pt x="103" y="50"/>
                      <a:pt x="107" y="51"/>
                      <a:pt x="106" y="51"/>
                    </a:cubicBezTo>
                    <a:cubicBezTo>
                      <a:pt x="107" y="51"/>
                      <a:pt x="107" y="49"/>
                      <a:pt x="106" y="50"/>
                    </a:cubicBezTo>
                    <a:cubicBezTo>
                      <a:pt x="106" y="50"/>
                      <a:pt x="105" y="50"/>
                      <a:pt x="106" y="50"/>
                    </a:cubicBezTo>
                    <a:cubicBezTo>
                      <a:pt x="106" y="49"/>
                      <a:pt x="106" y="47"/>
                      <a:pt x="106" y="49"/>
                    </a:cubicBezTo>
                    <a:cubicBezTo>
                      <a:pt x="107" y="50"/>
                      <a:pt x="107" y="48"/>
                      <a:pt x="107" y="48"/>
                    </a:cubicBezTo>
                    <a:cubicBezTo>
                      <a:pt x="107" y="48"/>
                      <a:pt x="107" y="47"/>
                      <a:pt x="108" y="47"/>
                    </a:cubicBezTo>
                    <a:cubicBezTo>
                      <a:pt x="108" y="48"/>
                      <a:pt x="109" y="46"/>
                      <a:pt x="109" y="46"/>
                    </a:cubicBezTo>
                    <a:cubicBezTo>
                      <a:pt x="109" y="45"/>
                      <a:pt x="107" y="44"/>
                      <a:pt x="109" y="44"/>
                    </a:cubicBezTo>
                    <a:cubicBezTo>
                      <a:pt x="109" y="44"/>
                      <a:pt x="109" y="44"/>
                      <a:pt x="109" y="43"/>
                    </a:cubicBezTo>
                    <a:cubicBezTo>
                      <a:pt x="108" y="43"/>
                      <a:pt x="109" y="43"/>
                      <a:pt x="109" y="43"/>
                    </a:cubicBezTo>
                    <a:cubicBezTo>
                      <a:pt x="109" y="43"/>
                      <a:pt x="107" y="43"/>
                      <a:pt x="109" y="43"/>
                    </a:cubicBezTo>
                    <a:cubicBezTo>
                      <a:pt x="109" y="44"/>
                      <a:pt x="108" y="42"/>
                      <a:pt x="108" y="42"/>
                    </a:cubicBezTo>
                    <a:cubicBezTo>
                      <a:pt x="108" y="42"/>
                      <a:pt x="107" y="41"/>
                      <a:pt x="106" y="41"/>
                    </a:cubicBezTo>
                    <a:cubicBezTo>
                      <a:pt x="108" y="39"/>
                      <a:pt x="106" y="40"/>
                      <a:pt x="108" y="39"/>
                    </a:cubicBezTo>
                    <a:cubicBezTo>
                      <a:pt x="109" y="38"/>
                      <a:pt x="107" y="37"/>
                      <a:pt x="108" y="37"/>
                    </a:cubicBezTo>
                    <a:cubicBezTo>
                      <a:pt x="106" y="36"/>
                      <a:pt x="108" y="36"/>
                      <a:pt x="108" y="36"/>
                    </a:cubicBezTo>
                    <a:cubicBezTo>
                      <a:pt x="109" y="35"/>
                      <a:pt x="108" y="33"/>
                      <a:pt x="107" y="33"/>
                    </a:cubicBezTo>
                    <a:cubicBezTo>
                      <a:pt x="108" y="32"/>
                      <a:pt x="106" y="32"/>
                      <a:pt x="107" y="31"/>
                    </a:cubicBezTo>
                    <a:cubicBezTo>
                      <a:pt x="106" y="29"/>
                      <a:pt x="106" y="28"/>
                      <a:pt x="106" y="29"/>
                    </a:cubicBezTo>
                    <a:cubicBezTo>
                      <a:pt x="106" y="28"/>
                      <a:pt x="105" y="30"/>
                      <a:pt x="104" y="29"/>
                    </a:cubicBezTo>
                    <a:cubicBezTo>
                      <a:pt x="103" y="28"/>
                      <a:pt x="103" y="30"/>
                      <a:pt x="103" y="29"/>
                    </a:cubicBezTo>
                    <a:cubicBezTo>
                      <a:pt x="102" y="29"/>
                      <a:pt x="102" y="30"/>
                      <a:pt x="101" y="30"/>
                    </a:cubicBezTo>
                    <a:cubicBezTo>
                      <a:pt x="100" y="30"/>
                      <a:pt x="100" y="31"/>
                      <a:pt x="101" y="31"/>
                    </a:cubicBezTo>
                    <a:cubicBezTo>
                      <a:pt x="101" y="31"/>
                      <a:pt x="101" y="32"/>
                      <a:pt x="101" y="32"/>
                    </a:cubicBezTo>
                    <a:cubicBezTo>
                      <a:pt x="100" y="33"/>
                      <a:pt x="101" y="31"/>
                      <a:pt x="100" y="34"/>
                    </a:cubicBezTo>
                    <a:cubicBezTo>
                      <a:pt x="100" y="35"/>
                      <a:pt x="101" y="36"/>
                      <a:pt x="101" y="35"/>
                    </a:cubicBezTo>
                    <a:cubicBezTo>
                      <a:pt x="101" y="35"/>
                      <a:pt x="99" y="37"/>
                      <a:pt x="101" y="35"/>
                    </a:cubicBezTo>
                    <a:cubicBezTo>
                      <a:pt x="101" y="34"/>
                      <a:pt x="100" y="34"/>
                      <a:pt x="101" y="35"/>
                    </a:cubicBezTo>
                    <a:cubicBezTo>
                      <a:pt x="99" y="37"/>
                      <a:pt x="100" y="35"/>
                      <a:pt x="100" y="36"/>
                    </a:cubicBezTo>
                    <a:cubicBezTo>
                      <a:pt x="100" y="37"/>
                      <a:pt x="101" y="39"/>
                      <a:pt x="99" y="38"/>
                    </a:cubicBezTo>
                    <a:cubicBezTo>
                      <a:pt x="98" y="39"/>
                      <a:pt x="100" y="39"/>
                      <a:pt x="99" y="41"/>
                    </a:cubicBezTo>
                    <a:cubicBezTo>
                      <a:pt x="98" y="44"/>
                      <a:pt x="100" y="43"/>
                      <a:pt x="100" y="43"/>
                    </a:cubicBezTo>
                    <a:cubicBezTo>
                      <a:pt x="101" y="41"/>
                      <a:pt x="101" y="44"/>
                      <a:pt x="100" y="43"/>
                    </a:cubicBezTo>
                    <a:cubicBezTo>
                      <a:pt x="100" y="42"/>
                      <a:pt x="101" y="49"/>
                      <a:pt x="101" y="45"/>
                    </a:cubicBezTo>
                    <a:cubicBezTo>
                      <a:pt x="101" y="47"/>
                      <a:pt x="101" y="46"/>
                      <a:pt x="101" y="46"/>
                    </a:cubicBezTo>
                    <a:cubicBezTo>
                      <a:pt x="100" y="47"/>
                      <a:pt x="101" y="47"/>
                      <a:pt x="101" y="47"/>
                    </a:cubicBezTo>
                    <a:cubicBezTo>
                      <a:pt x="100" y="47"/>
                      <a:pt x="102" y="47"/>
                      <a:pt x="101" y="47"/>
                    </a:cubicBezTo>
                    <a:cubicBezTo>
                      <a:pt x="100" y="47"/>
                      <a:pt x="100" y="47"/>
                      <a:pt x="99" y="49"/>
                    </a:cubicBezTo>
                    <a:cubicBezTo>
                      <a:pt x="100" y="51"/>
                      <a:pt x="100" y="48"/>
                      <a:pt x="98" y="48"/>
                    </a:cubicBezTo>
                    <a:cubicBezTo>
                      <a:pt x="97" y="48"/>
                      <a:pt x="98" y="49"/>
                      <a:pt x="98" y="48"/>
                    </a:cubicBezTo>
                    <a:cubicBezTo>
                      <a:pt x="100" y="52"/>
                      <a:pt x="97" y="47"/>
                      <a:pt x="97" y="48"/>
                    </a:cubicBezTo>
                    <a:cubicBezTo>
                      <a:pt x="98" y="47"/>
                      <a:pt x="98" y="49"/>
                      <a:pt x="96" y="49"/>
                    </a:cubicBezTo>
                    <a:cubicBezTo>
                      <a:pt x="93" y="48"/>
                      <a:pt x="95" y="48"/>
                      <a:pt x="95" y="49"/>
                    </a:cubicBezTo>
                    <a:cubicBezTo>
                      <a:pt x="94" y="50"/>
                      <a:pt x="95" y="48"/>
                      <a:pt x="94" y="49"/>
                    </a:cubicBezTo>
                    <a:cubicBezTo>
                      <a:pt x="97" y="51"/>
                      <a:pt x="94" y="49"/>
                      <a:pt x="93" y="49"/>
                    </a:cubicBezTo>
                    <a:cubicBezTo>
                      <a:pt x="91" y="50"/>
                      <a:pt x="93" y="51"/>
                      <a:pt x="92" y="50"/>
                    </a:cubicBezTo>
                    <a:cubicBezTo>
                      <a:pt x="93" y="50"/>
                      <a:pt x="91" y="50"/>
                      <a:pt x="92" y="51"/>
                    </a:cubicBezTo>
                    <a:cubicBezTo>
                      <a:pt x="91" y="51"/>
                      <a:pt x="92" y="51"/>
                      <a:pt x="91" y="50"/>
                    </a:cubicBezTo>
                    <a:cubicBezTo>
                      <a:pt x="88" y="51"/>
                      <a:pt x="90" y="48"/>
                      <a:pt x="90" y="50"/>
                    </a:cubicBezTo>
                    <a:cubicBezTo>
                      <a:pt x="91" y="48"/>
                      <a:pt x="89" y="47"/>
                      <a:pt x="90" y="48"/>
                    </a:cubicBezTo>
                    <a:cubicBezTo>
                      <a:pt x="90" y="48"/>
                      <a:pt x="88" y="50"/>
                      <a:pt x="90" y="50"/>
                    </a:cubicBezTo>
                    <a:cubicBezTo>
                      <a:pt x="90" y="50"/>
                      <a:pt x="90" y="50"/>
                      <a:pt x="90" y="49"/>
                    </a:cubicBezTo>
                    <a:cubicBezTo>
                      <a:pt x="89" y="49"/>
                      <a:pt x="88" y="51"/>
                      <a:pt x="88" y="51"/>
                    </a:cubicBezTo>
                    <a:cubicBezTo>
                      <a:pt x="86" y="52"/>
                      <a:pt x="86" y="52"/>
                      <a:pt x="86" y="51"/>
                    </a:cubicBezTo>
                    <a:cubicBezTo>
                      <a:pt x="85" y="52"/>
                      <a:pt x="87" y="52"/>
                      <a:pt x="87" y="51"/>
                    </a:cubicBezTo>
                    <a:cubicBezTo>
                      <a:pt x="87" y="50"/>
                      <a:pt x="85" y="52"/>
                      <a:pt x="85" y="51"/>
                    </a:cubicBezTo>
                    <a:cubicBezTo>
                      <a:pt x="85" y="51"/>
                      <a:pt x="84" y="54"/>
                      <a:pt x="84" y="50"/>
                    </a:cubicBezTo>
                    <a:cubicBezTo>
                      <a:pt x="84" y="52"/>
                      <a:pt x="84" y="53"/>
                      <a:pt x="84" y="52"/>
                    </a:cubicBezTo>
                    <a:cubicBezTo>
                      <a:pt x="84" y="52"/>
                      <a:pt x="83" y="52"/>
                      <a:pt x="83" y="51"/>
                    </a:cubicBezTo>
                    <a:cubicBezTo>
                      <a:pt x="83" y="51"/>
                      <a:pt x="83" y="51"/>
                      <a:pt x="83" y="49"/>
                    </a:cubicBezTo>
                    <a:cubicBezTo>
                      <a:pt x="85" y="46"/>
                      <a:pt x="83" y="47"/>
                      <a:pt x="83" y="48"/>
                    </a:cubicBezTo>
                    <a:cubicBezTo>
                      <a:pt x="83" y="48"/>
                      <a:pt x="82" y="43"/>
                      <a:pt x="83" y="46"/>
                    </a:cubicBezTo>
                    <a:cubicBezTo>
                      <a:pt x="83" y="46"/>
                      <a:pt x="84" y="45"/>
                      <a:pt x="83" y="44"/>
                    </a:cubicBezTo>
                    <a:cubicBezTo>
                      <a:pt x="83" y="43"/>
                      <a:pt x="83" y="43"/>
                      <a:pt x="83" y="43"/>
                    </a:cubicBezTo>
                    <a:cubicBezTo>
                      <a:pt x="83" y="43"/>
                      <a:pt x="82" y="44"/>
                      <a:pt x="83" y="42"/>
                    </a:cubicBezTo>
                    <a:cubicBezTo>
                      <a:pt x="84" y="43"/>
                      <a:pt x="82" y="40"/>
                      <a:pt x="82" y="42"/>
                    </a:cubicBezTo>
                    <a:cubicBezTo>
                      <a:pt x="83" y="40"/>
                      <a:pt x="82" y="42"/>
                      <a:pt x="82" y="40"/>
                    </a:cubicBezTo>
                    <a:cubicBezTo>
                      <a:pt x="82" y="41"/>
                      <a:pt x="82" y="40"/>
                      <a:pt x="80" y="39"/>
                    </a:cubicBezTo>
                    <a:cubicBezTo>
                      <a:pt x="80" y="42"/>
                      <a:pt x="79" y="36"/>
                      <a:pt x="80" y="38"/>
                    </a:cubicBezTo>
                    <a:cubicBezTo>
                      <a:pt x="80" y="38"/>
                      <a:pt x="79" y="35"/>
                      <a:pt x="79" y="38"/>
                    </a:cubicBezTo>
                    <a:cubicBezTo>
                      <a:pt x="78" y="36"/>
                      <a:pt x="79" y="36"/>
                      <a:pt x="77" y="37"/>
                    </a:cubicBezTo>
                    <a:cubicBezTo>
                      <a:pt x="77" y="37"/>
                      <a:pt x="75" y="37"/>
                      <a:pt x="77" y="38"/>
                    </a:cubicBezTo>
                    <a:cubicBezTo>
                      <a:pt x="76" y="38"/>
                      <a:pt x="76" y="36"/>
                      <a:pt x="76" y="38"/>
                    </a:cubicBezTo>
                    <a:cubicBezTo>
                      <a:pt x="75" y="37"/>
                      <a:pt x="75" y="39"/>
                      <a:pt x="76" y="38"/>
                    </a:cubicBezTo>
                    <a:cubicBezTo>
                      <a:pt x="76" y="39"/>
                      <a:pt x="75" y="38"/>
                      <a:pt x="75" y="40"/>
                    </a:cubicBezTo>
                    <a:cubicBezTo>
                      <a:pt x="74" y="40"/>
                      <a:pt x="74" y="40"/>
                      <a:pt x="74" y="39"/>
                    </a:cubicBezTo>
                    <a:cubicBezTo>
                      <a:pt x="72" y="38"/>
                      <a:pt x="72" y="37"/>
                      <a:pt x="73" y="38"/>
                    </a:cubicBezTo>
                    <a:cubicBezTo>
                      <a:pt x="72" y="37"/>
                      <a:pt x="73" y="40"/>
                      <a:pt x="73" y="39"/>
                    </a:cubicBezTo>
                    <a:cubicBezTo>
                      <a:pt x="73" y="42"/>
                      <a:pt x="73" y="40"/>
                      <a:pt x="72" y="40"/>
                    </a:cubicBezTo>
                    <a:cubicBezTo>
                      <a:pt x="73" y="39"/>
                      <a:pt x="72" y="39"/>
                      <a:pt x="71" y="40"/>
                    </a:cubicBezTo>
                    <a:cubicBezTo>
                      <a:pt x="70" y="41"/>
                      <a:pt x="70" y="40"/>
                      <a:pt x="70" y="40"/>
                    </a:cubicBezTo>
                    <a:cubicBezTo>
                      <a:pt x="68" y="40"/>
                      <a:pt x="69" y="38"/>
                      <a:pt x="68" y="39"/>
                    </a:cubicBezTo>
                    <a:cubicBezTo>
                      <a:pt x="68" y="39"/>
                      <a:pt x="66" y="40"/>
                      <a:pt x="67" y="39"/>
                    </a:cubicBezTo>
                    <a:cubicBezTo>
                      <a:pt x="66" y="37"/>
                      <a:pt x="65" y="38"/>
                      <a:pt x="66" y="37"/>
                    </a:cubicBezTo>
                    <a:cubicBezTo>
                      <a:pt x="65" y="37"/>
                      <a:pt x="66" y="38"/>
                      <a:pt x="66" y="35"/>
                    </a:cubicBezTo>
                    <a:cubicBezTo>
                      <a:pt x="66" y="35"/>
                      <a:pt x="66" y="34"/>
                      <a:pt x="66" y="33"/>
                    </a:cubicBezTo>
                    <a:cubicBezTo>
                      <a:pt x="67" y="31"/>
                      <a:pt x="67" y="32"/>
                      <a:pt x="66" y="31"/>
                    </a:cubicBezTo>
                    <a:cubicBezTo>
                      <a:pt x="67" y="30"/>
                      <a:pt x="67" y="29"/>
                      <a:pt x="67" y="29"/>
                    </a:cubicBezTo>
                    <a:cubicBezTo>
                      <a:pt x="66" y="28"/>
                      <a:pt x="66" y="29"/>
                      <a:pt x="69" y="27"/>
                    </a:cubicBezTo>
                    <a:cubicBezTo>
                      <a:pt x="67" y="26"/>
                      <a:pt x="69" y="24"/>
                      <a:pt x="70" y="25"/>
                    </a:cubicBezTo>
                    <a:cubicBezTo>
                      <a:pt x="70" y="25"/>
                      <a:pt x="70" y="24"/>
                      <a:pt x="71" y="23"/>
                    </a:cubicBezTo>
                    <a:cubicBezTo>
                      <a:pt x="70" y="24"/>
                      <a:pt x="70" y="22"/>
                      <a:pt x="69" y="22"/>
                    </a:cubicBezTo>
                    <a:cubicBezTo>
                      <a:pt x="69" y="21"/>
                      <a:pt x="68" y="20"/>
                      <a:pt x="68" y="20"/>
                    </a:cubicBezTo>
                    <a:cubicBezTo>
                      <a:pt x="68" y="20"/>
                      <a:pt x="67" y="21"/>
                      <a:pt x="67" y="19"/>
                    </a:cubicBezTo>
                    <a:cubicBezTo>
                      <a:pt x="67" y="18"/>
                      <a:pt x="67" y="18"/>
                      <a:pt x="66" y="18"/>
                    </a:cubicBezTo>
                    <a:cubicBezTo>
                      <a:pt x="66" y="18"/>
                      <a:pt x="66" y="15"/>
                      <a:pt x="65" y="16"/>
                    </a:cubicBezTo>
                    <a:cubicBezTo>
                      <a:pt x="65" y="16"/>
                      <a:pt x="65" y="14"/>
                      <a:pt x="65" y="13"/>
                    </a:cubicBezTo>
                    <a:cubicBezTo>
                      <a:pt x="64" y="13"/>
                      <a:pt x="64" y="13"/>
                      <a:pt x="65" y="11"/>
                    </a:cubicBezTo>
                    <a:cubicBezTo>
                      <a:pt x="67" y="11"/>
                      <a:pt x="64" y="10"/>
                      <a:pt x="64" y="9"/>
                    </a:cubicBezTo>
                    <a:cubicBezTo>
                      <a:pt x="63" y="9"/>
                      <a:pt x="64" y="9"/>
                      <a:pt x="63" y="9"/>
                    </a:cubicBezTo>
                    <a:cubicBezTo>
                      <a:pt x="63" y="8"/>
                      <a:pt x="62" y="10"/>
                      <a:pt x="62" y="9"/>
                    </a:cubicBezTo>
                    <a:cubicBezTo>
                      <a:pt x="61" y="7"/>
                      <a:pt x="62" y="11"/>
                      <a:pt x="61" y="10"/>
                    </a:cubicBezTo>
                    <a:cubicBezTo>
                      <a:pt x="60" y="10"/>
                      <a:pt x="62" y="8"/>
                      <a:pt x="61" y="9"/>
                    </a:cubicBezTo>
                    <a:cubicBezTo>
                      <a:pt x="62" y="8"/>
                      <a:pt x="60" y="8"/>
                      <a:pt x="60" y="6"/>
                    </a:cubicBezTo>
                    <a:cubicBezTo>
                      <a:pt x="59" y="7"/>
                      <a:pt x="60" y="4"/>
                      <a:pt x="59" y="5"/>
                    </a:cubicBezTo>
                    <a:cubicBezTo>
                      <a:pt x="59" y="6"/>
                      <a:pt x="57" y="5"/>
                      <a:pt x="57" y="5"/>
                    </a:cubicBezTo>
                    <a:cubicBezTo>
                      <a:pt x="58" y="6"/>
                      <a:pt x="55" y="9"/>
                      <a:pt x="56" y="8"/>
                    </a:cubicBezTo>
                    <a:cubicBezTo>
                      <a:pt x="56" y="7"/>
                      <a:pt x="57" y="7"/>
                      <a:pt x="55" y="10"/>
                    </a:cubicBezTo>
                    <a:cubicBezTo>
                      <a:pt x="56" y="11"/>
                      <a:pt x="55" y="8"/>
                      <a:pt x="54" y="11"/>
                    </a:cubicBezTo>
                    <a:cubicBezTo>
                      <a:pt x="55" y="10"/>
                      <a:pt x="53" y="10"/>
                      <a:pt x="53" y="10"/>
                    </a:cubicBezTo>
                    <a:cubicBezTo>
                      <a:pt x="53" y="11"/>
                      <a:pt x="52" y="9"/>
                      <a:pt x="52" y="10"/>
                    </a:cubicBezTo>
                    <a:cubicBezTo>
                      <a:pt x="50" y="8"/>
                      <a:pt x="51" y="12"/>
                      <a:pt x="50" y="13"/>
                    </a:cubicBezTo>
                    <a:cubicBezTo>
                      <a:pt x="50" y="14"/>
                      <a:pt x="50" y="14"/>
                      <a:pt x="50" y="16"/>
                    </a:cubicBezTo>
                    <a:cubicBezTo>
                      <a:pt x="49" y="16"/>
                      <a:pt x="50" y="17"/>
                      <a:pt x="49" y="17"/>
                    </a:cubicBezTo>
                    <a:cubicBezTo>
                      <a:pt x="48" y="19"/>
                      <a:pt x="49" y="19"/>
                      <a:pt x="50" y="18"/>
                    </a:cubicBezTo>
                    <a:cubicBezTo>
                      <a:pt x="49" y="19"/>
                      <a:pt x="49" y="21"/>
                      <a:pt x="50" y="21"/>
                    </a:cubicBezTo>
                    <a:cubicBezTo>
                      <a:pt x="51" y="23"/>
                      <a:pt x="50" y="23"/>
                      <a:pt x="50" y="23"/>
                    </a:cubicBezTo>
                    <a:cubicBezTo>
                      <a:pt x="51" y="23"/>
                      <a:pt x="50" y="24"/>
                      <a:pt x="51" y="25"/>
                    </a:cubicBezTo>
                    <a:cubicBezTo>
                      <a:pt x="51" y="22"/>
                      <a:pt x="52" y="24"/>
                      <a:pt x="52" y="25"/>
                    </a:cubicBezTo>
                    <a:cubicBezTo>
                      <a:pt x="53" y="24"/>
                      <a:pt x="54" y="26"/>
                      <a:pt x="53" y="27"/>
                    </a:cubicBezTo>
                    <a:cubicBezTo>
                      <a:pt x="53" y="25"/>
                      <a:pt x="53" y="27"/>
                      <a:pt x="53" y="27"/>
                    </a:cubicBezTo>
                    <a:cubicBezTo>
                      <a:pt x="53" y="28"/>
                      <a:pt x="54" y="26"/>
                      <a:pt x="52" y="28"/>
                    </a:cubicBezTo>
                    <a:cubicBezTo>
                      <a:pt x="52" y="28"/>
                      <a:pt x="52" y="29"/>
                      <a:pt x="52" y="30"/>
                    </a:cubicBezTo>
                    <a:cubicBezTo>
                      <a:pt x="51" y="30"/>
                      <a:pt x="51" y="29"/>
                      <a:pt x="51" y="30"/>
                    </a:cubicBezTo>
                    <a:cubicBezTo>
                      <a:pt x="51" y="31"/>
                      <a:pt x="50" y="32"/>
                      <a:pt x="50" y="31"/>
                    </a:cubicBezTo>
                    <a:cubicBezTo>
                      <a:pt x="49" y="31"/>
                      <a:pt x="49" y="32"/>
                      <a:pt x="49" y="31"/>
                    </a:cubicBezTo>
                    <a:cubicBezTo>
                      <a:pt x="48" y="31"/>
                      <a:pt x="48" y="31"/>
                      <a:pt x="47" y="31"/>
                    </a:cubicBezTo>
                    <a:cubicBezTo>
                      <a:pt x="47" y="31"/>
                      <a:pt x="46" y="29"/>
                      <a:pt x="46" y="31"/>
                    </a:cubicBezTo>
                    <a:cubicBezTo>
                      <a:pt x="44" y="29"/>
                      <a:pt x="46" y="30"/>
                      <a:pt x="45" y="30"/>
                    </a:cubicBezTo>
                    <a:cubicBezTo>
                      <a:pt x="45" y="29"/>
                      <a:pt x="44" y="28"/>
                      <a:pt x="44" y="29"/>
                    </a:cubicBezTo>
                    <a:cubicBezTo>
                      <a:pt x="43" y="28"/>
                      <a:pt x="44" y="27"/>
                      <a:pt x="44" y="28"/>
                    </a:cubicBezTo>
                    <a:cubicBezTo>
                      <a:pt x="43" y="28"/>
                      <a:pt x="44" y="28"/>
                      <a:pt x="43" y="27"/>
                    </a:cubicBezTo>
                    <a:cubicBezTo>
                      <a:pt x="43" y="27"/>
                      <a:pt x="44" y="25"/>
                      <a:pt x="43" y="25"/>
                    </a:cubicBezTo>
                    <a:cubicBezTo>
                      <a:pt x="43" y="25"/>
                      <a:pt x="43" y="25"/>
                      <a:pt x="43" y="24"/>
                    </a:cubicBezTo>
                    <a:cubicBezTo>
                      <a:pt x="43" y="24"/>
                      <a:pt x="43" y="24"/>
                      <a:pt x="43" y="23"/>
                    </a:cubicBezTo>
                    <a:cubicBezTo>
                      <a:pt x="43" y="21"/>
                      <a:pt x="43" y="22"/>
                      <a:pt x="43" y="23"/>
                    </a:cubicBezTo>
                    <a:cubicBezTo>
                      <a:pt x="43" y="24"/>
                      <a:pt x="43" y="23"/>
                      <a:pt x="43" y="22"/>
                    </a:cubicBezTo>
                    <a:cubicBezTo>
                      <a:pt x="43" y="21"/>
                      <a:pt x="43" y="21"/>
                      <a:pt x="43" y="21"/>
                    </a:cubicBezTo>
                    <a:cubicBezTo>
                      <a:pt x="43" y="20"/>
                      <a:pt x="43" y="20"/>
                      <a:pt x="43" y="19"/>
                    </a:cubicBezTo>
                    <a:cubicBezTo>
                      <a:pt x="43" y="18"/>
                      <a:pt x="43" y="18"/>
                      <a:pt x="43" y="18"/>
                    </a:cubicBezTo>
                    <a:cubicBezTo>
                      <a:pt x="42" y="18"/>
                      <a:pt x="43" y="16"/>
                      <a:pt x="42" y="17"/>
                    </a:cubicBezTo>
                    <a:cubicBezTo>
                      <a:pt x="42" y="16"/>
                      <a:pt x="43" y="16"/>
                      <a:pt x="43" y="16"/>
                    </a:cubicBezTo>
                    <a:cubicBezTo>
                      <a:pt x="43" y="14"/>
                      <a:pt x="44" y="15"/>
                      <a:pt x="43" y="14"/>
                    </a:cubicBezTo>
                    <a:cubicBezTo>
                      <a:pt x="44" y="14"/>
                      <a:pt x="44" y="13"/>
                      <a:pt x="44" y="13"/>
                    </a:cubicBezTo>
                    <a:cubicBezTo>
                      <a:pt x="44" y="13"/>
                      <a:pt x="44" y="13"/>
                      <a:pt x="44" y="12"/>
                    </a:cubicBezTo>
                    <a:cubicBezTo>
                      <a:pt x="44" y="13"/>
                      <a:pt x="43" y="11"/>
                      <a:pt x="43" y="11"/>
                    </a:cubicBezTo>
                    <a:cubicBezTo>
                      <a:pt x="43" y="11"/>
                      <a:pt x="44" y="11"/>
                      <a:pt x="44" y="11"/>
                    </a:cubicBezTo>
                    <a:cubicBezTo>
                      <a:pt x="44" y="10"/>
                      <a:pt x="44" y="10"/>
                      <a:pt x="44" y="9"/>
                    </a:cubicBezTo>
                    <a:cubicBezTo>
                      <a:pt x="44" y="10"/>
                      <a:pt x="44" y="9"/>
                      <a:pt x="44" y="9"/>
                    </a:cubicBezTo>
                    <a:cubicBezTo>
                      <a:pt x="44" y="8"/>
                      <a:pt x="43" y="7"/>
                      <a:pt x="44" y="7"/>
                    </a:cubicBezTo>
                    <a:cubicBezTo>
                      <a:pt x="44" y="8"/>
                      <a:pt x="44" y="7"/>
                      <a:pt x="44" y="7"/>
                    </a:cubicBezTo>
                    <a:cubicBezTo>
                      <a:pt x="44" y="7"/>
                      <a:pt x="43" y="7"/>
                      <a:pt x="43" y="6"/>
                    </a:cubicBezTo>
                    <a:cubicBezTo>
                      <a:pt x="43" y="6"/>
                      <a:pt x="43" y="5"/>
                      <a:pt x="43" y="5"/>
                    </a:cubicBezTo>
                    <a:cubicBezTo>
                      <a:pt x="42" y="4"/>
                      <a:pt x="43" y="3"/>
                      <a:pt x="43" y="3"/>
                    </a:cubicBezTo>
                    <a:cubicBezTo>
                      <a:pt x="42" y="2"/>
                      <a:pt x="42" y="2"/>
                      <a:pt x="42" y="2"/>
                    </a:cubicBezTo>
                    <a:cubicBezTo>
                      <a:pt x="42" y="2"/>
                      <a:pt x="41" y="3"/>
                      <a:pt x="42" y="3"/>
                    </a:cubicBezTo>
                    <a:cubicBezTo>
                      <a:pt x="41" y="1"/>
                      <a:pt x="40" y="1"/>
                      <a:pt x="41" y="2"/>
                    </a:cubicBezTo>
                    <a:cubicBezTo>
                      <a:pt x="40" y="2"/>
                      <a:pt x="40" y="1"/>
                      <a:pt x="40" y="1"/>
                    </a:cubicBezTo>
                    <a:cubicBezTo>
                      <a:pt x="40" y="0"/>
                      <a:pt x="40" y="0"/>
                      <a:pt x="40" y="1"/>
                    </a:cubicBezTo>
                    <a:cubicBezTo>
                      <a:pt x="39" y="0"/>
                      <a:pt x="38" y="0"/>
                      <a:pt x="38" y="1"/>
                    </a:cubicBezTo>
                    <a:cubicBezTo>
                      <a:pt x="38" y="1"/>
                      <a:pt x="38" y="1"/>
                      <a:pt x="38" y="0"/>
                    </a:cubicBezTo>
                    <a:cubicBezTo>
                      <a:pt x="38" y="0"/>
                      <a:pt x="38" y="0"/>
                      <a:pt x="38" y="0"/>
                    </a:cubicBezTo>
                    <a:cubicBezTo>
                      <a:pt x="38" y="0"/>
                      <a:pt x="37" y="1"/>
                      <a:pt x="37" y="1"/>
                    </a:cubicBezTo>
                    <a:cubicBezTo>
                      <a:pt x="37" y="2"/>
                      <a:pt x="37" y="3"/>
                      <a:pt x="37" y="4"/>
                    </a:cubicBezTo>
                    <a:cubicBezTo>
                      <a:pt x="37" y="4"/>
                      <a:pt x="37" y="4"/>
                      <a:pt x="37" y="4"/>
                    </a:cubicBezTo>
                    <a:cubicBezTo>
                      <a:pt x="36" y="5"/>
                      <a:pt x="36" y="4"/>
                      <a:pt x="36" y="4"/>
                    </a:cubicBezTo>
                    <a:cubicBezTo>
                      <a:pt x="37" y="5"/>
                      <a:pt x="36" y="5"/>
                      <a:pt x="36" y="4"/>
                    </a:cubicBezTo>
                    <a:cubicBezTo>
                      <a:pt x="36" y="3"/>
                      <a:pt x="35" y="3"/>
                      <a:pt x="35" y="3"/>
                    </a:cubicBezTo>
                    <a:cubicBezTo>
                      <a:pt x="35" y="3"/>
                      <a:pt x="35" y="3"/>
                      <a:pt x="34" y="4"/>
                    </a:cubicBezTo>
                    <a:cubicBezTo>
                      <a:pt x="34" y="5"/>
                      <a:pt x="33" y="4"/>
                      <a:pt x="33" y="5"/>
                    </a:cubicBezTo>
                    <a:cubicBezTo>
                      <a:pt x="33" y="5"/>
                      <a:pt x="33" y="5"/>
                      <a:pt x="33" y="6"/>
                    </a:cubicBezTo>
                    <a:cubicBezTo>
                      <a:pt x="32" y="6"/>
                      <a:pt x="32" y="6"/>
                      <a:pt x="33" y="7"/>
                    </a:cubicBezTo>
                    <a:cubicBezTo>
                      <a:pt x="32" y="6"/>
                      <a:pt x="32" y="6"/>
                      <a:pt x="32" y="6"/>
                    </a:cubicBezTo>
                    <a:cubicBezTo>
                      <a:pt x="33" y="8"/>
                      <a:pt x="33" y="8"/>
                      <a:pt x="33" y="8"/>
                    </a:cubicBezTo>
                    <a:cubicBezTo>
                      <a:pt x="32" y="11"/>
                      <a:pt x="33" y="10"/>
                      <a:pt x="33" y="10"/>
                    </a:cubicBezTo>
                    <a:cubicBezTo>
                      <a:pt x="33" y="11"/>
                      <a:pt x="33" y="11"/>
                      <a:pt x="33" y="11"/>
                    </a:cubicBezTo>
                    <a:cubicBezTo>
                      <a:pt x="33" y="12"/>
                      <a:pt x="34" y="12"/>
                      <a:pt x="33" y="12"/>
                    </a:cubicBezTo>
                    <a:cubicBezTo>
                      <a:pt x="33" y="11"/>
                      <a:pt x="33" y="12"/>
                      <a:pt x="34" y="13"/>
                    </a:cubicBezTo>
                    <a:cubicBezTo>
                      <a:pt x="35" y="13"/>
                      <a:pt x="34" y="13"/>
                      <a:pt x="34" y="14"/>
                    </a:cubicBezTo>
                    <a:cubicBezTo>
                      <a:pt x="33" y="13"/>
                      <a:pt x="33" y="14"/>
                      <a:pt x="33" y="14"/>
                    </a:cubicBezTo>
                    <a:cubicBezTo>
                      <a:pt x="34" y="14"/>
                      <a:pt x="33" y="13"/>
                      <a:pt x="33" y="15"/>
                    </a:cubicBezTo>
                    <a:cubicBezTo>
                      <a:pt x="34" y="16"/>
                      <a:pt x="32" y="16"/>
                      <a:pt x="32" y="16"/>
                    </a:cubicBezTo>
                    <a:cubicBezTo>
                      <a:pt x="32" y="16"/>
                      <a:pt x="32" y="17"/>
                      <a:pt x="32" y="17"/>
                    </a:cubicBezTo>
                    <a:cubicBezTo>
                      <a:pt x="32" y="16"/>
                      <a:pt x="32" y="18"/>
                      <a:pt x="32" y="17"/>
                    </a:cubicBezTo>
                    <a:cubicBezTo>
                      <a:pt x="33" y="17"/>
                      <a:pt x="32" y="17"/>
                      <a:pt x="33" y="17"/>
                    </a:cubicBezTo>
                    <a:cubicBezTo>
                      <a:pt x="33" y="18"/>
                      <a:pt x="33" y="18"/>
                      <a:pt x="33" y="19"/>
                    </a:cubicBezTo>
                    <a:cubicBezTo>
                      <a:pt x="34" y="19"/>
                      <a:pt x="33" y="20"/>
                      <a:pt x="33" y="20"/>
                    </a:cubicBezTo>
                    <a:cubicBezTo>
                      <a:pt x="32" y="19"/>
                      <a:pt x="32" y="19"/>
                      <a:pt x="32" y="19"/>
                    </a:cubicBezTo>
                    <a:cubicBezTo>
                      <a:pt x="32" y="21"/>
                      <a:pt x="32" y="21"/>
                      <a:pt x="32" y="21"/>
                    </a:cubicBezTo>
                    <a:cubicBezTo>
                      <a:pt x="32" y="21"/>
                      <a:pt x="33" y="20"/>
                      <a:pt x="33" y="21"/>
                    </a:cubicBezTo>
                    <a:cubicBezTo>
                      <a:pt x="34" y="22"/>
                      <a:pt x="33" y="20"/>
                      <a:pt x="33" y="21"/>
                    </a:cubicBezTo>
                    <a:cubicBezTo>
                      <a:pt x="33" y="21"/>
                      <a:pt x="33" y="21"/>
                      <a:pt x="34" y="22"/>
                    </a:cubicBezTo>
                    <a:cubicBezTo>
                      <a:pt x="33" y="23"/>
                      <a:pt x="34" y="22"/>
                      <a:pt x="35" y="23"/>
                    </a:cubicBezTo>
                    <a:cubicBezTo>
                      <a:pt x="35" y="23"/>
                      <a:pt x="35" y="24"/>
                      <a:pt x="35" y="25"/>
                    </a:cubicBezTo>
                    <a:cubicBezTo>
                      <a:pt x="35" y="24"/>
                      <a:pt x="34" y="25"/>
                      <a:pt x="35" y="25"/>
                    </a:cubicBezTo>
                    <a:cubicBezTo>
                      <a:pt x="34" y="24"/>
                      <a:pt x="35" y="23"/>
                      <a:pt x="35" y="24"/>
                    </a:cubicBezTo>
                    <a:cubicBezTo>
                      <a:pt x="35" y="24"/>
                      <a:pt x="35" y="24"/>
                      <a:pt x="36" y="24"/>
                    </a:cubicBezTo>
                    <a:cubicBezTo>
                      <a:pt x="36" y="25"/>
                      <a:pt x="36" y="25"/>
                      <a:pt x="36" y="26"/>
                    </a:cubicBezTo>
                    <a:cubicBezTo>
                      <a:pt x="36" y="25"/>
                      <a:pt x="36" y="24"/>
                      <a:pt x="36" y="25"/>
                    </a:cubicBezTo>
                    <a:cubicBezTo>
                      <a:pt x="37" y="25"/>
                      <a:pt x="37" y="25"/>
                      <a:pt x="37" y="26"/>
                    </a:cubicBezTo>
                    <a:cubicBezTo>
                      <a:pt x="38" y="25"/>
                      <a:pt x="37" y="26"/>
                      <a:pt x="37" y="27"/>
                    </a:cubicBezTo>
                    <a:cubicBezTo>
                      <a:pt x="37" y="27"/>
                      <a:pt x="36" y="28"/>
                      <a:pt x="37" y="27"/>
                    </a:cubicBezTo>
                    <a:cubicBezTo>
                      <a:pt x="37" y="28"/>
                      <a:pt x="37" y="27"/>
                      <a:pt x="37" y="28"/>
                    </a:cubicBezTo>
                    <a:cubicBezTo>
                      <a:pt x="37" y="27"/>
                      <a:pt x="37" y="28"/>
                      <a:pt x="37" y="28"/>
                    </a:cubicBezTo>
                    <a:cubicBezTo>
                      <a:pt x="36" y="29"/>
                      <a:pt x="37" y="29"/>
                      <a:pt x="35" y="28"/>
                    </a:cubicBezTo>
                    <a:cubicBezTo>
                      <a:pt x="34" y="27"/>
                      <a:pt x="35" y="28"/>
                      <a:pt x="34" y="28"/>
                    </a:cubicBezTo>
                    <a:cubicBezTo>
                      <a:pt x="34" y="30"/>
                      <a:pt x="34" y="31"/>
                      <a:pt x="34" y="30"/>
                    </a:cubicBezTo>
                    <a:cubicBezTo>
                      <a:pt x="33" y="30"/>
                      <a:pt x="33" y="31"/>
                      <a:pt x="34" y="30"/>
                    </a:cubicBezTo>
                    <a:cubicBezTo>
                      <a:pt x="33" y="29"/>
                      <a:pt x="33" y="29"/>
                      <a:pt x="33" y="29"/>
                    </a:cubicBezTo>
                    <a:cubicBezTo>
                      <a:pt x="33" y="29"/>
                      <a:pt x="33" y="30"/>
                      <a:pt x="33" y="30"/>
                    </a:cubicBezTo>
                    <a:cubicBezTo>
                      <a:pt x="33" y="32"/>
                      <a:pt x="33" y="31"/>
                      <a:pt x="32" y="31"/>
                    </a:cubicBezTo>
                    <a:cubicBezTo>
                      <a:pt x="32" y="32"/>
                      <a:pt x="32" y="32"/>
                      <a:pt x="32" y="32"/>
                    </a:cubicBezTo>
                    <a:cubicBezTo>
                      <a:pt x="32" y="32"/>
                      <a:pt x="32" y="32"/>
                      <a:pt x="33" y="33"/>
                    </a:cubicBezTo>
                    <a:cubicBezTo>
                      <a:pt x="33" y="33"/>
                      <a:pt x="32" y="32"/>
                      <a:pt x="33" y="34"/>
                    </a:cubicBezTo>
                    <a:cubicBezTo>
                      <a:pt x="32" y="36"/>
                      <a:pt x="32" y="35"/>
                      <a:pt x="32" y="35"/>
                    </a:cubicBezTo>
                    <a:cubicBezTo>
                      <a:pt x="33" y="36"/>
                      <a:pt x="33" y="36"/>
                      <a:pt x="33" y="36"/>
                    </a:cubicBezTo>
                    <a:cubicBezTo>
                      <a:pt x="32" y="36"/>
                      <a:pt x="32" y="38"/>
                      <a:pt x="33" y="38"/>
                    </a:cubicBezTo>
                    <a:cubicBezTo>
                      <a:pt x="32" y="40"/>
                      <a:pt x="33" y="40"/>
                      <a:pt x="33" y="40"/>
                    </a:cubicBezTo>
                    <a:cubicBezTo>
                      <a:pt x="33" y="40"/>
                      <a:pt x="33" y="41"/>
                      <a:pt x="34" y="41"/>
                    </a:cubicBezTo>
                    <a:cubicBezTo>
                      <a:pt x="33" y="42"/>
                      <a:pt x="33" y="41"/>
                      <a:pt x="33" y="43"/>
                    </a:cubicBezTo>
                    <a:cubicBezTo>
                      <a:pt x="32" y="43"/>
                      <a:pt x="32" y="43"/>
                      <a:pt x="32" y="43"/>
                    </a:cubicBezTo>
                    <a:cubicBezTo>
                      <a:pt x="31" y="44"/>
                      <a:pt x="31" y="44"/>
                      <a:pt x="31" y="44"/>
                    </a:cubicBezTo>
                    <a:cubicBezTo>
                      <a:pt x="31" y="43"/>
                      <a:pt x="30" y="45"/>
                      <a:pt x="29" y="45"/>
                    </a:cubicBezTo>
                    <a:cubicBezTo>
                      <a:pt x="28" y="44"/>
                      <a:pt x="28" y="46"/>
                      <a:pt x="28" y="45"/>
                    </a:cubicBezTo>
                    <a:cubicBezTo>
                      <a:pt x="26" y="45"/>
                      <a:pt x="27" y="45"/>
                      <a:pt x="26" y="46"/>
                    </a:cubicBezTo>
                    <a:cubicBezTo>
                      <a:pt x="26" y="46"/>
                      <a:pt x="26" y="46"/>
                      <a:pt x="25" y="45"/>
                    </a:cubicBezTo>
                    <a:cubicBezTo>
                      <a:pt x="24" y="45"/>
                      <a:pt x="24" y="45"/>
                      <a:pt x="24" y="44"/>
                    </a:cubicBezTo>
                    <a:cubicBezTo>
                      <a:pt x="25" y="43"/>
                      <a:pt x="24" y="42"/>
                      <a:pt x="23" y="42"/>
                    </a:cubicBezTo>
                    <a:cubicBezTo>
                      <a:pt x="23" y="39"/>
                      <a:pt x="24" y="44"/>
                      <a:pt x="24" y="40"/>
                    </a:cubicBezTo>
                    <a:cubicBezTo>
                      <a:pt x="25" y="39"/>
                      <a:pt x="24" y="38"/>
                      <a:pt x="25" y="38"/>
                    </a:cubicBezTo>
                    <a:cubicBezTo>
                      <a:pt x="25" y="38"/>
                      <a:pt x="25" y="38"/>
                      <a:pt x="25" y="38"/>
                    </a:cubicBezTo>
                    <a:cubicBezTo>
                      <a:pt x="25" y="37"/>
                      <a:pt x="25" y="37"/>
                      <a:pt x="25" y="36"/>
                    </a:cubicBezTo>
                    <a:cubicBezTo>
                      <a:pt x="25" y="36"/>
                      <a:pt x="25" y="36"/>
                      <a:pt x="25" y="36"/>
                    </a:cubicBezTo>
                    <a:cubicBezTo>
                      <a:pt x="26" y="35"/>
                      <a:pt x="25" y="34"/>
                      <a:pt x="25" y="34"/>
                    </a:cubicBezTo>
                    <a:cubicBezTo>
                      <a:pt x="24" y="32"/>
                      <a:pt x="23" y="32"/>
                      <a:pt x="23" y="31"/>
                    </a:cubicBezTo>
                    <a:cubicBezTo>
                      <a:pt x="23" y="30"/>
                      <a:pt x="23" y="31"/>
                      <a:pt x="22" y="31"/>
                    </a:cubicBezTo>
                    <a:cubicBezTo>
                      <a:pt x="22" y="32"/>
                      <a:pt x="22" y="30"/>
                      <a:pt x="21" y="30"/>
                    </a:cubicBezTo>
                    <a:cubicBezTo>
                      <a:pt x="21" y="31"/>
                      <a:pt x="21" y="31"/>
                      <a:pt x="20" y="30"/>
                    </a:cubicBezTo>
                    <a:cubicBezTo>
                      <a:pt x="20" y="30"/>
                      <a:pt x="21" y="29"/>
                      <a:pt x="20" y="28"/>
                    </a:cubicBezTo>
                    <a:cubicBezTo>
                      <a:pt x="20" y="27"/>
                      <a:pt x="21" y="28"/>
                      <a:pt x="19" y="27"/>
                    </a:cubicBezTo>
                    <a:cubicBezTo>
                      <a:pt x="19" y="28"/>
                      <a:pt x="19" y="27"/>
                      <a:pt x="18" y="28"/>
                    </a:cubicBezTo>
                    <a:cubicBezTo>
                      <a:pt x="17" y="27"/>
                      <a:pt x="18" y="26"/>
                      <a:pt x="18" y="26"/>
                    </a:cubicBezTo>
                    <a:cubicBezTo>
                      <a:pt x="16" y="25"/>
                      <a:pt x="16" y="25"/>
                      <a:pt x="16" y="25"/>
                    </a:cubicBezTo>
                    <a:cubicBezTo>
                      <a:pt x="16" y="25"/>
                      <a:pt x="16" y="24"/>
                      <a:pt x="16" y="24"/>
                    </a:cubicBezTo>
                    <a:cubicBezTo>
                      <a:pt x="16" y="24"/>
                      <a:pt x="15" y="21"/>
                      <a:pt x="15" y="22"/>
                    </a:cubicBezTo>
                    <a:cubicBezTo>
                      <a:pt x="15" y="21"/>
                      <a:pt x="13" y="21"/>
                      <a:pt x="13" y="20"/>
                    </a:cubicBezTo>
                    <a:cubicBezTo>
                      <a:pt x="13" y="20"/>
                      <a:pt x="13" y="19"/>
                      <a:pt x="13" y="20"/>
                    </a:cubicBezTo>
                    <a:cubicBezTo>
                      <a:pt x="12" y="19"/>
                      <a:pt x="11" y="20"/>
                      <a:pt x="12" y="21"/>
                    </a:cubicBezTo>
                    <a:cubicBezTo>
                      <a:pt x="12" y="22"/>
                      <a:pt x="12" y="21"/>
                      <a:pt x="11" y="24"/>
                    </a:cubicBezTo>
                    <a:cubicBezTo>
                      <a:pt x="11" y="23"/>
                      <a:pt x="11" y="25"/>
                      <a:pt x="11" y="26"/>
                    </a:cubicBezTo>
                    <a:cubicBezTo>
                      <a:pt x="11" y="25"/>
                      <a:pt x="12" y="26"/>
                      <a:pt x="12" y="28"/>
                    </a:cubicBezTo>
                    <a:cubicBezTo>
                      <a:pt x="12" y="28"/>
                      <a:pt x="12" y="28"/>
                      <a:pt x="12" y="28"/>
                    </a:cubicBezTo>
                    <a:cubicBezTo>
                      <a:pt x="12" y="28"/>
                      <a:pt x="12" y="28"/>
                      <a:pt x="12" y="28"/>
                    </a:cubicBezTo>
                    <a:cubicBezTo>
                      <a:pt x="12" y="28"/>
                      <a:pt x="12" y="28"/>
                      <a:pt x="12" y="28"/>
                    </a:cubicBezTo>
                    <a:cubicBezTo>
                      <a:pt x="11" y="28"/>
                      <a:pt x="11" y="28"/>
                      <a:pt x="11" y="28"/>
                    </a:cubicBezTo>
                    <a:cubicBezTo>
                      <a:pt x="11" y="29"/>
                      <a:pt x="11" y="29"/>
                      <a:pt x="11" y="29"/>
                    </a:cubicBezTo>
                    <a:cubicBezTo>
                      <a:pt x="11" y="29"/>
                      <a:pt x="10" y="30"/>
                      <a:pt x="10" y="31"/>
                    </a:cubicBezTo>
                    <a:cubicBezTo>
                      <a:pt x="11" y="32"/>
                      <a:pt x="11" y="32"/>
                      <a:pt x="11" y="33"/>
                    </a:cubicBezTo>
                    <a:cubicBezTo>
                      <a:pt x="11" y="34"/>
                      <a:pt x="11" y="35"/>
                      <a:pt x="11" y="35"/>
                    </a:cubicBezTo>
                    <a:cubicBezTo>
                      <a:pt x="11" y="36"/>
                      <a:pt x="11" y="35"/>
                      <a:pt x="12" y="38"/>
                    </a:cubicBezTo>
                    <a:cubicBezTo>
                      <a:pt x="12" y="38"/>
                      <a:pt x="12" y="38"/>
                      <a:pt x="12" y="38"/>
                    </a:cubicBezTo>
                    <a:cubicBezTo>
                      <a:pt x="12" y="38"/>
                      <a:pt x="12" y="38"/>
                      <a:pt x="12" y="38"/>
                    </a:cubicBezTo>
                    <a:cubicBezTo>
                      <a:pt x="12" y="40"/>
                      <a:pt x="12" y="40"/>
                      <a:pt x="12" y="41"/>
                    </a:cubicBezTo>
                    <a:cubicBezTo>
                      <a:pt x="13" y="41"/>
                      <a:pt x="13" y="43"/>
                      <a:pt x="13" y="43"/>
                    </a:cubicBezTo>
                    <a:cubicBezTo>
                      <a:pt x="13" y="45"/>
                      <a:pt x="13" y="44"/>
                      <a:pt x="14" y="44"/>
                    </a:cubicBezTo>
                    <a:cubicBezTo>
                      <a:pt x="13" y="48"/>
                      <a:pt x="14" y="47"/>
                      <a:pt x="13" y="47"/>
                    </a:cubicBezTo>
                    <a:cubicBezTo>
                      <a:pt x="13" y="47"/>
                      <a:pt x="14" y="47"/>
                      <a:pt x="14" y="47"/>
                    </a:cubicBezTo>
                    <a:cubicBezTo>
                      <a:pt x="14" y="47"/>
                      <a:pt x="15" y="46"/>
                      <a:pt x="15" y="47"/>
                    </a:cubicBezTo>
                    <a:cubicBezTo>
                      <a:pt x="16" y="48"/>
                      <a:pt x="17" y="49"/>
                      <a:pt x="17" y="49"/>
                    </a:cubicBezTo>
                    <a:cubicBezTo>
                      <a:pt x="17" y="49"/>
                      <a:pt x="17" y="49"/>
                      <a:pt x="16" y="50"/>
                    </a:cubicBezTo>
                    <a:cubicBezTo>
                      <a:pt x="16" y="50"/>
                      <a:pt x="16" y="51"/>
                      <a:pt x="15" y="50"/>
                    </a:cubicBezTo>
                    <a:cubicBezTo>
                      <a:pt x="15" y="49"/>
                      <a:pt x="15" y="50"/>
                      <a:pt x="14" y="51"/>
                    </a:cubicBezTo>
                    <a:cubicBezTo>
                      <a:pt x="14" y="53"/>
                      <a:pt x="13" y="52"/>
                      <a:pt x="14" y="53"/>
                    </a:cubicBezTo>
                    <a:cubicBezTo>
                      <a:pt x="13" y="53"/>
                      <a:pt x="13" y="55"/>
                      <a:pt x="14" y="55"/>
                    </a:cubicBezTo>
                    <a:cubicBezTo>
                      <a:pt x="14" y="55"/>
                      <a:pt x="14" y="56"/>
                      <a:pt x="14" y="57"/>
                    </a:cubicBezTo>
                    <a:cubicBezTo>
                      <a:pt x="14" y="60"/>
                      <a:pt x="13" y="60"/>
                      <a:pt x="14" y="60"/>
                    </a:cubicBezTo>
                    <a:cubicBezTo>
                      <a:pt x="14" y="60"/>
                      <a:pt x="15" y="60"/>
                      <a:pt x="15" y="61"/>
                    </a:cubicBezTo>
                    <a:cubicBezTo>
                      <a:pt x="14" y="61"/>
                      <a:pt x="14" y="62"/>
                      <a:pt x="15" y="62"/>
                    </a:cubicBezTo>
                    <a:cubicBezTo>
                      <a:pt x="15" y="62"/>
                      <a:pt x="15" y="62"/>
                      <a:pt x="16" y="62"/>
                    </a:cubicBezTo>
                    <a:cubicBezTo>
                      <a:pt x="18" y="62"/>
                      <a:pt x="17" y="61"/>
                      <a:pt x="18" y="63"/>
                    </a:cubicBezTo>
                    <a:cubicBezTo>
                      <a:pt x="17" y="64"/>
                      <a:pt x="20" y="64"/>
                      <a:pt x="19" y="64"/>
                    </a:cubicBezTo>
                    <a:cubicBezTo>
                      <a:pt x="18" y="65"/>
                      <a:pt x="20" y="64"/>
                      <a:pt x="21" y="65"/>
                    </a:cubicBezTo>
                    <a:cubicBezTo>
                      <a:pt x="21" y="64"/>
                      <a:pt x="22" y="63"/>
                      <a:pt x="22" y="65"/>
                    </a:cubicBezTo>
                    <a:cubicBezTo>
                      <a:pt x="22" y="65"/>
                      <a:pt x="23" y="66"/>
                      <a:pt x="23" y="65"/>
                    </a:cubicBezTo>
                    <a:cubicBezTo>
                      <a:pt x="23" y="65"/>
                      <a:pt x="23" y="65"/>
                      <a:pt x="23" y="65"/>
                    </a:cubicBezTo>
                    <a:cubicBezTo>
                      <a:pt x="23" y="65"/>
                      <a:pt x="23" y="65"/>
                      <a:pt x="23" y="65"/>
                    </a:cubicBezTo>
                    <a:cubicBezTo>
                      <a:pt x="23" y="65"/>
                      <a:pt x="24" y="66"/>
                      <a:pt x="24" y="65"/>
                    </a:cubicBezTo>
                    <a:cubicBezTo>
                      <a:pt x="26" y="65"/>
                      <a:pt x="26" y="65"/>
                      <a:pt x="26" y="65"/>
                    </a:cubicBezTo>
                    <a:cubicBezTo>
                      <a:pt x="27" y="67"/>
                      <a:pt x="25" y="66"/>
                      <a:pt x="26" y="67"/>
                    </a:cubicBezTo>
                    <a:cubicBezTo>
                      <a:pt x="26" y="67"/>
                      <a:pt x="26" y="69"/>
                      <a:pt x="26" y="69"/>
                    </a:cubicBezTo>
                    <a:cubicBezTo>
                      <a:pt x="26" y="69"/>
                      <a:pt x="26" y="69"/>
                      <a:pt x="26" y="69"/>
                    </a:cubicBezTo>
                    <a:cubicBezTo>
                      <a:pt x="26" y="69"/>
                      <a:pt x="26" y="70"/>
                      <a:pt x="26" y="70"/>
                    </a:cubicBezTo>
                    <a:cubicBezTo>
                      <a:pt x="26" y="73"/>
                      <a:pt x="27" y="72"/>
                      <a:pt x="26" y="72"/>
                    </a:cubicBezTo>
                    <a:cubicBezTo>
                      <a:pt x="26" y="72"/>
                      <a:pt x="25" y="73"/>
                      <a:pt x="26" y="74"/>
                    </a:cubicBezTo>
                    <a:cubicBezTo>
                      <a:pt x="26" y="75"/>
                      <a:pt x="25" y="75"/>
                      <a:pt x="25" y="74"/>
                    </a:cubicBezTo>
                    <a:cubicBezTo>
                      <a:pt x="23" y="76"/>
                      <a:pt x="25" y="75"/>
                      <a:pt x="24" y="76"/>
                    </a:cubicBezTo>
                    <a:cubicBezTo>
                      <a:pt x="24" y="77"/>
                      <a:pt x="22" y="76"/>
                      <a:pt x="23" y="77"/>
                    </a:cubicBezTo>
                    <a:cubicBezTo>
                      <a:pt x="21" y="79"/>
                      <a:pt x="23" y="77"/>
                      <a:pt x="22" y="78"/>
                    </a:cubicBezTo>
                    <a:cubicBezTo>
                      <a:pt x="21" y="78"/>
                      <a:pt x="23" y="76"/>
                      <a:pt x="21" y="78"/>
                    </a:cubicBezTo>
                    <a:cubicBezTo>
                      <a:pt x="20" y="77"/>
                      <a:pt x="21" y="80"/>
                      <a:pt x="20" y="78"/>
                    </a:cubicBezTo>
                    <a:cubicBezTo>
                      <a:pt x="22" y="79"/>
                      <a:pt x="21" y="80"/>
                      <a:pt x="20" y="79"/>
                    </a:cubicBezTo>
                    <a:cubicBezTo>
                      <a:pt x="20" y="80"/>
                      <a:pt x="19" y="80"/>
                      <a:pt x="19" y="80"/>
                    </a:cubicBezTo>
                    <a:cubicBezTo>
                      <a:pt x="18" y="80"/>
                      <a:pt x="20" y="80"/>
                      <a:pt x="19" y="81"/>
                    </a:cubicBezTo>
                    <a:cubicBezTo>
                      <a:pt x="18" y="82"/>
                      <a:pt x="19" y="80"/>
                      <a:pt x="19" y="82"/>
                    </a:cubicBezTo>
                    <a:cubicBezTo>
                      <a:pt x="18" y="81"/>
                      <a:pt x="18" y="83"/>
                      <a:pt x="17" y="82"/>
                    </a:cubicBezTo>
                    <a:cubicBezTo>
                      <a:pt x="15" y="83"/>
                      <a:pt x="15" y="82"/>
                      <a:pt x="16" y="81"/>
                    </a:cubicBezTo>
                    <a:cubicBezTo>
                      <a:pt x="15" y="81"/>
                      <a:pt x="14" y="82"/>
                      <a:pt x="14" y="82"/>
                    </a:cubicBezTo>
                    <a:cubicBezTo>
                      <a:pt x="14" y="81"/>
                      <a:pt x="13" y="80"/>
                      <a:pt x="14" y="81"/>
                    </a:cubicBezTo>
                    <a:cubicBezTo>
                      <a:pt x="12" y="80"/>
                      <a:pt x="13" y="80"/>
                      <a:pt x="12" y="80"/>
                    </a:cubicBezTo>
                    <a:cubicBezTo>
                      <a:pt x="12" y="82"/>
                      <a:pt x="11" y="81"/>
                      <a:pt x="11" y="81"/>
                    </a:cubicBezTo>
                    <a:cubicBezTo>
                      <a:pt x="11" y="81"/>
                      <a:pt x="10" y="81"/>
                      <a:pt x="10" y="81"/>
                    </a:cubicBezTo>
                    <a:cubicBezTo>
                      <a:pt x="9" y="80"/>
                      <a:pt x="9" y="81"/>
                      <a:pt x="9" y="82"/>
                    </a:cubicBezTo>
                    <a:cubicBezTo>
                      <a:pt x="9" y="83"/>
                      <a:pt x="9" y="82"/>
                      <a:pt x="9" y="83"/>
                    </a:cubicBezTo>
                    <a:cubicBezTo>
                      <a:pt x="9" y="86"/>
                      <a:pt x="9" y="85"/>
                      <a:pt x="9" y="85"/>
                    </a:cubicBezTo>
                    <a:cubicBezTo>
                      <a:pt x="9" y="85"/>
                      <a:pt x="10" y="85"/>
                      <a:pt x="11" y="86"/>
                    </a:cubicBezTo>
                    <a:cubicBezTo>
                      <a:pt x="11" y="86"/>
                      <a:pt x="11" y="88"/>
                      <a:pt x="12" y="87"/>
                    </a:cubicBezTo>
                    <a:cubicBezTo>
                      <a:pt x="12" y="87"/>
                      <a:pt x="13" y="88"/>
                      <a:pt x="13" y="86"/>
                    </a:cubicBezTo>
                    <a:cubicBezTo>
                      <a:pt x="13" y="87"/>
                      <a:pt x="14" y="87"/>
                      <a:pt x="15" y="87"/>
                    </a:cubicBezTo>
                    <a:cubicBezTo>
                      <a:pt x="16" y="87"/>
                      <a:pt x="17" y="88"/>
                      <a:pt x="16" y="87"/>
                    </a:cubicBezTo>
                    <a:cubicBezTo>
                      <a:pt x="16" y="87"/>
                      <a:pt x="18" y="86"/>
                      <a:pt x="18" y="87"/>
                    </a:cubicBezTo>
                    <a:cubicBezTo>
                      <a:pt x="18" y="88"/>
                      <a:pt x="20" y="87"/>
                      <a:pt x="19" y="88"/>
                    </a:cubicBezTo>
                    <a:cubicBezTo>
                      <a:pt x="20" y="89"/>
                      <a:pt x="20" y="89"/>
                      <a:pt x="20" y="89"/>
                    </a:cubicBezTo>
                    <a:cubicBezTo>
                      <a:pt x="20" y="89"/>
                      <a:pt x="20" y="89"/>
                      <a:pt x="20" y="89"/>
                    </a:cubicBezTo>
                    <a:cubicBezTo>
                      <a:pt x="20" y="88"/>
                      <a:pt x="21" y="90"/>
                      <a:pt x="21" y="91"/>
                    </a:cubicBezTo>
                    <a:cubicBezTo>
                      <a:pt x="22" y="91"/>
                      <a:pt x="21" y="93"/>
                      <a:pt x="22" y="93"/>
                    </a:cubicBezTo>
                    <a:cubicBezTo>
                      <a:pt x="23" y="93"/>
                      <a:pt x="22" y="93"/>
                      <a:pt x="23" y="94"/>
                    </a:cubicBezTo>
                    <a:cubicBezTo>
                      <a:pt x="23" y="95"/>
                      <a:pt x="24" y="96"/>
                      <a:pt x="23" y="97"/>
                    </a:cubicBezTo>
                    <a:cubicBezTo>
                      <a:pt x="23" y="97"/>
                      <a:pt x="23" y="98"/>
                      <a:pt x="23" y="99"/>
                    </a:cubicBezTo>
                    <a:cubicBezTo>
                      <a:pt x="22" y="99"/>
                      <a:pt x="22" y="100"/>
                      <a:pt x="21" y="100"/>
                    </a:cubicBezTo>
                    <a:cubicBezTo>
                      <a:pt x="22" y="100"/>
                      <a:pt x="21" y="101"/>
                      <a:pt x="20" y="101"/>
                    </a:cubicBezTo>
                    <a:cubicBezTo>
                      <a:pt x="19" y="102"/>
                      <a:pt x="19" y="102"/>
                      <a:pt x="18" y="101"/>
                    </a:cubicBezTo>
                    <a:cubicBezTo>
                      <a:pt x="17" y="99"/>
                      <a:pt x="17" y="101"/>
                      <a:pt x="17" y="100"/>
                    </a:cubicBezTo>
                    <a:cubicBezTo>
                      <a:pt x="17" y="99"/>
                      <a:pt x="17" y="99"/>
                      <a:pt x="16" y="99"/>
                    </a:cubicBezTo>
                    <a:cubicBezTo>
                      <a:pt x="16" y="98"/>
                      <a:pt x="15" y="98"/>
                      <a:pt x="15" y="98"/>
                    </a:cubicBezTo>
                    <a:cubicBezTo>
                      <a:pt x="14" y="98"/>
                      <a:pt x="14" y="98"/>
                      <a:pt x="14" y="98"/>
                    </a:cubicBezTo>
                    <a:cubicBezTo>
                      <a:pt x="14" y="98"/>
                      <a:pt x="14" y="97"/>
                      <a:pt x="14" y="97"/>
                    </a:cubicBezTo>
                    <a:cubicBezTo>
                      <a:pt x="12" y="97"/>
                      <a:pt x="13" y="97"/>
                      <a:pt x="12" y="95"/>
                    </a:cubicBezTo>
                    <a:cubicBezTo>
                      <a:pt x="12" y="96"/>
                      <a:pt x="10" y="94"/>
                      <a:pt x="11" y="95"/>
                    </a:cubicBezTo>
                    <a:cubicBezTo>
                      <a:pt x="11" y="96"/>
                      <a:pt x="10" y="96"/>
                      <a:pt x="9" y="96"/>
                    </a:cubicBezTo>
                    <a:cubicBezTo>
                      <a:pt x="9" y="94"/>
                      <a:pt x="9" y="96"/>
                      <a:pt x="8" y="95"/>
                    </a:cubicBezTo>
                    <a:cubicBezTo>
                      <a:pt x="9" y="95"/>
                      <a:pt x="7" y="95"/>
                      <a:pt x="7" y="95"/>
                    </a:cubicBezTo>
                    <a:cubicBezTo>
                      <a:pt x="7" y="96"/>
                      <a:pt x="7" y="94"/>
                      <a:pt x="7" y="96"/>
                    </a:cubicBezTo>
                    <a:cubicBezTo>
                      <a:pt x="6" y="97"/>
                      <a:pt x="6" y="97"/>
                      <a:pt x="6" y="98"/>
                    </a:cubicBezTo>
                    <a:cubicBezTo>
                      <a:pt x="6" y="98"/>
                      <a:pt x="6" y="98"/>
                      <a:pt x="6" y="98"/>
                    </a:cubicBezTo>
                    <a:cubicBezTo>
                      <a:pt x="5" y="96"/>
                      <a:pt x="5" y="98"/>
                      <a:pt x="4" y="97"/>
                    </a:cubicBezTo>
                    <a:cubicBezTo>
                      <a:pt x="4" y="97"/>
                      <a:pt x="3" y="97"/>
                      <a:pt x="2" y="97"/>
                    </a:cubicBezTo>
                    <a:cubicBezTo>
                      <a:pt x="2" y="97"/>
                      <a:pt x="2" y="97"/>
                      <a:pt x="1" y="98"/>
                    </a:cubicBezTo>
                    <a:cubicBezTo>
                      <a:pt x="2" y="99"/>
                      <a:pt x="1" y="98"/>
                      <a:pt x="2" y="100"/>
                    </a:cubicBezTo>
                    <a:cubicBezTo>
                      <a:pt x="2" y="99"/>
                      <a:pt x="3" y="98"/>
                      <a:pt x="4" y="100"/>
                    </a:cubicBezTo>
                    <a:cubicBezTo>
                      <a:pt x="4" y="101"/>
                      <a:pt x="4" y="102"/>
                      <a:pt x="3" y="101"/>
                    </a:cubicBezTo>
                    <a:cubicBezTo>
                      <a:pt x="3" y="102"/>
                      <a:pt x="4" y="102"/>
                      <a:pt x="4" y="102"/>
                    </a:cubicBezTo>
                    <a:cubicBezTo>
                      <a:pt x="4" y="102"/>
                      <a:pt x="4" y="103"/>
                      <a:pt x="3" y="102"/>
                    </a:cubicBezTo>
                    <a:cubicBezTo>
                      <a:pt x="3" y="101"/>
                      <a:pt x="2" y="101"/>
                      <a:pt x="2" y="102"/>
                    </a:cubicBezTo>
                    <a:cubicBezTo>
                      <a:pt x="2" y="101"/>
                      <a:pt x="1" y="103"/>
                      <a:pt x="1" y="103"/>
                    </a:cubicBezTo>
                    <a:cubicBezTo>
                      <a:pt x="0" y="104"/>
                      <a:pt x="2" y="103"/>
                      <a:pt x="1" y="105"/>
                    </a:cubicBezTo>
                    <a:close/>
                    <a:moveTo>
                      <a:pt x="106" y="41"/>
                    </a:moveTo>
                    <a:cubicBezTo>
                      <a:pt x="106" y="41"/>
                      <a:pt x="105" y="41"/>
                      <a:pt x="106" y="41"/>
                    </a:cubicBezTo>
                    <a:cubicBezTo>
                      <a:pt x="106" y="42"/>
                      <a:pt x="106" y="42"/>
                      <a:pt x="106" y="41"/>
                    </a:cubicBezTo>
                    <a:close/>
                    <a:moveTo>
                      <a:pt x="106" y="51"/>
                    </a:moveTo>
                    <a:cubicBezTo>
                      <a:pt x="106" y="50"/>
                      <a:pt x="105" y="51"/>
                      <a:pt x="106" y="51"/>
                    </a:cubicBezTo>
                    <a:cubicBezTo>
                      <a:pt x="106" y="52"/>
                      <a:pt x="105" y="50"/>
                      <a:pt x="106" y="51"/>
                    </a:cubicBezTo>
                    <a:cubicBezTo>
                      <a:pt x="105" y="52"/>
                      <a:pt x="106" y="51"/>
                      <a:pt x="106" y="51"/>
                    </a:cubicBezTo>
                    <a:close/>
                    <a:moveTo>
                      <a:pt x="103" y="53"/>
                    </a:moveTo>
                    <a:cubicBezTo>
                      <a:pt x="102" y="54"/>
                      <a:pt x="103" y="54"/>
                      <a:pt x="103" y="53"/>
                    </a:cubicBezTo>
                    <a:cubicBezTo>
                      <a:pt x="103" y="52"/>
                      <a:pt x="103" y="52"/>
                      <a:pt x="103" y="53"/>
                    </a:cubicBezTo>
                    <a:close/>
                    <a:moveTo>
                      <a:pt x="116" y="75"/>
                    </a:moveTo>
                    <a:cubicBezTo>
                      <a:pt x="116" y="71"/>
                      <a:pt x="115" y="75"/>
                      <a:pt x="116" y="75"/>
                    </a:cubicBezTo>
                    <a:cubicBezTo>
                      <a:pt x="118" y="76"/>
                      <a:pt x="118" y="76"/>
                      <a:pt x="116" y="75"/>
                    </a:cubicBezTo>
                    <a:cubicBezTo>
                      <a:pt x="116" y="77"/>
                      <a:pt x="118" y="78"/>
                      <a:pt x="116" y="75"/>
                    </a:cubicBezTo>
                    <a:close/>
                    <a:moveTo>
                      <a:pt x="131" y="95"/>
                    </a:moveTo>
                    <a:cubicBezTo>
                      <a:pt x="131" y="95"/>
                      <a:pt x="131" y="95"/>
                      <a:pt x="131" y="95"/>
                    </a:cubicBezTo>
                    <a:cubicBezTo>
                      <a:pt x="131" y="95"/>
                      <a:pt x="131" y="95"/>
                      <a:pt x="131" y="95"/>
                    </a:cubicBezTo>
                    <a:close/>
                    <a:moveTo>
                      <a:pt x="130" y="94"/>
                    </a:moveTo>
                    <a:cubicBezTo>
                      <a:pt x="130" y="94"/>
                      <a:pt x="130" y="94"/>
                      <a:pt x="130" y="94"/>
                    </a:cubicBezTo>
                    <a:close/>
                    <a:moveTo>
                      <a:pt x="130" y="98"/>
                    </a:moveTo>
                    <a:cubicBezTo>
                      <a:pt x="129" y="98"/>
                      <a:pt x="129" y="98"/>
                      <a:pt x="129" y="98"/>
                    </a:cubicBezTo>
                    <a:cubicBezTo>
                      <a:pt x="129" y="98"/>
                      <a:pt x="129" y="97"/>
                      <a:pt x="130" y="98"/>
                    </a:cubicBezTo>
                    <a:close/>
                    <a:moveTo>
                      <a:pt x="131" y="101"/>
                    </a:moveTo>
                    <a:cubicBezTo>
                      <a:pt x="130" y="102"/>
                      <a:pt x="129" y="102"/>
                      <a:pt x="130" y="101"/>
                    </a:cubicBezTo>
                    <a:cubicBezTo>
                      <a:pt x="131" y="101"/>
                      <a:pt x="131" y="101"/>
                      <a:pt x="131" y="101"/>
                    </a:cubicBezTo>
                    <a:close/>
                    <a:moveTo>
                      <a:pt x="130" y="104"/>
                    </a:moveTo>
                    <a:cubicBezTo>
                      <a:pt x="131" y="103"/>
                      <a:pt x="130" y="103"/>
                      <a:pt x="130" y="103"/>
                    </a:cubicBezTo>
                    <a:cubicBezTo>
                      <a:pt x="131" y="103"/>
                      <a:pt x="131" y="104"/>
                      <a:pt x="130" y="104"/>
                    </a:cubicBezTo>
                    <a:close/>
                    <a:moveTo>
                      <a:pt x="130" y="103"/>
                    </a:moveTo>
                    <a:cubicBezTo>
                      <a:pt x="130" y="102"/>
                      <a:pt x="130" y="102"/>
                      <a:pt x="130" y="103"/>
                    </a:cubicBezTo>
                    <a:cubicBezTo>
                      <a:pt x="130" y="103"/>
                      <a:pt x="130" y="103"/>
                      <a:pt x="130" y="103"/>
                    </a:cubicBezTo>
                    <a:cubicBezTo>
                      <a:pt x="130" y="104"/>
                      <a:pt x="130" y="104"/>
                      <a:pt x="130" y="104"/>
                    </a:cubicBezTo>
                    <a:cubicBezTo>
                      <a:pt x="130" y="104"/>
                      <a:pt x="131" y="104"/>
                      <a:pt x="130" y="104"/>
                    </a:cubicBezTo>
                    <a:cubicBezTo>
                      <a:pt x="130" y="104"/>
                      <a:pt x="130" y="104"/>
                      <a:pt x="130" y="104"/>
                    </a:cubicBezTo>
                    <a:cubicBezTo>
                      <a:pt x="130" y="103"/>
                      <a:pt x="130" y="102"/>
                      <a:pt x="130" y="103"/>
                    </a:cubicBezTo>
                    <a:close/>
                    <a:moveTo>
                      <a:pt x="126" y="106"/>
                    </a:moveTo>
                    <a:cubicBezTo>
                      <a:pt x="126" y="106"/>
                      <a:pt x="126" y="106"/>
                      <a:pt x="126" y="106"/>
                    </a:cubicBezTo>
                    <a:close/>
                    <a:moveTo>
                      <a:pt x="126" y="106"/>
                    </a:moveTo>
                    <a:cubicBezTo>
                      <a:pt x="126" y="106"/>
                      <a:pt x="126" y="106"/>
                      <a:pt x="126" y="106"/>
                    </a:cubicBezTo>
                    <a:close/>
                    <a:moveTo>
                      <a:pt x="126" y="106"/>
                    </a:moveTo>
                    <a:cubicBezTo>
                      <a:pt x="126" y="106"/>
                      <a:pt x="125" y="106"/>
                      <a:pt x="126" y="105"/>
                    </a:cubicBezTo>
                    <a:cubicBezTo>
                      <a:pt x="126" y="106"/>
                      <a:pt x="126" y="106"/>
                      <a:pt x="126" y="106"/>
                    </a:cubicBezTo>
                    <a:cubicBezTo>
                      <a:pt x="126" y="106"/>
                      <a:pt x="126" y="106"/>
                      <a:pt x="126" y="106"/>
                    </a:cubicBezTo>
                    <a:cubicBezTo>
                      <a:pt x="126" y="106"/>
                      <a:pt x="126" y="106"/>
                      <a:pt x="126" y="106"/>
                    </a:cubicBezTo>
                    <a:close/>
                    <a:moveTo>
                      <a:pt x="127" y="104"/>
                    </a:moveTo>
                    <a:cubicBezTo>
                      <a:pt x="127" y="104"/>
                      <a:pt x="126" y="104"/>
                      <a:pt x="127" y="104"/>
                    </a:cubicBezTo>
                    <a:cubicBezTo>
                      <a:pt x="127" y="103"/>
                      <a:pt x="127" y="104"/>
                      <a:pt x="127" y="104"/>
                    </a:cubicBezTo>
                    <a:cubicBezTo>
                      <a:pt x="127" y="104"/>
                      <a:pt x="127" y="103"/>
                      <a:pt x="127" y="104"/>
                    </a:cubicBezTo>
                    <a:close/>
                    <a:moveTo>
                      <a:pt x="126" y="103"/>
                    </a:moveTo>
                    <a:cubicBezTo>
                      <a:pt x="124" y="103"/>
                      <a:pt x="127" y="104"/>
                      <a:pt x="126" y="103"/>
                    </a:cubicBezTo>
                    <a:cubicBezTo>
                      <a:pt x="126" y="104"/>
                      <a:pt x="125" y="101"/>
                      <a:pt x="126" y="103"/>
                    </a:cubicBezTo>
                    <a:close/>
                    <a:moveTo>
                      <a:pt x="126" y="104"/>
                    </a:moveTo>
                    <a:cubicBezTo>
                      <a:pt x="125" y="104"/>
                      <a:pt x="126" y="101"/>
                      <a:pt x="126" y="104"/>
                    </a:cubicBezTo>
                    <a:cubicBezTo>
                      <a:pt x="125" y="102"/>
                      <a:pt x="127" y="102"/>
                      <a:pt x="126" y="104"/>
                    </a:cubicBezTo>
                    <a:cubicBezTo>
                      <a:pt x="125" y="103"/>
                      <a:pt x="126" y="103"/>
                      <a:pt x="126" y="103"/>
                    </a:cubicBezTo>
                    <a:cubicBezTo>
                      <a:pt x="125" y="104"/>
                      <a:pt x="125" y="105"/>
                      <a:pt x="126" y="104"/>
                    </a:cubicBezTo>
                    <a:cubicBezTo>
                      <a:pt x="127" y="103"/>
                      <a:pt x="125" y="104"/>
                      <a:pt x="126" y="104"/>
                    </a:cubicBezTo>
                    <a:cubicBezTo>
                      <a:pt x="125" y="106"/>
                      <a:pt x="126" y="104"/>
                      <a:pt x="126" y="104"/>
                    </a:cubicBezTo>
                    <a:cubicBezTo>
                      <a:pt x="126" y="105"/>
                      <a:pt x="125" y="104"/>
                      <a:pt x="126" y="104"/>
                    </a:cubicBezTo>
                    <a:cubicBezTo>
                      <a:pt x="127" y="104"/>
                      <a:pt x="125" y="105"/>
                      <a:pt x="126" y="104"/>
                    </a:cubicBezTo>
                    <a:cubicBezTo>
                      <a:pt x="126" y="104"/>
                      <a:pt x="126" y="104"/>
                      <a:pt x="126" y="104"/>
                    </a:cubicBezTo>
                    <a:cubicBezTo>
                      <a:pt x="126" y="104"/>
                      <a:pt x="125" y="104"/>
                      <a:pt x="126" y="104"/>
                    </a:cubicBezTo>
                    <a:cubicBezTo>
                      <a:pt x="127" y="104"/>
                      <a:pt x="126" y="104"/>
                      <a:pt x="126" y="104"/>
                    </a:cubicBezTo>
                    <a:cubicBezTo>
                      <a:pt x="126" y="104"/>
                      <a:pt x="126" y="102"/>
                      <a:pt x="126" y="104"/>
                    </a:cubicBezTo>
                    <a:cubicBezTo>
                      <a:pt x="126" y="105"/>
                      <a:pt x="126" y="102"/>
                      <a:pt x="126" y="104"/>
                    </a:cubicBezTo>
                    <a:cubicBezTo>
                      <a:pt x="126" y="105"/>
                      <a:pt x="124" y="103"/>
                      <a:pt x="126" y="104"/>
                    </a:cubicBezTo>
                    <a:cubicBezTo>
                      <a:pt x="126" y="103"/>
                      <a:pt x="126" y="104"/>
                      <a:pt x="126" y="104"/>
                    </a:cubicBezTo>
                    <a:close/>
                    <a:moveTo>
                      <a:pt x="126" y="104"/>
                    </a:moveTo>
                    <a:cubicBezTo>
                      <a:pt x="127" y="103"/>
                      <a:pt x="127" y="104"/>
                      <a:pt x="126" y="104"/>
                    </a:cubicBezTo>
                    <a:cubicBezTo>
                      <a:pt x="126" y="104"/>
                      <a:pt x="125" y="104"/>
                      <a:pt x="127" y="104"/>
                    </a:cubicBezTo>
                    <a:cubicBezTo>
                      <a:pt x="127" y="104"/>
                      <a:pt x="127" y="103"/>
                      <a:pt x="126" y="104"/>
                    </a:cubicBezTo>
                    <a:cubicBezTo>
                      <a:pt x="127" y="104"/>
                      <a:pt x="126" y="105"/>
                      <a:pt x="126" y="104"/>
                    </a:cubicBezTo>
                    <a:close/>
                    <a:moveTo>
                      <a:pt x="127" y="104"/>
                    </a:moveTo>
                    <a:cubicBezTo>
                      <a:pt x="126" y="104"/>
                      <a:pt x="125" y="104"/>
                      <a:pt x="127" y="104"/>
                    </a:cubicBezTo>
                    <a:cubicBezTo>
                      <a:pt x="127" y="104"/>
                      <a:pt x="127" y="103"/>
                      <a:pt x="127" y="104"/>
                    </a:cubicBezTo>
                    <a:cubicBezTo>
                      <a:pt x="127" y="105"/>
                      <a:pt x="126" y="105"/>
                      <a:pt x="127" y="104"/>
                    </a:cubicBezTo>
                    <a:close/>
                    <a:moveTo>
                      <a:pt x="126" y="103"/>
                    </a:moveTo>
                    <a:cubicBezTo>
                      <a:pt x="127" y="102"/>
                      <a:pt x="126" y="102"/>
                      <a:pt x="126" y="103"/>
                    </a:cubicBezTo>
                    <a:cubicBezTo>
                      <a:pt x="126" y="102"/>
                      <a:pt x="127" y="103"/>
                      <a:pt x="126" y="103"/>
                    </a:cubicBezTo>
                    <a:cubicBezTo>
                      <a:pt x="127" y="103"/>
                      <a:pt x="126" y="103"/>
                      <a:pt x="126" y="103"/>
                    </a:cubicBezTo>
                    <a:cubicBezTo>
                      <a:pt x="124" y="104"/>
                      <a:pt x="126" y="104"/>
                      <a:pt x="126" y="103"/>
                    </a:cubicBezTo>
                    <a:close/>
                    <a:moveTo>
                      <a:pt x="126" y="103"/>
                    </a:moveTo>
                    <a:cubicBezTo>
                      <a:pt x="127" y="104"/>
                      <a:pt x="126" y="103"/>
                      <a:pt x="126" y="103"/>
                    </a:cubicBezTo>
                    <a:cubicBezTo>
                      <a:pt x="125" y="101"/>
                      <a:pt x="127" y="104"/>
                      <a:pt x="126" y="103"/>
                    </a:cubicBezTo>
                    <a:cubicBezTo>
                      <a:pt x="126" y="104"/>
                      <a:pt x="125" y="105"/>
                      <a:pt x="126" y="103"/>
                    </a:cubicBezTo>
                    <a:close/>
                    <a:moveTo>
                      <a:pt x="126" y="103"/>
                    </a:moveTo>
                    <a:cubicBezTo>
                      <a:pt x="126" y="104"/>
                      <a:pt x="126" y="103"/>
                      <a:pt x="126" y="103"/>
                    </a:cubicBezTo>
                    <a:cubicBezTo>
                      <a:pt x="127" y="104"/>
                      <a:pt x="126" y="103"/>
                      <a:pt x="126" y="103"/>
                    </a:cubicBezTo>
                    <a:cubicBezTo>
                      <a:pt x="127" y="104"/>
                      <a:pt x="125" y="104"/>
                      <a:pt x="126" y="103"/>
                    </a:cubicBezTo>
                    <a:close/>
                    <a:moveTo>
                      <a:pt x="126" y="103"/>
                    </a:moveTo>
                    <a:cubicBezTo>
                      <a:pt x="126" y="103"/>
                      <a:pt x="127" y="104"/>
                      <a:pt x="126" y="103"/>
                    </a:cubicBezTo>
                    <a:cubicBezTo>
                      <a:pt x="125" y="104"/>
                      <a:pt x="125" y="104"/>
                      <a:pt x="126" y="103"/>
                    </a:cubicBezTo>
                    <a:cubicBezTo>
                      <a:pt x="126" y="103"/>
                      <a:pt x="127" y="103"/>
                      <a:pt x="126" y="103"/>
                    </a:cubicBezTo>
                    <a:close/>
                    <a:moveTo>
                      <a:pt x="126" y="103"/>
                    </a:moveTo>
                    <a:cubicBezTo>
                      <a:pt x="126" y="103"/>
                      <a:pt x="125" y="104"/>
                      <a:pt x="126" y="103"/>
                    </a:cubicBezTo>
                    <a:cubicBezTo>
                      <a:pt x="126" y="104"/>
                      <a:pt x="127" y="104"/>
                      <a:pt x="126" y="103"/>
                    </a:cubicBezTo>
                    <a:close/>
                    <a:moveTo>
                      <a:pt x="126" y="104"/>
                    </a:moveTo>
                    <a:cubicBezTo>
                      <a:pt x="126" y="105"/>
                      <a:pt x="126" y="105"/>
                      <a:pt x="126" y="104"/>
                    </a:cubicBezTo>
                    <a:cubicBezTo>
                      <a:pt x="127" y="104"/>
                      <a:pt x="126" y="104"/>
                      <a:pt x="126" y="104"/>
                    </a:cubicBezTo>
                    <a:cubicBezTo>
                      <a:pt x="127" y="103"/>
                      <a:pt x="126" y="103"/>
                      <a:pt x="126" y="104"/>
                    </a:cubicBezTo>
                    <a:cubicBezTo>
                      <a:pt x="126" y="103"/>
                      <a:pt x="126" y="104"/>
                      <a:pt x="126" y="104"/>
                    </a:cubicBezTo>
                    <a:close/>
                    <a:moveTo>
                      <a:pt x="126" y="103"/>
                    </a:moveTo>
                    <a:cubicBezTo>
                      <a:pt x="125" y="103"/>
                      <a:pt x="127" y="103"/>
                      <a:pt x="126" y="103"/>
                    </a:cubicBezTo>
                    <a:cubicBezTo>
                      <a:pt x="126" y="103"/>
                      <a:pt x="126" y="105"/>
                      <a:pt x="126" y="103"/>
                    </a:cubicBezTo>
                    <a:cubicBezTo>
                      <a:pt x="126" y="103"/>
                      <a:pt x="126" y="103"/>
                      <a:pt x="126" y="103"/>
                    </a:cubicBezTo>
                    <a:close/>
                    <a:moveTo>
                      <a:pt x="126" y="103"/>
                    </a:moveTo>
                    <a:cubicBezTo>
                      <a:pt x="126" y="105"/>
                      <a:pt x="127" y="103"/>
                      <a:pt x="126" y="103"/>
                    </a:cubicBezTo>
                    <a:cubicBezTo>
                      <a:pt x="125" y="102"/>
                      <a:pt x="126" y="103"/>
                      <a:pt x="126" y="103"/>
                    </a:cubicBezTo>
                    <a:cubicBezTo>
                      <a:pt x="125" y="100"/>
                      <a:pt x="126" y="104"/>
                      <a:pt x="126" y="103"/>
                    </a:cubicBezTo>
                    <a:close/>
                    <a:moveTo>
                      <a:pt x="126" y="103"/>
                    </a:moveTo>
                    <a:cubicBezTo>
                      <a:pt x="126" y="100"/>
                      <a:pt x="125" y="101"/>
                      <a:pt x="126" y="103"/>
                    </a:cubicBezTo>
                    <a:cubicBezTo>
                      <a:pt x="125" y="102"/>
                      <a:pt x="125" y="104"/>
                      <a:pt x="126" y="103"/>
                    </a:cubicBezTo>
                    <a:cubicBezTo>
                      <a:pt x="126" y="104"/>
                      <a:pt x="126" y="102"/>
                      <a:pt x="126" y="103"/>
                    </a:cubicBezTo>
                    <a:close/>
                    <a:moveTo>
                      <a:pt x="126" y="103"/>
                    </a:moveTo>
                    <a:cubicBezTo>
                      <a:pt x="125" y="101"/>
                      <a:pt x="125" y="101"/>
                      <a:pt x="126" y="103"/>
                    </a:cubicBezTo>
                    <a:cubicBezTo>
                      <a:pt x="126" y="103"/>
                      <a:pt x="126" y="103"/>
                      <a:pt x="126" y="103"/>
                    </a:cubicBezTo>
                    <a:cubicBezTo>
                      <a:pt x="127" y="104"/>
                      <a:pt x="126" y="102"/>
                      <a:pt x="126" y="103"/>
                    </a:cubicBezTo>
                    <a:close/>
                    <a:moveTo>
                      <a:pt x="126" y="103"/>
                    </a:moveTo>
                    <a:cubicBezTo>
                      <a:pt x="127" y="103"/>
                      <a:pt x="127" y="102"/>
                      <a:pt x="126" y="103"/>
                    </a:cubicBezTo>
                    <a:cubicBezTo>
                      <a:pt x="126" y="102"/>
                      <a:pt x="125" y="104"/>
                      <a:pt x="126" y="103"/>
                    </a:cubicBezTo>
                    <a:cubicBezTo>
                      <a:pt x="127" y="102"/>
                      <a:pt x="126" y="104"/>
                      <a:pt x="126" y="103"/>
                    </a:cubicBezTo>
                    <a:close/>
                    <a:moveTo>
                      <a:pt x="126" y="103"/>
                    </a:moveTo>
                    <a:cubicBezTo>
                      <a:pt x="125" y="102"/>
                      <a:pt x="127" y="103"/>
                      <a:pt x="126" y="103"/>
                    </a:cubicBezTo>
                    <a:cubicBezTo>
                      <a:pt x="125" y="104"/>
                      <a:pt x="127" y="102"/>
                      <a:pt x="126" y="103"/>
                    </a:cubicBezTo>
                    <a:cubicBezTo>
                      <a:pt x="126" y="101"/>
                      <a:pt x="125" y="105"/>
                      <a:pt x="126" y="103"/>
                    </a:cubicBezTo>
                    <a:cubicBezTo>
                      <a:pt x="125" y="103"/>
                      <a:pt x="125" y="102"/>
                      <a:pt x="126" y="103"/>
                    </a:cubicBezTo>
                    <a:cubicBezTo>
                      <a:pt x="125" y="103"/>
                      <a:pt x="125" y="101"/>
                      <a:pt x="126" y="103"/>
                    </a:cubicBezTo>
                    <a:cubicBezTo>
                      <a:pt x="124" y="103"/>
                      <a:pt x="126" y="102"/>
                      <a:pt x="126" y="103"/>
                    </a:cubicBezTo>
                    <a:cubicBezTo>
                      <a:pt x="126" y="102"/>
                      <a:pt x="127" y="103"/>
                      <a:pt x="126" y="103"/>
                    </a:cubicBezTo>
                    <a:cubicBezTo>
                      <a:pt x="127" y="103"/>
                      <a:pt x="126" y="103"/>
                      <a:pt x="126" y="103"/>
                    </a:cubicBezTo>
                    <a:cubicBezTo>
                      <a:pt x="125" y="103"/>
                      <a:pt x="127" y="103"/>
                      <a:pt x="126" y="103"/>
                    </a:cubicBezTo>
                    <a:cubicBezTo>
                      <a:pt x="125" y="103"/>
                      <a:pt x="126" y="103"/>
                      <a:pt x="126" y="103"/>
                    </a:cubicBezTo>
                    <a:cubicBezTo>
                      <a:pt x="125" y="103"/>
                      <a:pt x="125" y="102"/>
                      <a:pt x="126" y="103"/>
                    </a:cubicBezTo>
                    <a:cubicBezTo>
                      <a:pt x="126" y="103"/>
                      <a:pt x="125" y="101"/>
                      <a:pt x="126" y="103"/>
                    </a:cubicBezTo>
                    <a:cubicBezTo>
                      <a:pt x="127" y="103"/>
                      <a:pt x="127" y="103"/>
                      <a:pt x="126" y="103"/>
                    </a:cubicBezTo>
                    <a:cubicBezTo>
                      <a:pt x="126" y="103"/>
                      <a:pt x="126" y="103"/>
                      <a:pt x="126" y="103"/>
                    </a:cubicBezTo>
                    <a:close/>
                    <a:moveTo>
                      <a:pt x="126" y="104"/>
                    </a:moveTo>
                    <a:cubicBezTo>
                      <a:pt x="126" y="101"/>
                      <a:pt x="126" y="104"/>
                      <a:pt x="126" y="104"/>
                    </a:cubicBezTo>
                    <a:cubicBezTo>
                      <a:pt x="126" y="104"/>
                      <a:pt x="127" y="104"/>
                      <a:pt x="126" y="104"/>
                    </a:cubicBezTo>
                    <a:close/>
                    <a:moveTo>
                      <a:pt x="127" y="104"/>
                    </a:moveTo>
                    <a:cubicBezTo>
                      <a:pt x="127" y="103"/>
                      <a:pt x="126" y="105"/>
                      <a:pt x="127" y="104"/>
                    </a:cubicBezTo>
                    <a:cubicBezTo>
                      <a:pt x="126" y="103"/>
                      <a:pt x="127" y="103"/>
                      <a:pt x="127" y="104"/>
                    </a:cubicBezTo>
                    <a:cubicBezTo>
                      <a:pt x="127" y="101"/>
                      <a:pt x="127" y="104"/>
                      <a:pt x="127" y="104"/>
                    </a:cubicBezTo>
                    <a:close/>
                    <a:moveTo>
                      <a:pt x="126" y="104"/>
                    </a:moveTo>
                    <a:cubicBezTo>
                      <a:pt x="127" y="102"/>
                      <a:pt x="127" y="103"/>
                      <a:pt x="126" y="104"/>
                    </a:cubicBezTo>
                    <a:cubicBezTo>
                      <a:pt x="127" y="104"/>
                      <a:pt x="127" y="103"/>
                      <a:pt x="126" y="104"/>
                    </a:cubicBezTo>
                    <a:cubicBezTo>
                      <a:pt x="126" y="105"/>
                      <a:pt x="127" y="104"/>
                      <a:pt x="126" y="104"/>
                    </a:cubicBezTo>
                    <a:close/>
                    <a:moveTo>
                      <a:pt x="127" y="104"/>
                    </a:moveTo>
                    <a:cubicBezTo>
                      <a:pt x="126" y="104"/>
                      <a:pt x="127" y="104"/>
                      <a:pt x="127" y="104"/>
                    </a:cubicBezTo>
                    <a:cubicBezTo>
                      <a:pt x="126" y="103"/>
                      <a:pt x="127" y="104"/>
                      <a:pt x="127" y="104"/>
                    </a:cubicBezTo>
                    <a:cubicBezTo>
                      <a:pt x="127" y="104"/>
                      <a:pt x="127" y="103"/>
                      <a:pt x="127" y="104"/>
                    </a:cubicBezTo>
                    <a:cubicBezTo>
                      <a:pt x="127" y="104"/>
                      <a:pt x="126" y="103"/>
                      <a:pt x="127" y="104"/>
                    </a:cubicBezTo>
                    <a:close/>
                    <a:moveTo>
                      <a:pt x="127" y="104"/>
                    </a:moveTo>
                    <a:cubicBezTo>
                      <a:pt x="126" y="104"/>
                      <a:pt x="127" y="103"/>
                      <a:pt x="127" y="104"/>
                    </a:cubicBezTo>
                    <a:cubicBezTo>
                      <a:pt x="127" y="104"/>
                      <a:pt x="126" y="104"/>
                      <a:pt x="127" y="104"/>
                    </a:cubicBezTo>
                    <a:cubicBezTo>
                      <a:pt x="127" y="104"/>
                      <a:pt x="127" y="104"/>
                      <a:pt x="127" y="104"/>
                    </a:cubicBezTo>
                    <a:cubicBezTo>
                      <a:pt x="127" y="104"/>
                      <a:pt x="126" y="104"/>
                      <a:pt x="127" y="104"/>
                    </a:cubicBezTo>
                    <a:close/>
                    <a:moveTo>
                      <a:pt x="127" y="104"/>
                    </a:moveTo>
                    <a:cubicBezTo>
                      <a:pt x="127" y="104"/>
                      <a:pt x="126" y="105"/>
                      <a:pt x="127" y="104"/>
                    </a:cubicBezTo>
                    <a:cubicBezTo>
                      <a:pt x="126" y="104"/>
                      <a:pt x="126" y="104"/>
                      <a:pt x="127" y="104"/>
                    </a:cubicBezTo>
                    <a:cubicBezTo>
                      <a:pt x="127" y="104"/>
                      <a:pt x="127" y="104"/>
                      <a:pt x="127" y="104"/>
                    </a:cubicBezTo>
                    <a:close/>
                    <a:moveTo>
                      <a:pt x="127" y="104"/>
                    </a:moveTo>
                    <a:cubicBezTo>
                      <a:pt x="127" y="104"/>
                      <a:pt x="127" y="104"/>
                      <a:pt x="127" y="104"/>
                    </a:cubicBezTo>
                    <a:cubicBezTo>
                      <a:pt x="127" y="105"/>
                      <a:pt x="126" y="104"/>
                      <a:pt x="127" y="104"/>
                    </a:cubicBezTo>
                    <a:close/>
                    <a:moveTo>
                      <a:pt x="127" y="104"/>
                    </a:moveTo>
                    <a:cubicBezTo>
                      <a:pt x="127" y="104"/>
                      <a:pt x="127" y="104"/>
                      <a:pt x="127" y="104"/>
                    </a:cubicBezTo>
                    <a:cubicBezTo>
                      <a:pt x="127" y="104"/>
                      <a:pt x="126" y="104"/>
                      <a:pt x="127" y="104"/>
                    </a:cubicBezTo>
                    <a:cubicBezTo>
                      <a:pt x="127" y="104"/>
                      <a:pt x="127" y="104"/>
                      <a:pt x="127" y="104"/>
                    </a:cubicBezTo>
                    <a:cubicBezTo>
                      <a:pt x="127" y="105"/>
                      <a:pt x="126" y="105"/>
                      <a:pt x="127" y="104"/>
                    </a:cubicBezTo>
                    <a:cubicBezTo>
                      <a:pt x="127" y="104"/>
                      <a:pt x="127" y="104"/>
                      <a:pt x="127" y="104"/>
                    </a:cubicBezTo>
                    <a:cubicBezTo>
                      <a:pt x="127" y="103"/>
                      <a:pt x="126" y="104"/>
                      <a:pt x="127" y="104"/>
                    </a:cubicBezTo>
                    <a:cubicBezTo>
                      <a:pt x="127" y="104"/>
                      <a:pt x="127" y="104"/>
                      <a:pt x="127" y="104"/>
                    </a:cubicBezTo>
                    <a:cubicBezTo>
                      <a:pt x="126" y="105"/>
                      <a:pt x="127" y="104"/>
                      <a:pt x="127" y="104"/>
                    </a:cubicBezTo>
                    <a:cubicBezTo>
                      <a:pt x="127" y="104"/>
                      <a:pt x="126" y="104"/>
                      <a:pt x="127" y="104"/>
                    </a:cubicBezTo>
                    <a:cubicBezTo>
                      <a:pt x="127" y="104"/>
                      <a:pt x="127" y="104"/>
                      <a:pt x="127" y="104"/>
                    </a:cubicBezTo>
                    <a:cubicBezTo>
                      <a:pt x="127" y="104"/>
                      <a:pt x="126" y="104"/>
                      <a:pt x="127" y="104"/>
                    </a:cubicBezTo>
                    <a:cubicBezTo>
                      <a:pt x="127" y="103"/>
                      <a:pt x="127" y="104"/>
                      <a:pt x="127" y="104"/>
                    </a:cubicBezTo>
                    <a:cubicBezTo>
                      <a:pt x="127" y="105"/>
                      <a:pt x="126" y="105"/>
                      <a:pt x="127" y="104"/>
                    </a:cubicBezTo>
                    <a:cubicBezTo>
                      <a:pt x="127" y="104"/>
                      <a:pt x="127" y="104"/>
                      <a:pt x="127" y="104"/>
                    </a:cubicBezTo>
                    <a:cubicBezTo>
                      <a:pt x="126" y="105"/>
                      <a:pt x="127" y="103"/>
                      <a:pt x="127" y="104"/>
                    </a:cubicBezTo>
                    <a:cubicBezTo>
                      <a:pt x="127" y="104"/>
                      <a:pt x="127" y="104"/>
                      <a:pt x="127" y="104"/>
                    </a:cubicBezTo>
                    <a:close/>
                    <a:moveTo>
                      <a:pt x="126" y="104"/>
                    </a:moveTo>
                    <a:cubicBezTo>
                      <a:pt x="126" y="105"/>
                      <a:pt x="126" y="105"/>
                      <a:pt x="126" y="104"/>
                    </a:cubicBezTo>
                    <a:cubicBezTo>
                      <a:pt x="126" y="103"/>
                      <a:pt x="126" y="104"/>
                      <a:pt x="126" y="104"/>
                    </a:cubicBezTo>
                    <a:close/>
                    <a:moveTo>
                      <a:pt x="126" y="105"/>
                    </a:moveTo>
                    <a:cubicBezTo>
                      <a:pt x="126" y="105"/>
                      <a:pt x="126" y="105"/>
                      <a:pt x="126" y="105"/>
                    </a:cubicBezTo>
                    <a:moveTo>
                      <a:pt x="126" y="106"/>
                    </a:moveTo>
                    <a:cubicBezTo>
                      <a:pt x="126" y="106"/>
                      <a:pt x="126" y="106"/>
                      <a:pt x="126" y="106"/>
                    </a:cubicBezTo>
                    <a:moveTo>
                      <a:pt x="126" y="106"/>
                    </a:moveTo>
                    <a:cubicBezTo>
                      <a:pt x="126" y="106"/>
                      <a:pt x="126" y="106"/>
                      <a:pt x="126" y="106"/>
                    </a:cubicBezTo>
                    <a:cubicBezTo>
                      <a:pt x="126" y="106"/>
                      <a:pt x="126" y="106"/>
                      <a:pt x="126" y="106"/>
                    </a:cubicBezTo>
                    <a:cubicBezTo>
                      <a:pt x="126" y="106"/>
                      <a:pt x="126" y="106"/>
                      <a:pt x="126" y="106"/>
                    </a:cubicBezTo>
                    <a:cubicBezTo>
                      <a:pt x="126" y="106"/>
                      <a:pt x="126" y="106"/>
                      <a:pt x="126" y="106"/>
                    </a:cubicBezTo>
                    <a:close/>
                    <a:moveTo>
                      <a:pt x="126" y="104"/>
                    </a:moveTo>
                    <a:cubicBezTo>
                      <a:pt x="126" y="104"/>
                      <a:pt x="125" y="105"/>
                      <a:pt x="126" y="104"/>
                    </a:cubicBezTo>
                    <a:cubicBezTo>
                      <a:pt x="125" y="104"/>
                      <a:pt x="127" y="105"/>
                      <a:pt x="126" y="104"/>
                    </a:cubicBezTo>
                    <a:close/>
                    <a:moveTo>
                      <a:pt x="126" y="104"/>
                    </a:moveTo>
                    <a:cubicBezTo>
                      <a:pt x="127" y="104"/>
                      <a:pt x="126" y="105"/>
                      <a:pt x="125" y="104"/>
                    </a:cubicBezTo>
                    <a:cubicBezTo>
                      <a:pt x="126" y="103"/>
                      <a:pt x="126" y="104"/>
                      <a:pt x="126" y="104"/>
                    </a:cubicBezTo>
                    <a:close/>
                    <a:moveTo>
                      <a:pt x="126" y="103"/>
                    </a:moveTo>
                    <a:cubicBezTo>
                      <a:pt x="125" y="103"/>
                      <a:pt x="126" y="104"/>
                      <a:pt x="126" y="103"/>
                    </a:cubicBezTo>
                    <a:cubicBezTo>
                      <a:pt x="126" y="105"/>
                      <a:pt x="126" y="102"/>
                      <a:pt x="126" y="103"/>
                    </a:cubicBezTo>
                    <a:cubicBezTo>
                      <a:pt x="125" y="103"/>
                      <a:pt x="126" y="103"/>
                      <a:pt x="126" y="103"/>
                    </a:cubicBezTo>
                    <a:cubicBezTo>
                      <a:pt x="126" y="103"/>
                      <a:pt x="127" y="102"/>
                      <a:pt x="126" y="103"/>
                    </a:cubicBezTo>
                    <a:cubicBezTo>
                      <a:pt x="126" y="104"/>
                      <a:pt x="125" y="103"/>
                      <a:pt x="126" y="103"/>
                    </a:cubicBezTo>
                    <a:cubicBezTo>
                      <a:pt x="127" y="103"/>
                      <a:pt x="126" y="104"/>
                      <a:pt x="126" y="103"/>
                    </a:cubicBezTo>
                    <a:cubicBezTo>
                      <a:pt x="126" y="102"/>
                      <a:pt x="125" y="102"/>
                      <a:pt x="126" y="103"/>
                    </a:cubicBezTo>
                    <a:cubicBezTo>
                      <a:pt x="124" y="102"/>
                      <a:pt x="127" y="102"/>
                      <a:pt x="126" y="103"/>
                    </a:cubicBezTo>
                    <a:cubicBezTo>
                      <a:pt x="126" y="103"/>
                      <a:pt x="126" y="101"/>
                      <a:pt x="126" y="103"/>
                    </a:cubicBezTo>
                    <a:close/>
                    <a:moveTo>
                      <a:pt x="126" y="102"/>
                    </a:moveTo>
                    <a:cubicBezTo>
                      <a:pt x="125" y="103"/>
                      <a:pt x="124" y="104"/>
                      <a:pt x="126" y="103"/>
                    </a:cubicBezTo>
                    <a:cubicBezTo>
                      <a:pt x="126" y="103"/>
                      <a:pt x="126" y="104"/>
                      <a:pt x="126" y="103"/>
                    </a:cubicBezTo>
                    <a:cubicBezTo>
                      <a:pt x="126" y="104"/>
                      <a:pt x="124" y="103"/>
                      <a:pt x="126" y="103"/>
                    </a:cubicBezTo>
                    <a:cubicBezTo>
                      <a:pt x="126" y="103"/>
                      <a:pt x="126" y="103"/>
                      <a:pt x="126" y="103"/>
                    </a:cubicBezTo>
                    <a:cubicBezTo>
                      <a:pt x="125" y="104"/>
                      <a:pt x="126" y="104"/>
                      <a:pt x="126" y="103"/>
                    </a:cubicBezTo>
                    <a:cubicBezTo>
                      <a:pt x="127" y="104"/>
                      <a:pt x="125" y="103"/>
                      <a:pt x="126" y="103"/>
                    </a:cubicBezTo>
                    <a:cubicBezTo>
                      <a:pt x="125" y="103"/>
                      <a:pt x="125" y="102"/>
                      <a:pt x="126" y="103"/>
                    </a:cubicBezTo>
                    <a:cubicBezTo>
                      <a:pt x="125" y="101"/>
                      <a:pt x="125" y="101"/>
                      <a:pt x="126" y="102"/>
                    </a:cubicBezTo>
                    <a:close/>
                    <a:moveTo>
                      <a:pt x="126" y="102"/>
                    </a:moveTo>
                    <a:cubicBezTo>
                      <a:pt x="127" y="101"/>
                      <a:pt x="127" y="101"/>
                      <a:pt x="126" y="101"/>
                    </a:cubicBezTo>
                    <a:cubicBezTo>
                      <a:pt x="127" y="101"/>
                      <a:pt x="126" y="101"/>
                      <a:pt x="126" y="101"/>
                    </a:cubicBezTo>
                    <a:cubicBezTo>
                      <a:pt x="126" y="101"/>
                      <a:pt x="125" y="102"/>
                      <a:pt x="127" y="101"/>
                    </a:cubicBezTo>
                    <a:cubicBezTo>
                      <a:pt x="127" y="102"/>
                      <a:pt x="127" y="100"/>
                      <a:pt x="127" y="102"/>
                    </a:cubicBezTo>
                    <a:cubicBezTo>
                      <a:pt x="127" y="102"/>
                      <a:pt x="126" y="102"/>
                      <a:pt x="127" y="102"/>
                    </a:cubicBezTo>
                    <a:cubicBezTo>
                      <a:pt x="127" y="104"/>
                      <a:pt x="126" y="101"/>
                      <a:pt x="127" y="102"/>
                    </a:cubicBezTo>
                    <a:cubicBezTo>
                      <a:pt x="127" y="101"/>
                      <a:pt x="127" y="103"/>
                      <a:pt x="127" y="102"/>
                    </a:cubicBezTo>
                    <a:cubicBezTo>
                      <a:pt x="128" y="101"/>
                      <a:pt x="126" y="103"/>
                      <a:pt x="127" y="102"/>
                    </a:cubicBezTo>
                    <a:cubicBezTo>
                      <a:pt x="126" y="100"/>
                      <a:pt x="127" y="103"/>
                      <a:pt x="126" y="102"/>
                    </a:cubicBezTo>
                    <a:cubicBezTo>
                      <a:pt x="126" y="102"/>
                      <a:pt x="125" y="103"/>
                      <a:pt x="126" y="102"/>
                    </a:cubicBezTo>
                    <a:cubicBezTo>
                      <a:pt x="127" y="102"/>
                      <a:pt x="126" y="103"/>
                      <a:pt x="126" y="102"/>
                    </a:cubicBezTo>
                    <a:close/>
                    <a:moveTo>
                      <a:pt x="127" y="102"/>
                    </a:moveTo>
                    <a:cubicBezTo>
                      <a:pt x="128" y="102"/>
                      <a:pt x="127" y="103"/>
                      <a:pt x="127" y="102"/>
                    </a:cubicBezTo>
                    <a:cubicBezTo>
                      <a:pt x="127" y="101"/>
                      <a:pt x="128" y="103"/>
                      <a:pt x="127" y="102"/>
                    </a:cubicBezTo>
                    <a:cubicBezTo>
                      <a:pt x="128" y="101"/>
                      <a:pt x="126" y="100"/>
                      <a:pt x="127" y="102"/>
                    </a:cubicBezTo>
                    <a:cubicBezTo>
                      <a:pt x="127" y="102"/>
                      <a:pt x="127" y="101"/>
                      <a:pt x="127" y="102"/>
                    </a:cubicBezTo>
                    <a:close/>
                    <a:moveTo>
                      <a:pt x="127" y="96"/>
                    </a:moveTo>
                    <a:cubicBezTo>
                      <a:pt x="129" y="95"/>
                      <a:pt x="127" y="95"/>
                      <a:pt x="127" y="96"/>
                    </a:cubicBezTo>
                    <a:cubicBezTo>
                      <a:pt x="129" y="95"/>
                      <a:pt x="127" y="96"/>
                      <a:pt x="127" y="96"/>
                    </a:cubicBezTo>
                    <a:cubicBezTo>
                      <a:pt x="128" y="96"/>
                      <a:pt x="126" y="95"/>
                      <a:pt x="127" y="96"/>
                    </a:cubicBezTo>
                    <a:close/>
                    <a:moveTo>
                      <a:pt x="127" y="99"/>
                    </a:moveTo>
                    <a:cubicBezTo>
                      <a:pt x="126" y="101"/>
                      <a:pt x="127" y="98"/>
                      <a:pt x="127" y="99"/>
                    </a:cubicBezTo>
                    <a:cubicBezTo>
                      <a:pt x="127" y="99"/>
                      <a:pt x="126" y="99"/>
                      <a:pt x="127" y="99"/>
                    </a:cubicBezTo>
                    <a:cubicBezTo>
                      <a:pt x="127" y="97"/>
                      <a:pt x="126" y="99"/>
                      <a:pt x="127" y="99"/>
                    </a:cubicBezTo>
                    <a:cubicBezTo>
                      <a:pt x="125" y="98"/>
                      <a:pt x="128" y="98"/>
                      <a:pt x="127" y="98"/>
                    </a:cubicBezTo>
                    <a:cubicBezTo>
                      <a:pt x="127" y="99"/>
                      <a:pt x="127" y="99"/>
                      <a:pt x="127" y="99"/>
                    </a:cubicBezTo>
                    <a:cubicBezTo>
                      <a:pt x="126" y="99"/>
                      <a:pt x="127" y="100"/>
                      <a:pt x="127" y="98"/>
                    </a:cubicBezTo>
                    <a:cubicBezTo>
                      <a:pt x="127" y="98"/>
                      <a:pt x="127" y="98"/>
                      <a:pt x="127" y="99"/>
                    </a:cubicBezTo>
                    <a:cubicBezTo>
                      <a:pt x="126" y="99"/>
                      <a:pt x="128" y="100"/>
                      <a:pt x="127" y="99"/>
                    </a:cubicBezTo>
                    <a:cubicBezTo>
                      <a:pt x="127" y="97"/>
                      <a:pt x="128" y="99"/>
                      <a:pt x="127" y="99"/>
                    </a:cubicBezTo>
                    <a:cubicBezTo>
                      <a:pt x="128" y="100"/>
                      <a:pt x="128" y="99"/>
                      <a:pt x="127" y="99"/>
                    </a:cubicBezTo>
                    <a:close/>
                    <a:moveTo>
                      <a:pt x="127" y="98"/>
                    </a:moveTo>
                    <a:cubicBezTo>
                      <a:pt x="128" y="99"/>
                      <a:pt x="126" y="100"/>
                      <a:pt x="127" y="99"/>
                    </a:cubicBezTo>
                    <a:cubicBezTo>
                      <a:pt x="127" y="99"/>
                      <a:pt x="128" y="98"/>
                      <a:pt x="127" y="98"/>
                    </a:cubicBezTo>
                    <a:cubicBezTo>
                      <a:pt x="127" y="100"/>
                      <a:pt x="127" y="98"/>
                      <a:pt x="127" y="98"/>
                    </a:cubicBezTo>
                    <a:close/>
                    <a:moveTo>
                      <a:pt x="128" y="100"/>
                    </a:moveTo>
                    <a:cubicBezTo>
                      <a:pt x="128" y="100"/>
                      <a:pt x="129" y="99"/>
                      <a:pt x="128" y="100"/>
                    </a:cubicBezTo>
                    <a:cubicBezTo>
                      <a:pt x="128" y="100"/>
                      <a:pt x="127" y="100"/>
                      <a:pt x="128" y="99"/>
                    </a:cubicBezTo>
                    <a:cubicBezTo>
                      <a:pt x="128" y="100"/>
                      <a:pt x="128" y="99"/>
                      <a:pt x="128" y="100"/>
                    </a:cubicBezTo>
                    <a:close/>
                    <a:moveTo>
                      <a:pt x="127" y="100"/>
                    </a:moveTo>
                    <a:cubicBezTo>
                      <a:pt x="127" y="99"/>
                      <a:pt x="127" y="100"/>
                      <a:pt x="128" y="100"/>
                    </a:cubicBezTo>
                    <a:cubicBezTo>
                      <a:pt x="128" y="100"/>
                      <a:pt x="128" y="101"/>
                      <a:pt x="128" y="100"/>
                    </a:cubicBezTo>
                    <a:cubicBezTo>
                      <a:pt x="128" y="100"/>
                      <a:pt x="126" y="100"/>
                      <a:pt x="127" y="100"/>
                    </a:cubicBezTo>
                    <a:close/>
                    <a:moveTo>
                      <a:pt x="128" y="99"/>
                    </a:moveTo>
                    <a:cubicBezTo>
                      <a:pt x="128" y="99"/>
                      <a:pt x="128" y="98"/>
                      <a:pt x="128" y="99"/>
                    </a:cubicBezTo>
                    <a:cubicBezTo>
                      <a:pt x="126" y="100"/>
                      <a:pt x="128" y="99"/>
                      <a:pt x="128" y="99"/>
                    </a:cubicBezTo>
                    <a:cubicBezTo>
                      <a:pt x="128" y="99"/>
                      <a:pt x="128" y="98"/>
                      <a:pt x="128" y="99"/>
                    </a:cubicBezTo>
                    <a:cubicBezTo>
                      <a:pt x="127" y="98"/>
                      <a:pt x="129" y="98"/>
                      <a:pt x="128" y="99"/>
                    </a:cubicBezTo>
                    <a:close/>
                    <a:moveTo>
                      <a:pt x="128" y="100"/>
                    </a:moveTo>
                    <a:cubicBezTo>
                      <a:pt x="127" y="100"/>
                      <a:pt x="128" y="100"/>
                      <a:pt x="128" y="100"/>
                    </a:cubicBezTo>
                    <a:cubicBezTo>
                      <a:pt x="129" y="100"/>
                      <a:pt x="127" y="99"/>
                      <a:pt x="128" y="100"/>
                    </a:cubicBezTo>
                    <a:close/>
                    <a:moveTo>
                      <a:pt x="128" y="100"/>
                    </a:moveTo>
                    <a:cubicBezTo>
                      <a:pt x="128" y="102"/>
                      <a:pt x="129" y="100"/>
                      <a:pt x="127" y="100"/>
                    </a:cubicBezTo>
                    <a:cubicBezTo>
                      <a:pt x="127" y="103"/>
                      <a:pt x="127" y="100"/>
                      <a:pt x="127" y="100"/>
                    </a:cubicBezTo>
                    <a:cubicBezTo>
                      <a:pt x="127" y="100"/>
                      <a:pt x="127" y="101"/>
                      <a:pt x="127" y="100"/>
                    </a:cubicBezTo>
                    <a:cubicBezTo>
                      <a:pt x="128" y="101"/>
                      <a:pt x="128" y="100"/>
                      <a:pt x="128" y="100"/>
                    </a:cubicBezTo>
                    <a:close/>
                    <a:moveTo>
                      <a:pt x="127" y="102"/>
                    </a:moveTo>
                    <a:cubicBezTo>
                      <a:pt x="127" y="103"/>
                      <a:pt x="126" y="101"/>
                      <a:pt x="127" y="102"/>
                    </a:cubicBezTo>
                    <a:cubicBezTo>
                      <a:pt x="127" y="100"/>
                      <a:pt x="126" y="102"/>
                      <a:pt x="127" y="102"/>
                    </a:cubicBezTo>
                    <a:cubicBezTo>
                      <a:pt x="127" y="103"/>
                      <a:pt x="127" y="102"/>
                      <a:pt x="127" y="102"/>
                    </a:cubicBezTo>
                    <a:close/>
                    <a:moveTo>
                      <a:pt x="127" y="98"/>
                    </a:moveTo>
                    <a:cubicBezTo>
                      <a:pt x="127" y="99"/>
                      <a:pt x="126" y="98"/>
                      <a:pt x="127" y="98"/>
                    </a:cubicBezTo>
                    <a:cubicBezTo>
                      <a:pt x="127" y="99"/>
                      <a:pt x="127" y="98"/>
                      <a:pt x="127" y="98"/>
                    </a:cubicBezTo>
                    <a:close/>
                    <a:moveTo>
                      <a:pt x="127" y="96"/>
                    </a:moveTo>
                    <a:cubicBezTo>
                      <a:pt x="126" y="96"/>
                      <a:pt x="128" y="95"/>
                      <a:pt x="127" y="96"/>
                    </a:cubicBezTo>
                    <a:cubicBezTo>
                      <a:pt x="127" y="98"/>
                      <a:pt x="129" y="95"/>
                      <a:pt x="127" y="96"/>
                    </a:cubicBezTo>
                    <a:cubicBezTo>
                      <a:pt x="128" y="96"/>
                      <a:pt x="127" y="97"/>
                      <a:pt x="127" y="96"/>
                    </a:cubicBezTo>
                    <a:close/>
                    <a:moveTo>
                      <a:pt x="127" y="96"/>
                    </a:moveTo>
                    <a:cubicBezTo>
                      <a:pt x="128" y="95"/>
                      <a:pt x="126" y="97"/>
                      <a:pt x="127" y="96"/>
                    </a:cubicBezTo>
                    <a:cubicBezTo>
                      <a:pt x="128" y="95"/>
                      <a:pt x="128" y="95"/>
                      <a:pt x="127" y="96"/>
                    </a:cubicBezTo>
                    <a:close/>
                    <a:moveTo>
                      <a:pt x="127" y="96"/>
                    </a:moveTo>
                    <a:cubicBezTo>
                      <a:pt x="127" y="97"/>
                      <a:pt x="127" y="96"/>
                      <a:pt x="127" y="96"/>
                    </a:cubicBezTo>
                    <a:cubicBezTo>
                      <a:pt x="127" y="96"/>
                      <a:pt x="127" y="95"/>
                      <a:pt x="127" y="96"/>
                    </a:cubicBezTo>
                    <a:cubicBezTo>
                      <a:pt x="128" y="94"/>
                      <a:pt x="128" y="97"/>
                      <a:pt x="127" y="96"/>
                    </a:cubicBezTo>
                    <a:cubicBezTo>
                      <a:pt x="128" y="95"/>
                      <a:pt x="129" y="95"/>
                      <a:pt x="127" y="96"/>
                    </a:cubicBezTo>
                    <a:close/>
                    <a:moveTo>
                      <a:pt x="128" y="100"/>
                    </a:moveTo>
                    <a:cubicBezTo>
                      <a:pt x="127" y="99"/>
                      <a:pt x="128" y="99"/>
                      <a:pt x="128" y="100"/>
                    </a:cubicBezTo>
                    <a:cubicBezTo>
                      <a:pt x="129" y="100"/>
                      <a:pt x="128" y="101"/>
                      <a:pt x="128" y="100"/>
                    </a:cubicBezTo>
                    <a:cubicBezTo>
                      <a:pt x="129" y="100"/>
                      <a:pt x="127" y="101"/>
                      <a:pt x="128" y="100"/>
                    </a:cubicBezTo>
                    <a:cubicBezTo>
                      <a:pt x="128" y="101"/>
                      <a:pt x="127" y="100"/>
                      <a:pt x="128" y="100"/>
                    </a:cubicBezTo>
                    <a:close/>
                    <a:moveTo>
                      <a:pt x="128" y="102"/>
                    </a:moveTo>
                    <a:cubicBezTo>
                      <a:pt x="127" y="101"/>
                      <a:pt x="129" y="101"/>
                      <a:pt x="129" y="102"/>
                    </a:cubicBezTo>
                    <a:cubicBezTo>
                      <a:pt x="129" y="101"/>
                      <a:pt x="129" y="101"/>
                      <a:pt x="129" y="102"/>
                    </a:cubicBezTo>
                    <a:lnTo>
                      <a:pt x="128" y="102"/>
                    </a:lnTo>
                    <a:close/>
                    <a:moveTo>
                      <a:pt x="128" y="106"/>
                    </a:moveTo>
                    <a:cubicBezTo>
                      <a:pt x="128" y="106"/>
                      <a:pt x="128" y="106"/>
                      <a:pt x="128" y="106"/>
                    </a:cubicBezTo>
                    <a:cubicBezTo>
                      <a:pt x="128" y="106"/>
                      <a:pt x="128" y="106"/>
                      <a:pt x="128" y="106"/>
                    </a:cubicBezTo>
                    <a:cubicBezTo>
                      <a:pt x="129" y="106"/>
                      <a:pt x="129" y="106"/>
                      <a:pt x="129" y="106"/>
                    </a:cubicBezTo>
                    <a:cubicBezTo>
                      <a:pt x="129" y="106"/>
                      <a:pt x="129" y="106"/>
                      <a:pt x="129" y="106"/>
                    </a:cubicBezTo>
                    <a:lnTo>
                      <a:pt x="128" y="106"/>
                    </a:lnTo>
                    <a:close/>
                    <a:moveTo>
                      <a:pt x="127" y="103"/>
                    </a:moveTo>
                    <a:cubicBezTo>
                      <a:pt x="127" y="101"/>
                      <a:pt x="127" y="102"/>
                      <a:pt x="127" y="103"/>
                    </a:cubicBezTo>
                    <a:cubicBezTo>
                      <a:pt x="126" y="104"/>
                      <a:pt x="127" y="103"/>
                      <a:pt x="127" y="103"/>
                    </a:cubicBezTo>
                    <a:cubicBezTo>
                      <a:pt x="126" y="105"/>
                      <a:pt x="127" y="103"/>
                      <a:pt x="126" y="103"/>
                    </a:cubicBezTo>
                    <a:cubicBezTo>
                      <a:pt x="127" y="102"/>
                      <a:pt x="127" y="104"/>
                      <a:pt x="127" y="103"/>
                    </a:cubicBezTo>
                    <a:cubicBezTo>
                      <a:pt x="126" y="104"/>
                      <a:pt x="126" y="104"/>
                      <a:pt x="126" y="104"/>
                    </a:cubicBezTo>
                    <a:cubicBezTo>
                      <a:pt x="127" y="103"/>
                      <a:pt x="127" y="103"/>
                      <a:pt x="126" y="104"/>
                    </a:cubicBezTo>
                    <a:cubicBezTo>
                      <a:pt x="127" y="104"/>
                      <a:pt x="125" y="104"/>
                      <a:pt x="126" y="104"/>
                    </a:cubicBezTo>
                    <a:cubicBezTo>
                      <a:pt x="125" y="104"/>
                      <a:pt x="127" y="103"/>
                      <a:pt x="126" y="104"/>
                    </a:cubicBezTo>
                    <a:cubicBezTo>
                      <a:pt x="127" y="103"/>
                      <a:pt x="125" y="104"/>
                      <a:pt x="126" y="104"/>
                    </a:cubicBezTo>
                    <a:cubicBezTo>
                      <a:pt x="126" y="104"/>
                      <a:pt x="125" y="105"/>
                      <a:pt x="126" y="104"/>
                    </a:cubicBezTo>
                    <a:cubicBezTo>
                      <a:pt x="127" y="104"/>
                      <a:pt x="127" y="104"/>
                      <a:pt x="126" y="104"/>
                    </a:cubicBezTo>
                    <a:cubicBezTo>
                      <a:pt x="126" y="104"/>
                      <a:pt x="127" y="104"/>
                      <a:pt x="127" y="104"/>
                    </a:cubicBezTo>
                    <a:cubicBezTo>
                      <a:pt x="127" y="102"/>
                      <a:pt x="126" y="103"/>
                      <a:pt x="127" y="104"/>
                    </a:cubicBezTo>
                    <a:cubicBezTo>
                      <a:pt x="127" y="103"/>
                      <a:pt x="126" y="104"/>
                      <a:pt x="127" y="104"/>
                    </a:cubicBezTo>
                    <a:cubicBezTo>
                      <a:pt x="127" y="104"/>
                      <a:pt x="127" y="104"/>
                      <a:pt x="127" y="104"/>
                    </a:cubicBezTo>
                    <a:cubicBezTo>
                      <a:pt x="127" y="104"/>
                      <a:pt x="127" y="104"/>
                      <a:pt x="127" y="103"/>
                    </a:cubicBezTo>
                    <a:cubicBezTo>
                      <a:pt x="127" y="103"/>
                      <a:pt x="127" y="104"/>
                      <a:pt x="127" y="103"/>
                    </a:cubicBezTo>
                    <a:cubicBezTo>
                      <a:pt x="126" y="103"/>
                      <a:pt x="126" y="104"/>
                      <a:pt x="127" y="103"/>
                    </a:cubicBezTo>
                    <a:cubicBezTo>
                      <a:pt x="127" y="103"/>
                      <a:pt x="127" y="104"/>
                      <a:pt x="127" y="103"/>
                    </a:cubicBezTo>
                    <a:cubicBezTo>
                      <a:pt x="127" y="103"/>
                      <a:pt x="126" y="103"/>
                      <a:pt x="127" y="103"/>
                    </a:cubicBezTo>
                    <a:cubicBezTo>
                      <a:pt x="127" y="103"/>
                      <a:pt x="128" y="102"/>
                      <a:pt x="127" y="103"/>
                    </a:cubicBezTo>
                    <a:cubicBezTo>
                      <a:pt x="126" y="104"/>
                      <a:pt x="127" y="103"/>
                      <a:pt x="127" y="104"/>
                    </a:cubicBezTo>
                    <a:cubicBezTo>
                      <a:pt x="127" y="104"/>
                      <a:pt x="127" y="104"/>
                      <a:pt x="127" y="104"/>
                    </a:cubicBezTo>
                    <a:cubicBezTo>
                      <a:pt x="127" y="104"/>
                      <a:pt x="127" y="104"/>
                      <a:pt x="127" y="104"/>
                    </a:cubicBezTo>
                    <a:cubicBezTo>
                      <a:pt x="127" y="104"/>
                      <a:pt x="127" y="104"/>
                      <a:pt x="127" y="104"/>
                    </a:cubicBezTo>
                    <a:cubicBezTo>
                      <a:pt x="127" y="103"/>
                      <a:pt x="127" y="104"/>
                      <a:pt x="127" y="104"/>
                    </a:cubicBezTo>
                    <a:cubicBezTo>
                      <a:pt x="127" y="104"/>
                      <a:pt x="127" y="103"/>
                      <a:pt x="127" y="104"/>
                    </a:cubicBezTo>
                    <a:cubicBezTo>
                      <a:pt x="127" y="104"/>
                      <a:pt x="127" y="104"/>
                      <a:pt x="127" y="104"/>
                    </a:cubicBezTo>
                    <a:cubicBezTo>
                      <a:pt x="127" y="104"/>
                      <a:pt x="127" y="104"/>
                      <a:pt x="127" y="104"/>
                    </a:cubicBezTo>
                    <a:cubicBezTo>
                      <a:pt x="127" y="104"/>
                      <a:pt x="127" y="104"/>
                      <a:pt x="127" y="104"/>
                    </a:cubicBezTo>
                    <a:cubicBezTo>
                      <a:pt x="127" y="104"/>
                      <a:pt x="127" y="104"/>
                      <a:pt x="127" y="104"/>
                    </a:cubicBezTo>
                    <a:cubicBezTo>
                      <a:pt x="127" y="104"/>
                      <a:pt x="126" y="105"/>
                      <a:pt x="127" y="104"/>
                    </a:cubicBezTo>
                    <a:cubicBezTo>
                      <a:pt x="127" y="104"/>
                      <a:pt x="127" y="104"/>
                      <a:pt x="127" y="104"/>
                    </a:cubicBezTo>
                    <a:cubicBezTo>
                      <a:pt x="127" y="104"/>
                      <a:pt x="127" y="104"/>
                      <a:pt x="127" y="104"/>
                    </a:cubicBezTo>
                    <a:cubicBezTo>
                      <a:pt x="127" y="104"/>
                      <a:pt x="127" y="104"/>
                      <a:pt x="127" y="104"/>
                    </a:cubicBezTo>
                    <a:cubicBezTo>
                      <a:pt x="127" y="104"/>
                      <a:pt x="127" y="104"/>
                      <a:pt x="127" y="104"/>
                    </a:cubicBezTo>
                    <a:cubicBezTo>
                      <a:pt x="127" y="104"/>
                      <a:pt x="127" y="104"/>
                      <a:pt x="127" y="104"/>
                    </a:cubicBezTo>
                    <a:cubicBezTo>
                      <a:pt x="127" y="104"/>
                      <a:pt x="126" y="105"/>
                      <a:pt x="127" y="104"/>
                    </a:cubicBezTo>
                    <a:cubicBezTo>
                      <a:pt x="127" y="104"/>
                      <a:pt x="127" y="104"/>
                      <a:pt x="127" y="104"/>
                    </a:cubicBezTo>
                    <a:cubicBezTo>
                      <a:pt x="126" y="103"/>
                      <a:pt x="127" y="104"/>
                      <a:pt x="127" y="104"/>
                    </a:cubicBezTo>
                    <a:cubicBezTo>
                      <a:pt x="127" y="103"/>
                      <a:pt x="127" y="104"/>
                      <a:pt x="127" y="104"/>
                    </a:cubicBezTo>
                    <a:cubicBezTo>
                      <a:pt x="127" y="104"/>
                      <a:pt x="127" y="104"/>
                      <a:pt x="127" y="104"/>
                    </a:cubicBezTo>
                    <a:cubicBezTo>
                      <a:pt x="127" y="104"/>
                      <a:pt x="127" y="104"/>
                      <a:pt x="127" y="104"/>
                    </a:cubicBezTo>
                    <a:cubicBezTo>
                      <a:pt x="127" y="104"/>
                      <a:pt x="127" y="104"/>
                      <a:pt x="127" y="104"/>
                    </a:cubicBezTo>
                    <a:cubicBezTo>
                      <a:pt x="126" y="102"/>
                      <a:pt x="127" y="104"/>
                      <a:pt x="127" y="104"/>
                    </a:cubicBezTo>
                    <a:cubicBezTo>
                      <a:pt x="127" y="104"/>
                      <a:pt x="127" y="104"/>
                      <a:pt x="127" y="104"/>
                    </a:cubicBezTo>
                    <a:cubicBezTo>
                      <a:pt x="126" y="104"/>
                      <a:pt x="127" y="104"/>
                      <a:pt x="127" y="104"/>
                    </a:cubicBezTo>
                    <a:cubicBezTo>
                      <a:pt x="127" y="104"/>
                      <a:pt x="126" y="104"/>
                      <a:pt x="127" y="104"/>
                    </a:cubicBezTo>
                    <a:cubicBezTo>
                      <a:pt x="127" y="104"/>
                      <a:pt x="127" y="104"/>
                      <a:pt x="127" y="104"/>
                    </a:cubicBezTo>
                    <a:cubicBezTo>
                      <a:pt x="126" y="103"/>
                      <a:pt x="126" y="104"/>
                      <a:pt x="127" y="104"/>
                    </a:cubicBezTo>
                    <a:cubicBezTo>
                      <a:pt x="127" y="104"/>
                      <a:pt x="127" y="104"/>
                      <a:pt x="127" y="104"/>
                    </a:cubicBezTo>
                    <a:cubicBezTo>
                      <a:pt x="127" y="103"/>
                      <a:pt x="127" y="104"/>
                      <a:pt x="127" y="104"/>
                    </a:cubicBezTo>
                    <a:cubicBezTo>
                      <a:pt x="126" y="104"/>
                      <a:pt x="127" y="104"/>
                      <a:pt x="127" y="104"/>
                    </a:cubicBezTo>
                    <a:cubicBezTo>
                      <a:pt x="125" y="103"/>
                      <a:pt x="127" y="105"/>
                      <a:pt x="127" y="104"/>
                    </a:cubicBezTo>
                    <a:cubicBezTo>
                      <a:pt x="127" y="104"/>
                      <a:pt x="127" y="104"/>
                      <a:pt x="127" y="104"/>
                    </a:cubicBezTo>
                    <a:cubicBezTo>
                      <a:pt x="126" y="104"/>
                      <a:pt x="127" y="104"/>
                      <a:pt x="127" y="104"/>
                    </a:cubicBezTo>
                    <a:cubicBezTo>
                      <a:pt x="127" y="104"/>
                      <a:pt x="127" y="104"/>
                      <a:pt x="127" y="104"/>
                    </a:cubicBezTo>
                    <a:cubicBezTo>
                      <a:pt x="127" y="104"/>
                      <a:pt x="127" y="104"/>
                      <a:pt x="127" y="104"/>
                    </a:cubicBezTo>
                    <a:cubicBezTo>
                      <a:pt x="127" y="104"/>
                      <a:pt x="127" y="104"/>
                      <a:pt x="127" y="104"/>
                    </a:cubicBezTo>
                    <a:cubicBezTo>
                      <a:pt x="127" y="103"/>
                      <a:pt x="127" y="104"/>
                      <a:pt x="127" y="104"/>
                    </a:cubicBezTo>
                    <a:cubicBezTo>
                      <a:pt x="127" y="104"/>
                      <a:pt x="127" y="104"/>
                      <a:pt x="127" y="104"/>
                    </a:cubicBezTo>
                    <a:cubicBezTo>
                      <a:pt x="127" y="104"/>
                      <a:pt x="127" y="104"/>
                      <a:pt x="127" y="104"/>
                    </a:cubicBezTo>
                    <a:cubicBezTo>
                      <a:pt x="127" y="103"/>
                      <a:pt x="127" y="104"/>
                      <a:pt x="127" y="104"/>
                    </a:cubicBezTo>
                    <a:cubicBezTo>
                      <a:pt x="126" y="103"/>
                      <a:pt x="126" y="103"/>
                      <a:pt x="127" y="104"/>
                    </a:cubicBezTo>
                    <a:cubicBezTo>
                      <a:pt x="127" y="104"/>
                      <a:pt x="126" y="104"/>
                      <a:pt x="127" y="104"/>
                    </a:cubicBezTo>
                    <a:cubicBezTo>
                      <a:pt x="127" y="104"/>
                      <a:pt x="127" y="104"/>
                      <a:pt x="127" y="104"/>
                    </a:cubicBezTo>
                    <a:cubicBezTo>
                      <a:pt x="127" y="104"/>
                      <a:pt x="127" y="103"/>
                      <a:pt x="127" y="104"/>
                    </a:cubicBezTo>
                    <a:cubicBezTo>
                      <a:pt x="127" y="104"/>
                      <a:pt x="127" y="104"/>
                      <a:pt x="127" y="104"/>
                    </a:cubicBezTo>
                    <a:cubicBezTo>
                      <a:pt x="127" y="103"/>
                      <a:pt x="127" y="104"/>
                      <a:pt x="127" y="104"/>
                    </a:cubicBezTo>
                    <a:cubicBezTo>
                      <a:pt x="127" y="104"/>
                      <a:pt x="127" y="104"/>
                      <a:pt x="127" y="104"/>
                    </a:cubicBezTo>
                    <a:cubicBezTo>
                      <a:pt x="126" y="104"/>
                      <a:pt x="127" y="105"/>
                      <a:pt x="127" y="104"/>
                    </a:cubicBezTo>
                    <a:cubicBezTo>
                      <a:pt x="125" y="104"/>
                      <a:pt x="126" y="104"/>
                      <a:pt x="127" y="104"/>
                    </a:cubicBezTo>
                    <a:cubicBezTo>
                      <a:pt x="127" y="104"/>
                      <a:pt x="127" y="104"/>
                      <a:pt x="127" y="104"/>
                    </a:cubicBezTo>
                    <a:cubicBezTo>
                      <a:pt x="126" y="104"/>
                      <a:pt x="127" y="104"/>
                      <a:pt x="127" y="104"/>
                    </a:cubicBezTo>
                    <a:cubicBezTo>
                      <a:pt x="127" y="104"/>
                      <a:pt x="127" y="104"/>
                      <a:pt x="127" y="104"/>
                    </a:cubicBezTo>
                    <a:cubicBezTo>
                      <a:pt x="127" y="104"/>
                      <a:pt x="127" y="103"/>
                      <a:pt x="127" y="104"/>
                    </a:cubicBezTo>
                    <a:cubicBezTo>
                      <a:pt x="128" y="101"/>
                      <a:pt x="126" y="105"/>
                      <a:pt x="127" y="104"/>
                    </a:cubicBezTo>
                    <a:cubicBezTo>
                      <a:pt x="126" y="105"/>
                      <a:pt x="127" y="104"/>
                      <a:pt x="127" y="104"/>
                    </a:cubicBezTo>
                    <a:cubicBezTo>
                      <a:pt x="127" y="104"/>
                      <a:pt x="127" y="104"/>
                      <a:pt x="127" y="104"/>
                    </a:cubicBezTo>
                    <a:cubicBezTo>
                      <a:pt x="127" y="104"/>
                      <a:pt x="127" y="104"/>
                      <a:pt x="127" y="104"/>
                    </a:cubicBezTo>
                    <a:cubicBezTo>
                      <a:pt x="127" y="103"/>
                      <a:pt x="127" y="103"/>
                      <a:pt x="127" y="104"/>
                    </a:cubicBezTo>
                    <a:cubicBezTo>
                      <a:pt x="127" y="104"/>
                      <a:pt x="126" y="105"/>
                      <a:pt x="127" y="104"/>
                    </a:cubicBezTo>
                    <a:cubicBezTo>
                      <a:pt x="127" y="104"/>
                      <a:pt x="126" y="104"/>
                      <a:pt x="127" y="104"/>
                    </a:cubicBezTo>
                    <a:cubicBezTo>
                      <a:pt x="126" y="103"/>
                      <a:pt x="127" y="104"/>
                      <a:pt x="127" y="104"/>
                    </a:cubicBezTo>
                    <a:cubicBezTo>
                      <a:pt x="127" y="102"/>
                      <a:pt x="127" y="104"/>
                      <a:pt x="127" y="104"/>
                    </a:cubicBezTo>
                    <a:cubicBezTo>
                      <a:pt x="126" y="105"/>
                      <a:pt x="126" y="105"/>
                      <a:pt x="127" y="104"/>
                    </a:cubicBezTo>
                    <a:cubicBezTo>
                      <a:pt x="127" y="104"/>
                      <a:pt x="127" y="104"/>
                      <a:pt x="127" y="104"/>
                    </a:cubicBezTo>
                    <a:cubicBezTo>
                      <a:pt x="127" y="104"/>
                      <a:pt x="127" y="104"/>
                      <a:pt x="127" y="104"/>
                    </a:cubicBezTo>
                    <a:cubicBezTo>
                      <a:pt x="127" y="104"/>
                      <a:pt x="127" y="104"/>
                      <a:pt x="127" y="104"/>
                    </a:cubicBezTo>
                    <a:cubicBezTo>
                      <a:pt x="127" y="104"/>
                      <a:pt x="127" y="104"/>
                      <a:pt x="127" y="104"/>
                    </a:cubicBezTo>
                    <a:cubicBezTo>
                      <a:pt x="126" y="104"/>
                      <a:pt x="127" y="104"/>
                      <a:pt x="127" y="104"/>
                    </a:cubicBezTo>
                    <a:cubicBezTo>
                      <a:pt x="127" y="104"/>
                      <a:pt x="126" y="103"/>
                      <a:pt x="127" y="104"/>
                    </a:cubicBezTo>
                    <a:cubicBezTo>
                      <a:pt x="127" y="104"/>
                      <a:pt x="127" y="102"/>
                      <a:pt x="127" y="104"/>
                    </a:cubicBezTo>
                    <a:cubicBezTo>
                      <a:pt x="127" y="104"/>
                      <a:pt x="127" y="104"/>
                      <a:pt x="127" y="104"/>
                    </a:cubicBezTo>
                    <a:cubicBezTo>
                      <a:pt x="126" y="104"/>
                      <a:pt x="127" y="104"/>
                      <a:pt x="127" y="104"/>
                    </a:cubicBezTo>
                    <a:cubicBezTo>
                      <a:pt x="128" y="103"/>
                      <a:pt x="125" y="104"/>
                      <a:pt x="127" y="104"/>
                    </a:cubicBezTo>
                    <a:cubicBezTo>
                      <a:pt x="127" y="104"/>
                      <a:pt x="127" y="104"/>
                      <a:pt x="127" y="104"/>
                    </a:cubicBezTo>
                    <a:cubicBezTo>
                      <a:pt x="127" y="104"/>
                      <a:pt x="125" y="104"/>
                      <a:pt x="127" y="104"/>
                    </a:cubicBezTo>
                    <a:cubicBezTo>
                      <a:pt x="127" y="104"/>
                      <a:pt x="127" y="102"/>
                      <a:pt x="126" y="104"/>
                    </a:cubicBezTo>
                    <a:cubicBezTo>
                      <a:pt x="126" y="105"/>
                      <a:pt x="127" y="104"/>
                      <a:pt x="126" y="104"/>
                    </a:cubicBezTo>
                    <a:cubicBezTo>
                      <a:pt x="126" y="104"/>
                      <a:pt x="127" y="104"/>
                      <a:pt x="126" y="104"/>
                    </a:cubicBezTo>
                    <a:cubicBezTo>
                      <a:pt x="126" y="105"/>
                      <a:pt x="126" y="104"/>
                      <a:pt x="126" y="104"/>
                    </a:cubicBezTo>
                    <a:cubicBezTo>
                      <a:pt x="127" y="104"/>
                      <a:pt x="127" y="104"/>
                      <a:pt x="126" y="103"/>
                    </a:cubicBezTo>
                    <a:cubicBezTo>
                      <a:pt x="126" y="102"/>
                      <a:pt x="126" y="101"/>
                      <a:pt x="126" y="103"/>
                    </a:cubicBezTo>
                    <a:cubicBezTo>
                      <a:pt x="126" y="103"/>
                      <a:pt x="127" y="102"/>
                      <a:pt x="126" y="103"/>
                    </a:cubicBezTo>
                    <a:cubicBezTo>
                      <a:pt x="127" y="104"/>
                      <a:pt x="127" y="103"/>
                      <a:pt x="126" y="103"/>
                    </a:cubicBezTo>
                    <a:cubicBezTo>
                      <a:pt x="127" y="104"/>
                      <a:pt x="126" y="103"/>
                      <a:pt x="126" y="103"/>
                    </a:cubicBezTo>
                    <a:cubicBezTo>
                      <a:pt x="127" y="104"/>
                      <a:pt x="127" y="104"/>
                      <a:pt x="126" y="103"/>
                    </a:cubicBezTo>
                    <a:cubicBezTo>
                      <a:pt x="126" y="103"/>
                      <a:pt x="126" y="102"/>
                      <a:pt x="126" y="103"/>
                    </a:cubicBezTo>
                    <a:cubicBezTo>
                      <a:pt x="126" y="104"/>
                      <a:pt x="126" y="103"/>
                      <a:pt x="126" y="103"/>
                    </a:cubicBezTo>
                    <a:cubicBezTo>
                      <a:pt x="127" y="103"/>
                      <a:pt x="127" y="104"/>
                      <a:pt x="126" y="103"/>
                    </a:cubicBezTo>
                    <a:cubicBezTo>
                      <a:pt x="126" y="104"/>
                      <a:pt x="126" y="104"/>
                      <a:pt x="126" y="103"/>
                    </a:cubicBezTo>
                    <a:cubicBezTo>
                      <a:pt x="126" y="104"/>
                      <a:pt x="126" y="103"/>
                      <a:pt x="126" y="103"/>
                    </a:cubicBezTo>
                    <a:cubicBezTo>
                      <a:pt x="127" y="104"/>
                      <a:pt x="127" y="103"/>
                      <a:pt x="126" y="103"/>
                    </a:cubicBezTo>
                    <a:cubicBezTo>
                      <a:pt x="127" y="103"/>
                      <a:pt x="127" y="104"/>
                      <a:pt x="126" y="103"/>
                    </a:cubicBezTo>
                    <a:cubicBezTo>
                      <a:pt x="126" y="105"/>
                      <a:pt x="126" y="103"/>
                      <a:pt x="126" y="103"/>
                    </a:cubicBezTo>
                    <a:cubicBezTo>
                      <a:pt x="126" y="104"/>
                      <a:pt x="126" y="102"/>
                      <a:pt x="126" y="103"/>
                    </a:cubicBezTo>
                    <a:cubicBezTo>
                      <a:pt x="127" y="102"/>
                      <a:pt x="125" y="103"/>
                      <a:pt x="126" y="103"/>
                    </a:cubicBezTo>
                    <a:cubicBezTo>
                      <a:pt x="127" y="103"/>
                      <a:pt x="126" y="104"/>
                      <a:pt x="126" y="103"/>
                    </a:cubicBezTo>
                    <a:cubicBezTo>
                      <a:pt x="125" y="103"/>
                      <a:pt x="126" y="104"/>
                      <a:pt x="126" y="103"/>
                    </a:cubicBezTo>
                    <a:cubicBezTo>
                      <a:pt x="126" y="103"/>
                      <a:pt x="126" y="104"/>
                      <a:pt x="126" y="103"/>
                    </a:cubicBezTo>
                    <a:cubicBezTo>
                      <a:pt x="125" y="104"/>
                      <a:pt x="125" y="103"/>
                      <a:pt x="126" y="103"/>
                    </a:cubicBezTo>
                    <a:cubicBezTo>
                      <a:pt x="126" y="104"/>
                      <a:pt x="126" y="103"/>
                      <a:pt x="126" y="103"/>
                    </a:cubicBezTo>
                    <a:cubicBezTo>
                      <a:pt x="127" y="102"/>
                      <a:pt x="126" y="103"/>
                      <a:pt x="126" y="103"/>
                    </a:cubicBezTo>
                    <a:cubicBezTo>
                      <a:pt x="127" y="104"/>
                      <a:pt x="127" y="103"/>
                      <a:pt x="126" y="103"/>
                    </a:cubicBezTo>
                    <a:cubicBezTo>
                      <a:pt x="125" y="104"/>
                      <a:pt x="127" y="101"/>
                      <a:pt x="126" y="103"/>
                    </a:cubicBezTo>
                    <a:cubicBezTo>
                      <a:pt x="127" y="104"/>
                      <a:pt x="126" y="102"/>
                      <a:pt x="126" y="103"/>
                    </a:cubicBezTo>
                    <a:cubicBezTo>
                      <a:pt x="126" y="103"/>
                      <a:pt x="127" y="102"/>
                      <a:pt x="126" y="103"/>
                    </a:cubicBezTo>
                    <a:cubicBezTo>
                      <a:pt x="127" y="103"/>
                      <a:pt x="126" y="102"/>
                      <a:pt x="126" y="103"/>
                    </a:cubicBezTo>
                    <a:cubicBezTo>
                      <a:pt x="126" y="103"/>
                      <a:pt x="126" y="103"/>
                      <a:pt x="126" y="103"/>
                    </a:cubicBezTo>
                    <a:cubicBezTo>
                      <a:pt x="127" y="103"/>
                      <a:pt x="127" y="103"/>
                      <a:pt x="126" y="103"/>
                    </a:cubicBezTo>
                    <a:cubicBezTo>
                      <a:pt x="126" y="104"/>
                      <a:pt x="125" y="102"/>
                      <a:pt x="126" y="103"/>
                    </a:cubicBezTo>
                    <a:cubicBezTo>
                      <a:pt x="126" y="100"/>
                      <a:pt x="126" y="100"/>
                      <a:pt x="126" y="103"/>
                    </a:cubicBezTo>
                    <a:cubicBezTo>
                      <a:pt x="127" y="103"/>
                      <a:pt x="127" y="102"/>
                      <a:pt x="126" y="103"/>
                    </a:cubicBezTo>
                    <a:cubicBezTo>
                      <a:pt x="125" y="101"/>
                      <a:pt x="126" y="103"/>
                      <a:pt x="126" y="103"/>
                    </a:cubicBezTo>
                    <a:cubicBezTo>
                      <a:pt x="126" y="101"/>
                      <a:pt x="127" y="102"/>
                      <a:pt x="126" y="103"/>
                    </a:cubicBezTo>
                    <a:cubicBezTo>
                      <a:pt x="126" y="103"/>
                      <a:pt x="125" y="102"/>
                      <a:pt x="126" y="103"/>
                    </a:cubicBezTo>
                    <a:cubicBezTo>
                      <a:pt x="126" y="103"/>
                      <a:pt x="126" y="102"/>
                      <a:pt x="126" y="103"/>
                    </a:cubicBezTo>
                    <a:cubicBezTo>
                      <a:pt x="126" y="101"/>
                      <a:pt x="127" y="104"/>
                      <a:pt x="126" y="103"/>
                    </a:cubicBezTo>
                    <a:cubicBezTo>
                      <a:pt x="127" y="102"/>
                      <a:pt x="126" y="103"/>
                      <a:pt x="126" y="103"/>
                    </a:cubicBezTo>
                    <a:cubicBezTo>
                      <a:pt x="127" y="103"/>
                      <a:pt x="127" y="102"/>
                      <a:pt x="127" y="102"/>
                    </a:cubicBezTo>
                    <a:cubicBezTo>
                      <a:pt x="127" y="102"/>
                      <a:pt x="128" y="103"/>
                      <a:pt x="127" y="102"/>
                    </a:cubicBezTo>
                    <a:cubicBezTo>
                      <a:pt x="127" y="102"/>
                      <a:pt x="128" y="102"/>
                      <a:pt x="127" y="102"/>
                    </a:cubicBezTo>
                    <a:cubicBezTo>
                      <a:pt x="127" y="102"/>
                      <a:pt x="127" y="103"/>
                      <a:pt x="127" y="102"/>
                    </a:cubicBezTo>
                    <a:cubicBezTo>
                      <a:pt x="127" y="103"/>
                      <a:pt x="126" y="100"/>
                      <a:pt x="127" y="102"/>
                    </a:cubicBezTo>
                    <a:cubicBezTo>
                      <a:pt x="127" y="102"/>
                      <a:pt x="127" y="101"/>
                      <a:pt x="127" y="102"/>
                    </a:cubicBezTo>
                    <a:cubicBezTo>
                      <a:pt x="126" y="103"/>
                      <a:pt x="126" y="102"/>
                      <a:pt x="127" y="102"/>
                    </a:cubicBezTo>
                    <a:cubicBezTo>
                      <a:pt x="127" y="102"/>
                      <a:pt x="126" y="103"/>
                      <a:pt x="127" y="102"/>
                    </a:cubicBezTo>
                    <a:cubicBezTo>
                      <a:pt x="127" y="103"/>
                      <a:pt x="127" y="100"/>
                      <a:pt x="127" y="102"/>
                    </a:cubicBezTo>
                    <a:cubicBezTo>
                      <a:pt x="126" y="102"/>
                      <a:pt x="127" y="101"/>
                      <a:pt x="127" y="102"/>
                    </a:cubicBezTo>
                    <a:cubicBezTo>
                      <a:pt x="126" y="100"/>
                      <a:pt x="128" y="102"/>
                      <a:pt x="127" y="102"/>
                    </a:cubicBezTo>
                    <a:cubicBezTo>
                      <a:pt x="128" y="102"/>
                      <a:pt x="127" y="101"/>
                      <a:pt x="127" y="102"/>
                    </a:cubicBezTo>
                    <a:cubicBezTo>
                      <a:pt x="126" y="101"/>
                      <a:pt x="128" y="102"/>
                      <a:pt x="127" y="102"/>
                    </a:cubicBezTo>
                    <a:cubicBezTo>
                      <a:pt x="128" y="103"/>
                      <a:pt x="126" y="101"/>
                      <a:pt x="127" y="102"/>
                    </a:cubicBezTo>
                    <a:cubicBezTo>
                      <a:pt x="128" y="102"/>
                      <a:pt x="125" y="102"/>
                      <a:pt x="127" y="102"/>
                    </a:cubicBezTo>
                    <a:cubicBezTo>
                      <a:pt x="127" y="103"/>
                      <a:pt x="126" y="103"/>
                      <a:pt x="127" y="102"/>
                    </a:cubicBezTo>
                    <a:cubicBezTo>
                      <a:pt x="128" y="101"/>
                      <a:pt x="126" y="101"/>
                      <a:pt x="127" y="102"/>
                    </a:cubicBezTo>
                    <a:cubicBezTo>
                      <a:pt x="127" y="103"/>
                      <a:pt x="127" y="103"/>
                      <a:pt x="128" y="102"/>
                    </a:cubicBezTo>
                    <a:cubicBezTo>
                      <a:pt x="128" y="103"/>
                      <a:pt x="128" y="103"/>
                      <a:pt x="128" y="103"/>
                    </a:cubicBezTo>
                    <a:cubicBezTo>
                      <a:pt x="128" y="103"/>
                      <a:pt x="128" y="103"/>
                      <a:pt x="128" y="103"/>
                    </a:cubicBezTo>
                    <a:cubicBezTo>
                      <a:pt x="127" y="102"/>
                      <a:pt x="128" y="103"/>
                      <a:pt x="127" y="103"/>
                    </a:cubicBezTo>
                    <a:close/>
                    <a:moveTo>
                      <a:pt x="127" y="102"/>
                    </a:moveTo>
                    <a:cubicBezTo>
                      <a:pt x="126" y="103"/>
                      <a:pt x="128" y="103"/>
                      <a:pt x="127" y="102"/>
                    </a:cubicBezTo>
                    <a:cubicBezTo>
                      <a:pt x="126" y="103"/>
                      <a:pt x="126" y="101"/>
                      <a:pt x="127" y="102"/>
                    </a:cubicBezTo>
                    <a:cubicBezTo>
                      <a:pt x="127" y="101"/>
                      <a:pt x="127" y="102"/>
                      <a:pt x="127" y="102"/>
                    </a:cubicBezTo>
                    <a:close/>
                    <a:moveTo>
                      <a:pt x="127" y="104"/>
                    </a:moveTo>
                    <a:cubicBezTo>
                      <a:pt x="127" y="103"/>
                      <a:pt x="127" y="104"/>
                      <a:pt x="127" y="104"/>
                    </a:cubicBezTo>
                    <a:cubicBezTo>
                      <a:pt x="127" y="104"/>
                      <a:pt x="127" y="104"/>
                      <a:pt x="127" y="104"/>
                    </a:cubicBezTo>
                    <a:cubicBezTo>
                      <a:pt x="126" y="104"/>
                      <a:pt x="127" y="105"/>
                      <a:pt x="127" y="104"/>
                    </a:cubicBezTo>
                    <a:close/>
                    <a:moveTo>
                      <a:pt x="127" y="104"/>
                    </a:moveTo>
                    <a:cubicBezTo>
                      <a:pt x="127" y="104"/>
                      <a:pt x="127" y="104"/>
                      <a:pt x="127" y="104"/>
                    </a:cubicBezTo>
                    <a:cubicBezTo>
                      <a:pt x="127" y="104"/>
                      <a:pt x="126" y="104"/>
                      <a:pt x="127" y="104"/>
                    </a:cubicBezTo>
                    <a:cubicBezTo>
                      <a:pt x="126" y="104"/>
                      <a:pt x="127" y="104"/>
                      <a:pt x="127" y="104"/>
                    </a:cubicBezTo>
                    <a:close/>
                    <a:moveTo>
                      <a:pt x="127" y="104"/>
                    </a:moveTo>
                    <a:cubicBezTo>
                      <a:pt x="127" y="104"/>
                      <a:pt x="127" y="104"/>
                      <a:pt x="127" y="104"/>
                    </a:cubicBezTo>
                    <a:cubicBezTo>
                      <a:pt x="127" y="104"/>
                      <a:pt x="127" y="104"/>
                      <a:pt x="127" y="104"/>
                    </a:cubicBezTo>
                    <a:cubicBezTo>
                      <a:pt x="127" y="104"/>
                      <a:pt x="127" y="103"/>
                      <a:pt x="127" y="104"/>
                    </a:cubicBezTo>
                    <a:close/>
                    <a:moveTo>
                      <a:pt x="127" y="111"/>
                    </a:moveTo>
                    <a:cubicBezTo>
                      <a:pt x="127" y="111"/>
                      <a:pt x="127" y="111"/>
                      <a:pt x="127" y="111"/>
                    </a:cubicBezTo>
                    <a:close/>
                    <a:moveTo>
                      <a:pt x="126" y="107"/>
                    </a:moveTo>
                    <a:cubicBezTo>
                      <a:pt x="126" y="107"/>
                      <a:pt x="126" y="107"/>
                      <a:pt x="126" y="107"/>
                    </a:cubicBezTo>
                    <a:cubicBezTo>
                      <a:pt x="126" y="106"/>
                      <a:pt x="126" y="107"/>
                      <a:pt x="126" y="107"/>
                    </a:cubicBezTo>
                    <a:cubicBezTo>
                      <a:pt x="126" y="106"/>
                      <a:pt x="126" y="106"/>
                      <a:pt x="126" y="106"/>
                    </a:cubicBezTo>
                    <a:cubicBezTo>
                      <a:pt x="126" y="106"/>
                      <a:pt x="126" y="106"/>
                      <a:pt x="126" y="106"/>
                    </a:cubicBezTo>
                    <a:cubicBezTo>
                      <a:pt x="126" y="106"/>
                      <a:pt x="126" y="106"/>
                      <a:pt x="126" y="106"/>
                    </a:cubicBezTo>
                    <a:cubicBezTo>
                      <a:pt x="126" y="106"/>
                      <a:pt x="126" y="106"/>
                      <a:pt x="126" y="106"/>
                    </a:cubicBezTo>
                    <a:cubicBezTo>
                      <a:pt x="126" y="106"/>
                      <a:pt x="126" y="106"/>
                      <a:pt x="126" y="106"/>
                    </a:cubicBezTo>
                    <a:cubicBezTo>
                      <a:pt x="127" y="106"/>
                      <a:pt x="127" y="106"/>
                      <a:pt x="127" y="106"/>
                    </a:cubicBezTo>
                    <a:cubicBezTo>
                      <a:pt x="127" y="106"/>
                      <a:pt x="127" y="106"/>
                      <a:pt x="127" y="106"/>
                    </a:cubicBezTo>
                    <a:cubicBezTo>
                      <a:pt x="127" y="106"/>
                      <a:pt x="127" y="106"/>
                      <a:pt x="127" y="106"/>
                    </a:cubicBezTo>
                    <a:cubicBezTo>
                      <a:pt x="127" y="106"/>
                      <a:pt x="127" y="106"/>
                      <a:pt x="127" y="107"/>
                    </a:cubicBezTo>
                    <a:cubicBezTo>
                      <a:pt x="127" y="107"/>
                      <a:pt x="127" y="107"/>
                      <a:pt x="127" y="107"/>
                    </a:cubicBezTo>
                    <a:cubicBezTo>
                      <a:pt x="127" y="107"/>
                      <a:pt x="127" y="107"/>
                      <a:pt x="127" y="107"/>
                    </a:cubicBezTo>
                    <a:cubicBezTo>
                      <a:pt x="126" y="107"/>
                      <a:pt x="126" y="107"/>
                      <a:pt x="126" y="107"/>
                    </a:cubicBezTo>
                    <a:close/>
                    <a:moveTo>
                      <a:pt x="125" y="106"/>
                    </a:moveTo>
                    <a:cubicBezTo>
                      <a:pt x="125" y="106"/>
                      <a:pt x="125" y="107"/>
                      <a:pt x="125" y="106"/>
                    </a:cubicBezTo>
                    <a:cubicBezTo>
                      <a:pt x="125" y="105"/>
                      <a:pt x="126" y="106"/>
                      <a:pt x="125" y="106"/>
                    </a:cubicBezTo>
                    <a:cubicBezTo>
                      <a:pt x="125" y="104"/>
                      <a:pt x="127" y="105"/>
                      <a:pt x="126" y="105"/>
                    </a:cubicBezTo>
                    <a:cubicBezTo>
                      <a:pt x="126" y="106"/>
                      <a:pt x="126" y="106"/>
                      <a:pt x="126" y="106"/>
                    </a:cubicBezTo>
                    <a:cubicBezTo>
                      <a:pt x="126" y="106"/>
                      <a:pt x="126" y="106"/>
                      <a:pt x="126" y="106"/>
                    </a:cubicBezTo>
                    <a:cubicBezTo>
                      <a:pt x="126" y="106"/>
                      <a:pt x="126" y="106"/>
                      <a:pt x="126" y="106"/>
                    </a:cubicBezTo>
                    <a:cubicBezTo>
                      <a:pt x="125" y="106"/>
                      <a:pt x="125" y="106"/>
                      <a:pt x="125" y="106"/>
                    </a:cubicBezTo>
                    <a:cubicBezTo>
                      <a:pt x="126" y="106"/>
                      <a:pt x="126" y="106"/>
                      <a:pt x="126" y="106"/>
                    </a:cubicBezTo>
                    <a:cubicBezTo>
                      <a:pt x="125" y="106"/>
                      <a:pt x="125" y="105"/>
                      <a:pt x="125" y="106"/>
                    </a:cubicBezTo>
                    <a:close/>
                    <a:moveTo>
                      <a:pt x="125" y="112"/>
                    </a:moveTo>
                    <a:cubicBezTo>
                      <a:pt x="125" y="112"/>
                      <a:pt x="125" y="112"/>
                      <a:pt x="125" y="112"/>
                    </a:cubicBezTo>
                    <a:cubicBezTo>
                      <a:pt x="125" y="112"/>
                      <a:pt x="125" y="112"/>
                      <a:pt x="125" y="112"/>
                    </a:cubicBezTo>
                    <a:cubicBezTo>
                      <a:pt x="125" y="112"/>
                      <a:pt x="125" y="112"/>
                      <a:pt x="125" y="112"/>
                    </a:cubicBezTo>
                    <a:cubicBezTo>
                      <a:pt x="125" y="112"/>
                      <a:pt x="125" y="112"/>
                      <a:pt x="125" y="112"/>
                    </a:cubicBezTo>
                    <a:cubicBezTo>
                      <a:pt x="125" y="112"/>
                      <a:pt x="125" y="112"/>
                      <a:pt x="125" y="112"/>
                    </a:cubicBezTo>
                    <a:cubicBezTo>
                      <a:pt x="125" y="112"/>
                      <a:pt x="125" y="112"/>
                      <a:pt x="125" y="112"/>
                    </a:cubicBezTo>
                    <a:close/>
                    <a:moveTo>
                      <a:pt x="125" y="113"/>
                    </a:moveTo>
                    <a:cubicBezTo>
                      <a:pt x="125" y="113"/>
                      <a:pt x="125" y="113"/>
                      <a:pt x="125" y="113"/>
                    </a:cubicBezTo>
                    <a:cubicBezTo>
                      <a:pt x="125" y="113"/>
                      <a:pt x="125" y="113"/>
                      <a:pt x="125" y="113"/>
                    </a:cubicBezTo>
                    <a:cubicBezTo>
                      <a:pt x="125" y="113"/>
                      <a:pt x="125" y="113"/>
                      <a:pt x="125" y="113"/>
                    </a:cubicBezTo>
                    <a:cubicBezTo>
                      <a:pt x="125" y="112"/>
                      <a:pt x="125" y="112"/>
                      <a:pt x="125" y="112"/>
                    </a:cubicBezTo>
                    <a:cubicBezTo>
                      <a:pt x="125" y="113"/>
                      <a:pt x="125" y="113"/>
                      <a:pt x="125" y="113"/>
                    </a:cubicBezTo>
                    <a:cubicBezTo>
                      <a:pt x="125" y="113"/>
                      <a:pt x="125" y="113"/>
                      <a:pt x="125" y="113"/>
                    </a:cubicBezTo>
                    <a:cubicBezTo>
                      <a:pt x="125" y="113"/>
                      <a:pt x="125" y="113"/>
                      <a:pt x="125" y="113"/>
                    </a:cubicBezTo>
                    <a:cubicBezTo>
                      <a:pt x="125" y="113"/>
                      <a:pt x="125" y="113"/>
                      <a:pt x="125" y="113"/>
                    </a:cubicBezTo>
                    <a:cubicBezTo>
                      <a:pt x="125" y="113"/>
                      <a:pt x="125" y="113"/>
                      <a:pt x="125" y="113"/>
                    </a:cubicBezTo>
                    <a:cubicBezTo>
                      <a:pt x="125" y="113"/>
                      <a:pt x="125" y="113"/>
                      <a:pt x="125" y="113"/>
                    </a:cubicBezTo>
                    <a:cubicBezTo>
                      <a:pt x="125" y="113"/>
                      <a:pt x="125" y="113"/>
                      <a:pt x="125" y="113"/>
                    </a:cubicBezTo>
                    <a:close/>
                    <a:moveTo>
                      <a:pt x="125" y="108"/>
                    </a:moveTo>
                    <a:cubicBezTo>
                      <a:pt x="124" y="108"/>
                      <a:pt x="124" y="108"/>
                      <a:pt x="124" y="108"/>
                    </a:cubicBezTo>
                    <a:cubicBezTo>
                      <a:pt x="125" y="107"/>
                      <a:pt x="125" y="107"/>
                      <a:pt x="125" y="108"/>
                    </a:cubicBezTo>
                    <a:cubicBezTo>
                      <a:pt x="125" y="107"/>
                      <a:pt x="125" y="108"/>
                      <a:pt x="125" y="108"/>
                    </a:cubicBezTo>
                    <a:cubicBezTo>
                      <a:pt x="124" y="108"/>
                      <a:pt x="124" y="108"/>
                      <a:pt x="124" y="108"/>
                    </a:cubicBezTo>
                    <a:lnTo>
                      <a:pt x="125" y="108"/>
                    </a:lnTo>
                    <a:close/>
                    <a:moveTo>
                      <a:pt x="124" y="108"/>
                    </a:moveTo>
                    <a:cubicBezTo>
                      <a:pt x="124" y="108"/>
                      <a:pt x="124" y="108"/>
                      <a:pt x="124" y="108"/>
                    </a:cubicBezTo>
                    <a:cubicBezTo>
                      <a:pt x="124" y="108"/>
                      <a:pt x="124" y="108"/>
                      <a:pt x="124" y="108"/>
                    </a:cubicBezTo>
                    <a:cubicBezTo>
                      <a:pt x="124" y="108"/>
                      <a:pt x="124" y="108"/>
                      <a:pt x="124" y="108"/>
                    </a:cubicBezTo>
                    <a:cubicBezTo>
                      <a:pt x="124" y="108"/>
                      <a:pt x="124" y="108"/>
                      <a:pt x="124" y="108"/>
                    </a:cubicBezTo>
                    <a:cubicBezTo>
                      <a:pt x="124" y="108"/>
                      <a:pt x="124" y="109"/>
                      <a:pt x="124" y="108"/>
                    </a:cubicBezTo>
                    <a:close/>
                    <a:moveTo>
                      <a:pt x="119" y="117"/>
                    </a:moveTo>
                    <a:cubicBezTo>
                      <a:pt x="120" y="116"/>
                      <a:pt x="120" y="117"/>
                      <a:pt x="120" y="117"/>
                    </a:cubicBezTo>
                    <a:lnTo>
                      <a:pt x="119" y="117"/>
                    </a:lnTo>
                    <a:close/>
                    <a:moveTo>
                      <a:pt x="119" y="117"/>
                    </a:moveTo>
                    <a:cubicBezTo>
                      <a:pt x="119" y="117"/>
                      <a:pt x="119" y="117"/>
                      <a:pt x="119" y="117"/>
                    </a:cubicBezTo>
                    <a:cubicBezTo>
                      <a:pt x="120" y="117"/>
                      <a:pt x="120" y="117"/>
                      <a:pt x="120" y="117"/>
                    </a:cubicBezTo>
                    <a:cubicBezTo>
                      <a:pt x="119" y="118"/>
                      <a:pt x="119" y="117"/>
                      <a:pt x="119" y="117"/>
                    </a:cubicBezTo>
                    <a:close/>
                    <a:moveTo>
                      <a:pt x="117" y="119"/>
                    </a:moveTo>
                    <a:cubicBezTo>
                      <a:pt x="117" y="119"/>
                      <a:pt x="118" y="119"/>
                      <a:pt x="118" y="119"/>
                    </a:cubicBezTo>
                    <a:cubicBezTo>
                      <a:pt x="117" y="119"/>
                      <a:pt x="117" y="119"/>
                      <a:pt x="117" y="119"/>
                    </a:cubicBezTo>
                    <a:close/>
                    <a:moveTo>
                      <a:pt x="114" y="121"/>
                    </a:moveTo>
                    <a:cubicBezTo>
                      <a:pt x="113" y="120"/>
                      <a:pt x="113" y="120"/>
                      <a:pt x="113" y="120"/>
                    </a:cubicBezTo>
                    <a:cubicBezTo>
                      <a:pt x="113" y="120"/>
                      <a:pt x="114" y="120"/>
                      <a:pt x="114" y="120"/>
                    </a:cubicBezTo>
                    <a:cubicBezTo>
                      <a:pt x="114" y="120"/>
                      <a:pt x="114" y="120"/>
                      <a:pt x="114" y="120"/>
                    </a:cubicBezTo>
                    <a:lnTo>
                      <a:pt x="114" y="121"/>
                    </a:lnTo>
                    <a:close/>
                    <a:moveTo>
                      <a:pt x="113" y="121"/>
                    </a:moveTo>
                    <a:cubicBezTo>
                      <a:pt x="113" y="121"/>
                      <a:pt x="113" y="121"/>
                      <a:pt x="114" y="121"/>
                    </a:cubicBezTo>
                    <a:cubicBezTo>
                      <a:pt x="114" y="121"/>
                      <a:pt x="114" y="121"/>
                      <a:pt x="114" y="121"/>
                    </a:cubicBezTo>
                    <a:cubicBezTo>
                      <a:pt x="113" y="121"/>
                      <a:pt x="114" y="121"/>
                      <a:pt x="113" y="121"/>
                    </a:cubicBezTo>
                    <a:close/>
                    <a:moveTo>
                      <a:pt x="111" y="121"/>
                    </a:moveTo>
                    <a:cubicBezTo>
                      <a:pt x="112" y="122"/>
                      <a:pt x="112" y="122"/>
                      <a:pt x="112" y="122"/>
                    </a:cubicBezTo>
                    <a:cubicBezTo>
                      <a:pt x="111" y="122"/>
                      <a:pt x="111" y="122"/>
                      <a:pt x="111" y="122"/>
                    </a:cubicBezTo>
                    <a:cubicBezTo>
                      <a:pt x="111" y="122"/>
                      <a:pt x="110" y="122"/>
                      <a:pt x="111" y="121"/>
                    </a:cubicBezTo>
                    <a:close/>
                    <a:moveTo>
                      <a:pt x="109" y="127"/>
                    </a:moveTo>
                    <a:cubicBezTo>
                      <a:pt x="109" y="127"/>
                      <a:pt x="109" y="127"/>
                      <a:pt x="109" y="128"/>
                    </a:cubicBezTo>
                    <a:cubicBezTo>
                      <a:pt x="109" y="128"/>
                      <a:pt x="108" y="127"/>
                      <a:pt x="109" y="127"/>
                    </a:cubicBezTo>
                    <a:close/>
                    <a:moveTo>
                      <a:pt x="106" y="124"/>
                    </a:moveTo>
                    <a:cubicBezTo>
                      <a:pt x="106" y="124"/>
                      <a:pt x="106" y="124"/>
                      <a:pt x="106" y="124"/>
                    </a:cubicBezTo>
                    <a:cubicBezTo>
                      <a:pt x="106" y="123"/>
                      <a:pt x="106" y="123"/>
                      <a:pt x="106" y="123"/>
                    </a:cubicBezTo>
                    <a:cubicBezTo>
                      <a:pt x="107" y="123"/>
                      <a:pt x="107" y="123"/>
                      <a:pt x="107" y="123"/>
                    </a:cubicBezTo>
                    <a:cubicBezTo>
                      <a:pt x="106" y="124"/>
                      <a:pt x="107" y="124"/>
                      <a:pt x="107" y="124"/>
                    </a:cubicBezTo>
                    <a:cubicBezTo>
                      <a:pt x="107" y="125"/>
                      <a:pt x="107" y="125"/>
                      <a:pt x="107" y="125"/>
                    </a:cubicBezTo>
                    <a:cubicBezTo>
                      <a:pt x="106" y="124"/>
                      <a:pt x="106" y="124"/>
                      <a:pt x="106" y="124"/>
                    </a:cubicBezTo>
                    <a:cubicBezTo>
                      <a:pt x="106" y="124"/>
                      <a:pt x="106" y="124"/>
                      <a:pt x="106" y="124"/>
                    </a:cubicBezTo>
                    <a:close/>
                    <a:moveTo>
                      <a:pt x="104" y="124"/>
                    </a:moveTo>
                    <a:cubicBezTo>
                      <a:pt x="104" y="124"/>
                      <a:pt x="104" y="124"/>
                      <a:pt x="104" y="124"/>
                    </a:cubicBezTo>
                    <a:cubicBezTo>
                      <a:pt x="104" y="124"/>
                      <a:pt x="104" y="124"/>
                      <a:pt x="104" y="124"/>
                    </a:cubicBezTo>
                    <a:cubicBezTo>
                      <a:pt x="104" y="124"/>
                      <a:pt x="104" y="124"/>
                      <a:pt x="104" y="124"/>
                    </a:cubicBezTo>
                    <a:cubicBezTo>
                      <a:pt x="104" y="124"/>
                      <a:pt x="104" y="124"/>
                      <a:pt x="104" y="124"/>
                    </a:cubicBezTo>
                    <a:cubicBezTo>
                      <a:pt x="104" y="124"/>
                      <a:pt x="104" y="124"/>
                      <a:pt x="104" y="124"/>
                    </a:cubicBezTo>
                    <a:cubicBezTo>
                      <a:pt x="104" y="124"/>
                      <a:pt x="104" y="124"/>
                      <a:pt x="104" y="124"/>
                    </a:cubicBezTo>
                    <a:cubicBezTo>
                      <a:pt x="104" y="124"/>
                      <a:pt x="105" y="124"/>
                      <a:pt x="106" y="125"/>
                    </a:cubicBezTo>
                    <a:cubicBezTo>
                      <a:pt x="106" y="125"/>
                      <a:pt x="106" y="125"/>
                      <a:pt x="106" y="125"/>
                    </a:cubicBezTo>
                    <a:cubicBezTo>
                      <a:pt x="105" y="125"/>
                      <a:pt x="105" y="125"/>
                      <a:pt x="105" y="125"/>
                    </a:cubicBezTo>
                    <a:cubicBezTo>
                      <a:pt x="105" y="125"/>
                      <a:pt x="105" y="124"/>
                      <a:pt x="105" y="125"/>
                    </a:cubicBezTo>
                    <a:cubicBezTo>
                      <a:pt x="105" y="125"/>
                      <a:pt x="104" y="125"/>
                      <a:pt x="104" y="125"/>
                    </a:cubicBezTo>
                    <a:cubicBezTo>
                      <a:pt x="105" y="124"/>
                      <a:pt x="103" y="125"/>
                      <a:pt x="104" y="124"/>
                    </a:cubicBezTo>
                    <a:close/>
                    <a:moveTo>
                      <a:pt x="102" y="123"/>
                    </a:moveTo>
                    <a:cubicBezTo>
                      <a:pt x="102" y="123"/>
                      <a:pt x="102" y="123"/>
                      <a:pt x="102" y="123"/>
                    </a:cubicBezTo>
                    <a:cubicBezTo>
                      <a:pt x="102" y="123"/>
                      <a:pt x="102" y="123"/>
                      <a:pt x="102" y="123"/>
                    </a:cubicBezTo>
                    <a:cubicBezTo>
                      <a:pt x="102" y="124"/>
                      <a:pt x="102" y="124"/>
                      <a:pt x="102" y="124"/>
                    </a:cubicBezTo>
                    <a:cubicBezTo>
                      <a:pt x="102" y="124"/>
                      <a:pt x="102" y="124"/>
                      <a:pt x="102" y="124"/>
                    </a:cubicBezTo>
                    <a:cubicBezTo>
                      <a:pt x="102" y="124"/>
                      <a:pt x="102" y="124"/>
                      <a:pt x="102" y="123"/>
                    </a:cubicBezTo>
                    <a:close/>
                    <a:moveTo>
                      <a:pt x="102" y="125"/>
                    </a:moveTo>
                    <a:cubicBezTo>
                      <a:pt x="102" y="124"/>
                      <a:pt x="102" y="123"/>
                      <a:pt x="102" y="125"/>
                    </a:cubicBezTo>
                    <a:cubicBezTo>
                      <a:pt x="102" y="125"/>
                      <a:pt x="102" y="125"/>
                      <a:pt x="102" y="125"/>
                    </a:cubicBezTo>
                    <a:cubicBezTo>
                      <a:pt x="102" y="125"/>
                      <a:pt x="102" y="125"/>
                      <a:pt x="102" y="125"/>
                    </a:cubicBezTo>
                    <a:cubicBezTo>
                      <a:pt x="102" y="125"/>
                      <a:pt x="102" y="125"/>
                      <a:pt x="102" y="125"/>
                    </a:cubicBezTo>
                    <a:cubicBezTo>
                      <a:pt x="102" y="125"/>
                      <a:pt x="102" y="125"/>
                      <a:pt x="102" y="125"/>
                    </a:cubicBezTo>
                    <a:close/>
                    <a:moveTo>
                      <a:pt x="100" y="123"/>
                    </a:moveTo>
                    <a:cubicBezTo>
                      <a:pt x="101" y="123"/>
                      <a:pt x="101" y="123"/>
                      <a:pt x="101" y="123"/>
                    </a:cubicBezTo>
                    <a:cubicBezTo>
                      <a:pt x="101" y="123"/>
                      <a:pt x="101" y="123"/>
                      <a:pt x="101" y="123"/>
                    </a:cubicBezTo>
                    <a:cubicBezTo>
                      <a:pt x="100" y="123"/>
                      <a:pt x="100" y="123"/>
                      <a:pt x="100" y="123"/>
                    </a:cubicBezTo>
                    <a:close/>
                    <a:moveTo>
                      <a:pt x="98" y="123"/>
                    </a:moveTo>
                    <a:cubicBezTo>
                      <a:pt x="99" y="123"/>
                      <a:pt x="99" y="123"/>
                      <a:pt x="99" y="123"/>
                    </a:cubicBezTo>
                    <a:cubicBezTo>
                      <a:pt x="99" y="123"/>
                      <a:pt x="99" y="123"/>
                      <a:pt x="99" y="123"/>
                    </a:cubicBezTo>
                    <a:cubicBezTo>
                      <a:pt x="98" y="124"/>
                      <a:pt x="98" y="124"/>
                      <a:pt x="98" y="124"/>
                    </a:cubicBezTo>
                    <a:lnTo>
                      <a:pt x="98" y="123"/>
                    </a:lnTo>
                    <a:close/>
                    <a:moveTo>
                      <a:pt x="97" y="124"/>
                    </a:moveTo>
                    <a:cubicBezTo>
                      <a:pt x="97" y="124"/>
                      <a:pt x="97" y="124"/>
                      <a:pt x="97" y="124"/>
                    </a:cubicBezTo>
                    <a:cubicBezTo>
                      <a:pt x="97" y="124"/>
                      <a:pt x="97" y="124"/>
                      <a:pt x="97" y="124"/>
                    </a:cubicBezTo>
                    <a:cubicBezTo>
                      <a:pt x="97" y="124"/>
                      <a:pt x="97" y="124"/>
                      <a:pt x="97" y="124"/>
                    </a:cubicBezTo>
                    <a:cubicBezTo>
                      <a:pt x="98" y="124"/>
                      <a:pt x="98" y="124"/>
                      <a:pt x="98" y="124"/>
                    </a:cubicBezTo>
                    <a:cubicBezTo>
                      <a:pt x="98" y="124"/>
                      <a:pt x="98" y="124"/>
                      <a:pt x="98" y="124"/>
                    </a:cubicBezTo>
                    <a:cubicBezTo>
                      <a:pt x="98" y="124"/>
                      <a:pt x="98" y="124"/>
                      <a:pt x="98" y="124"/>
                    </a:cubicBezTo>
                    <a:cubicBezTo>
                      <a:pt x="98" y="124"/>
                      <a:pt x="98" y="125"/>
                      <a:pt x="98" y="124"/>
                    </a:cubicBezTo>
                    <a:cubicBezTo>
                      <a:pt x="98" y="124"/>
                      <a:pt x="98" y="124"/>
                      <a:pt x="98" y="124"/>
                    </a:cubicBezTo>
                    <a:lnTo>
                      <a:pt x="97" y="124"/>
                    </a:lnTo>
                    <a:close/>
                    <a:moveTo>
                      <a:pt x="97" y="126"/>
                    </a:moveTo>
                    <a:cubicBezTo>
                      <a:pt x="97" y="126"/>
                      <a:pt x="97" y="126"/>
                      <a:pt x="97" y="126"/>
                    </a:cubicBezTo>
                    <a:close/>
                    <a:moveTo>
                      <a:pt x="97" y="125"/>
                    </a:moveTo>
                    <a:cubicBezTo>
                      <a:pt x="97" y="125"/>
                      <a:pt x="97" y="125"/>
                      <a:pt x="97" y="125"/>
                    </a:cubicBezTo>
                    <a:cubicBezTo>
                      <a:pt x="97" y="125"/>
                      <a:pt x="97" y="125"/>
                      <a:pt x="97" y="125"/>
                    </a:cubicBezTo>
                    <a:close/>
                    <a:moveTo>
                      <a:pt x="88" y="128"/>
                    </a:moveTo>
                    <a:cubicBezTo>
                      <a:pt x="89" y="127"/>
                      <a:pt x="89" y="127"/>
                      <a:pt x="89" y="127"/>
                    </a:cubicBezTo>
                    <a:cubicBezTo>
                      <a:pt x="89" y="128"/>
                      <a:pt x="89" y="128"/>
                      <a:pt x="89" y="128"/>
                    </a:cubicBezTo>
                    <a:lnTo>
                      <a:pt x="88" y="128"/>
                    </a:lnTo>
                    <a:close/>
                    <a:moveTo>
                      <a:pt x="81" y="133"/>
                    </a:moveTo>
                    <a:cubicBezTo>
                      <a:pt x="82" y="132"/>
                      <a:pt x="82" y="132"/>
                      <a:pt x="82" y="132"/>
                    </a:cubicBezTo>
                    <a:cubicBezTo>
                      <a:pt x="82" y="133"/>
                      <a:pt x="82" y="133"/>
                      <a:pt x="82" y="133"/>
                    </a:cubicBezTo>
                    <a:lnTo>
                      <a:pt x="81" y="133"/>
                    </a:lnTo>
                    <a:close/>
                    <a:moveTo>
                      <a:pt x="81" y="127"/>
                    </a:moveTo>
                    <a:cubicBezTo>
                      <a:pt x="82" y="127"/>
                      <a:pt x="81" y="126"/>
                      <a:pt x="82" y="127"/>
                    </a:cubicBezTo>
                    <a:cubicBezTo>
                      <a:pt x="81" y="127"/>
                      <a:pt x="81" y="127"/>
                      <a:pt x="81" y="127"/>
                    </a:cubicBezTo>
                    <a:close/>
                    <a:moveTo>
                      <a:pt x="75" y="133"/>
                    </a:moveTo>
                    <a:cubicBezTo>
                      <a:pt x="75" y="133"/>
                      <a:pt x="75" y="133"/>
                      <a:pt x="75" y="134"/>
                    </a:cubicBezTo>
                    <a:lnTo>
                      <a:pt x="75" y="133"/>
                    </a:lnTo>
                    <a:close/>
                    <a:moveTo>
                      <a:pt x="73" y="133"/>
                    </a:moveTo>
                    <a:cubicBezTo>
                      <a:pt x="74" y="133"/>
                      <a:pt x="74" y="133"/>
                      <a:pt x="74" y="133"/>
                    </a:cubicBezTo>
                    <a:cubicBezTo>
                      <a:pt x="74" y="133"/>
                      <a:pt x="74" y="133"/>
                      <a:pt x="74" y="134"/>
                    </a:cubicBezTo>
                    <a:cubicBezTo>
                      <a:pt x="73" y="134"/>
                      <a:pt x="73" y="134"/>
                      <a:pt x="73" y="134"/>
                    </a:cubicBezTo>
                    <a:lnTo>
                      <a:pt x="73" y="133"/>
                    </a:lnTo>
                    <a:close/>
                    <a:moveTo>
                      <a:pt x="73" y="129"/>
                    </a:moveTo>
                    <a:cubicBezTo>
                      <a:pt x="73" y="130"/>
                      <a:pt x="73" y="130"/>
                      <a:pt x="73" y="130"/>
                    </a:cubicBezTo>
                    <a:cubicBezTo>
                      <a:pt x="72" y="130"/>
                      <a:pt x="72" y="129"/>
                      <a:pt x="72" y="129"/>
                    </a:cubicBezTo>
                    <a:cubicBezTo>
                      <a:pt x="73" y="130"/>
                      <a:pt x="73" y="129"/>
                      <a:pt x="73" y="129"/>
                    </a:cubicBezTo>
                    <a:close/>
                    <a:moveTo>
                      <a:pt x="72" y="130"/>
                    </a:moveTo>
                    <a:cubicBezTo>
                      <a:pt x="72" y="130"/>
                      <a:pt x="72" y="130"/>
                      <a:pt x="72" y="130"/>
                    </a:cubicBezTo>
                    <a:cubicBezTo>
                      <a:pt x="72" y="129"/>
                      <a:pt x="72" y="130"/>
                      <a:pt x="73" y="130"/>
                    </a:cubicBezTo>
                    <a:cubicBezTo>
                      <a:pt x="73" y="130"/>
                      <a:pt x="73" y="130"/>
                      <a:pt x="72" y="130"/>
                    </a:cubicBezTo>
                    <a:close/>
                    <a:moveTo>
                      <a:pt x="72" y="133"/>
                    </a:moveTo>
                    <a:cubicBezTo>
                      <a:pt x="72" y="133"/>
                      <a:pt x="72" y="133"/>
                      <a:pt x="72" y="133"/>
                    </a:cubicBezTo>
                    <a:cubicBezTo>
                      <a:pt x="71" y="132"/>
                      <a:pt x="72" y="133"/>
                      <a:pt x="72" y="133"/>
                    </a:cubicBezTo>
                    <a:close/>
                    <a:moveTo>
                      <a:pt x="71" y="131"/>
                    </a:moveTo>
                    <a:cubicBezTo>
                      <a:pt x="72" y="131"/>
                      <a:pt x="72" y="131"/>
                      <a:pt x="72" y="131"/>
                    </a:cubicBezTo>
                    <a:cubicBezTo>
                      <a:pt x="72" y="131"/>
                      <a:pt x="72" y="131"/>
                      <a:pt x="72" y="131"/>
                    </a:cubicBezTo>
                    <a:cubicBezTo>
                      <a:pt x="71" y="131"/>
                      <a:pt x="73" y="131"/>
                      <a:pt x="73" y="131"/>
                    </a:cubicBezTo>
                    <a:cubicBezTo>
                      <a:pt x="72" y="133"/>
                      <a:pt x="72" y="133"/>
                      <a:pt x="72" y="133"/>
                    </a:cubicBezTo>
                    <a:cubicBezTo>
                      <a:pt x="72" y="133"/>
                      <a:pt x="72" y="133"/>
                      <a:pt x="72" y="133"/>
                    </a:cubicBezTo>
                    <a:cubicBezTo>
                      <a:pt x="72" y="133"/>
                      <a:pt x="72" y="133"/>
                      <a:pt x="72" y="133"/>
                    </a:cubicBezTo>
                    <a:cubicBezTo>
                      <a:pt x="72" y="132"/>
                      <a:pt x="72" y="132"/>
                      <a:pt x="72" y="132"/>
                    </a:cubicBezTo>
                    <a:cubicBezTo>
                      <a:pt x="72" y="132"/>
                      <a:pt x="72" y="132"/>
                      <a:pt x="72" y="132"/>
                    </a:cubicBezTo>
                    <a:cubicBezTo>
                      <a:pt x="71" y="132"/>
                      <a:pt x="71" y="132"/>
                      <a:pt x="71" y="132"/>
                    </a:cubicBezTo>
                    <a:lnTo>
                      <a:pt x="71" y="131"/>
                    </a:lnTo>
                    <a:close/>
                    <a:moveTo>
                      <a:pt x="69" y="128"/>
                    </a:moveTo>
                    <a:cubicBezTo>
                      <a:pt x="69" y="128"/>
                      <a:pt x="69" y="126"/>
                      <a:pt x="69" y="126"/>
                    </a:cubicBezTo>
                    <a:cubicBezTo>
                      <a:pt x="69" y="127"/>
                      <a:pt x="70" y="126"/>
                      <a:pt x="70" y="126"/>
                    </a:cubicBezTo>
                    <a:cubicBezTo>
                      <a:pt x="71" y="127"/>
                      <a:pt x="69" y="128"/>
                      <a:pt x="69" y="128"/>
                    </a:cubicBezTo>
                    <a:close/>
                    <a:moveTo>
                      <a:pt x="69" y="130"/>
                    </a:moveTo>
                    <a:cubicBezTo>
                      <a:pt x="70" y="129"/>
                      <a:pt x="69" y="131"/>
                      <a:pt x="69" y="131"/>
                    </a:cubicBezTo>
                    <a:cubicBezTo>
                      <a:pt x="69" y="130"/>
                      <a:pt x="69" y="131"/>
                      <a:pt x="69" y="130"/>
                    </a:cubicBezTo>
                    <a:close/>
                    <a:moveTo>
                      <a:pt x="69" y="129"/>
                    </a:moveTo>
                    <a:cubicBezTo>
                      <a:pt x="69" y="129"/>
                      <a:pt x="69" y="129"/>
                      <a:pt x="69" y="129"/>
                    </a:cubicBezTo>
                    <a:close/>
                    <a:moveTo>
                      <a:pt x="69" y="129"/>
                    </a:moveTo>
                    <a:cubicBezTo>
                      <a:pt x="69" y="129"/>
                      <a:pt x="69" y="129"/>
                      <a:pt x="69" y="129"/>
                    </a:cubicBezTo>
                    <a:cubicBezTo>
                      <a:pt x="69" y="129"/>
                      <a:pt x="69" y="129"/>
                      <a:pt x="69" y="129"/>
                    </a:cubicBezTo>
                    <a:cubicBezTo>
                      <a:pt x="69" y="129"/>
                      <a:pt x="69" y="129"/>
                      <a:pt x="69" y="129"/>
                    </a:cubicBezTo>
                    <a:cubicBezTo>
                      <a:pt x="69" y="129"/>
                      <a:pt x="69" y="129"/>
                      <a:pt x="69" y="129"/>
                    </a:cubicBezTo>
                    <a:cubicBezTo>
                      <a:pt x="69" y="129"/>
                      <a:pt x="69" y="129"/>
                      <a:pt x="69" y="129"/>
                    </a:cubicBezTo>
                    <a:cubicBezTo>
                      <a:pt x="68" y="130"/>
                      <a:pt x="69" y="128"/>
                      <a:pt x="69" y="129"/>
                    </a:cubicBezTo>
                    <a:close/>
                    <a:moveTo>
                      <a:pt x="57" y="128"/>
                    </a:moveTo>
                    <a:cubicBezTo>
                      <a:pt x="57" y="128"/>
                      <a:pt x="57" y="128"/>
                      <a:pt x="57" y="128"/>
                    </a:cubicBezTo>
                    <a:cubicBezTo>
                      <a:pt x="57" y="129"/>
                      <a:pt x="57" y="128"/>
                      <a:pt x="57" y="129"/>
                    </a:cubicBezTo>
                    <a:lnTo>
                      <a:pt x="57" y="128"/>
                    </a:lnTo>
                    <a:close/>
                    <a:moveTo>
                      <a:pt x="55" y="12"/>
                    </a:moveTo>
                    <a:cubicBezTo>
                      <a:pt x="56" y="11"/>
                      <a:pt x="56" y="12"/>
                      <a:pt x="55" y="11"/>
                    </a:cubicBezTo>
                    <a:cubicBezTo>
                      <a:pt x="56" y="9"/>
                      <a:pt x="54" y="12"/>
                      <a:pt x="55" y="12"/>
                    </a:cubicBezTo>
                    <a:close/>
                    <a:moveTo>
                      <a:pt x="53" y="130"/>
                    </a:moveTo>
                    <a:cubicBezTo>
                      <a:pt x="53" y="130"/>
                      <a:pt x="53" y="130"/>
                      <a:pt x="53" y="130"/>
                    </a:cubicBezTo>
                    <a:cubicBezTo>
                      <a:pt x="53" y="130"/>
                      <a:pt x="53" y="130"/>
                      <a:pt x="53" y="130"/>
                    </a:cubicBezTo>
                    <a:cubicBezTo>
                      <a:pt x="53" y="130"/>
                      <a:pt x="53" y="130"/>
                      <a:pt x="53" y="130"/>
                    </a:cubicBezTo>
                    <a:close/>
                    <a:moveTo>
                      <a:pt x="52" y="129"/>
                    </a:moveTo>
                    <a:cubicBezTo>
                      <a:pt x="52" y="129"/>
                      <a:pt x="52" y="129"/>
                      <a:pt x="52" y="129"/>
                    </a:cubicBezTo>
                    <a:cubicBezTo>
                      <a:pt x="52" y="129"/>
                      <a:pt x="52" y="129"/>
                      <a:pt x="52" y="129"/>
                    </a:cubicBezTo>
                    <a:cubicBezTo>
                      <a:pt x="53" y="130"/>
                      <a:pt x="51" y="129"/>
                      <a:pt x="52" y="129"/>
                    </a:cubicBezTo>
                    <a:close/>
                    <a:moveTo>
                      <a:pt x="49" y="128"/>
                    </a:moveTo>
                    <a:cubicBezTo>
                      <a:pt x="49" y="128"/>
                      <a:pt x="49" y="128"/>
                      <a:pt x="49" y="128"/>
                    </a:cubicBezTo>
                    <a:cubicBezTo>
                      <a:pt x="49" y="128"/>
                      <a:pt x="49" y="128"/>
                      <a:pt x="49" y="128"/>
                    </a:cubicBezTo>
                    <a:cubicBezTo>
                      <a:pt x="50" y="128"/>
                      <a:pt x="50" y="128"/>
                      <a:pt x="50" y="128"/>
                    </a:cubicBezTo>
                    <a:lnTo>
                      <a:pt x="49" y="128"/>
                    </a:lnTo>
                    <a:close/>
                    <a:moveTo>
                      <a:pt x="48" y="129"/>
                    </a:moveTo>
                    <a:cubicBezTo>
                      <a:pt x="49" y="128"/>
                      <a:pt x="49" y="128"/>
                      <a:pt x="49" y="128"/>
                    </a:cubicBezTo>
                    <a:cubicBezTo>
                      <a:pt x="49" y="128"/>
                      <a:pt x="49" y="128"/>
                      <a:pt x="49" y="128"/>
                    </a:cubicBezTo>
                    <a:cubicBezTo>
                      <a:pt x="49" y="128"/>
                      <a:pt x="49" y="128"/>
                      <a:pt x="49" y="128"/>
                    </a:cubicBezTo>
                    <a:cubicBezTo>
                      <a:pt x="49" y="129"/>
                      <a:pt x="49" y="129"/>
                      <a:pt x="49" y="129"/>
                    </a:cubicBezTo>
                    <a:cubicBezTo>
                      <a:pt x="49" y="129"/>
                      <a:pt x="49" y="129"/>
                      <a:pt x="49" y="129"/>
                    </a:cubicBezTo>
                    <a:cubicBezTo>
                      <a:pt x="49" y="129"/>
                      <a:pt x="49" y="129"/>
                      <a:pt x="49" y="129"/>
                    </a:cubicBezTo>
                    <a:cubicBezTo>
                      <a:pt x="49" y="129"/>
                      <a:pt x="49" y="129"/>
                      <a:pt x="49" y="129"/>
                    </a:cubicBezTo>
                    <a:cubicBezTo>
                      <a:pt x="49" y="129"/>
                      <a:pt x="49" y="129"/>
                      <a:pt x="49" y="129"/>
                    </a:cubicBezTo>
                    <a:lnTo>
                      <a:pt x="48" y="129"/>
                    </a:lnTo>
                    <a:close/>
                    <a:moveTo>
                      <a:pt x="47" y="128"/>
                    </a:moveTo>
                    <a:cubicBezTo>
                      <a:pt x="47" y="128"/>
                      <a:pt x="47" y="127"/>
                      <a:pt x="47" y="127"/>
                    </a:cubicBezTo>
                    <a:cubicBezTo>
                      <a:pt x="47" y="128"/>
                      <a:pt x="47" y="128"/>
                      <a:pt x="47" y="128"/>
                    </a:cubicBezTo>
                    <a:close/>
                    <a:moveTo>
                      <a:pt x="45" y="129"/>
                    </a:moveTo>
                    <a:cubicBezTo>
                      <a:pt x="45" y="129"/>
                      <a:pt x="45" y="129"/>
                      <a:pt x="45" y="129"/>
                    </a:cubicBezTo>
                    <a:cubicBezTo>
                      <a:pt x="46" y="129"/>
                      <a:pt x="46" y="129"/>
                      <a:pt x="46" y="129"/>
                    </a:cubicBezTo>
                    <a:cubicBezTo>
                      <a:pt x="45" y="129"/>
                      <a:pt x="45" y="129"/>
                      <a:pt x="45" y="129"/>
                    </a:cubicBezTo>
                    <a:cubicBezTo>
                      <a:pt x="45" y="129"/>
                      <a:pt x="45" y="129"/>
                      <a:pt x="45" y="129"/>
                    </a:cubicBezTo>
                    <a:close/>
                    <a:moveTo>
                      <a:pt x="45" y="132"/>
                    </a:moveTo>
                    <a:cubicBezTo>
                      <a:pt x="45" y="132"/>
                      <a:pt x="45" y="132"/>
                      <a:pt x="45" y="132"/>
                    </a:cubicBezTo>
                    <a:close/>
                    <a:moveTo>
                      <a:pt x="43" y="130"/>
                    </a:moveTo>
                    <a:cubicBezTo>
                      <a:pt x="44" y="130"/>
                      <a:pt x="43" y="130"/>
                      <a:pt x="43" y="130"/>
                    </a:cubicBezTo>
                    <a:cubicBezTo>
                      <a:pt x="42" y="130"/>
                      <a:pt x="43" y="129"/>
                      <a:pt x="43" y="130"/>
                    </a:cubicBezTo>
                    <a:close/>
                    <a:moveTo>
                      <a:pt x="42" y="131"/>
                    </a:moveTo>
                    <a:cubicBezTo>
                      <a:pt x="42" y="130"/>
                      <a:pt x="42" y="131"/>
                      <a:pt x="42" y="131"/>
                    </a:cubicBezTo>
                    <a:cubicBezTo>
                      <a:pt x="42" y="131"/>
                      <a:pt x="42" y="131"/>
                      <a:pt x="42" y="131"/>
                    </a:cubicBezTo>
                    <a:cubicBezTo>
                      <a:pt x="42" y="131"/>
                      <a:pt x="42" y="131"/>
                      <a:pt x="42" y="131"/>
                    </a:cubicBezTo>
                    <a:cubicBezTo>
                      <a:pt x="42" y="131"/>
                      <a:pt x="42" y="130"/>
                      <a:pt x="42" y="131"/>
                    </a:cubicBezTo>
                    <a:cubicBezTo>
                      <a:pt x="41" y="131"/>
                      <a:pt x="41" y="131"/>
                      <a:pt x="42" y="131"/>
                    </a:cubicBezTo>
                    <a:close/>
                    <a:moveTo>
                      <a:pt x="40" y="129"/>
                    </a:moveTo>
                    <a:cubicBezTo>
                      <a:pt x="40" y="128"/>
                      <a:pt x="40" y="128"/>
                      <a:pt x="40" y="128"/>
                    </a:cubicBezTo>
                    <a:cubicBezTo>
                      <a:pt x="40" y="128"/>
                      <a:pt x="40" y="128"/>
                      <a:pt x="40" y="128"/>
                    </a:cubicBezTo>
                    <a:cubicBezTo>
                      <a:pt x="40" y="130"/>
                      <a:pt x="40" y="129"/>
                      <a:pt x="40" y="129"/>
                    </a:cubicBezTo>
                    <a:close/>
                    <a:moveTo>
                      <a:pt x="36" y="129"/>
                    </a:moveTo>
                    <a:cubicBezTo>
                      <a:pt x="36" y="129"/>
                      <a:pt x="36" y="129"/>
                      <a:pt x="36" y="129"/>
                    </a:cubicBezTo>
                    <a:cubicBezTo>
                      <a:pt x="36" y="129"/>
                      <a:pt x="36" y="129"/>
                      <a:pt x="36" y="129"/>
                    </a:cubicBezTo>
                    <a:cubicBezTo>
                      <a:pt x="36" y="129"/>
                      <a:pt x="36" y="129"/>
                      <a:pt x="36" y="129"/>
                    </a:cubicBezTo>
                    <a:cubicBezTo>
                      <a:pt x="36" y="129"/>
                      <a:pt x="36" y="129"/>
                      <a:pt x="36" y="129"/>
                    </a:cubicBezTo>
                    <a:close/>
                    <a:moveTo>
                      <a:pt x="34" y="127"/>
                    </a:moveTo>
                    <a:cubicBezTo>
                      <a:pt x="34" y="127"/>
                      <a:pt x="34" y="127"/>
                      <a:pt x="34" y="127"/>
                    </a:cubicBezTo>
                    <a:cubicBezTo>
                      <a:pt x="34" y="127"/>
                      <a:pt x="34" y="127"/>
                      <a:pt x="34" y="127"/>
                    </a:cubicBezTo>
                    <a:cubicBezTo>
                      <a:pt x="34" y="127"/>
                      <a:pt x="34" y="127"/>
                      <a:pt x="34" y="127"/>
                    </a:cubicBezTo>
                    <a:close/>
                    <a:moveTo>
                      <a:pt x="33" y="125"/>
                    </a:moveTo>
                    <a:cubicBezTo>
                      <a:pt x="33" y="125"/>
                      <a:pt x="33" y="125"/>
                      <a:pt x="33" y="125"/>
                    </a:cubicBezTo>
                    <a:cubicBezTo>
                      <a:pt x="33" y="125"/>
                      <a:pt x="33" y="125"/>
                      <a:pt x="33" y="125"/>
                    </a:cubicBezTo>
                    <a:close/>
                    <a:moveTo>
                      <a:pt x="31" y="125"/>
                    </a:moveTo>
                    <a:cubicBezTo>
                      <a:pt x="31" y="125"/>
                      <a:pt x="31" y="125"/>
                      <a:pt x="31" y="125"/>
                    </a:cubicBezTo>
                    <a:cubicBezTo>
                      <a:pt x="31" y="125"/>
                      <a:pt x="31" y="125"/>
                      <a:pt x="31" y="125"/>
                    </a:cubicBezTo>
                    <a:close/>
                    <a:moveTo>
                      <a:pt x="27" y="126"/>
                    </a:moveTo>
                    <a:cubicBezTo>
                      <a:pt x="28" y="126"/>
                      <a:pt x="28" y="126"/>
                      <a:pt x="28" y="126"/>
                    </a:cubicBezTo>
                    <a:cubicBezTo>
                      <a:pt x="28" y="127"/>
                      <a:pt x="27" y="127"/>
                      <a:pt x="27" y="126"/>
                    </a:cubicBezTo>
                    <a:close/>
                    <a:moveTo>
                      <a:pt x="27" y="124"/>
                    </a:moveTo>
                    <a:cubicBezTo>
                      <a:pt x="27" y="124"/>
                      <a:pt x="27" y="124"/>
                      <a:pt x="27" y="124"/>
                    </a:cubicBezTo>
                    <a:cubicBezTo>
                      <a:pt x="27" y="124"/>
                      <a:pt x="27" y="124"/>
                      <a:pt x="27" y="124"/>
                    </a:cubicBezTo>
                    <a:cubicBezTo>
                      <a:pt x="27" y="124"/>
                      <a:pt x="27" y="124"/>
                      <a:pt x="27" y="124"/>
                    </a:cubicBezTo>
                    <a:close/>
                    <a:moveTo>
                      <a:pt x="27" y="128"/>
                    </a:moveTo>
                    <a:cubicBezTo>
                      <a:pt x="26" y="129"/>
                      <a:pt x="26" y="129"/>
                      <a:pt x="26" y="129"/>
                    </a:cubicBezTo>
                    <a:cubicBezTo>
                      <a:pt x="26" y="128"/>
                      <a:pt x="27" y="128"/>
                      <a:pt x="27" y="128"/>
                    </a:cubicBezTo>
                    <a:close/>
                    <a:moveTo>
                      <a:pt x="25" y="127"/>
                    </a:moveTo>
                    <a:cubicBezTo>
                      <a:pt x="25" y="127"/>
                      <a:pt x="25" y="127"/>
                      <a:pt x="25" y="127"/>
                    </a:cubicBezTo>
                    <a:close/>
                    <a:moveTo>
                      <a:pt x="22" y="126"/>
                    </a:moveTo>
                    <a:cubicBezTo>
                      <a:pt x="22" y="126"/>
                      <a:pt x="22" y="126"/>
                      <a:pt x="22" y="126"/>
                    </a:cubicBezTo>
                    <a:cubicBezTo>
                      <a:pt x="23" y="125"/>
                      <a:pt x="23" y="125"/>
                      <a:pt x="23" y="125"/>
                    </a:cubicBezTo>
                    <a:cubicBezTo>
                      <a:pt x="23" y="126"/>
                      <a:pt x="23" y="126"/>
                      <a:pt x="22" y="126"/>
                    </a:cubicBezTo>
                    <a:close/>
                    <a:moveTo>
                      <a:pt x="20" y="126"/>
                    </a:moveTo>
                    <a:cubicBezTo>
                      <a:pt x="20" y="126"/>
                      <a:pt x="20" y="125"/>
                      <a:pt x="20" y="126"/>
                    </a:cubicBezTo>
                    <a:cubicBezTo>
                      <a:pt x="20" y="126"/>
                      <a:pt x="20" y="126"/>
                      <a:pt x="20" y="126"/>
                    </a:cubicBezTo>
                    <a:close/>
                    <a:moveTo>
                      <a:pt x="17" y="124"/>
                    </a:moveTo>
                    <a:cubicBezTo>
                      <a:pt x="17" y="124"/>
                      <a:pt x="17" y="124"/>
                      <a:pt x="17" y="124"/>
                    </a:cubicBezTo>
                    <a:cubicBezTo>
                      <a:pt x="17" y="123"/>
                      <a:pt x="17" y="123"/>
                      <a:pt x="17" y="123"/>
                    </a:cubicBezTo>
                    <a:lnTo>
                      <a:pt x="17" y="124"/>
                    </a:lnTo>
                    <a:close/>
                    <a:moveTo>
                      <a:pt x="17" y="125"/>
                    </a:moveTo>
                    <a:cubicBezTo>
                      <a:pt x="17" y="124"/>
                      <a:pt x="17" y="124"/>
                      <a:pt x="17" y="124"/>
                    </a:cubicBezTo>
                    <a:cubicBezTo>
                      <a:pt x="17" y="125"/>
                      <a:pt x="17" y="125"/>
                      <a:pt x="17" y="125"/>
                    </a:cubicBezTo>
                    <a:cubicBezTo>
                      <a:pt x="17" y="125"/>
                      <a:pt x="17" y="125"/>
                      <a:pt x="17" y="125"/>
                    </a:cubicBezTo>
                    <a:cubicBezTo>
                      <a:pt x="17" y="125"/>
                      <a:pt x="17" y="125"/>
                      <a:pt x="17" y="125"/>
                    </a:cubicBezTo>
                    <a:cubicBezTo>
                      <a:pt x="17" y="125"/>
                      <a:pt x="17" y="125"/>
                      <a:pt x="17" y="125"/>
                    </a:cubicBezTo>
                    <a:cubicBezTo>
                      <a:pt x="17" y="125"/>
                      <a:pt x="17" y="125"/>
                      <a:pt x="17" y="125"/>
                    </a:cubicBezTo>
                    <a:close/>
                    <a:moveTo>
                      <a:pt x="17" y="124"/>
                    </a:moveTo>
                    <a:cubicBezTo>
                      <a:pt x="17" y="124"/>
                      <a:pt x="17" y="124"/>
                      <a:pt x="17" y="124"/>
                    </a:cubicBezTo>
                    <a:cubicBezTo>
                      <a:pt x="17" y="125"/>
                      <a:pt x="17" y="125"/>
                      <a:pt x="17" y="125"/>
                    </a:cubicBezTo>
                    <a:cubicBezTo>
                      <a:pt x="17" y="125"/>
                      <a:pt x="17" y="125"/>
                      <a:pt x="17" y="125"/>
                    </a:cubicBezTo>
                    <a:lnTo>
                      <a:pt x="17" y="124"/>
                    </a:lnTo>
                    <a:close/>
                    <a:moveTo>
                      <a:pt x="4" y="102"/>
                    </a:moveTo>
                    <a:cubicBezTo>
                      <a:pt x="4" y="102"/>
                      <a:pt x="4" y="102"/>
                      <a:pt x="4" y="102"/>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3" name="Freeform 126">
                <a:extLst>
                  <a:ext uri="{FF2B5EF4-FFF2-40B4-BE49-F238E27FC236}">
                    <a16:creationId xmlns:a16="http://schemas.microsoft.com/office/drawing/2014/main" id="{391B3895-65ED-4FE2-9543-EE7CC7B09C9B}"/>
                  </a:ext>
                </a:extLst>
              </p:cNvPr>
              <p:cNvSpPr>
                <a:spLocks/>
              </p:cNvSpPr>
              <p:nvPr/>
            </p:nvSpPr>
            <p:spPr bwMode="auto">
              <a:xfrm>
                <a:off x="5034" y="2629"/>
                <a:ext cx="3" cy="2"/>
              </a:xfrm>
              <a:custGeom>
                <a:avLst/>
                <a:gdLst>
                  <a:gd name="T0" fmla="*/ 1 w 1"/>
                  <a:gd name="T1" fmla="*/ 0 h 1"/>
                  <a:gd name="T2" fmla="*/ 1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1"/>
                      <a:pt x="1" y="0"/>
                    </a:cubicBezTo>
                    <a:cubicBezTo>
                      <a:pt x="0" y="1"/>
                      <a:pt x="1" y="0"/>
                      <a:pt x="1" y="0"/>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4" name="Rectangle 127">
                <a:extLst>
                  <a:ext uri="{FF2B5EF4-FFF2-40B4-BE49-F238E27FC236}">
                    <a16:creationId xmlns:a16="http://schemas.microsoft.com/office/drawing/2014/main" id="{33AB4CD5-E9B4-45D1-A036-71693C64E7EA}"/>
                  </a:ext>
                </a:extLst>
              </p:cNvPr>
              <p:cNvSpPr>
                <a:spLocks noChangeArrowheads="1"/>
              </p:cNvSpPr>
              <p:nvPr/>
            </p:nvSpPr>
            <p:spPr bwMode="auto">
              <a:xfrm>
                <a:off x="5032" y="2660"/>
                <a:ext cx="1" cy="1"/>
              </a:xfrm>
              <a:prstGeom prst="rect">
                <a:avLst/>
              </a:prstGeom>
              <a:solidFill>
                <a:srgbClr val="56CD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5" name="Freeform 128">
                <a:extLst>
                  <a:ext uri="{FF2B5EF4-FFF2-40B4-BE49-F238E27FC236}">
                    <a16:creationId xmlns:a16="http://schemas.microsoft.com/office/drawing/2014/main" id="{A6315EDC-1590-4762-86D2-51D105D2E33C}"/>
                  </a:ext>
                </a:extLst>
              </p:cNvPr>
              <p:cNvSpPr>
                <a:spLocks/>
              </p:cNvSpPr>
              <p:nvPr/>
            </p:nvSpPr>
            <p:spPr bwMode="auto">
              <a:xfrm>
                <a:off x="5032" y="2626"/>
                <a:ext cx="2" cy="5"/>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1" y="2"/>
                      <a:pt x="1" y="1"/>
                      <a:pt x="0" y="1"/>
                    </a:cubicBezTo>
                    <a:cubicBezTo>
                      <a:pt x="0" y="1"/>
                      <a:pt x="1" y="0"/>
                      <a:pt x="0" y="1"/>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6" name="Freeform 129">
                <a:extLst>
                  <a:ext uri="{FF2B5EF4-FFF2-40B4-BE49-F238E27FC236}">
                    <a16:creationId xmlns:a16="http://schemas.microsoft.com/office/drawing/2014/main" id="{249CAE22-0B9F-43D8-8619-7758B8859A76}"/>
                  </a:ext>
                </a:extLst>
              </p:cNvPr>
              <p:cNvSpPr>
                <a:spLocks/>
              </p:cNvSpPr>
              <p:nvPr/>
            </p:nvSpPr>
            <p:spPr bwMode="auto">
              <a:xfrm>
                <a:off x="5030" y="2643"/>
                <a:ext cx="2" cy="2"/>
              </a:xfrm>
              <a:custGeom>
                <a:avLst/>
                <a:gdLst>
                  <a:gd name="T0" fmla="*/ 0 w 1"/>
                  <a:gd name="T1" fmla="*/ 0 h 1"/>
                  <a:gd name="T2" fmla="*/ 0 w 1"/>
                  <a:gd name="T3" fmla="*/ 0 h 1"/>
                </a:gdLst>
                <a:ahLst/>
                <a:cxnLst>
                  <a:cxn ang="0">
                    <a:pos x="T0" y="T1"/>
                  </a:cxn>
                  <a:cxn ang="0">
                    <a:pos x="T2" y="T3"/>
                  </a:cxn>
                </a:cxnLst>
                <a:rect l="0" t="0" r="r" b="b"/>
                <a:pathLst>
                  <a:path w="1" h="1">
                    <a:moveTo>
                      <a:pt x="0" y="0"/>
                    </a:moveTo>
                    <a:cubicBezTo>
                      <a:pt x="1" y="0"/>
                      <a:pt x="0" y="1"/>
                      <a:pt x="0" y="0"/>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7" name="Freeform 130">
                <a:extLst>
                  <a:ext uri="{FF2B5EF4-FFF2-40B4-BE49-F238E27FC236}">
                    <a16:creationId xmlns:a16="http://schemas.microsoft.com/office/drawing/2014/main" id="{C138DDB7-00F1-47DD-8A07-03A5FD724748}"/>
                  </a:ext>
                </a:extLst>
              </p:cNvPr>
              <p:cNvSpPr>
                <a:spLocks/>
              </p:cNvSpPr>
              <p:nvPr/>
            </p:nvSpPr>
            <p:spPr bwMode="auto">
              <a:xfrm>
                <a:off x="5025" y="2671"/>
                <a:ext cx="2"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8" name="Freeform 131">
                <a:extLst>
                  <a:ext uri="{FF2B5EF4-FFF2-40B4-BE49-F238E27FC236}">
                    <a16:creationId xmlns:a16="http://schemas.microsoft.com/office/drawing/2014/main" id="{2FDD92E2-8AE6-40D6-B333-70B1559B7397}"/>
                  </a:ext>
                </a:extLst>
              </p:cNvPr>
              <p:cNvSpPr>
                <a:spLocks/>
              </p:cNvSpPr>
              <p:nvPr/>
            </p:nvSpPr>
            <p:spPr bwMode="auto">
              <a:xfrm>
                <a:off x="4843" y="27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09" name="Freeform 132">
                <a:extLst>
                  <a:ext uri="{FF2B5EF4-FFF2-40B4-BE49-F238E27FC236}">
                    <a16:creationId xmlns:a16="http://schemas.microsoft.com/office/drawing/2014/main" id="{39C07CAF-8F9C-4371-A0A0-CAC0351E6ED6}"/>
                  </a:ext>
                </a:extLst>
              </p:cNvPr>
              <p:cNvSpPr>
                <a:spLocks/>
              </p:cNvSpPr>
              <p:nvPr/>
            </p:nvSpPr>
            <p:spPr bwMode="auto">
              <a:xfrm>
                <a:off x="4866" y="2697"/>
                <a:ext cx="0" cy="3"/>
              </a:xfrm>
              <a:custGeom>
                <a:avLst/>
                <a:gdLst>
                  <a:gd name="T0" fmla="*/ 3 h 3"/>
                  <a:gd name="T1" fmla="*/ 3 h 3"/>
                  <a:gd name="T2" fmla="*/ 0 h 3"/>
                  <a:gd name="T3" fmla="*/ 3 h 3"/>
                </a:gdLst>
                <a:ahLst/>
                <a:cxnLst>
                  <a:cxn ang="0">
                    <a:pos x="0" y="T0"/>
                  </a:cxn>
                  <a:cxn ang="0">
                    <a:pos x="0" y="T1"/>
                  </a:cxn>
                  <a:cxn ang="0">
                    <a:pos x="0" y="T2"/>
                  </a:cxn>
                  <a:cxn ang="0">
                    <a:pos x="0" y="T3"/>
                  </a:cxn>
                </a:cxnLst>
                <a:rect l="0" t="0" r="r" b="b"/>
                <a:pathLst>
                  <a:path h="3">
                    <a:moveTo>
                      <a:pt x="0" y="3"/>
                    </a:moveTo>
                    <a:lnTo>
                      <a:pt x="0" y="3"/>
                    </a:lnTo>
                    <a:lnTo>
                      <a:pt x="0" y="0"/>
                    </a:lnTo>
                    <a:lnTo>
                      <a:pt x="0" y="3"/>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0" name="Rectangle 133">
                <a:extLst>
                  <a:ext uri="{FF2B5EF4-FFF2-40B4-BE49-F238E27FC236}">
                    <a16:creationId xmlns:a16="http://schemas.microsoft.com/office/drawing/2014/main" id="{9785273B-5D65-4379-A13A-2FB4F3AF2642}"/>
                  </a:ext>
                </a:extLst>
              </p:cNvPr>
              <p:cNvSpPr>
                <a:spLocks noChangeArrowheads="1"/>
              </p:cNvSpPr>
              <p:nvPr/>
            </p:nvSpPr>
            <p:spPr bwMode="auto">
              <a:xfrm>
                <a:off x="4854" y="2709"/>
                <a:ext cx="1" cy="1"/>
              </a:xfrm>
              <a:prstGeom prst="rect">
                <a:avLst/>
              </a:prstGeom>
              <a:solidFill>
                <a:srgbClr val="56CD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1" name="Freeform 134">
                <a:extLst>
                  <a:ext uri="{FF2B5EF4-FFF2-40B4-BE49-F238E27FC236}">
                    <a16:creationId xmlns:a16="http://schemas.microsoft.com/office/drawing/2014/main" id="{7AB36A31-3875-47A3-9E4A-1921CAE9A0F2}"/>
                  </a:ext>
                </a:extLst>
              </p:cNvPr>
              <p:cNvSpPr>
                <a:spLocks/>
              </p:cNvSpPr>
              <p:nvPr/>
            </p:nvSpPr>
            <p:spPr bwMode="auto">
              <a:xfrm>
                <a:off x="4854" y="270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2" name="Freeform 135">
                <a:extLst>
                  <a:ext uri="{FF2B5EF4-FFF2-40B4-BE49-F238E27FC236}">
                    <a16:creationId xmlns:a16="http://schemas.microsoft.com/office/drawing/2014/main" id="{68ADC1D3-1669-4CF1-BF91-33F29A7BC259}"/>
                  </a:ext>
                </a:extLst>
              </p:cNvPr>
              <p:cNvSpPr>
                <a:spLocks/>
              </p:cNvSpPr>
              <p:nvPr/>
            </p:nvSpPr>
            <p:spPr bwMode="auto">
              <a:xfrm>
                <a:off x="4854" y="2707"/>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3" name="Freeform 136">
                <a:extLst>
                  <a:ext uri="{FF2B5EF4-FFF2-40B4-BE49-F238E27FC236}">
                    <a16:creationId xmlns:a16="http://schemas.microsoft.com/office/drawing/2014/main" id="{D9201087-DE17-452E-BA58-35BBDF62C963}"/>
                  </a:ext>
                </a:extLst>
              </p:cNvPr>
              <p:cNvSpPr>
                <a:spLocks/>
              </p:cNvSpPr>
              <p:nvPr/>
            </p:nvSpPr>
            <p:spPr bwMode="auto">
              <a:xfrm>
                <a:off x="4817" y="270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4" name="Rectangle 137">
                <a:extLst>
                  <a:ext uri="{FF2B5EF4-FFF2-40B4-BE49-F238E27FC236}">
                    <a16:creationId xmlns:a16="http://schemas.microsoft.com/office/drawing/2014/main" id="{B82FC5B4-E1E4-4BEB-A375-CC064CECD3FA}"/>
                  </a:ext>
                </a:extLst>
              </p:cNvPr>
              <p:cNvSpPr>
                <a:spLocks noChangeArrowheads="1"/>
              </p:cNvSpPr>
              <p:nvPr/>
            </p:nvSpPr>
            <p:spPr bwMode="auto">
              <a:xfrm>
                <a:off x="4805" y="2700"/>
                <a:ext cx="1" cy="1"/>
              </a:xfrm>
              <a:prstGeom prst="rect">
                <a:avLst/>
              </a:prstGeom>
              <a:solidFill>
                <a:srgbClr val="56CD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5" name="Freeform 138">
                <a:extLst>
                  <a:ext uri="{FF2B5EF4-FFF2-40B4-BE49-F238E27FC236}">
                    <a16:creationId xmlns:a16="http://schemas.microsoft.com/office/drawing/2014/main" id="{52933099-369D-4923-8237-AD4EB8C9AA70}"/>
                  </a:ext>
                </a:extLst>
              </p:cNvPr>
              <p:cNvSpPr>
                <a:spLocks/>
              </p:cNvSpPr>
              <p:nvPr/>
            </p:nvSpPr>
            <p:spPr bwMode="auto">
              <a:xfrm>
                <a:off x="4774" y="269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56CD6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6" name="Line 139">
                <a:extLst>
                  <a:ext uri="{FF2B5EF4-FFF2-40B4-BE49-F238E27FC236}">
                    <a16:creationId xmlns:a16="http://schemas.microsoft.com/office/drawing/2014/main" id="{E99F907B-4DCB-48D0-B9E4-81EE70BE0ED0}"/>
                  </a:ext>
                </a:extLst>
              </p:cNvPr>
              <p:cNvSpPr>
                <a:spLocks noChangeShapeType="1"/>
              </p:cNvSpPr>
              <p:nvPr/>
            </p:nvSpPr>
            <p:spPr bwMode="auto">
              <a:xfrm>
                <a:off x="4772" y="269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7" name="Line 140">
                <a:extLst>
                  <a:ext uri="{FF2B5EF4-FFF2-40B4-BE49-F238E27FC236}">
                    <a16:creationId xmlns:a16="http://schemas.microsoft.com/office/drawing/2014/main" id="{E80A56FD-FA8B-45C5-ACEF-7F66FE1716BD}"/>
                  </a:ext>
                </a:extLst>
              </p:cNvPr>
              <p:cNvSpPr>
                <a:spLocks noChangeShapeType="1"/>
              </p:cNvSpPr>
              <p:nvPr/>
            </p:nvSpPr>
            <p:spPr bwMode="auto">
              <a:xfrm>
                <a:off x="4772" y="269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8" name="Freeform 141">
                <a:extLst>
                  <a:ext uri="{FF2B5EF4-FFF2-40B4-BE49-F238E27FC236}">
                    <a16:creationId xmlns:a16="http://schemas.microsoft.com/office/drawing/2014/main" id="{507C0F1D-2987-41E5-AE3E-D2E2ED16FF09}"/>
                  </a:ext>
                </a:extLst>
              </p:cNvPr>
              <p:cNvSpPr>
                <a:spLocks noEditPoints="1"/>
              </p:cNvSpPr>
              <p:nvPr/>
            </p:nvSpPr>
            <p:spPr bwMode="auto">
              <a:xfrm>
                <a:off x="4720" y="2399"/>
                <a:ext cx="284" cy="317"/>
              </a:xfrm>
              <a:custGeom>
                <a:avLst/>
                <a:gdLst>
                  <a:gd name="T0" fmla="*/ 6 w 120"/>
                  <a:gd name="T1" fmla="*/ 95 h 134"/>
                  <a:gd name="T2" fmla="*/ 14 w 120"/>
                  <a:gd name="T3" fmla="*/ 111 h 134"/>
                  <a:gd name="T4" fmla="*/ 19 w 120"/>
                  <a:gd name="T5" fmla="*/ 125 h 134"/>
                  <a:gd name="T6" fmla="*/ 25 w 120"/>
                  <a:gd name="T7" fmla="*/ 127 h 134"/>
                  <a:gd name="T8" fmla="*/ 30 w 120"/>
                  <a:gd name="T9" fmla="*/ 127 h 134"/>
                  <a:gd name="T10" fmla="*/ 33 w 120"/>
                  <a:gd name="T11" fmla="*/ 125 h 134"/>
                  <a:gd name="T12" fmla="*/ 36 w 120"/>
                  <a:gd name="T13" fmla="*/ 127 h 134"/>
                  <a:gd name="T14" fmla="*/ 39 w 120"/>
                  <a:gd name="T15" fmla="*/ 127 h 134"/>
                  <a:gd name="T16" fmla="*/ 40 w 120"/>
                  <a:gd name="T17" fmla="*/ 129 h 134"/>
                  <a:gd name="T18" fmla="*/ 44 w 120"/>
                  <a:gd name="T19" fmla="*/ 128 h 134"/>
                  <a:gd name="T20" fmla="*/ 47 w 120"/>
                  <a:gd name="T21" fmla="*/ 132 h 134"/>
                  <a:gd name="T22" fmla="*/ 50 w 120"/>
                  <a:gd name="T23" fmla="*/ 132 h 134"/>
                  <a:gd name="T24" fmla="*/ 51 w 120"/>
                  <a:gd name="T25" fmla="*/ 131 h 134"/>
                  <a:gd name="T26" fmla="*/ 51 w 120"/>
                  <a:gd name="T27" fmla="*/ 131 h 134"/>
                  <a:gd name="T28" fmla="*/ 54 w 120"/>
                  <a:gd name="T29" fmla="*/ 129 h 134"/>
                  <a:gd name="T30" fmla="*/ 57 w 120"/>
                  <a:gd name="T31" fmla="*/ 130 h 134"/>
                  <a:gd name="T32" fmla="*/ 61 w 120"/>
                  <a:gd name="T33" fmla="*/ 131 h 134"/>
                  <a:gd name="T34" fmla="*/ 66 w 120"/>
                  <a:gd name="T35" fmla="*/ 130 h 134"/>
                  <a:gd name="T36" fmla="*/ 73 w 120"/>
                  <a:gd name="T37" fmla="*/ 128 h 134"/>
                  <a:gd name="T38" fmla="*/ 78 w 120"/>
                  <a:gd name="T39" fmla="*/ 134 h 134"/>
                  <a:gd name="T40" fmla="*/ 92 w 120"/>
                  <a:gd name="T41" fmla="*/ 131 h 134"/>
                  <a:gd name="T42" fmla="*/ 108 w 120"/>
                  <a:gd name="T43" fmla="*/ 119 h 134"/>
                  <a:gd name="T44" fmla="*/ 114 w 120"/>
                  <a:gd name="T45" fmla="*/ 96 h 134"/>
                  <a:gd name="T46" fmla="*/ 118 w 120"/>
                  <a:gd name="T47" fmla="*/ 80 h 134"/>
                  <a:gd name="T48" fmla="*/ 110 w 120"/>
                  <a:gd name="T49" fmla="*/ 69 h 134"/>
                  <a:gd name="T50" fmla="*/ 105 w 120"/>
                  <a:gd name="T51" fmla="*/ 77 h 134"/>
                  <a:gd name="T52" fmla="*/ 103 w 120"/>
                  <a:gd name="T53" fmla="*/ 88 h 134"/>
                  <a:gd name="T54" fmla="*/ 90 w 120"/>
                  <a:gd name="T55" fmla="*/ 95 h 134"/>
                  <a:gd name="T56" fmla="*/ 75 w 120"/>
                  <a:gd name="T57" fmla="*/ 98 h 134"/>
                  <a:gd name="T58" fmla="*/ 77 w 120"/>
                  <a:gd name="T59" fmla="*/ 82 h 134"/>
                  <a:gd name="T60" fmla="*/ 89 w 120"/>
                  <a:gd name="T61" fmla="*/ 68 h 134"/>
                  <a:gd name="T62" fmla="*/ 75 w 120"/>
                  <a:gd name="T63" fmla="*/ 60 h 134"/>
                  <a:gd name="T64" fmla="*/ 92 w 120"/>
                  <a:gd name="T65" fmla="*/ 47 h 134"/>
                  <a:gd name="T66" fmla="*/ 91 w 120"/>
                  <a:gd name="T67" fmla="*/ 29 h 134"/>
                  <a:gd name="T68" fmla="*/ 82 w 120"/>
                  <a:gd name="T69" fmla="*/ 39 h 134"/>
                  <a:gd name="T70" fmla="*/ 79 w 120"/>
                  <a:gd name="T71" fmla="*/ 25 h 134"/>
                  <a:gd name="T72" fmla="*/ 79 w 120"/>
                  <a:gd name="T73" fmla="*/ 3 h 134"/>
                  <a:gd name="T74" fmla="*/ 75 w 120"/>
                  <a:gd name="T75" fmla="*/ 19 h 134"/>
                  <a:gd name="T76" fmla="*/ 67 w 120"/>
                  <a:gd name="T77" fmla="*/ 22 h 134"/>
                  <a:gd name="T78" fmla="*/ 66 w 120"/>
                  <a:gd name="T79" fmla="*/ 48 h 134"/>
                  <a:gd name="T80" fmla="*/ 58 w 120"/>
                  <a:gd name="T81" fmla="*/ 31 h 134"/>
                  <a:gd name="T82" fmla="*/ 56 w 120"/>
                  <a:gd name="T83" fmla="*/ 14 h 134"/>
                  <a:gd name="T84" fmla="*/ 45 w 120"/>
                  <a:gd name="T85" fmla="*/ 2 h 134"/>
                  <a:gd name="T86" fmla="*/ 43 w 120"/>
                  <a:gd name="T87" fmla="*/ 23 h 134"/>
                  <a:gd name="T88" fmla="*/ 46 w 120"/>
                  <a:gd name="T89" fmla="*/ 42 h 134"/>
                  <a:gd name="T90" fmla="*/ 47 w 120"/>
                  <a:gd name="T91" fmla="*/ 57 h 134"/>
                  <a:gd name="T92" fmla="*/ 34 w 120"/>
                  <a:gd name="T93" fmla="*/ 44 h 134"/>
                  <a:gd name="T94" fmla="*/ 26 w 120"/>
                  <a:gd name="T95" fmla="*/ 28 h 134"/>
                  <a:gd name="T96" fmla="*/ 20 w 120"/>
                  <a:gd name="T97" fmla="*/ 42 h 134"/>
                  <a:gd name="T98" fmla="*/ 21 w 120"/>
                  <a:gd name="T99" fmla="*/ 53 h 134"/>
                  <a:gd name="T100" fmla="*/ 27 w 120"/>
                  <a:gd name="T101" fmla="*/ 61 h 134"/>
                  <a:gd name="T102" fmla="*/ 40 w 120"/>
                  <a:gd name="T103" fmla="*/ 69 h 134"/>
                  <a:gd name="T104" fmla="*/ 48 w 120"/>
                  <a:gd name="T105" fmla="*/ 84 h 134"/>
                  <a:gd name="T106" fmla="*/ 41 w 120"/>
                  <a:gd name="T107" fmla="*/ 87 h 134"/>
                  <a:gd name="T108" fmla="*/ 26 w 120"/>
                  <a:gd name="T109" fmla="*/ 86 h 134"/>
                  <a:gd name="T110" fmla="*/ 10 w 120"/>
                  <a:gd name="T111" fmla="*/ 74 h 134"/>
                  <a:gd name="T112" fmla="*/ 116 w 120"/>
                  <a:gd name="T113" fmla="*/ 78 h 134"/>
                  <a:gd name="T114" fmla="*/ 53 w 120"/>
                  <a:gd name="T115" fmla="*/ 130 h 134"/>
                  <a:gd name="T116" fmla="*/ 48 w 120"/>
                  <a:gd name="T117" fmla="*/ 129 h 134"/>
                  <a:gd name="T118" fmla="*/ 36 w 120"/>
                  <a:gd name="T119" fmla="*/ 124 h 134"/>
                  <a:gd name="T120" fmla="*/ 22 w 120"/>
                  <a:gd name="T121" fmla="*/ 12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0" h="134">
                    <a:moveTo>
                      <a:pt x="0" y="82"/>
                    </a:moveTo>
                    <a:cubicBezTo>
                      <a:pt x="0" y="82"/>
                      <a:pt x="1" y="83"/>
                      <a:pt x="1" y="84"/>
                    </a:cubicBezTo>
                    <a:cubicBezTo>
                      <a:pt x="1" y="84"/>
                      <a:pt x="1" y="84"/>
                      <a:pt x="0" y="84"/>
                    </a:cubicBezTo>
                    <a:cubicBezTo>
                      <a:pt x="2" y="87"/>
                      <a:pt x="1" y="84"/>
                      <a:pt x="2" y="84"/>
                    </a:cubicBezTo>
                    <a:cubicBezTo>
                      <a:pt x="1" y="85"/>
                      <a:pt x="2" y="84"/>
                      <a:pt x="2" y="85"/>
                    </a:cubicBezTo>
                    <a:cubicBezTo>
                      <a:pt x="2" y="86"/>
                      <a:pt x="1" y="87"/>
                      <a:pt x="1" y="87"/>
                    </a:cubicBezTo>
                    <a:cubicBezTo>
                      <a:pt x="1" y="87"/>
                      <a:pt x="1" y="87"/>
                      <a:pt x="1" y="88"/>
                    </a:cubicBezTo>
                    <a:cubicBezTo>
                      <a:pt x="1" y="88"/>
                      <a:pt x="1" y="87"/>
                      <a:pt x="0" y="88"/>
                    </a:cubicBezTo>
                    <a:cubicBezTo>
                      <a:pt x="0" y="88"/>
                      <a:pt x="0" y="89"/>
                      <a:pt x="0" y="90"/>
                    </a:cubicBezTo>
                    <a:cubicBezTo>
                      <a:pt x="1" y="90"/>
                      <a:pt x="0" y="92"/>
                      <a:pt x="1" y="90"/>
                    </a:cubicBezTo>
                    <a:cubicBezTo>
                      <a:pt x="2" y="90"/>
                      <a:pt x="2" y="91"/>
                      <a:pt x="2" y="90"/>
                    </a:cubicBezTo>
                    <a:cubicBezTo>
                      <a:pt x="2" y="89"/>
                      <a:pt x="3" y="89"/>
                      <a:pt x="2" y="89"/>
                    </a:cubicBezTo>
                    <a:cubicBezTo>
                      <a:pt x="3" y="90"/>
                      <a:pt x="2" y="89"/>
                      <a:pt x="2" y="90"/>
                    </a:cubicBezTo>
                    <a:cubicBezTo>
                      <a:pt x="2" y="90"/>
                      <a:pt x="2" y="92"/>
                      <a:pt x="2" y="92"/>
                    </a:cubicBezTo>
                    <a:cubicBezTo>
                      <a:pt x="1" y="92"/>
                      <a:pt x="2" y="93"/>
                      <a:pt x="2" y="93"/>
                    </a:cubicBezTo>
                    <a:cubicBezTo>
                      <a:pt x="3" y="92"/>
                      <a:pt x="4" y="92"/>
                      <a:pt x="3" y="92"/>
                    </a:cubicBezTo>
                    <a:cubicBezTo>
                      <a:pt x="3" y="93"/>
                      <a:pt x="3" y="92"/>
                      <a:pt x="3" y="93"/>
                    </a:cubicBezTo>
                    <a:cubicBezTo>
                      <a:pt x="3" y="93"/>
                      <a:pt x="5" y="93"/>
                      <a:pt x="4" y="94"/>
                    </a:cubicBezTo>
                    <a:cubicBezTo>
                      <a:pt x="4" y="94"/>
                      <a:pt x="5" y="95"/>
                      <a:pt x="4" y="95"/>
                    </a:cubicBezTo>
                    <a:cubicBezTo>
                      <a:pt x="3" y="95"/>
                      <a:pt x="5" y="95"/>
                      <a:pt x="5" y="95"/>
                    </a:cubicBezTo>
                    <a:cubicBezTo>
                      <a:pt x="4" y="95"/>
                      <a:pt x="6" y="95"/>
                      <a:pt x="5" y="95"/>
                    </a:cubicBezTo>
                    <a:cubicBezTo>
                      <a:pt x="6" y="96"/>
                      <a:pt x="6" y="96"/>
                      <a:pt x="5" y="95"/>
                    </a:cubicBezTo>
                    <a:cubicBezTo>
                      <a:pt x="5" y="95"/>
                      <a:pt x="6" y="95"/>
                      <a:pt x="5" y="95"/>
                    </a:cubicBezTo>
                    <a:cubicBezTo>
                      <a:pt x="5" y="94"/>
                      <a:pt x="5" y="96"/>
                      <a:pt x="6" y="95"/>
                    </a:cubicBezTo>
                    <a:cubicBezTo>
                      <a:pt x="7" y="95"/>
                      <a:pt x="7" y="96"/>
                      <a:pt x="7" y="96"/>
                    </a:cubicBezTo>
                    <a:cubicBezTo>
                      <a:pt x="7" y="95"/>
                      <a:pt x="7" y="97"/>
                      <a:pt x="7" y="98"/>
                    </a:cubicBezTo>
                    <a:cubicBezTo>
                      <a:pt x="6" y="98"/>
                      <a:pt x="7" y="98"/>
                      <a:pt x="6" y="98"/>
                    </a:cubicBezTo>
                    <a:cubicBezTo>
                      <a:pt x="6" y="98"/>
                      <a:pt x="6" y="99"/>
                      <a:pt x="7" y="99"/>
                    </a:cubicBezTo>
                    <a:cubicBezTo>
                      <a:pt x="6" y="100"/>
                      <a:pt x="7" y="99"/>
                      <a:pt x="8" y="100"/>
                    </a:cubicBezTo>
                    <a:cubicBezTo>
                      <a:pt x="8" y="100"/>
                      <a:pt x="8" y="100"/>
                      <a:pt x="8" y="100"/>
                    </a:cubicBezTo>
                    <a:cubicBezTo>
                      <a:pt x="8" y="101"/>
                      <a:pt x="8" y="101"/>
                      <a:pt x="9" y="101"/>
                    </a:cubicBezTo>
                    <a:cubicBezTo>
                      <a:pt x="9" y="101"/>
                      <a:pt x="9" y="103"/>
                      <a:pt x="9" y="102"/>
                    </a:cubicBezTo>
                    <a:cubicBezTo>
                      <a:pt x="9" y="102"/>
                      <a:pt x="9" y="103"/>
                      <a:pt x="9" y="103"/>
                    </a:cubicBezTo>
                    <a:cubicBezTo>
                      <a:pt x="10" y="102"/>
                      <a:pt x="9" y="101"/>
                      <a:pt x="10" y="102"/>
                    </a:cubicBezTo>
                    <a:cubicBezTo>
                      <a:pt x="10" y="103"/>
                      <a:pt x="8" y="104"/>
                      <a:pt x="9" y="104"/>
                    </a:cubicBezTo>
                    <a:cubicBezTo>
                      <a:pt x="10" y="104"/>
                      <a:pt x="10" y="103"/>
                      <a:pt x="10" y="103"/>
                    </a:cubicBezTo>
                    <a:cubicBezTo>
                      <a:pt x="10" y="105"/>
                      <a:pt x="12" y="105"/>
                      <a:pt x="11" y="105"/>
                    </a:cubicBezTo>
                    <a:cubicBezTo>
                      <a:pt x="11" y="105"/>
                      <a:pt x="11" y="106"/>
                      <a:pt x="11" y="106"/>
                    </a:cubicBezTo>
                    <a:cubicBezTo>
                      <a:pt x="11" y="106"/>
                      <a:pt x="12" y="107"/>
                      <a:pt x="12" y="106"/>
                    </a:cubicBezTo>
                    <a:cubicBezTo>
                      <a:pt x="12" y="107"/>
                      <a:pt x="13" y="106"/>
                      <a:pt x="13" y="107"/>
                    </a:cubicBezTo>
                    <a:cubicBezTo>
                      <a:pt x="13" y="107"/>
                      <a:pt x="14" y="107"/>
                      <a:pt x="12" y="106"/>
                    </a:cubicBezTo>
                    <a:cubicBezTo>
                      <a:pt x="12" y="107"/>
                      <a:pt x="12" y="106"/>
                      <a:pt x="13" y="106"/>
                    </a:cubicBezTo>
                    <a:cubicBezTo>
                      <a:pt x="13" y="107"/>
                      <a:pt x="13" y="107"/>
                      <a:pt x="13" y="107"/>
                    </a:cubicBezTo>
                    <a:cubicBezTo>
                      <a:pt x="12" y="107"/>
                      <a:pt x="13" y="106"/>
                      <a:pt x="12" y="108"/>
                    </a:cubicBezTo>
                    <a:cubicBezTo>
                      <a:pt x="12" y="108"/>
                      <a:pt x="13" y="107"/>
                      <a:pt x="13" y="108"/>
                    </a:cubicBezTo>
                    <a:cubicBezTo>
                      <a:pt x="12" y="108"/>
                      <a:pt x="13" y="109"/>
                      <a:pt x="13" y="110"/>
                    </a:cubicBezTo>
                    <a:cubicBezTo>
                      <a:pt x="14" y="111"/>
                      <a:pt x="14" y="111"/>
                      <a:pt x="14" y="110"/>
                    </a:cubicBezTo>
                    <a:cubicBezTo>
                      <a:pt x="14" y="109"/>
                      <a:pt x="13" y="110"/>
                      <a:pt x="14" y="111"/>
                    </a:cubicBezTo>
                    <a:cubicBezTo>
                      <a:pt x="14" y="112"/>
                      <a:pt x="14" y="114"/>
                      <a:pt x="13" y="112"/>
                    </a:cubicBezTo>
                    <a:cubicBezTo>
                      <a:pt x="13" y="112"/>
                      <a:pt x="13" y="111"/>
                      <a:pt x="13" y="112"/>
                    </a:cubicBezTo>
                    <a:cubicBezTo>
                      <a:pt x="13" y="113"/>
                      <a:pt x="12" y="113"/>
                      <a:pt x="13" y="113"/>
                    </a:cubicBezTo>
                    <a:cubicBezTo>
                      <a:pt x="13" y="114"/>
                      <a:pt x="13" y="113"/>
                      <a:pt x="13" y="114"/>
                    </a:cubicBezTo>
                    <a:cubicBezTo>
                      <a:pt x="13" y="115"/>
                      <a:pt x="13" y="115"/>
                      <a:pt x="13" y="115"/>
                    </a:cubicBezTo>
                    <a:cubicBezTo>
                      <a:pt x="13" y="115"/>
                      <a:pt x="13" y="115"/>
                      <a:pt x="14" y="115"/>
                    </a:cubicBezTo>
                    <a:cubicBezTo>
                      <a:pt x="14" y="117"/>
                      <a:pt x="15" y="115"/>
                      <a:pt x="14" y="116"/>
                    </a:cubicBezTo>
                    <a:cubicBezTo>
                      <a:pt x="15" y="117"/>
                      <a:pt x="14" y="116"/>
                      <a:pt x="14" y="117"/>
                    </a:cubicBezTo>
                    <a:cubicBezTo>
                      <a:pt x="14" y="118"/>
                      <a:pt x="14" y="119"/>
                      <a:pt x="14" y="119"/>
                    </a:cubicBezTo>
                    <a:cubicBezTo>
                      <a:pt x="14" y="119"/>
                      <a:pt x="14" y="119"/>
                      <a:pt x="14" y="119"/>
                    </a:cubicBezTo>
                    <a:cubicBezTo>
                      <a:pt x="14" y="120"/>
                      <a:pt x="14" y="120"/>
                      <a:pt x="14" y="121"/>
                    </a:cubicBezTo>
                    <a:cubicBezTo>
                      <a:pt x="14" y="121"/>
                      <a:pt x="15" y="122"/>
                      <a:pt x="15" y="121"/>
                    </a:cubicBezTo>
                    <a:cubicBezTo>
                      <a:pt x="15" y="119"/>
                      <a:pt x="16" y="123"/>
                      <a:pt x="15" y="122"/>
                    </a:cubicBezTo>
                    <a:cubicBezTo>
                      <a:pt x="15" y="121"/>
                      <a:pt x="16" y="122"/>
                      <a:pt x="16" y="122"/>
                    </a:cubicBezTo>
                    <a:cubicBezTo>
                      <a:pt x="16" y="121"/>
                      <a:pt x="15" y="123"/>
                      <a:pt x="16" y="123"/>
                    </a:cubicBezTo>
                    <a:cubicBezTo>
                      <a:pt x="16" y="123"/>
                      <a:pt x="16" y="124"/>
                      <a:pt x="17" y="124"/>
                    </a:cubicBezTo>
                    <a:cubicBezTo>
                      <a:pt x="17" y="124"/>
                      <a:pt x="17" y="125"/>
                      <a:pt x="17" y="124"/>
                    </a:cubicBezTo>
                    <a:cubicBezTo>
                      <a:pt x="18" y="124"/>
                      <a:pt x="17" y="125"/>
                      <a:pt x="18" y="125"/>
                    </a:cubicBezTo>
                    <a:cubicBezTo>
                      <a:pt x="19" y="126"/>
                      <a:pt x="18" y="126"/>
                      <a:pt x="18" y="125"/>
                    </a:cubicBezTo>
                    <a:cubicBezTo>
                      <a:pt x="18" y="126"/>
                      <a:pt x="19" y="125"/>
                      <a:pt x="18" y="126"/>
                    </a:cubicBezTo>
                    <a:cubicBezTo>
                      <a:pt x="18" y="125"/>
                      <a:pt x="18" y="125"/>
                      <a:pt x="18" y="125"/>
                    </a:cubicBezTo>
                    <a:cubicBezTo>
                      <a:pt x="18" y="124"/>
                      <a:pt x="18" y="124"/>
                      <a:pt x="18" y="124"/>
                    </a:cubicBezTo>
                    <a:cubicBezTo>
                      <a:pt x="18" y="125"/>
                      <a:pt x="18" y="125"/>
                      <a:pt x="18" y="125"/>
                    </a:cubicBezTo>
                    <a:cubicBezTo>
                      <a:pt x="19" y="126"/>
                      <a:pt x="18" y="126"/>
                      <a:pt x="19" y="125"/>
                    </a:cubicBezTo>
                    <a:cubicBezTo>
                      <a:pt x="19" y="126"/>
                      <a:pt x="19" y="126"/>
                      <a:pt x="19" y="125"/>
                    </a:cubicBezTo>
                    <a:cubicBezTo>
                      <a:pt x="20" y="125"/>
                      <a:pt x="20" y="125"/>
                      <a:pt x="20" y="125"/>
                    </a:cubicBezTo>
                    <a:cubicBezTo>
                      <a:pt x="20" y="126"/>
                      <a:pt x="19" y="126"/>
                      <a:pt x="19" y="125"/>
                    </a:cubicBezTo>
                    <a:cubicBezTo>
                      <a:pt x="20" y="126"/>
                      <a:pt x="20" y="125"/>
                      <a:pt x="20" y="125"/>
                    </a:cubicBezTo>
                    <a:cubicBezTo>
                      <a:pt x="20" y="126"/>
                      <a:pt x="21" y="125"/>
                      <a:pt x="20" y="125"/>
                    </a:cubicBezTo>
                    <a:cubicBezTo>
                      <a:pt x="20" y="124"/>
                      <a:pt x="20" y="126"/>
                      <a:pt x="21" y="125"/>
                    </a:cubicBezTo>
                    <a:cubicBezTo>
                      <a:pt x="21" y="126"/>
                      <a:pt x="21" y="126"/>
                      <a:pt x="21" y="126"/>
                    </a:cubicBezTo>
                    <a:cubicBezTo>
                      <a:pt x="21" y="126"/>
                      <a:pt x="22" y="126"/>
                      <a:pt x="22" y="126"/>
                    </a:cubicBezTo>
                    <a:cubicBezTo>
                      <a:pt x="22" y="125"/>
                      <a:pt x="22" y="124"/>
                      <a:pt x="22" y="124"/>
                    </a:cubicBezTo>
                    <a:cubicBezTo>
                      <a:pt x="23" y="124"/>
                      <a:pt x="23" y="124"/>
                      <a:pt x="23" y="124"/>
                    </a:cubicBezTo>
                    <a:cubicBezTo>
                      <a:pt x="23" y="125"/>
                      <a:pt x="23" y="124"/>
                      <a:pt x="23" y="124"/>
                    </a:cubicBezTo>
                    <a:cubicBezTo>
                      <a:pt x="23" y="125"/>
                      <a:pt x="23" y="125"/>
                      <a:pt x="23" y="125"/>
                    </a:cubicBezTo>
                    <a:cubicBezTo>
                      <a:pt x="23" y="124"/>
                      <a:pt x="23" y="126"/>
                      <a:pt x="23" y="125"/>
                    </a:cubicBezTo>
                    <a:cubicBezTo>
                      <a:pt x="23" y="125"/>
                      <a:pt x="23" y="125"/>
                      <a:pt x="23" y="125"/>
                    </a:cubicBezTo>
                    <a:cubicBezTo>
                      <a:pt x="23" y="126"/>
                      <a:pt x="23" y="126"/>
                      <a:pt x="23" y="126"/>
                    </a:cubicBezTo>
                    <a:cubicBezTo>
                      <a:pt x="23" y="126"/>
                      <a:pt x="23" y="126"/>
                      <a:pt x="23" y="126"/>
                    </a:cubicBezTo>
                    <a:cubicBezTo>
                      <a:pt x="24" y="126"/>
                      <a:pt x="24" y="126"/>
                      <a:pt x="24" y="126"/>
                    </a:cubicBezTo>
                    <a:cubicBezTo>
                      <a:pt x="23" y="126"/>
                      <a:pt x="23" y="126"/>
                      <a:pt x="23" y="126"/>
                    </a:cubicBezTo>
                    <a:cubicBezTo>
                      <a:pt x="23" y="126"/>
                      <a:pt x="23" y="126"/>
                      <a:pt x="23" y="127"/>
                    </a:cubicBezTo>
                    <a:cubicBezTo>
                      <a:pt x="23" y="127"/>
                      <a:pt x="23" y="127"/>
                      <a:pt x="24" y="127"/>
                    </a:cubicBezTo>
                    <a:cubicBezTo>
                      <a:pt x="24" y="126"/>
                      <a:pt x="24" y="126"/>
                      <a:pt x="25" y="126"/>
                    </a:cubicBezTo>
                    <a:cubicBezTo>
                      <a:pt x="24" y="127"/>
                      <a:pt x="24" y="128"/>
                      <a:pt x="25" y="128"/>
                    </a:cubicBezTo>
                    <a:cubicBezTo>
                      <a:pt x="24" y="128"/>
                      <a:pt x="25" y="128"/>
                      <a:pt x="25" y="128"/>
                    </a:cubicBezTo>
                    <a:cubicBezTo>
                      <a:pt x="25" y="128"/>
                      <a:pt x="25" y="127"/>
                      <a:pt x="25" y="127"/>
                    </a:cubicBezTo>
                    <a:cubicBezTo>
                      <a:pt x="25" y="128"/>
                      <a:pt x="25" y="128"/>
                      <a:pt x="25" y="128"/>
                    </a:cubicBezTo>
                    <a:cubicBezTo>
                      <a:pt x="26" y="128"/>
                      <a:pt x="25" y="128"/>
                      <a:pt x="26" y="128"/>
                    </a:cubicBezTo>
                    <a:cubicBezTo>
                      <a:pt x="26" y="128"/>
                      <a:pt x="27" y="128"/>
                      <a:pt x="27" y="128"/>
                    </a:cubicBezTo>
                    <a:cubicBezTo>
                      <a:pt x="26" y="128"/>
                      <a:pt x="26" y="128"/>
                      <a:pt x="26" y="127"/>
                    </a:cubicBezTo>
                    <a:cubicBezTo>
                      <a:pt x="26" y="127"/>
                      <a:pt x="27" y="127"/>
                      <a:pt x="27" y="127"/>
                    </a:cubicBezTo>
                    <a:cubicBezTo>
                      <a:pt x="26" y="126"/>
                      <a:pt x="26" y="128"/>
                      <a:pt x="26" y="127"/>
                    </a:cubicBezTo>
                    <a:cubicBezTo>
                      <a:pt x="26" y="126"/>
                      <a:pt x="26" y="126"/>
                      <a:pt x="26" y="126"/>
                    </a:cubicBezTo>
                    <a:cubicBezTo>
                      <a:pt x="26" y="126"/>
                      <a:pt x="26" y="126"/>
                      <a:pt x="26" y="126"/>
                    </a:cubicBezTo>
                    <a:cubicBezTo>
                      <a:pt x="26" y="125"/>
                      <a:pt x="26" y="125"/>
                      <a:pt x="26" y="126"/>
                    </a:cubicBezTo>
                    <a:cubicBezTo>
                      <a:pt x="26" y="125"/>
                      <a:pt x="27" y="125"/>
                      <a:pt x="27" y="125"/>
                    </a:cubicBezTo>
                    <a:cubicBezTo>
                      <a:pt x="28" y="126"/>
                      <a:pt x="27" y="126"/>
                      <a:pt x="27" y="126"/>
                    </a:cubicBezTo>
                    <a:cubicBezTo>
                      <a:pt x="27" y="126"/>
                      <a:pt x="27" y="127"/>
                      <a:pt x="27" y="126"/>
                    </a:cubicBezTo>
                    <a:cubicBezTo>
                      <a:pt x="28" y="125"/>
                      <a:pt x="28" y="125"/>
                      <a:pt x="28" y="125"/>
                    </a:cubicBezTo>
                    <a:cubicBezTo>
                      <a:pt x="28" y="125"/>
                      <a:pt x="28" y="125"/>
                      <a:pt x="28" y="125"/>
                    </a:cubicBezTo>
                    <a:cubicBezTo>
                      <a:pt x="28" y="125"/>
                      <a:pt x="28" y="125"/>
                      <a:pt x="28" y="125"/>
                    </a:cubicBezTo>
                    <a:cubicBezTo>
                      <a:pt x="28" y="125"/>
                      <a:pt x="29" y="124"/>
                      <a:pt x="28" y="124"/>
                    </a:cubicBezTo>
                    <a:cubicBezTo>
                      <a:pt x="29" y="123"/>
                      <a:pt x="29" y="123"/>
                      <a:pt x="29" y="124"/>
                    </a:cubicBezTo>
                    <a:cubicBezTo>
                      <a:pt x="29" y="125"/>
                      <a:pt x="29" y="124"/>
                      <a:pt x="30" y="125"/>
                    </a:cubicBezTo>
                    <a:cubicBezTo>
                      <a:pt x="29" y="126"/>
                      <a:pt x="29" y="124"/>
                      <a:pt x="29" y="125"/>
                    </a:cubicBezTo>
                    <a:cubicBezTo>
                      <a:pt x="29" y="125"/>
                      <a:pt x="28" y="125"/>
                      <a:pt x="28" y="125"/>
                    </a:cubicBezTo>
                    <a:cubicBezTo>
                      <a:pt x="28" y="126"/>
                      <a:pt x="29" y="125"/>
                      <a:pt x="29" y="125"/>
                    </a:cubicBezTo>
                    <a:cubicBezTo>
                      <a:pt x="30" y="127"/>
                      <a:pt x="30" y="127"/>
                      <a:pt x="30" y="127"/>
                    </a:cubicBezTo>
                    <a:cubicBezTo>
                      <a:pt x="30" y="126"/>
                      <a:pt x="30" y="126"/>
                      <a:pt x="30" y="126"/>
                    </a:cubicBezTo>
                    <a:cubicBezTo>
                      <a:pt x="30" y="127"/>
                      <a:pt x="30" y="127"/>
                      <a:pt x="30" y="127"/>
                    </a:cubicBezTo>
                    <a:cubicBezTo>
                      <a:pt x="31" y="126"/>
                      <a:pt x="30" y="128"/>
                      <a:pt x="31" y="128"/>
                    </a:cubicBezTo>
                    <a:cubicBezTo>
                      <a:pt x="31" y="129"/>
                      <a:pt x="31" y="128"/>
                      <a:pt x="31" y="128"/>
                    </a:cubicBezTo>
                    <a:cubicBezTo>
                      <a:pt x="31" y="128"/>
                      <a:pt x="32" y="129"/>
                      <a:pt x="32" y="128"/>
                    </a:cubicBezTo>
                    <a:cubicBezTo>
                      <a:pt x="32" y="128"/>
                      <a:pt x="33" y="128"/>
                      <a:pt x="33" y="128"/>
                    </a:cubicBezTo>
                    <a:cubicBezTo>
                      <a:pt x="33" y="128"/>
                      <a:pt x="33" y="128"/>
                      <a:pt x="33" y="128"/>
                    </a:cubicBezTo>
                    <a:cubicBezTo>
                      <a:pt x="34" y="128"/>
                      <a:pt x="34" y="128"/>
                      <a:pt x="34" y="128"/>
                    </a:cubicBezTo>
                    <a:cubicBezTo>
                      <a:pt x="34" y="127"/>
                      <a:pt x="34" y="127"/>
                      <a:pt x="34" y="127"/>
                    </a:cubicBezTo>
                    <a:cubicBezTo>
                      <a:pt x="34" y="126"/>
                      <a:pt x="34" y="126"/>
                      <a:pt x="34" y="126"/>
                    </a:cubicBezTo>
                    <a:cubicBezTo>
                      <a:pt x="34" y="126"/>
                      <a:pt x="34" y="126"/>
                      <a:pt x="34" y="126"/>
                    </a:cubicBezTo>
                    <a:cubicBezTo>
                      <a:pt x="33" y="126"/>
                      <a:pt x="34" y="126"/>
                      <a:pt x="34" y="125"/>
                    </a:cubicBezTo>
                    <a:cubicBezTo>
                      <a:pt x="33" y="126"/>
                      <a:pt x="33" y="126"/>
                      <a:pt x="33" y="126"/>
                    </a:cubicBezTo>
                    <a:cubicBezTo>
                      <a:pt x="34"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4" y="125"/>
                      <a:pt x="34" y="125"/>
                      <a:pt x="34" y="125"/>
                    </a:cubicBezTo>
                    <a:cubicBezTo>
                      <a:pt x="34" y="125"/>
                      <a:pt x="34" y="125"/>
                      <a:pt x="34" y="125"/>
                    </a:cubicBezTo>
                    <a:cubicBezTo>
                      <a:pt x="34" y="125"/>
                      <a:pt x="34" y="124"/>
                      <a:pt x="35" y="125"/>
                    </a:cubicBezTo>
                    <a:cubicBezTo>
                      <a:pt x="34" y="124"/>
                      <a:pt x="35" y="124"/>
                      <a:pt x="35" y="125"/>
                    </a:cubicBezTo>
                    <a:cubicBezTo>
                      <a:pt x="35" y="125"/>
                      <a:pt x="36" y="125"/>
                      <a:pt x="36" y="126"/>
                    </a:cubicBezTo>
                    <a:cubicBezTo>
                      <a:pt x="36" y="126"/>
                      <a:pt x="36" y="126"/>
                      <a:pt x="36" y="126"/>
                    </a:cubicBezTo>
                    <a:cubicBezTo>
                      <a:pt x="36" y="126"/>
                      <a:pt x="36" y="126"/>
                      <a:pt x="36" y="126"/>
                    </a:cubicBezTo>
                    <a:cubicBezTo>
                      <a:pt x="36" y="126"/>
                      <a:pt x="36" y="126"/>
                      <a:pt x="36" y="126"/>
                    </a:cubicBezTo>
                    <a:cubicBezTo>
                      <a:pt x="36" y="126"/>
                      <a:pt x="36" y="126"/>
                      <a:pt x="36" y="126"/>
                    </a:cubicBezTo>
                    <a:cubicBezTo>
                      <a:pt x="35" y="126"/>
                      <a:pt x="35" y="126"/>
                      <a:pt x="35" y="126"/>
                    </a:cubicBezTo>
                    <a:cubicBezTo>
                      <a:pt x="35" y="126"/>
                      <a:pt x="35" y="126"/>
                      <a:pt x="35"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7"/>
                      <a:pt x="36" y="127"/>
                      <a:pt x="36" y="127"/>
                    </a:cubicBezTo>
                    <a:cubicBezTo>
                      <a:pt x="36" y="126"/>
                      <a:pt x="36" y="126"/>
                      <a:pt x="36" y="127"/>
                    </a:cubicBezTo>
                    <a:cubicBezTo>
                      <a:pt x="37" y="127"/>
                      <a:pt x="37" y="127"/>
                      <a:pt x="37" y="127"/>
                    </a:cubicBezTo>
                    <a:cubicBezTo>
                      <a:pt x="37" y="126"/>
                      <a:pt x="37" y="126"/>
                      <a:pt x="38" y="127"/>
                    </a:cubicBezTo>
                    <a:cubicBezTo>
                      <a:pt x="38" y="127"/>
                      <a:pt x="38" y="127"/>
                      <a:pt x="38" y="127"/>
                    </a:cubicBezTo>
                    <a:cubicBezTo>
                      <a:pt x="38" y="127"/>
                      <a:pt x="38" y="127"/>
                      <a:pt x="38" y="127"/>
                    </a:cubicBezTo>
                    <a:cubicBezTo>
                      <a:pt x="38" y="127"/>
                      <a:pt x="38" y="127"/>
                      <a:pt x="38" y="127"/>
                    </a:cubicBezTo>
                    <a:cubicBezTo>
                      <a:pt x="38" y="127"/>
                      <a:pt x="38" y="127"/>
                      <a:pt x="38" y="127"/>
                    </a:cubicBezTo>
                    <a:cubicBezTo>
                      <a:pt x="38" y="126"/>
                      <a:pt x="38" y="126"/>
                      <a:pt x="38" y="126"/>
                    </a:cubicBezTo>
                    <a:cubicBezTo>
                      <a:pt x="37" y="126"/>
                      <a:pt x="38" y="126"/>
                      <a:pt x="38" y="126"/>
                    </a:cubicBezTo>
                    <a:cubicBezTo>
                      <a:pt x="38" y="125"/>
                      <a:pt x="38" y="126"/>
                      <a:pt x="38" y="125"/>
                    </a:cubicBezTo>
                    <a:cubicBezTo>
                      <a:pt x="38" y="125"/>
                      <a:pt x="38" y="125"/>
                      <a:pt x="38" y="125"/>
                    </a:cubicBezTo>
                    <a:cubicBezTo>
                      <a:pt x="39" y="125"/>
                      <a:pt x="39" y="125"/>
                      <a:pt x="39" y="125"/>
                    </a:cubicBezTo>
                    <a:cubicBezTo>
                      <a:pt x="38" y="126"/>
                      <a:pt x="39" y="126"/>
                      <a:pt x="39" y="126"/>
                    </a:cubicBezTo>
                    <a:cubicBezTo>
                      <a:pt x="39" y="126"/>
                      <a:pt x="39" y="126"/>
                      <a:pt x="39" y="126"/>
                    </a:cubicBezTo>
                    <a:cubicBezTo>
                      <a:pt x="39" y="127"/>
                      <a:pt x="39" y="127"/>
                      <a:pt x="39" y="127"/>
                    </a:cubicBezTo>
                    <a:cubicBezTo>
                      <a:pt x="39" y="127"/>
                      <a:pt x="39" y="127"/>
                      <a:pt x="39" y="127"/>
                    </a:cubicBezTo>
                    <a:cubicBezTo>
                      <a:pt x="39" y="127"/>
                      <a:pt x="39" y="127"/>
                      <a:pt x="39" y="127"/>
                    </a:cubicBezTo>
                    <a:cubicBezTo>
                      <a:pt x="39" y="127"/>
                      <a:pt x="39" y="127"/>
                      <a:pt x="39" y="127"/>
                    </a:cubicBezTo>
                    <a:cubicBezTo>
                      <a:pt x="38" y="127"/>
                      <a:pt x="38" y="127"/>
                      <a:pt x="38" y="127"/>
                    </a:cubicBezTo>
                    <a:cubicBezTo>
                      <a:pt x="38" y="128"/>
                      <a:pt x="38" y="128"/>
                      <a:pt x="38" y="128"/>
                    </a:cubicBezTo>
                    <a:cubicBezTo>
                      <a:pt x="38" y="129"/>
                      <a:pt x="37" y="129"/>
                      <a:pt x="37" y="128"/>
                    </a:cubicBezTo>
                    <a:cubicBezTo>
                      <a:pt x="37" y="127"/>
                      <a:pt x="38" y="128"/>
                      <a:pt x="37" y="128"/>
                    </a:cubicBezTo>
                    <a:cubicBezTo>
                      <a:pt x="38" y="127"/>
                      <a:pt x="37" y="127"/>
                      <a:pt x="37" y="127"/>
                    </a:cubicBezTo>
                    <a:cubicBezTo>
                      <a:pt x="37" y="127"/>
                      <a:pt x="36" y="128"/>
                      <a:pt x="36" y="129"/>
                    </a:cubicBezTo>
                    <a:cubicBezTo>
                      <a:pt x="36" y="128"/>
                      <a:pt x="36" y="128"/>
                      <a:pt x="36" y="128"/>
                    </a:cubicBezTo>
                    <a:cubicBezTo>
                      <a:pt x="36" y="128"/>
                      <a:pt x="37" y="129"/>
                      <a:pt x="37" y="128"/>
                    </a:cubicBezTo>
                    <a:cubicBezTo>
                      <a:pt x="37" y="128"/>
                      <a:pt x="37" y="129"/>
                      <a:pt x="36" y="129"/>
                    </a:cubicBezTo>
                    <a:cubicBezTo>
                      <a:pt x="36" y="129"/>
                      <a:pt x="36" y="129"/>
                      <a:pt x="36" y="129"/>
                    </a:cubicBezTo>
                    <a:cubicBezTo>
                      <a:pt x="36" y="129"/>
                      <a:pt x="36" y="129"/>
                      <a:pt x="36" y="129"/>
                    </a:cubicBezTo>
                    <a:cubicBezTo>
                      <a:pt x="37" y="129"/>
                      <a:pt x="37" y="129"/>
                      <a:pt x="37" y="129"/>
                    </a:cubicBezTo>
                    <a:cubicBezTo>
                      <a:pt x="37" y="130"/>
                      <a:pt x="37" y="130"/>
                      <a:pt x="37" y="130"/>
                    </a:cubicBezTo>
                    <a:cubicBezTo>
                      <a:pt x="37" y="129"/>
                      <a:pt x="37" y="129"/>
                      <a:pt x="38" y="129"/>
                    </a:cubicBezTo>
                    <a:cubicBezTo>
                      <a:pt x="38" y="130"/>
                      <a:pt x="38" y="131"/>
                      <a:pt x="38" y="130"/>
                    </a:cubicBezTo>
                    <a:cubicBezTo>
                      <a:pt x="38" y="130"/>
                      <a:pt x="38" y="130"/>
                      <a:pt x="38" y="130"/>
                    </a:cubicBezTo>
                    <a:cubicBezTo>
                      <a:pt x="38" y="130"/>
                      <a:pt x="38" y="130"/>
                      <a:pt x="38" y="130"/>
                    </a:cubicBezTo>
                    <a:cubicBezTo>
                      <a:pt x="38" y="129"/>
                      <a:pt x="38" y="129"/>
                      <a:pt x="38" y="129"/>
                    </a:cubicBezTo>
                    <a:cubicBezTo>
                      <a:pt x="39" y="129"/>
                      <a:pt x="39" y="129"/>
                      <a:pt x="38" y="130"/>
                    </a:cubicBezTo>
                    <a:cubicBezTo>
                      <a:pt x="39" y="130"/>
                      <a:pt x="39" y="130"/>
                      <a:pt x="39" y="130"/>
                    </a:cubicBezTo>
                    <a:cubicBezTo>
                      <a:pt x="39" y="130"/>
                      <a:pt x="39" y="130"/>
                      <a:pt x="39" y="129"/>
                    </a:cubicBezTo>
                    <a:cubicBezTo>
                      <a:pt x="39" y="130"/>
                      <a:pt x="39" y="129"/>
                      <a:pt x="40" y="130"/>
                    </a:cubicBezTo>
                    <a:cubicBezTo>
                      <a:pt x="40" y="129"/>
                      <a:pt x="40" y="129"/>
                      <a:pt x="40" y="129"/>
                    </a:cubicBezTo>
                    <a:cubicBezTo>
                      <a:pt x="40" y="129"/>
                      <a:pt x="40" y="129"/>
                      <a:pt x="40" y="129"/>
                    </a:cubicBezTo>
                    <a:cubicBezTo>
                      <a:pt x="41" y="129"/>
                      <a:pt x="41" y="129"/>
                      <a:pt x="41" y="128"/>
                    </a:cubicBezTo>
                    <a:cubicBezTo>
                      <a:pt x="41" y="129"/>
                      <a:pt x="41" y="127"/>
                      <a:pt x="41" y="128"/>
                    </a:cubicBezTo>
                    <a:cubicBezTo>
                      <a:pt x="41" y="128"/>
                      <a:pt x="41" y="128"/>
                      <a:pt x="41" y="128"/>
                    </a:cubicBezTo>
                    <a:cubicBezTo>
                      <a:pt x="41" y="128"/>
                      <a:pt x="41" y="128"/>
                      <a:pt x="41" y="128"/>
                    </a:cubicBezTo>
                    <a:cubicBezTo>
                      <a:pt x="42" y="128"/>
                      <a:pt x="42" y="128"/>
                      <a:pt x="42" y="128"/>
                    </a:cubicBezTo>
                    <a:cubicBezTo>
                      <a:pt x="42" y="128"/>
                      <a:pt x="42" y="128"/>
                      <a:pt x="42" y="128"/>
                    </a:cubicBezTo>
                    <a:cubicBezTo>
                      <a:pt x="42" y="128"/>
                      <a:pt x="42" y="128"/>
                      <a:pt x="42" y="128"/>
                    </a:cubicBezTo>
                    <a:cubicBezTo>
                      <a:pt x="42" y="128"/>
                      <a:pt x="42" y="128"/>
                      <a:pt x="42" y="128"/>
                    </a:cubicBezTo>
                    <a:cubicBezTo>
                      <a:pt x="42" y="128"/>
                      <a:pt x="42" y="128"/>
                      <a:pt x="42" y="128"/>
                    </a:cubicBezTo>
                    <a:cubicBezTo>
                      <a:pt x="42" y="128"/>
                      <a:pt x="42" y="128"/>
                      <a:pt x="42" y="128"/>
                    </a:cubicBezTo>
                    <a:cubicBezTo>
                      <a:pt x="42" y="128"/>
                      <a:pt x="42" y="128"/>
                      <a:pt x="42" y="128"/>
                    </a:cubicBezTo>
                    <a:cubicBezTo>
                      <a:pt x="42" y="129"/>
                      <a:pt x="42" y="128"/>
                      <a:pt x="42" y="128"/>
                    </a:cubicBezTo>
                    <a:cubicBezTo>
                      <a:pt x="42" y="128"/>
                      <a:pt x="42" y="128"/>
                      <a:pt x="42" y="128"/>
                    </a:cubicBezTo>
                    <a:cubicBezTo>
                      <a:pt x="42" y="128"/>
                      <a:pt x="42" y="128"/>
                      <a:pt x="42" y="128"/>
                    </a:cubicBezTo>
                    <a:cubicBezTo>
                      <a:pt x="42" y="128"/>
                      <a:pt x="42" y="128"/>
                      <a:pt x="42" y="128"/>
                    </a:cubicBezTo>
                    <a:cubicBezTo>
                      <a:pt x="42" y="127"/>
                      <a:pt x="43" y="128"/>
                      <a:pt x="42" y="128"/>
                    </a:cubicBezTo>
                    <a:cubicBezTo>
                      <a:pt x="43" y="129"/>
                      <a:pt x="43" y="129"/>
                      <a:pt x="43" y="129"/>
                    </a:cubicBezTo>
                    <a:cubicBezTo>
                      <a:pt x="43" y="128"/>
                      <a:pt x="43" y="128"/>
                      <a:pt x="43" y="128"/>
                    </a:cubicBezTo>
                    <a:cubicBezTo>
                      <a:pt x="43" y="128"/>
                      <a:pt x="43" y="128"/>
                      <a:pt x="43" y="128"/>
                    </a:cubicBezTo>
                    <a:cubicBezTo>
                      <a:pt x="43" y="129"/>
                      <a:pt x="43" y="129"/>
                      <a:pt x="43" y="129"/>
                    </a:cubicBezTo>
                    <a:cubicBezTo>
                      <a:pt x="43" y="129"/>
                      <a:pt x="43" y="129"/>
                      <a:pt x="43" y="129"/>
                    </a:cubicBezTo>
                    <a:cubicBezTo>
                      <a:pt x="44" y="128"/>
                      <a:pt x="43" y="129"/>
                      <a:pt x="44" y="128"/>
                    </a:cubicBezTo>
                    <a:cubicBezTo>
                      <a:pt x="44" y="128"/>
                      <a:pt x="44" y="129"/>
                      <a:pt x="44" y="128"/>
                    </a:cubicBezTo>
                    <a:cubicBezTo>
                      <a:pt x="43" y="128"/>
                      <a:pt x="44" y="129"/>
                      <a:pt x="44" y="128"/>
                    </a:cubicBezTo>
                    <a:cubicBezTo>
                      <a:pt x="44" y="128"/>
                      <a:pt x="44" y="128"/>
                      <a:pt x="44" y="128"/>
                    </a:cubicBezTo>
                    <a:cubicBezTo>
                      <a:pt x="44" y="128"/>
                      <a:pt x="44" y="128"/>
                      <a:pt x="44" y="129"/>
                    </a:cubicBezTo>
                    <a:cubicBezTo>
                      <a:pt x="44" y="129"/>
                      <a:pt x="44" y="130"/>
                      <a:pt x="44" y="129"/>
                    </a:cubicBezTo>
                    <a:cubicBezTo>
                      <a:pt x="45" y="129"/>
                      <a:pt x="45" y="129"/>
                      <a:pt x="45" y="129"/>
                    </a:cubicBezTo>
                    <a:cubicBezTo>
                      <a:pt x="45" y="129"/>
                      <a:pt x="45" y="129"/>
                      <a:pt x="45" y="129"/>
                    </a:cubicBezTo>
                    <a:cubicBezTo>
                      <a:pt x="45" y="129"/>
                      <a:pt x="45" y="129"/>
                      <a:pt x="45" y="130"/>
                    </a:cubicBezTo>
                    <a:cubicBezTo>
                      <a:pt x="46" y="130"/>
                      <a:pt x="45" y="130"/>
                      <a:pt x="46" y="131"/>
                    </a:cubicBezTo>
                    <a:cubicBezTo>
                      <a:pt x="46" y="131"/>
                      <a:pt x="46" y="131"/>
                      <a:pt x="46" y="131"/>
                    </a:cubicBezTo>
                    <a:cubicBezTo>
                      <a:pt x="46" y="132"/>
                      <a:pt x="46" y="132"/>
                      <a:pt x="46" y="132"/>
                    </a:cubicBezTo>
                    <a:cubicBezTo>
                      <a:pt x="45" y="132"/>
                      <a:pt x="45" y="132"/>
                      <a:pt x="45" y="132"/>
                    </a:cubicBezTo>
                    <a:cubicBezTo>
                      <a:pt x="45" y="132"/>
                      <a:pt x="45" y="132"/>
                      <a:pt x="45" y="132"/>
                    </a:cubicBezTo>
                    <a:cubicBezTo>
                      <a:pt x="46" y="131"/>
                      <a:pt x="46" y="131"/>
                      <a:pt x="46" y="131"/>
                    </a:cubicBezTo>
                    <a:cubicBezTo>
                      <a:pt x="45" y="131"/>
                      <a:pt x="45" y="131"/>
                      <a:pt x="45" y="131"/>
                    </a:cubicBezTo>
                    <a:cubicBezTo>
                      <a:pt x="45" y="131"/>
                      <a:pt x="45" y="131"/>
                      <a:pt x="45" y="131"/>
                    </a:cubicBezTo>
                    <a:cubicBezTo>
                      <a:pt x="45" y="131"/>
                      <a:pt x="45" y="131"/>
                      <a:pt x="45" y="131"/>
                    </a:cubicBezTo>
                    <a:cubicBezTo>
                      <a:pt x="45" y="131"/>
                      <a:pt x="45" y="131"/>
                      <a:pt x="46" y="131"/>
                    </a:cubicBezTo>
                    <a:cubicBezTo>
                      <a:pt x="45" y="131"/>
                      <a:pt x="45" y="131"/>
                      <a:pt x="45" y="131"/>
                    </a:cubicBezTo>
                    <a:cubicBezTo>
                      <a:pt x="44" y="131"/>
                      <a:pt x="45" y="132"/>
                      <a:pt x="45" y="131"/>
                    </a:cubicBezTo>
                    <a:cubicBezTo>
                      <a:pt x="45" y="131"/>
                      <a:pt x="45" y="132"/>
                      <a:pt x="45" y="131"/>
                    </a:cubicBezTo>
                    <a:cubicBezTo>
                      <a:pt x="45" y="132"/>
                      <a:pt x="45" y="132"/>
                      <a:pt x="45" y="132"/>
                    </a:cubicBezTo>
                    <a:cubicBezTo>
                      <a:pt x="45" y="132"/>
                      <a:pt x="45" y="132"/>
                      <a:pt x="45" y="132"/>
                    </a:cubicBezTo>
                    <a:cubicBezTo>
                      <a:pt x="45" y="132"/>
                      <a:pt x="45" y="132"/>
                      <a:pt x="46" y="132"/>
                    </a:cubicBezTo>
                    <a:cubicBezTo>
                      <a:pt x="46" y="132"/>
                      <a:pt x="46" y="132"/>
                      <a:pt x="46" y="132"/>
                    </a:cubicBezTo>
                    <a:cubicBezTo>
                      <a:pt x="46" y="132"/>
                      <a:pt x="46" y="132"/>
                      <a:pt x="47" y="132"/>
                    </a:cubicBezTo>
                    <a:cubicBezTo>
                      <a:pt x="47" y="132"/>
                      <a:pt x="46" y="131"/>
                      <a:pt x="47" y="132"/>
                    </a:cubicBezTo>
                    <a:cubicBezTo>
                      <a:pt x="46" y="132"/>
                      <a:pt x="47" y="132"/>
                      <a:pt x="47" y="132"/>
                    </a:cubicBezTo>
                    <a:cubicBezTo>
                      <a:pt x="47" y="132"/>
                      <a:pt x="47" y="132"/>
                      <a:pt x="47" y="132"/>
                    </a:cubicBezTo>
                    <a:cubicBezTo>
                      <a:pt x="47" y="132"/>
                      <a:pt x="47" y="132"/>
                      <a:pt x="47" y="132"/>
                    </a:cubicBezTo>
                    <a:cubicBezTo>
                      <a:pt x="47" y="131"/>
                      <a:pt x="47" y="131"/>
                      <a:pt x="47" y="131"/>
                    </a:cubicBezTo>
                    <a:cubicBezTo>
                      <a:pt x="47" y="132"/>
                      <a:pt x="47" y="132"/>
                      <a:pt x="47" y="132"/>
                    </a:cubicBezTo>
                    <a:cubicBezTo>
                      <a:pt x="47" y="132"/>
                      <a:pt x="47" y="132"/>
                      <a:pt x="47" y="132"/>
                    </a:cubicBezTo>
                    <a:cubicBezTo>
                      <a:pt x="47" y="131"/>
                      <a:pt x="47" y="131"/>
                      <a:pt x="47" y="131"/>
                    </a:cubicBezTo>
                    <a:cubicBezTo>
                      <a:pt x="47" y="131"/>
                      <a:pt x="47" y="131"/>
                      <a:pt x="46" y="131"/>
                    </a:cubicBezTo>
                    <a:cubicBezTo>
                      <a:pt x="47" y="132"/>
                      <a:pt x="46" y="131"/>
                      <a:pt x="47" y="131"/>
                    </a:cubicBezTo>
                    <a:cubicBezTo>
                      <a:pt x="47" y="131"/>
                      <a:pt x="47" y="131"/>
                      <a:pt x="47" y="131"/>
                    </a:cubicBezTo>
                    <a:cubicBezTo>
                      <a:pt x="47" y="131"/>
                      <a:pt x="47" y="130"/>
                      <a:pt x="47" y="131"/>
                    </a:cubicBezTo>
                    <a:cubicBezTo>
                      <a:pt x="47" y="130"/>
                      <a:pt x="47" y="130"/>
                      <a:pt x="47" y="130"/>
                    </a:cubicBezTo>
                    <a:cubicBezTo>
                      <a:pt x="47" y="130"/>
                      <a:pt x="47" y="130"/>
                      <a:pt x="47" y="130"/>
                    </a:cubicBezTo>
                    <a:cubicBezTo>
                      <a:pt x="47" y="130"/>
                      <a:pt x="47" y="130"/>
                      <a:pt x="47" y="130"/>
                    </a:cubicBezTo>
                    <a:cubicBezTo>
                      <a:pt x="48" y="130"/>
                      <a:pt x="48" y="130"/>
                      <a:pt x="48" y="130"/>
                    </a:cubicBezTo>
                    <a:cubicBezTo>
                      <a:pt x="48" y="130"/>
                      <a:pt x="48" y="130"/>
                      <a:pt x="48" y="130"/>
                    </a:cubicBezTo>
                    <a:cubicBezTo>
                      <a:pt x="49" y="130"/>
                      <a:pt x="49" y="129"/>
                      <a:pt x="48" y="130"/>
                    </a:cubicBezTo>
                    <a:cubicBezTo>
                      <a:pt x="48" y="130"/>
                      <a:pt x="48" y="131"/>
                      <a:pt x="48" y="131"/>
                    </a:cubicBezTo>
                    <a:cubicBezTo>
                      <a:pt x="49" y="131"/>
                      <a:pt x="49" y="131"/>
                      <a:pt x="49" y="131"/>
                    </a:cubicBezTo>
                    <a:cubicBezTo>
                      <a:pt x="49" y="131"/>
                      <a:pt x="49" y="131"/>
                      <a:pt x="49" y="131"/>
                    </a:cubicBezTo>
                    <a:cubicBezTo>
                      <a:pt x="49" y="131"/>
                      <a:pt x="49" y="131"/>
                      <a:pt x="49" y="131"/>
                    </a:cubicBezTo>
                    <a:cubicBezTo>
                      <a:pt x="49" y="132"/>
                      <a:pt x="49" y="132"/>
                      <a:pt x="49" y="132"/>
                    </a:cubicBezTo>
                    <a:cubicBezTo>
                      <a:pt x="50" y="132"/>
                      <a:pt x="50" y="132"/>
                      <a:pt x="50" y="132"/>
                    </a:cubicBezTo>
                    <a:cubicBezTo>
                      <a:pt x="50" y="132"/>
                      <a:pt x="50" y="132"/>
                      <a:pt x="50" y="132"/>
                    </a:cubicBezTo>
                    <a:cubicBezTo>
                      <a:pt x="50" y="132"/>
                      <a:pt x="50" y="132"/>
                      <a:pt x="50" y="132"/>
                    </a:cubicBezTo>
                    <a:cubicBezTo>
                      <a:pt x="50" y="131"/>
                      <a:pt x="50" y="131"/>
                      <a:pt x="50" y="131"/>
                    </a:cubicBezTo>
                    <a:cubicBezTo>
                      <a:pt x="50" y="132"/>
                      <a:pt x="50" y="132"/>
                      <a:pt x="50" y="132"/>
                    </a:cubicBezTo>
                    <a:cubicBezTo>
                      <a:pt x="50" y="131"/>
                      <a:pt x="50" y="131"/>
                      <a:pt x="50" y="131"/>
                    </a:cubicBezTo>
                    <a:cubicBezTo>
                      <a:pt x="50" y="131"/>
                      <a:pt x="50" y="131"/>
                      <a:pt x="50" y="131"/>
                    </a:cubicBezTo>
                    <a:cubicBezTo>
                      <a:pt x="51" y="132"/>
                      <a:pt x="51" y="132"/>
                      <a:pt x="51" y="132"/>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1"/>
                      <a:pt x="51" y="131"/>
                      <a:pt x="51" y="131"/>
                    </a:cubicBezTo>
                    <a:cubicBezTo>
                      <a:pt x="51" y="130"/>
                      <a:pt x="51" y="130"/>
                      <a:pt x="51" y="130"/>
                    </a:cubicBezTo>
                    <a:cubicBezTo>
                      <a:pt x="52" y="130"/>
                      <a:pt x="52" y="130"/>
                      <a:pt x="52" y="130"/>
                    </a:cubicBezTo>
                    <a:cubicBezTo>
                      <a:pt x="52" y="130"/>
                      <a:pt x="52" y="130"/>
                      <a:pt x="52" y="130"/>
                    </a:cubicBezTo>
                    <a:cubicBezTo>
                      <a:pt x="52" y="131"/>
                      <a:pt x="52" y="131"/>
                      <a:pt x="52" y="131"/>
                    </a:cubicBezTo>
                    <a:cubicBezTo>
                      <a:pt x="52" y="131"/>
                      <a:pt x="52" y="131"/>
                      <a:pt x="52" y="131"/>
                    </a:cubicBezTo>
                    <a:cubicBezTo>
                      <a:pt x="52" y="131"/>
                      <a:pt x="52" y="131"/>
                      <a:pt x="52" y="131"/>
                    </a:cubicBezTo>
                    <a:cubicBezTo>
                      <a:pt x="52" y="131"/>
                      <a:pt x="52" y="131"/>
                      <a:pt x="52" y="131"/>
                    </a:cubicBezTo>
                    <a:cubicBezTo>
                      <a:pt x="52" y="131"/>
                      <a:pt x="52" y="131"/>
                      <a:pt x="52" y="131"/>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1"/>
                      <a:pt x="54" y="131"/>
                      <a:pt x="53" y="130"/>
                    </a:cubicBezTo>
                    <a:cubicBezTo>
                      <a:pt x="54" y="131"/>
                      <a:pt x="55" y="130"/>
                      <a:pt x="54" y="130"/>
                    </a:cubicBezTo>
                    <a:cubicBezTo>
                      <a:pt x="54" y="130"/>
                      <a:pt x="54" y="130"/>
                      <a:pt x="54" y="130"/>
                    </a:cubicBezTo>
                    <a:cubicBezTo>
                      <a:pt x="54" y="129"/>
                      <a:pt x="54" y="129"/>
                      <a:pt x="54" y="129"/>
                    </a:cubicBezTo>
                    <a:cubicBezTo>
                      <a:pt x="53" y="129"/>
                      <a:pt x="54" y="129"/>
                      <a:pt x="54" y="129"/>
                    </a:cubicBezTo>
                    <a:cubicBezTo>
                      <a:pt x="54" y="129"/>
                      <a:pt x="54" y="129"/>
                      <a:pt x="54" y="129"/>
                    </a:cubicBezTo>
                    <a:cubicBezTo>
                      <a:pt x="54" y="130"/>
                      <a:pt x="54" y="128"/>
                      <a:pt x="54" y="129"/>
                    </a:cubicBezTo>
                    <a:cubicBezTo>
                      <a:pt x="55" y="129"/>
                      <a:pt x="54" y="129"/>
                      <a:pt x="54" y="129"/>
                    </a:cubicBezTo>
                    <a:cubicBezTo>
                      <a:pt x="54" y="129"/>
                      <a:pt x="54" y="129"/>
                      <a:pt x="54" y="129"/>
                    </a:cubicBezTo>
                    <a:cubicBezTo>
                      <a:pt x="55" y="129"/>
                      <a:pt x="55" y="129"/>
                      <a:pt x="55" y="129"/>
                    </a:cubicBezTo>
                    <a:cubicBezTo>
                      <a:pt x="55" y="130"/>
                      <a:pt x="54" y="130"/>
                      <a:pt x="55" y="130"/>
                    </a:cubicBezTo>
                    <a:cubicBezTo>
                      <a:pt x="55" y="130"/>
                      <a:pt x="55" y="130"/>
                      <a:pt x="55" y="130"/>
                    </a:cubicBezTo>
                    <a:cubicBezTo>
                      <a:pt x="55" y="130"/>
                      <a:pt x="55" y="130"/>
                      <a:pt x="55" y="130"/>
                    </a:cubicBezTo>
                    <a:cubicBezTo>
                      <a:pt x="55" y="130"/>
                      <a:pt x="55" y="130"/>
                      <a:pt x="55" y="130"/>
                    </a:cubicBezTo>
                    <a:cubicBezTo>
                      <a:pt x="55" y="129"/>
                      <a:pt x="55" y="129"/>
                      <a:pt x="55" y="129"/>
                    </a:cubicBezTo>
                    <a:cubicBezTo>
                      <a:pt x="56" y="130"/>
                      <a:pt x="56" y="130"/>
                      <a:pt x="56" y="130"/>
                    </a:cubicBezTo>
                    <a:cubicBezTo>
                      <a:pt x="56" y="130"/>
                      <a:pt x="56" y="130"/>
                      <a:pt x="56" y="130"/>
                    </a:cubicBezTo>
                    <a:cubicBezTo>
                      <a:pt x="57" y="130"/>
                      <a:pt x="57" y="130"/>
                      <a:pt x="57" y="130"/>
                    </a:cubicBezTo>
                    <a:cubicBezTo>
                      <a:pt x="57" y="130"/>
                      <a:pt x="56" y="130"/>
                      <a:pt x="57" y="130"/>
                    </a:cubicBezTo>
                    <a:cubicBezTo>
                      <a:pt x="57" y="129"/>
                      <a:pt x="57" y="129"/>
                      <a:pt x="57" y="129"/>
                    </a:cubicBezTo>
                    <a:cubicBezTo>
                      <a:pt x="57" y="129"/>
                      <a:pt x="57" y="129"/>
                      <a:pt x="57" y="129"/>
                    </a:cubicBezTo>
                    <a:cubicBezTo>
                      <a:pt x="57" y="129"/>
                      <a:pt x="57" y="129"/>
                      <a:pt x="57" y="129"/>
                    </a:cubicBezTo>
                    <a:cubicBezTo>
                      <a:pt x="57" y="129"/>
                      <a:pt x="57" y="129"/>
                      <a:pt x="57" y="129"/>
                    </a:cubicBezTo>
                    <a:cubicBezTo>
                      <a:pt x="57" y="129"/>
                      <a:pt x="57" y="129"/>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0"/>
                      <a:pt x="57" y="130"/>
                      <a:pt x="57" y="130"/>
                    </a:cubicBezTo>
                    <a:cubicBezTo>
                      <a:pt x="57" y="131"/>
                      <a:pt x="57" y="131"/>
                      <a:pt x="57" y="131"/>
                    </a:cubicBezTo>
                    <a:cubicBezTo>
                      <a:pt x="57" y="131"/>
                      <a:pt x="57" y="131"/>
                      <a:pt x="57" y="131"/>
                    </a:cubicBezTo>
                    <a:cubicBezTo>
                      <a:pt x="57" y="131"/>
                      <a:pt x="57" y="131"/>
                      <a:pt x="57" y="131"/>
                    </a:cubicBezTo>
                    <a:cubicBezTo>
                      <a:pt x="57" y="131"/>
                      <a:pt x="57" y="131"/>
                      <a:pt x="57" y="131"/>
                    </a:cubicBezTo>
                    <a:cubicBezTo>
                      <a:pt x="57" y="131"/>
                      <a:pt x="57" y="131"/>
                      <a:pt x="57" y="131"/>
                    </a:cubicBezTo>
                    <a:cubicBezTo>
                      <a:pt x="57" y="131"/>
                      <a:pt x="58" y="130"/>
                      <a:pt x="57" y="131"/>
                    </a:cubicBezTo>
                    <a:cubicBezTo>
                      <a:pt x="57" y="131"/>
                      <a:pt x="57" y="131"/>
                      <a:pt x="57" y="131"/>
                    </a:cubicBezTo>
                    <a:cubicBezTo>
                      <a:pt x="58" y="131"/>
                      <a:pt x="58" y="131"/>
                      <a:pt x="58" y="131"/>
                    </a:cubicBezTo>
                    <a:cubicBezTo>
                      <a:pt x="58" y="131"/>
                      <a:pt x="58" y="132"/>
                      <a:pt x="58" y="132"/>
                    </a:cubicBezTo>
                    <a:cubicBezTo>
                      <a:pt x="58" y="131"/>
                      <a:pt x="58" y="131"/>
                      <a:pt x="58" y="131"/>
                    </a:cubicBezTo>
                    <a:cubicBezTo>
                      <a:pt x="59" y="132"/>
                      <a:pt x="59" y="132"/>
                      <a:pt x="59" y="132"/>
                    </a:cubicBezTo>
                    <a:cubicBezTo>
                      <a:pt x="59" y="131"/>
                      <a:pt x="59" y="131"/>
                      <a:pt x="59" y="131"/>
                    </a:cubicBezTo>
                    <a:cubicBezTo>
                      <a:pt x="59" y="131"/>
                      <a:pt x="59" y="131"/>
                      <a:pt x="59" y="131"/>
                    </a:cubicBezTo>
                    <a:cubicBezTo>
                      <a:pt x="59" y="130"/>
                      <a:pt x="60" y="131"/>
                      <a:pt x="60" y="131"/>
                    </a:cubicBezTo>
                    <a:cubicBezTo>
                      <a:pt x="60" y="132"/>
                      <a:pt x="60" y="132"/>
                      <a:pt x="60" y="132"/>
                    </a:cubicBezTo>
                    <a:cubicBezTo>
                      <a:pt x="60" y="132"/>
                      <a:pt x="60" y="132"/>
                      <a:pt x="60" y="132"/>
                    </a:cubicBezTo>
                    <a:cubicBezTo>
                      <a:pt x="60" y="132"/>
                      <a:pt x="60" y="132"/>
                      <a:pt x="60" y="132"/>
                    </a:cubicBezTo>
                    <a:cubicBezTo>
                      <a:pt x="60" y="132"/>
                      <a:pt x="60" y="132"/>
                      <a:pt x="60" y="132"/>
                    </a:cubicBezTo>
                    <a:cubicBezTo>
                      <a:pt x="60" y="132"/>
                      <a:pt x="60" y="132"/>
                      <a:pt x="60" y="133"/>
                    </a:cubicBezTo>
                    <a:cubicBezTo>
                      <a:pt x="61" y="133"/>
                      <a:pt x="61" y="133"/>
                      <a:pt x="61" y="133"/>
                    </a:cubicBezTo>
                    <a:cubicBezTo>
                      <a:pt x="61" y="133"/>
                      <a:pt x="61" y="133"/>
                      <a:pt x="61" y="132"/>
                    </a:cubicBezTo>
                    <a:cubicBezTo>
                      <a:pt x="61" y="132"/>
                      <a:pt x="61" y="132"/>
                      <a:pt x="61" y="132"/>
                    </a:cubicBezTo>
                    <a:cubicBezTo>
                      <a:pt x="62" y="132"/>
                      <a:pt x="62" y="132"/>
                      <a:pt x="61" y="132"/>
                    </a:cubicBezTo>
                    <a:cubicBezTo>
                      <a:pt x="61" y="131"/>
                      <a:pt x="61" y="131"/>
                      <a:pt x="61" y="131"/>
                    </a:cubicBezTo>
                    <a:cubicBezTo>
                      <a:pt x="62" y="132"/>
                      <a:pt x="63" y="132"/>
                      <a:pt x="61" y="131"/>
                    </a:cubicBezTo>
                    <a:cubicBezTo>
                      <a:pt x="61" y="131"/>
                      <a:pt x="61" y="131"/>
                      <a:pt x="61" y="130"/>
                    </a:cubicBezTo>
                    <a:cubicBezTo>
                      <a:pt x="61" y="131"/>
                      <a:pt x="62" y="130"/>
                      <a:pt x="62" y="130"/>
                    </a:cubicBezTo>
                    <a:cubicBezTo>
                      <a:pt x="62" y="130"/>
                      <a:pt x="62" y="130"/>
                      <a:pt x="62" y="130"/>
                    </a:cubicBezTo>
                    <a:cubicBezTo>
                      <a:pt x="62" y="130"/>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2" y="129"/>
                      <a:pt x="62" y="129"/>
                      <a:pt x="62" y="129"/>
                    </a:cubicBezTo>
                    <a:cubicBezTo>
                      <a:pt x="63" y="129"/>
                      <a:pt x="62" y="128"/>
                      <a:pt x="62" y="128"/>
                    </a:cubicBezTo>
                    <a:cubicBezTo>
                      <a:pt x="63" y="130"/>
                      <a:pt x="62" y="128"/>
                      <a:pt x="63" y="128"/>
                    </a:cubicBezTo>
                    <a:cubicBezTo>
                      <a:pt x="64" y="129"/>
                      <a:pt x="64" y="128"/>
                      <a:pt x="64" y="129"/>
                    </a:cubicBezTo>
                    <a:cubicBezTo>
                      <a:pt x="63" y="129"/>
                      <a:pt x="65" y="129"/>
                      <a:pt x="65" y="129"/>
                    </a:cubicBezTo>
                    <a:cubicBezTo>
                      <a:pt x="65" y="129"/>
                      <a:pt x="65" y="129"/>
                      <a:pt x="65" y="130"/>
                    </a:cubicBezTo>
                    <a:cubicBezTo>
                      <a:pt x="65" y="130"/>
                      <a:pt x="65" y="130"/>
                      <a:pt x="65" y="130"/>
                    </a:cubicBezTo>
                    <a:cubicBezTo>
                      <a:pt x="66" y="130"/>
                      <a:pt x="66" y="130"/>
                      <a:pt x="66" y="130"/>
                    </a:cubicBezTo>
                    <a:cubicBezTo>
                      <a:pt x="66" y="130"/>
                      <a:pt x="66" y="130"/>
                      <a:pt x="66" y="130"/>
                    </a:cubicBezTo>
                    <a:cubicBezTo>
                      <a:pt x="66" y="130"/>
                      <a:pt x="66" y="132"/>
                      <a:pt x="66" y="130"/>
                    </a:cubicBezTo>
                    <a:cubicBezTo>
                      <a:pt x="66" y="130"/>
                      <a:pt x="66" y="130"/>
                      <a:pt x="66" y="130"/>
                    </a:cubicBezTo>
                    <a:cubicBezTo>
                      <a:pt x="67" y="130"/>
                      <a:pt x="67" y="131"/>
                      <a:pt x="67" y="130"/>
                    </a:cubicBezTo>
                    <a:cubicBezTo>
                      <a:pt x="68" y="131"/>
                      <a:pt x="67" y="130"/>
                      <a:pt x="68" y="130"/>
                    </a:cubicBezTo>
                    <a:cubicBezTo>
                      <a:pt x="68" y="131"/>
                      <a:pt x="68" y="131"/>
                      <a:pt x="68" y="131"/>
                    </a:cubicBezTo>
                    <a:cubicBezTo>
                      <a:pt x="69" y="130"/>
                      <a:pt x="69" y="130"/>
                      <a:pt x="69" y="130"/>
                    </a:cubicBezTo>
                    <a:cubicBezTo>
                      <a:pt x="69" y="131"/>
                      <a:pt x="68" y="131"/>
                      <a:pt x="70" y="131"/>
                    </a:cubicBezTo>
                    <a:cubicBezTo>
                      <a:pt x="69" y="131"/>
                      <a:pt x="69" y="130"/>
                      <a:pt x="70" y="130"/>
                    </a:cubicBezTo>
                    <a:cubicBezTo>
                      <a:pt x="70" y="129"/>
                      <a:pt x="70" y="131"/>
                      <a:pt x="71" y="130"/>
                    </a:cubicBezTo>
                    <a:cubicBezTo>
                      <a:pt x="71" y="129"/>
                      <a:pt x="70" y="129"/>
                      <a:pt x="70" y="129"/>
                    </a:cubicBezTo>
                    <a:cubicBezTo>
                      <a:pt x="69" y="128"/>
                      <a:pt x="69" y="128"/>
                      <a:pt x="70" y="128"/>
                    </a:cubicBezTo>
                    <a:cubicBezTo>
                      <a:pt x="70" y="128"/>
                      <a:pt x="69" y="128"/>
                      <a:pt x="69" y="127"/>
                    </a:cubicBezTo>
                    <a:cubicBezTo>
                      <a:pt x="68" y="127"/>
                      <a:pt x="70" y="127"/>
                      <a:pt x="71" y="126"/>
                    </a:cubicBezTo>
                    <a:cubicBezTo>
                      <a:pt x="71" y="127"/>
                      <a:pt x="71" y="127"/>
                      <a:pt x="71" y="127"/>
                    </a:cubicBezTo>
                    <a:cubicBezTo>
                      <a:pt x="72" y="127"/>
                      <a:pt x="72" y="127"/>
                      <a:pt x="73" y="127"/>
                    </a:cubicBezTo>
                    <a:cubicBezTo>
                      <a:pt x="73" y="127"/>
                      <a:pt x="73" y="127"/>
                      <a:pt x="73" y="127"/>
                    </a:cubicBezTo>
                    <a:cubicBezTo>
                      <a:pt x="73" y="127"/>
                      <a:pt x="73" y="127"/>
                      <a:pt x="73" y="127"/>
                    </a:cubicBezTo>
                    <a:cubicBezTo>
                      <a:pt x="73" y="126"/>
                      <a:pt x="73" y="126"/>
                      <a:pt x="73" y="127"/>
                    </a:cubicBezTo>
                    <a:cubicBezTo>
                      <a:pt x="73" y="127"/>
                      <a:pt x="73" y="127"/>
                      <a:pt x="73" y="127"/>
                    </a:cubicBezTo>
                    <a:cubicBezTo>
                      <a:pt x="73" y="127"/>
                      <a:pt x="73" y="127"/>
                      <a:pt x="73" y="127"/>
                    </a:cubicBezTo>
                    <a:cubicBezTo>
                      <a:pt x="74" y="127"/>
                      <a:pt x="74" y="127"/>
                      <a:pt x="74" y="127"/>
                    </a:cubicBezTo>
                    <a:cubicBezTo>
                      <a:pt x="74" y="126"/>
                      <a:pt x="73" y="128"/>
                      <a:pt x="73" y="128"/>
                    </a:cubicBezTo>
                    <a:cubicBezTo>
                      <a:pt x="73" y="128"/>
                      <a:pt x="73" y="128"/>
                      <a:pt x="73" y="128"/>
                    </a:cubicBezTo>
                    <a:cubicBezTo>
                      <a:pt x="73" y="129"/>
                      <a:pt x="73" y="130"/>
                      <a:pt x="73" y="130"/>
                    </a:cubicBezTo>
                    <a:cubicBezTo>
                      <a:pt x="72" y="130"/>
                      <a:pt x="73" y="131"/>
                      <a:pt x="74" y="130"/>
                    </a:cubicBezTo>
                    <a:cubicBezTo>
                      <a:pt x="74" y="130"/>
                      <a:pt x="74" y="130"/>
                      <a:pt x="74" y="130"/>
                    </a:cubicBezTo>
                    <a:cubicBezTo>
                      <a:pt x="73" y="131"/>
                      <a:pt x="73" y="130"/>
                      <a:pt x="74" y="130"/>
                    </a:cubicBezTo>
                    <a:cubicBezTo>
                      <a:pt x="74" y="129"/>
                      <a:pt x="75" y="131"/>
                      <a:pt x="75" y="131"/>
                    </a:cubicBezTo>
                    <a:cubicBezTo>
                      <a:pt x="75" y="132"/>
                      <a:pt x="75" y="132"/>
                      <a:pt x="75" y="132"/>
                    </a:cubicBezTo>
                    <a:cubicBezTo>
                      <a:pt x="75" y="132"/>
                      <a:pt x="76" y="132"/>
                      <a:pt x="76" y="133"/>
                    </a:cubicBezTo>
                    <a:cubicBezTo>
                      <a:pt x="76" y="133"/>
                      <a:pt x="76" y="133"/>
                      <a:pt x="77" y="132"/>
                    </a:cubicBezTo>
                    <a:cubicBezTo>
                      <a:pt x="77" y="132"/>
                      <a:pt x="77" y="132"/>
                      <a:pt x="77" y="132"/>
                    </a:cubicBezTo>
                    <a:cubicBezTo>
                      <a:pt x="77" y="132"/>
                      <a:pt x="77" y="132"/>
                      <a:pt x="77" y="132"/>
                    </a:cubicBezTo>
                    <a:cubicBezTo>
                      <a:pt x="77" y="133"/>
                      <a:pt x="77" y="133"/>
                      <a:pt x="77" y="133"/>
                    </a:cubicBezTo>
                    <a:cubicBezTo>
                      <a:pt x="77" y="133"/>
                      <a:pt x="76" y="133"/>
                      <a:pt x="77" y="133"/>
                    </a:cubicBezTo>
                    <a:cubicBezTo>
                      <a:pt x="77" y="133"/>
                      <a:pt x="77" y="133"/>
                      <a:pt x="77" y="134"/>
                    </a:cubicBezTo>
                    <a:cubicBezTo>
                      <a:pt x="77" y="134"/>
                      <a:pt x="77" y="134"/>
                      <a:pt x="77" y="134"/>
                    </a:cubicBezTo>
                    <a:cubicBezTo>
                      <a:pt x="77" y="133"/>
                      <a:pt x="77" y="134"/>
                      <a:pt x="77" y="133"/>
                    </a:cubicBezTo>
                    <a:cubicBezTo>
                      <a:pt x="77" y="134"/>
                      <a:pt x="78" y="133"/>
                      <a:pt x="78" y="133"/>
                    </a:cubicBezTo>
                    <a:cubicBezTo>
                      <a:pt x="78" y="132"/>
                      <a:pt x="79" y="134"/>
                      <a:pt x="78" y="133"/>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8" y="134"/>
                      <a:pt x="78" y="134"/>
                      <a:pt x="78" y="134"/>
                    </a:cubicBezTo>
                    <a:cubicBezTo>
                      <a:pt x="79" y="133"/>
                      <a:pt x="80" y="133"/>
                      <a:pt x="80" y="134"/>
                    </a:cubicBezTo>
                    <a:cubicBezTo>
                      <a:pt x="80" y="134"/>
                      <a:pt x="80" y="134"/>
                      <a:pt x="80" y="134"/>
                    </a:cubicBezTo>
                    <a:cubicBezTo>
                      <a:pt x="81" y="134"/>
                      <a:pt x="81" y="134"/>
                      <a:pt x="81" y="134"/>
                    </a:cubicBezTo>
                    <a:cubicBezTo>
                      <a:pt x="80" y="133"/>
                      <a:pt x="80" y="133"/>
                      <a:pt x="81" y="134"/>
                    </a:cubicBezTo>
                    <a:cubicBezTo>
                      <a:pt x="81" y="133"/>
                      <a:pt x="81" y="134"/>
                      <a:pt x="82" y="134"/>
                    </a:cubicBezTo>
                    <a:cubicBezTo>
                      <a:pt x="83" y="133"/>
                      <a:pt x="83" y="134"/>
                      <a:pt x="84" y="134"/>
                    </a:cubicBezTo>
                    <a:cubicBezTo>
                      <a:pt x="84" y="133"/>
                      <a:pt x="84" y="134"/>
                      <a:pt x="84" y="133"/>
                    </a:cubicBezTo>
                    <a:cubicBezTo>
                      <a:pt x="85" y="132"/>
                      <a:pt x="85" y="134"/>
                      <a:pt x="85" y="133"/>
                    </a:cubicBezTo>
                    <a:cubicBezTo>
                      <a:pt x="86" y="133"/>
                      <a:pt x="86" y="133"/>
                      <a:pt x="86" y="133"/>
                    </a:cubicBezTo>
                    <a:cubicBezTo>
                      <a:pt x="85" y="133"/>
                      <a:pt x="86" y="131"/>
                      <a:pt x="86" y="132"/>
                    </a:cubicBezTo>
                    <a:cubicBezTo>
                      <a:pt x="86" y="132"/>
                      <a:pt x="86" y="132"/>
                      <a:pt x="86" y="132"/>
                    </a:cubicBezTo>
                    <a:cubicBezTo>
                      <a:pt x="87" y="132"/>
                      <a:pt x="87" y="132"/>
                      <a:pt x="87" y="132"/>
                    </a:cubicBezTo>
                    <a:cubicBezTo>
                      <a:pt x="87" y="132"/>
                      <a:pt x="87" y="132"/>
                      <a:pt x="87" y="132"/>
                    </a:cubicBezTo>
                    <a:cubicBezTo>
                      <a:pt x="87" y="132"/>
                      <a:pt x="87" y="133"/>
                      <a:pt x="87" y="133"/>
                    </a:cubicBezTo>
                    <a:cubicBezTo>
                      <a:pt x="88" y="133"/>
                      <a:pt x="88" y="132"/>
                      <a:pt x="89" y="133"/>
                    </a:cubicBezTo>
                    <a:cubicBezTo>
                      <a:pt x="90" y="134"/>
                      <a:pt x="90" y="134"/>
                      <a:pt x="90" y="134"/>
                    </a:cubicBezTo>
                    <a:cubicBezTo>
                      <a:pt x="91" y="134"/>
                      <a:pt x="91" y="132"/>
                      <a:pt x="90" y="132"/>
                    </a:cubicBezTo>
                    <a:cubicBezTo>
                      <a:pt x="90" y="132"/>
                      <a:pt x="90" y="132"/>
                      <a:pt x="90" y="132"/>
                    </a:cubicBezTo>
                    <a:cubicBezTo>
                      <a:pt x="91" y="131"/>
                      <a:pt x="90" y="132"/>
                      <a:pt x="91" y="132"/>
                    </a:cubicBezTo>
                    <a:cubicBezTo>
                      <a:pt x="91" y="132"/>
                      <a:pt x="92" y="133"/>
                      <a:pt x="91" y="132"/>
                    </a:cubicBezTo>
                    <a:cubicBezTo>
                      <a:pt x="91" y="132"/>
                      <a:pt x="92" y="132"/>
                      <a:pt x="92" y="131"/>
                    </a:cubicBezTo>
                    <a:cubicBezTo>
                      <a:pt x="92" y="131"/>
                      <a:pt x="92" y="132"/>
                      <a:pt x="92" y="131"/>
                    </a:cubicBezTo>
                    <a:cubicBezTo>
                      <a:pt x="92" y="131"/>
                      <a:pt x="92" y="131"/>
                      <a:pt x="92" y="130"/>
                    </a:cubicBezTo>
                    <a:cubicBezTo>
                      <a:pt x="92" y="130"/>
                      <a:pt x="92" y="129"/>
                      <a:pt x="92" y="129"/>
                    </a:cubicBezTo>
                    <a:cubicBezTo>
                      <a:pt x="92" y="129"/>
                      <a:pt x="93" y="129"/>
                      <a:pt x="93" y="128"/>
                    </a:cubicBezTo>
                    <a:cubicBezTo>
                      <a:pt x="93" y="127"/>
                      <a:pt x="92" y="126"/>
                      <a:pt x="92" y="125"/>
                    </a:cubicBezTo>
                    <a:cubicBezTo>
                      <a:pt x="92" y="126"/>
                      <a:pt x="92" y="126"/>
                      <a:pt x="92" y="126"/>
                    </a:cubicBezTo>
                    <a:cubicBezTo>
                      <a:pt x="91" y="126"/>
                      <a:pt x="92" y="123"/>
                      <a:pt x="91" y="124"/>
                    </a:cubicBezTo>
                    <a:cubicBezTo>
                      <a:pt x="91" y="122"/>
                      <a:pt x="89" y="125"/>
                      <a:pt x="90" y="122"/>
                    </a:cubicBezTo>
                    <a:cubicBezTo>
                      <a:pt x="90" y="124"/>
                      <a:pt x="92" y="123"/>
                      <a:pt x="91" y="122"/>
                    </a:cubicBezTo>
                    <a:cubicBezTo>
                      <a:pt x="92" y="123"/>
                      <a:pt x="92" y="121"/>
                      <a:pt x="91" y="121"/>
                    </a:cubicBezTo>
                    <a:cubicBezTo>
                      <a:pt x="91" y="121"/>
                      <a:pt x="90" y="120"/>
                      <a:pt x="91" y="120"/>
                    </a:cubicBezTo>
                    <a:cubicBezTo>
                      <a:pt x="92" y="121"/>
                      <a:pt x="92" y="120"/>
                      <a:pt x="93" y="120"/>
                    </a:cubicBezTo>
                    <a:cubicBezTo>
                      <a:pt x="93" y="120"/>
                      <a:pt x="93" y="120"/>
                      <a:pt x="93" y="119"/>
                    </a:cubicBezTo>
                    <a:cubicBezTo>
                      <a:pt x="93" y="116"/>
                      <a:pt x="94" y="118"/>
                      <a:pt x="94" y="118"/>
                    </a:cubicBezTo>
                    <a:cubicBezTo>
                      <a:pt x="95" y="119"/>
                      <a:pt x="96" y="116"/>
                      <a:pt x="96" y="117"/>
                    </a:cubicBezTo>
                    <a:cubicBezTo>
                      <a:pt x="98" y="120"/>
                      <a:pt x="96" y="117"/>
                      <a:pt x="98" y="117"/>
                    </a:cubicBezTo>
                    <a:cubicBezTo>
                      <a:pt x="99" y="117"/>
                      <a:pt x="98" y="118"/>
                      <a:pt x="100" y="117"/>
                    </a:cubicBezTo>
                    <a:cubicBezTo>
                      <a:pt x="100" y="118"/>
                      <a:pt x="100" y="118"/>
                      <a:pt x="100" y="118"/>
                    </a:cubicBezTo>
                    <a:cubicBezTo>
                      <a:pt x="100" y="118"/>
                      <a:pt x="100" y="118"/>
                      <a:pt x="100" y="118"/>
                    </a:cubicBezTo>
                    <a:cubicBezTo>
                      <a:pt x="99" y="117"/>
                      <a:pt x="101" y="120"/>
                      <a:pt x="101" y="120"/>
                    </a:cubicBezTo>
                    <a:cubicBezTo>
                      <a:pt x="100" y="119"/>
                      <a:pt x="100" y="118"/>
                      <a:pt x="101" y="120"/>
                    </a:cubicBezTo>
                    <a:cubicBezTo>
                      <a:pt x="101" y="120"/>
                      <a:pt x="102" y="121"/>
                      <a:pt x="103" y="120"/>
                    </a:cubicBezTo>
                    <a:cubicBezTo>
                      <a:pt x="103" y="121"/>
                      <a:pt x="105" y="120"/>
                      <a:pt x="105" y="120"/>
                    </a:cubicBezTo>
                    <a:cubicBezTo>
                      <a:pt x="105" y="119"/>
                      <a:pt x="107" y="119"/>
                      <a:pt x="107" y="120"/>
                    </a:cubicBezTo>
                    <a:cubicBezTo>
                      <a:pt x="107" y="119"/>
                      <a:pt x="109" y="120"/>
                      <a:pt x="108" y="119"/>
                    </a:cubicBezTo>
                    <a:cubicBezTo>
                      <a:pt x="107" y="116"/>
                      <a:pt x="108" y="119"/>
                      <a:pt x="109" y="118"/>
                    </a:cubicBezTo>
                    <a:cubicBezTo>
                      <a:pt x="109" y="118"/>
                      <a:pt x="110" y="118"/>
                      <a:pt x="110" y="117"/>
                    </a:cubicBezTo>
                    <a:cubicBezTo>
                      <a:pt x="112" y="117"/>
                      <a:pt x="111" y="116"/>
                      <a:pt x="112" y="116"/>
                    </a:cubicBezTo>
                    <a:cubicBezTo>
                      <a:pt x="112" y="114"/>
                      <a:pt x="112" y="115"/>
                      <a:pt x="114" y="116"/>
                    </a:cubicBezTo>
                    <a:cubicBezTo>
                      <a:pt x="115" y="116"/>
                      <a:pt x="116" y="113"/>
                      <a:pt x="116" y="116"/>
                    </a:cubicBezTo>
                    <a:cubicBezTo>
                      <a:pt x="118" y="113"/>
                      <a:pt x="117" y="113"/>
                      <a:pt x="118" y="114"/>
                    </a:cubicBezTo>
                    <a:cubicBezTo>
                      <a:pt x="118" y="113"/>
                      <a:pt x="117" y="112"/>
                      <a:pt x="117" y="111"/>
                    </a:cubicBezTo>
                    <a:cubicBezTo>
                      <a:pt x="118" y="110"/>
                      <a:pt x="118" y="110"/>
                      <a:pt x="117" y="110"/>
                    </a:cubicBezTo>
                    <a:cubicBezTo>
                      <a:pt x="116" y="110"/>
                      <a:pt x="117" y="108"/>
                      <a:pt x="116" y="109"/>
                    </a:cubicBezTo>
                    <a:cubicBezTo>
                      <a:pt x="117" y="107"/>
                      <a:pt x="115" y="108"/>
                      <a:pt x="114" y="108"/>
                    </a:cubicBezTo>
                    <a:cubicBezTo>
                      <a:pt x="114" y="109"/>
                      <a:pt x="115" y="108"/>
                      <a:pt x="114" y="106"/>
                    </a:cubicBezTo>
                    <a:cubicBezTo>
                      <a:pt x="114" y="106"/>
                      <a:pt x="115" y="105"/>
                      <a:pt x="115" y="105"/>
                    </a:cubicBezTo>
                    <a:cubicBezTo>
                      <a:pt x="116" y="104"/>
                      <a:pt x="117" y="104"/>
                      <a:pt x="116" y="105"/>
                    </a:cubicBezTo>
                    <a:cubicBezTo>
                      <a:pt x="117" y="105"/>
                      <a:pt x="117" y="105"/>
                      <a:pt x="118" y="105"/>
                    </a:cubicBezTo>
                    <a:cubicBezTo>
                      <a:pt x="119" y="105"/>
                      <a:pt x="119" y="106"/>
                      <a:pt x="120" y="104"/>
                    </a:cubicBezTo>
                    <a:cubicBezTo>
                      <a:pt x="119" y="105"/>
                      <a:pt x="120" y="102"/>
                      <a:pt x="120" y="102"/>
                    </a:cubicBezTo>
                    <a:cubicBezTo>
                      <a:pt x="119" y="101"/>
                      <a:pt x="118" y="100"/>
                      <a:pt x="118" y="100"/>
                    </a:cubicBezTo>
                    <a:cubicBezTo>
                      <a:pt x="118" y="100"/>
                      <a:pt x="117" y="98"/>
                      <a:pt x="119" y="99"/>
                    </a:cubicBezTo>
                    <a:cubicBezTo>
                      <a:pt x="119" y="99"/>
                      <a:pt x="119" y="98"/>
                      <a:pt x="119" y="97"/>
                    </a:cubicBezTo>
                    <a:cubicBezTo>
                      <a:pt x="117" y="95"/>
                      <a:pt x="117" y="95"/>
                      <a:pt x="117" y="95"/>
                    </a:cubicBezTo>
                    <a:cubicBezTo>
                      <a:pt x="116" y="95"/>
                      <a:pt x="116" y="95"/>
                      <a:pt x="115" y="95"/>
                    </a:cubicBezTo>
                    <a:cubicBezTo>
                      <a:pt x="115" y="95"/>
                      <a:pt x="115" y="95"/>
                      <a:pt x="115" y="95"/>
                    </a:cubicBezTo>
                    <a:cubicBezTo>
                      <a:pt x="115" y="95"/>
                      <a:pt x="115" y="95"/>
                      <a:pt x="115" y="95"/>
                    </a:cubicBezTo>
                    <a:cubicBezTo>
                      <a:pt x="114" y="96"/>
                      <a:pt x="114" y="96"/>
                      <a:pt x="114" y="96"/>
                    </a:cubicBezTo>
                    <a:cubicBezTo>
                      <a:pt x="115" y="96"/>
                      <a:pt x="115" y="96"/>
                      <a:pt x="115" y="96"/>
                    </a:cubicBezTo>
                    <a:cubicBezTo>
                      <a:pt x="114" y="96"/>
                      <a:pt x="114" y="97"/>
                      <a:pt x="113" y="96"/>
                    </a:cubicBezTo>
                    <a:cubicBezTo>
                      <a:pt x="113" y="96"/>
                      <a:pt x="113" y="96"/>
                      <a:pt x="113" y="96"/>
                    </a:cubicBezTo>
                    <a:cubicBezTo>
                      <a:pt x="113" y="96"/>
                      <a:pt x="113" y="96"/>
                      <a:pt x="113" y="95"/>
                    </a:cubicBezTo>
                    <a:cubicBezTo>
                      <a:pt x="113" y="96"/>
                      <a:pt x="113" y="95"/>
                      <a:pt x="112" y="95"/>
                    </a:cubicBezTo>
                    <a:cubicBezTo>
                      <a:pt x="113" y="94"/>
                      <a:pt x="113" y="94"/>
                      <a:pt x="112" y="93"/>
                    </a:cubicBezTo>
                    <a:cubicBezTo>
                      <a:pt x="113" y="91"/>
                      <a:pt x="114" y="92"/>
                      <a:pt x="113" y="91"/>
                    </a:cubicBezTo>
                    <a:cubicBezTo>
                      <a:pt x="112" y="91"/>
                      <a:pt x="112" y="91"/>
                      <a:pt x="112" y="91"/>
                    </a:cubicBezTo>
                    <a:cubicBezTo>
                      <a:pt x="112" y="90"/>
                      <a:pt x="112" y="89"/>
                      <a:pt x="113" y="89"/>
                    </a:cubicBezTo>
                    <a:cubicBezTo>
                      <a:pt x="113" y="89"/>
                      <a:pt x="114" y="90"/>
                      <a:pt x="114" y="90"/>
                    </a:cubicBezTo>
                    <a:cubicBezTo>
                      <a:pt x="114" y="91"/>
                      <a:pt x="115" y="91"/>
                      <a:pt x="115" y="90"/>
                    </a:cubicBezTo>
                    <a:cubicBezTo>
                      <a:pt x="116" y="90"/>
                      <a:pt x="116" y="90"/>
                      <a:pt x="116" y="90"/>
                    </a:cubicBezTo>
                    <a:cubicBezTo>
                      <a:pt x="116" y="90"/>
                      <a:pt x="116" y="90"/>
                      <a:pt x="116" y="90"/>
                    </a:cubicBezTo>
                    <a:cubicBezTo>
                      <a:pt x="116" y="91"/>
                      <a:pt x="116" y="90"/>
                      <a:pt x="117" y="89"/>
                    </a:cubicBezTo>
                    <a:cubicBezTo>
                      <a:pt x="117" y="89"/>
                      <a:pt x="117" y="88"/>
                      <a:pt x="117" y="88"/>
                    </a:cubicBezTo>
                    <a:cubicBezTo>
                      <a:pt x="117" y="86"/>
                      <a:pt x="117" y="86"/>
                      <a:pt x="117" y="85"/>
                    </a:cubicBezTo>
                    <a:cubicBezTo>
                      <a:pt x="117" y="85"/>
                      <a:pt x="117" y="85"/>
                      <a:pt x="117" y="86"/>
                    </a:cubicBezTo>
                    <a:cubicBezTo>
                      <a:pt x="118" y="86"/>
                      <a:pt x="118" y="86"/>
                      <a:pt x="118" y="86"/>
                    </a:cubicBezTo>
                    <a:cubicBezTo>
                      <a:pt x="118" y="87"/>
                      <a:pt x="118" y="86"/>
                      <a:pt x="118" y="85"/>
                    </a:cubicBezTo>
                    <a:cubicBezTo>
                      <a:pt x="118" y="86"/>
                      <a:pt x="118" y="85"/>
                      <a:pt x="118" y="85"/>
                    </a:cubicBezTo>
                    <a:cubicBezTo>
                      <a:pt x="118" y="84"/>
                      <a:pt x="118" y="83"/>
                      <a:pt x="118" y="83"/>
                    </a:cubicBezTo>
                    <a:cubicBezTo>
                      <a:pt x="117" y="83"/>
                      <a:pt x="117" y="82"/>
                      <a:pt x="118" y="81"/>
                    </a:cubicBezTo>
                    <a:cubicBezTo>
                      <a:pt x="118" y="80"/>
                      <a:pt x="119" y="80"/>
                      <a:pt x="118" y="81"/>
                    </a:cubicBezTo>
                    <a:cubicBezTo>
                      <a:pt x="118" y="80"/>
                      <a:pt x="118" y="80"/>
                      <a:pt x="118" y="80"/>
                    </a:cubicBezTo>
                    <a:cubicBezTo>
                      <a:pt x="118" y="80"/>
                      <a:pt x="118" y="80"/>
                      <a:pt x="118" y="79"/>
                    </a:cubicBezTo>
                    <a:cubicBezTo>
                      <a:pt x="117" y="78"/>
                      <a:pt x="117" y="78"/>
                      <a:pt x="117" y="78"/>
                    </a:cubicBezTo>
                    <a:cubicBezTo>
                      <a:pt x="118" y="77"/>
                      <a:pt x="118" y="76"/>
                      <a:pt x="118" y="77"/>
                    </a:cubicBezTo>
                    <a:cubicBezTo>
                      <a:pt x="119" y="76"/>
                      <a:pt x="119" y="75"/>
                      <a:pt x="119" y="75"/>
                    </a:cubicBezTo>
                    <a:cubicBezTo>
                      <a:pt x="119" y="75"/>
                      <a:pt x="119" y="74"/>
                      <a:pt x="119" y="75"/>
                    </a:cubicBezTo>
                    <a:cubicBezTo>
                      <a:pt x="119" y="75"/>
                      <a:pt x="118" y="74"/>
                      <a:pt x="119" y="74"/>
                    </a:cubicBezTo>
                    <a:cubicBezTo>
                      <a:pt x="118" y="73"/>
                      <a:pt x="118" y="74"/>
                      <a:pt x="117" y="73"/>
                    </a:cubicBezTo>
                    <a:cubicBezTo>
                      <a:pt x="117" y="73"/>
                      <a:pt x="117" y="73"/>
                      <a:pt x="118" y="73"/>
                    </a:cubicBezTo>
                    <a:cubicBezTo>
                      <a:pt x="118" y="73"/>
                      <a:pt x="118" y="72"/>
                      <a:pt x="118" y="71"/>
                    </a:cubicBezTo>
                    <a:cubicBezTo>
                      <a:pt x="118" y="72"/>
                      <a:pt x="118" y="71"/>
                      <a:pt x="118" y="70"/>
                    </a:cubicBezTo>
                    <a:cubicBezTo>
                      <a:pt x="118" y="71"/>
                      <a:pt x="118" y="72"/>
                      <a:pt x="117" y="71"/>
                    </a:cubicBezTo>
                    <a:cubicBezTo>
                      <a:pt x="118" y="71"/>
                      <a:pt x="117" y="70"/>
                      <a:pt x="117" y="70"/>
                    </a:cubicBezTo>
                    <a:cubicBezTo>
                      <a:pt x="116" y="70"/>
                      <a:pt x="116" y="70"/>
                      <a:pt x="116" y="69"/>
                    </a:cubicBezTo>
                    <a:cubicBezTo>
                      <a:pt x="115" y="68"/>
                      <a:pt x="115" y="67"/>
                      <a:pt x="116" y="68"/>
                    </a:cubicBezTo>
                    <a:cubicBezTo>
                      <a:pt x="115" y="67"/>
                      <a:pt x="116" y="68"/>
                      <a:pt x="115" y="68"/>
                    </a:cubicBezTo>
                    <a:cubicBezTo>
                      <a:pt x="115" y="68"/>
                      <a:pt x="115" y="69"/>
                      <a:pt x="115" y="69"/>
                    </a:cubicBezTo>
                    <a:cubicBezTo>
                      <a:pt x="115" y="70"/>
                      <a:pt x="114" y="71"/>
                      <a:pt x="114" y="70"/>
                    </a:cubicBezTo>
                    <a:cubicBezTo>
                      <a:pt x="115" y="70"/>
                      <a:pt x="114" y="70"/>
                      <a:pt x="114" y="69"/>
                    </a:cubicBezTo>
                    <a:cubicBezTo>
                      <a:pt x="115" y="69"/>
                      <a:pt x="114" y="69"/>
                      <a:pt x="114" y="68"/>
                    </a:cubicBezTo>
                    <a:cubicBezTo>
                      <a:pt x="114" y="68"/>
                      <a:pt x="114" y="69"/>
                      <a:pt x="114" y="69"/>
                    </a:cubicBezTo>
                    <a:cubicBezTo>
                      <a:pt x="113" y="69"/>
                      <a:pt x="113" y="68"/>
                      <a:pt x="113" y="68"/>
                    </a:cubicBezTo>
                    <a:cubicBezTo>
                      <a:pt x="112" y="68"/>
                      <a:pt x="112" y="68"/>
                      <a:pt x="112" y="67"/>
                    </a:cubicBezTo>
                    <a:cubicBezTo>
                      <a:pt x="111" y="67"/>
                      <a:pt x="111" y="67"/>
                      <a:pt x="111" y="68"/>
                    </a:cubicBezTo>
                    <a:cubicBezTo>
                      <a:pt x="111" y="68"/>
                      <a:pt x="110" y="69"/>
                      <a:pt x="110" y="69"/>
                    </a:cubicBezTo>
                    <a:cubicBezTo>
                      <a:pt x="110" y="69"/>
                      <a:pt x="110" y="69"/>
                      <a:pt x="110" y="69"/>
                    </a:cubicBezTo>
                    <a:cubicBezTo>
                      <a:pt x="110" y="70"/>
                      <a:pt x="109" y="70"/>
                      <a:pt x="109" y="70"/>
                    </a:cubicBezTo>
                    <a:cubicBezTo>
                      <a:pt x="109" y="69"/>
                      <a:pt x="108" y="69"/>
                      <a:pt x="109" y="68"/>
                    </a:cubicBezTo>
                    <a:cubicBezTo>
                      <a:pt x="108" y="68"/>
                      <a:pt x="108" y="68"/>
                      <a:pt x="108" y="68"/>
                    </a:cubicBezTo>
                    <a:cubicBezTo>
                      <a:pt x="108" y="68"/>
                      <a:pt x="108" y="68"/>
                      <a:pt x="108" y="70"/>
                    </a:cubicBezTo>
                    <a:cubicBezTo>
                      <a:pt x="108" y="70"/>
                      <a:pt x="108" y="71"/>
                      <a:pt x="108" y="71"/>
                    </a:cubicBezTo>
                    <a:cubicBezTo>
                      <a:pt x="108" y="71"/>
                      <a:pt x="108" y="72"/>
                      <a:pt x="108" y="70"/>
                    </a:cubicBezTo>
                    <a:cubicBezTo>
                      <a:pt x="106" y="70"/>
                      <a:pt x="106" y="71"/>
                      <a:pt x="106" y="71"/>
                    </a:cubicBezTo>
                    <a:cubicBezTo>
                      <a:pt x="106" y="71"/>
                      <a:pt x="106" y="72"/>
                      <a:pt x="106" y="72"/>
                    </a:cubicBezTo>
                    <a:cubicBezTo>
                      <a:pt x="105" y="73"/>
                      <a:pt x="105" y="73"/>
                      <a:pt x="105" y="72"/>
                    </a:cubicBezTo>
                    <a:cubicBezTo>
                      <a:pt x="105" y="72"/>
                      <a:pt x="105" y="71"/>
                      <a:pt x="106" y="72"/>
                    </a:cubicBezTo>
                    <a:cubicBezTo>
                      <a:pt x="106" y="72"/>
                      <a:pt x="104" y="73"/>
                      <a:pt x="105" y="73"/>
                    </a:cubicBezTo>
                    <a:cubicBezTo>
                      <a:pt x="106" y="72"/>
                      <a:pt x="106" y="74"/>
                      <a:pt x="105" y="73"/>
                    </a:cubicBezTo>
                    <a:cubicBezTo>
                      <a:pt x="105" y="72"/>
                      <a:pt x="105" y="75"/>
                      <a:pt x="105" y="73"/>
                    </a:cubicBezTo>
                    <a:cubicBezTo>
                      <a:pt x="106" y="75"/>
                      <a:pt x="106" y="73"/>
                      <a:pt x="106" y="73"/>
                    </a:cubicBezTo>
                    <a:cubicBezTo>
                      <a:pt x="105" y="75"/>
                      <a:pt x="106" y="73"/>
                      <a:pt x="106" y="73"/>
                    </a:cubicBezTo>
                    <a:cubicBezTo>
                      <a:pt x="106" y="73"/>
                      <a:pt x="105" y="74"/>
                      <a:pt x="105" y="73"/>
                    </a:cubicBezTo>
                    <a:cubicBezTo>
                      <a:pt x="105" y="73"/>
                      <a:pt x="105" y="72"/>
                      <a:pt x="105" y="74"/>
                    </a:cubicBezTo>
                    <a:cubicBezTo>
                      <a:pt x="105" y="74"/>
                      <a:pt x="105" y="73"/>
                      <a:pt x="106" y="73"/>
                    </a:cubicBezTo>
                    <a:cubicBezTo>
                      <a:pt x="105" y="74"/>
                      <a:pt x="105" y="74"/>
                      <a:pt x="105" y="75"/>
                    </a:cubicBezTo>
                    <a:cubicBezTo>
                      <a:pt x="105" y="74"/>
                      <a:pt x="106" y="75"/>
                      <a:pt x="106" y="75"/>
                    </a:cubicBezTo>
                    <a:cubicBezTo>
                      <a:pt x="106" y="76"/>
                      <a:pt x="105" y="77"/>
                      <a:pt x="106" y="77"/>
                    </a:cubicBezTo>
                    <a:cubicBezTo>
                      <a:pt x="105" y="76"/>
                      <a:pt x="105" y="75"/>
                      <a:pt x="105" y="76"/>
                    </a:cubicBezTo>
                    <a:cubicBezTo>
                      <a:pt x="105" y="75"/>
                      <a:pt x="105" y="77"/>
                      <a:pt x="105" y="77"/>
                    </a:cubicBezTo>
                    <a:cubicBezTo>
                      <a:pt x="105" y="76"/>
                      <a:pt x="105" y="76"/>
                      <a:pt x="105" y="78"/>
                    </a:cubicBezTo>
                    <a:cubicBezTo>
                      <a:pt x="105" y="79"/>
                      <a:pt x="105" y="79"/>
                      <a:pt x="105" y="79"/>
                    </a:cubicBezTo>
                    <a:cubicBezTo>
                      <a:pt x="105" y="79"/>
                      <a:pt x="105" y="78"/>
                      <a:pt x="105" y="78"/>
                    </a:cubicBezTo>
                    <a:cubicBezTo>
                      <a:pt x="107" y="79"/>
                      <a:pt x="106" y="77"/>
                      <a:pt x="106" y="78"/>
                    </a:cubicBezTo>
                    <a:cubicBezTo>
                      <a:pt x="106" y="77"/>
                      <a:pt x="106" y="79"/>
                      <a:pt x="106" y="79"/>
                    </a:cubicBezTo>
                    <a:cubicBezTo>
                      <a:pt x="106" y="79"/>
                      <a:pt x="107" y="79"/>
                      <a:pt x="106" y="80"/>
                    </a:cubicBezTo>
                    <a:cubicBezTo>
                      <a:pt x="106" y="80"/>
                      <a:pt x="107" y="81"/>
                      <a:pt x="107" y="81"/>
                    </a:cubicBezTo>
                    <a:cubicBezTo>
                      <a:pt x="106" y="81"/>
                      <a:pt x="107" y="81"/>
                      <a:pt x="106" y="81"/>
                    </a:cubicBezTo>
                    <a:cubicBezTo>
                      <a:pt x="106" y="80"/>
                      <a:pt x="106" y="81"/>
                      <a:pt x="106" y="82"/>
                    </a:cubicBezTo>
                    <a:cubicBezTo>
                      <a:pt x="106" y="83"/>
                      <a:pt x="105" y="82"/>
                      <a:pt x="105" y="83"/>
                    </a:cubicBezTo>
                    <a:cubicBezTo>
                      <a:pt x="104" y="83"/>
                      <a:pt x="106" y="84"/>
                      <a:pt x="105" y="84"/>
                    </a:cubicBezTo>
                    <a:cubicBezTo>
                      <a:pt x="105" y="82"/>
                      <a:pt x="104" y="83"/>
                      <a:pt x="105" y="83"/>
                    </a:cubicBezTo>
                    <a:cubicBezTo>
                      <a:pt x="105" y="84"/>
                      <a:pt x="105" y="86"/>
                      <a:pt x="105" y="85"/>
                    </a:cubicBezTo>
                    <a:cubicBezTo>
                      <a:pt x="106" y="85"/>
                      <a:pt x="106" y="85"/>
                      <a:pt x="106" y="85"/>
                    </a:cubicBezTo>
                    <a:cubicBezTo>
                      <a:pt x="107" y="85"/>
                      <a:pt x="107" y="86"/>
                      <a:pt x="106" y="86"/>
                    </a:cubicBezTo>
                    <a:cubicBezTo>
                      <a:pt x="106" y="86"/>
                      <a:pt x="106" y="87"/>
                      <a:pt x="105" y="86"/>
                    </a:cubicBezTo>
                    <a:cubicBezTo>
                      <a:pt x="104" y="87"/>
                      <a:pt x="104" y="87"/>
                      <a:pt x="105" y="86"/>
                    </a:cubicBezTo>
                    <a:cubicBezTo>
                      <a:pt x="105" y="86"/>
                      <a:pt x="106" y="86"/>
                      <a:pt x="105" y="87"/>
                    </a:cubicBezTo>
                    <a:cubicBezTo>
                      <a:pt x="105" y="87"/>
                      <a:pt x="104" y="87"/>
                      <a:pt x="104" y="87"/>
                    </a:cubicBezTo>
                    <a:cubicBezTo>
                      <a:pt x="105" y="88"/>
                      <a:pt x="105" y="87"/>
                      <a:pt x="105" y="88"/>
                    </a:cubicBezTo>
                    <a:cubicBezTo>
                      <a:pt x="105" y="88"/>
                      <a:pt x="105" y="88"/>
                      <a:pt x="104" y="88"/>
                    </a:cubicBezTo>
                    <a:cubicBezTo>
                      <a:pt x="104" y="87"/>
                      <a:pt x="104" y="87"/>
                      <a:pt x="103" y="87"/>
                    </a:cubicBezTo>
                    <a:cubicBezTo>
                      <a:pt x="103" y="86"/>
                      <a:pt x="103" y="86"/>
                      <a:pt x="103" y="87"/>
                    </a:cubicBezTo>
                    <a:cubicBezTo>
                      <a:pt x="102" y="88"/>
                      <a:pt x="103" y="87"/>
                      <a:pt x="103" y="88"/>
                    </a:cubicBezTo>
                    <a:cubicBezTo>
                      <a:pt x="103" y="88"/>
                      <a:pt x="104" y="86"/>
                      <a:pt x="103" y="87"/>
                    </a:cubicBezTo>
                    <a:cubicBezTo>
                      <a:pt x="103" y="89"/>
                      <a:pt x="103" y="89"/>
                      <a:pt x="103" y="89"/>
                    </a:cubicBezTo>
                    <a:cubicBezTo>
                      <a:pt x="103" y="89"/>
                      <a:pt x="103" y="88"/>
                      <a:pt x="103" y="87"/>
                    </a:cubicBezTo>
                    <a:cubicBezTo>
                      <a:pt x="102" y="88"/>
                      <a:pt x="101" y="86"/>
                      <a:pt x="102" y="87"/>
                    </a:cubicBezTo>
                    <a:cubicBezTo>
                      <a:pt x="101" y="87"/>
                      <a:pt x="101" y="87"/>
                      <a:pt x="101" y="87"/>
                    </a:cubicBezTo>
                    <a:cubicBezTo>
                      <a:pt x="101" y="87"/>
                      <a:pt x="101" y="89"/>
                      <a:pt x="102" y="88"/>
                    </a:cubicBezTo>
                    <a:cubicBezTo>
                      <a:pt x="102" y="87"/>
                      <a:pt x="102" y="89"/>
                      <a:pt x="101" y="90"/>
                    </a:cubicBezTo>
                    <a:cubicBezTo>
                      <a:pt x="102" y="90"/>
                      <a:pt x="100" y="90"/>
                      <a:pt x="101" y="91"/>
                    </a:cubicBezTo>
                    <a:cubicBezTo>
                      <a:pt x="100" y="89"/>
                      <a:pt x="100" y="91"/>
                      <a:pt x="100" y="91"/>
                    </a:cubicBezTo>
                    <a:cubicBezTo>
                      <a:pt x="100" y="90"/>
                      <a:pt x="98" y="92"/>
                      <a:pt x="100" y="92"/>
                    </a:cubicBezTo>
                    <a:cubicBezTo>
                      <a:pt x="100" y="93"/>
                      <a:pt x="100" y="93"/>
                      <a:pt x="99" y="93"/>
                    </a:cubicBezTo>
                    <a:cubicBezTo>
                      <a:pt x="99" y="93"/>
                      <a:pt x="99" y="93"/>
                      <a:pt x="99" y="93"/>
                    </a:cubicBezTo>
                    <a:cubicBezTo>
                      <a:pt x="98" y="94"/>
                      <a:pt x="98" y="94"/>
                      <a:pt x="98" y="94"/>
                    </a:cubicBezTo>
                    <a:cubicBezTo>
                      <a:pt x="98" y="93"/>
                      <a:pt x="98" y="95"/>
                      <a:pt x="97" y="94"/>
                    </a:cubicBezTo>
                    <a:cubicBezTo>
                      <a:pt x="96" y="94"/>
                      <a:pt x="96" y="94"/>
                      <a:pt x="96" y="94"/>
                    </a:cubicBezTo>
                    <a:cubicBezTo>
                      <a:pt x="96" y="94"/>
                      <a:pt x="96" y="93"/>
                      <a:pt x="96" y="94"/>
                    </a:cubicBezTo>
                    <a:cubicBezTo>
                      <a:pt x="96" y="94"/>
                      <a:pt x="95" y="94"/>
                      <a:pt x="95" y="95"/>
                    </a:cubicBezTo>
                    <a:cubicBezTo>
                      <a:pt x="94" y="95"/>
                      <a:pt x="94" y="95"/>
                      <a:pt x="95" y="94"/>
                    </a:cubicBezTo>
                    <a:cubicBezTo>
                      <a:pt x="95" y="94"/>
                      <a:pt x="95" y="94"/>
                      <a:pt x="94" y="95"/>
                    </a:cubicBezTo>
                    <a:cubicBezTo>
                      <a:pt x="94" y="95"/>
                      <a:pt x="94" y="95"/>
                      <a:pt x="94" y="95"/>
                    </a:cubicBezTo>
                    <a:cubicBezTo>
                      <a:pt x="94" y="95"/>
                      <a:pt x="94" y="95"/>
                      <a:pt x="93" y="95"/>
                    </a:cubicBezTo>
                    <a:cubicBezTo>
                      <a:pt x="92" y="95"/>
                      <a:pt x="92" y="95"/>
                      <a:pt x="92" y="96"/>
                    </a:cubicBezTo>
                    <a:cubicBezTo>
                      <a:pt x="92" y="96"/>
                      <a:pt x="91" y="96"/>
                      <a:pt x="91" y="95"/>
                    </a:cubicBezTo>
                    <a:cubicBezTo>
                      <a:pt x="91" y="96"/>
                      <a:pt x="92" y="95"/>
                      <a:pt x="90" y="95"/>
                    </a:cubicBezTo>
                    <a:cubicBezTo>
                      <a:pt x="90" y="95"/>
                      <a:pt x="89" y="96"/>
                      <a:pt x="89" y="95"/>
                    </a:cubicBezTo>
                    <a:cubicBezTo>
                      <a:pt x="90" y="95"/>
                      <a:pt x="89" y="95"/>
                      <a:pt x="89" y="96"/>
                    </a:cubicBezTo>
                    <a:cubicBezTo>
                      <a:pt x="89" y="96"/>
                      <a:pt x="88" y="95"/>
                      <a:pt x="88" y="96"/>
                    </a:cubicBezTo>
                    <a:cubicBezTo>
                      <a:pt x="87" y="97"/>
                      <a:pt x="88" y="96"/>
                      <a:pt x="88" y="96"/>
                    </a:cubicBezTo>
                    <a:cubicBezTo>
                      <a:pt x="87" y="95"/>
                      <a:pt x="87" y="97"/>
                      <a:pt x="87" y="96"/>
                    </a:cubicBezTo>
                    <a:cubicBezTo>
                      <a:pt x="85" y="94"/>
                      <a:pt x="87" y="95"/>
                      <a:pt x="86" y="96"/>
                    </a:cubicBezTo>
                    <a:cubicBezTo>
                      <a:pt x="85" y="96"/>
                      <a:pt x="87" y="97"/>
                      <a:pt x="85" y="96"/>
                    </a:cubicBezTo>
                    <a:cubicBezTo>
                      <a:pt x="85" y="98"/>
                      <a:pt x="85" y="96"/>
                      <a:pt x="84" y="96"/>
                    </a:cubicBezTo>
                    <a:cubicBezTo>
                      <a:pt x="85" y="97"/>
                      <a:pt x="84" y="98"/>
                      <a:pt x="84" y="97"/>
                    </a:cubicBezTo>
                    <a:cubicBezTo>
                      <a:pt x="84" y="97"/>
                      <a:pt x="83" y="96"/>
                      <a:pt x="83" y="96"/>
                    </a:cubicBezTo>
                    <a:cubicBezTo>
                      <a:pt x="83" y="97"/>
                      <a:pt x="83" y="96"/>
                      <a:pt x="83" y="97"/>
                    </a:cubicBezTo>
                    <a:cubicBezTo>
                      <a:pt x="82" y="97"/>
                      <a:pt x="83" y="96"/>
                      <a:pt x="82" y="98"/>
                    </a:cubicBezTo>
                    <a:cubicBezTo>
                      <a:pt x="81" y="97"/>
                      <a:pt x="81" y="97"/>
                      <a:pt x="81" y="97"/>
                    </a:cubicBezTo>
                    <a:cubicBezTo>
                      <a:pt x="80" y="99"/>
                      <a:pt x="80" y="99"/>
                      <a:pt x="80" y="98"/>
                    </a:cubicBezTo>
                    <a:cubicBezTo>
                      <a:pt x="80" y="99"/>
                      <a:pt x="80" y="96"/>
                      <a:pt x="80" y="99"/>
                    </a:cubicBezTo>
                    <a:cubicBezTo>
                      <a:pt x="80" y="99"/>
                      <a:pt x="81" y="98"/>
                      <a:pt x="80" y="98"/>
                    </a:cubicBezTo>
                    <a:cubicBezTo>
                      <a:pt x="80" y="98"/>
                      <a:pt x="79" y="98"/>
                      <a:pt x="79" y="98"/>
                    </a:cubicBezTo>
                    <a:cubicBezTo>
                      <a:pt x="79" y="97"/>
                      <a:pt x="78" y="97"/>
                      <a:pt x="78" y="98"/>
                    </a:cubicBezTo>
                    <a:cubicBezTo>
                      <a:pt x="78" y="97"/>
                      <a:pt x="79" y="97"/>
                      <a:pt x="78" y="98"/>
                    </a:cubicBezTo>
                    <a:cubicBezTo>
                      <a:pt x="78" y="99"/>
                      <a:pt x="78" y="100"/>
                      <a:pt x="78" y="98"/>
                    </a:cubicBezTo>
                    <a:cubicBezTo>
                      <a:pt x="76" y="96"/>
                      <a:pt x="77" y="98"/>
                      <a:pt x="77" y="98"/>
                    </a:cubicBezTo>
                    <a:cubicBezTo>
                      <a:pt x="78" y="97"/>
                      <a:pt x="77" y="99"/>
                      <a:pt x="77" y="98"/>
                    </a:cubicBezTo>
                    <a:cubicBezTo>
                      <a:pt x="77" y="100"/>
                      <a:pt x="76" y="99"/>
                      <a:pt x="76" y="99"/>
                    </a:cubicBezTo>
                    <a:cubicBezTo>
                      <a:pt x="76" y="99"/>
                      <a:pt x="75" y="98"/>
                      <a:pt x="75" y="98"/>
                    </a:cubicBezTo>
                    <a:cubicBezTo>
                      <a:pt x="76" y="99"/>
                      <a:pt x="75" y="99"/>
                      <a:pt x="75" y="99"/>
                    </a:cubicBezTo>
                    <a:cubicBezTo>
                      <a:pt x="74" y="98"/>
                      <a:pt x="75" y="97"/>
                      <a:pt x="74" y="98"/>
                    </a:cubicBezTo>
                    <a:cubicBezTo>
                      <a:pt x="73" y="97"/>
                      <a:pt x="73" y="97"/>
                      <a:pt x="74" y="98"/>
                    </a:cubicBezTo>
                    <a:cubicBezTo>
                      <a:pt x="73" y="99"/>
                      <a:pt x="73" y="99"/>
                      <a:pt x="73" y="99"/>
                    </a:cubicBezTo>
                    <a:cubicBezTo>
                      <a:pt x="73" y="98"/>
                      <a:pt x="73" y="98"/>
                      <a:pt x="73" y="97"/>
                    </a:cubicBezTo>
                    <a:cubicBezTo>
                      <a:pt x="74" y="97"/>
                      <a:pt x="73" y="97"/>
                      <a:pt x="73" y="96"/>
                    </a:cubicBezTo>
                    <a:cubicBezTo>
                      <a:pt x="73" y="96"/>
                      <a:pt x="71" y="96"/>
                      <a:pt x="72" y="96"/>
                    </a:cubicBezTo>
                    <a:cubicBezTo>
                      <a:pt x="71" y="95"/>
                      <a:pt x="71" y="95"/>
                      <a:pt x="71" y="96"/>
                    </a:cubicBezTo>
                    <a:cubicBezTo>
                      <a:pt x="70" y="95"/>
                      <a:pt x="70" y="95"/>
                      <a:pt x="71" y="95"/>
                    </a:cubicBezTo>
                    <a:cubicBezTo>
                      <a:pt x="72" y="93"/>
                      <a:pt x="71" y="96"/>
                      <a:pt x="71" y="93"/>
                    </a:cubicBezTo>
                    <a:cubicBezTo>
                      <a:pt x="70" y="92"/>
                      <a:pt x="70" y="94"/>
                      <a:pt x="70" y="91"/>
                    </a:cubicBezTo>
                    <a:cubicBezTo>
                      <a:pt x="70" y="90"/>
                      <a:pt x="70" y="90"/>
                      <a:pt x="70" y="90"/>
                    </a:cubicBezTo>
                    <a:cubicBezTo>
                      <a:pt x="70" y="89"/>
                      <a:pt x="70" y="89"/>
                      <a:pt x="70" y="89"/>
                    </a:cubicBezTo>
                    <a:cubicBezTo>
                      <a:pt x="71" y="88"/>
                      <a:pt x="71" y="89"/>
                      <a:pt x="71" y="88"/>
                    </a:cubicBezTo>
                    <a:cubicBezTo>
                      <a:pt x="71" y="87"/>
                      <a:pt x="72" y="88"/>
                      <a:pt x="72" y="86"/>
                    </a:cubicBezTo>
                    <a:cubicBezTo>
                      <a:pt x="72" y="86"/>
                      <a:pt x="72" y="86"/>
                      <a:pt x="72" y="86"/>
                    </a:cubicBezTo>
                    <a:cubicBezTo>
                      <a:pt x="73" y="86"/>
                      <a:pt x="73" y="86"/>
                      <a:pt x="73" y="85"/>
                    </a:cubicBezTo>
                    <a:cubicBezTo>
                      <a:pt x="72" y="85"/>
                      <a:pt x="74" y="85"/>
                      <a:pt x="74" y="84"/>
                    </a:cubicBezTo>
                    <a:cubicBezTo>
                      <a:pt x="74" y="85"/>
                      <a:pt x="74" y="83"/>
                      <a:pt x="74" y="83"/>
                    </a:cubicBezTo>
                    <a:cubicBezTo>
                      <a:pt x="74" y="82"/>
                      <a:pt x="74" y="83"/>
                      <a:pt x="74" y="83"/>
                    </a:cubicBezTo>
                    <a:cubicBezTo>
                      <a:pt x="74" y="83"/>
                      <a:pt x="74" y="82"/>
                      <a:pt x="75" y="83"/>
                    </a:cubicBezTo>
                    <a:cubicBezTo>
                      <a:pt x="75" y="83"/>
                      <a:pt x="75" y="83"/>
                      <a:pt x="76" y="83"/>
                    </a:cubicBezTo>
                    <a:cubicBezTo>
                      <a:pt x="76" y="83"/>
                      <a:pt x="77" y="83"/>
                      <a:pt x="76" y="82"/>
                    </a:cubicBezTo>
                    <a:cubicBezTo>
                      <a:pt x="77" y="81"/>
                      <a:pt x="77" y="81"/>
                      <a:pt x="77" y="82"/>
                    </a:cubicBezTo>
                    <a:cubicBezTo>
                      <a:pt x="77" y="83"/>
                      <a:pt x="77" y="81"/>
                      <a:pt x="77" y="82"/>
                    </a:cubicBezTo>
                    <a:cubicBezTo>
                      <a:pt x="77" y="83"/>
                      <a:pt x="77" y="81"/>
                      <a:pt x="78" y="81"/>
                    </a:cubicBezTo>
                    <a:cubicBezTo>
                      <a:pt x="78" y="80"/>
                      <a:pt x="78" y="81"/>
                      <a:pt x="79" y="81"/>
                    </a:cubicBezTo>
                    <a:cubicBezTo>
                      <a:pt x="79" y="80"/>
                      <a:pt x="81" y="82"/>
                      <a:pt x="80" y="80"/>
                    </a:cubicBezTo>
                    <a:cubicBezTo>
                      <a:pt x="80" y="82"/>
                      <a:pt x="82" y="81"/>
                      <a:pt x="81" y="80"/>
                    </a:cubicBezTo>
                    <a:cubicBezTo>
                      <a:pt x="80" y="80"/>
                      <a:pt x="80" y="81"/>
                      <a:pt x="81" y="81"/>
                    </a:cubicBezTo>
                    <a:cubicBezTo>
                      <a:pt x="82" y="80"/>
                      <a:pt x="82" y="80"/>
                      <a:pt x="82" y="80"/>
                    </a:cubicBezTo>
                    <a:cubicBezTo>
                      <a:pt x="84" y="79"/>
                      <a:pt x="81" y="80"/>
                      <a:pt x="83" y="80"/>
                    </a:cubicBezTo>
                    <a:cubicBezTo>
                      <a:pt x="84" y="81"/>
                      <a:pt x="83" y="79"/>
                      <a:pt x="85" y="79"/>
                    </a:cubicBezTo>
                    <a:cubicBezTo>
                      <a:pt x="85" y="81"/>
                      <a:pt x="85" y="78"/>
                      <a:pt x="86" y="79"/>
                    </a:cubicBezTo>
                    <a:cubicBezTo>
                      <a:pt x="85" y="78"/>
                      <a:pt x="86" y="78"/>
                      <a:pt x="86" y="78"/>
                    </a:cubicBezTo>
                    <a:cubicBezTo>
                      <a:pt x="87" y="78"/>
                      <a:pt x="87" y="77"/>
                      <a:pt x="87" y="78"/>
                    </a:cubicBezTo>
                    <a:cubicBezTo>
                      <a:pt x="88" y="77"/>
                      <a:pt x="87" y="79"/>
                      <a:pt x="88" y="78"/>
                    </a:cubicBezTo>
                    <a:cubicBezTo>
                      <a:pt x="88" y="78"/>
                      <a:pt x="88" y="77"/>
                      <a:pt x="89" y="77"/>
                    </a:cubicBezTo>
                    <a:cubicBezTo>
                      <a:pt x="88" y="77"/>
                      <a:pt x="90" y="77"/>
                      <a:pt x="90" y="77"/>
                    </a:cubicBezTo>
                    <a:cubicBezTo>
                      <a:pt x="90" y="77"/>
                      <a:pt x="90" y="77"/>
                      <a:pt x="90" y="76"/>
                    </a:cubicBezTo>
                    <a:cubicBezTo>
                      <a:pt x="90" y="77"/>
                      <a:pt x="91" y="77"/>
                      <a:pt x="90" y="76"/>
                    </a:cubicBezTo>
                    <a:cubicBezTo>
                      <a:pt x="91" y="76"/>
                      <a:pt x="91" y="74"/>
                      <a:pt x="91" y="74"/>
                    </a:cubicBezTo>
                    <a:cubicBezTo>
                      <a:pt x="92" y="74"/>
                      <a:pt x="92" y="74"/>
                      <a:pt x="92" y="74"/>
                    </a:cubicBezTo>
                    <a:cubicBezTo>
                      <a:pt x="92" y="73"/>
                      <a:pt x="91" y="72"/>
                      <a:pt x="92" y="72"/>
                    </a:cubicBezTo>
                    <a:cubicBezTo>
                      <a:pt x="92" y="71"/>
                      <a:pt x="92" y="71"/>
                      <a:pt x="92" y="70"/>
                    </a:cubicBezTo>
                    <a:cubicBezTo>
                      <a:pt x="92" y="70"/>
                      <a:pt x="91" y="70"/>
                      <a:pt x="91" y="69"/>
                    </a:cubicBezTo>
                    <a:cubicBezTo>
                      <a:pt x="92" y="68"/>
                      <a:pt x="91" y="69"/>
                      <a:pt x="91" y="68"/>
                    </a:cubicBezTo>
                    <a:cubicBezTo>
                      <a:pt x="90" y="66"/>
                      <a:pt x="91" y="68"/>
                      <a:pt x="89" y="68"/>
                    </a:cubicBezTo>
                    <a:cubicBezTo>
                      <a:pt x="89" y="68"/>
                      <a:pt x="88" y="67"/>
                      <a:pt x="88" y="69"/>
                    </a:cubicBezTo>
                    <a:cubicBezTo>
                      <a:pt x="88" y="69"/>
                      <a:pt x="88" y="69"/>
                      <a:pt x="87" y="69"/>
                    </a:cubicBezTo>
                    <a:cubicBezTo>
                      <a:pt x="88" y="69"/>
                      <a:pt x="86" y="69"/>
                      <a:pt x="85" y="70"/>
                    </a:cubicBezTo>
                    <a:cubicBezTo>
                      <a:pt x="85" y="69"/>
                      <a:pt x="85" y="70"/>
                      <a:pt x="85" y="70"/>
                    </a:cubicBezTo>
                    <a:cubicBezTo>
                      <a:pt x="86" y="70"/>
                      <a:pt x="84" y="70"/>
                      <a:pt x="84" y="70"/>
                    </a:cubicBezTo>
                    <a:cubicBezTo>
                      <a:pt x="84" y="70"/>
                      <a:pt x="83" y="71"/>
                      <a:pt x="83" y="70"/>
                    </a:cubicBezTo>
                    <a:cubicBezTo>
                      <a:pt x="83" y="71"/>
                      <a:pt x="83" y="72"/>
                      <a:pt x="82" y="70"/>
                    </a:cubicBezTo>
                    <a:cubicBezTo>
                      <a:pt x="82" y="72"/>
                      <a:pt x="82" y="71"/>
                      <a:pt x="82" y="71"/>
                    </a:cubicBezTo>
                    <a:cubicBezTo>
                      <a:pt x="83" y="72"/>
                      <a:pt x="81" y="69"/>
                      <a:pt x="81" y="70"/>
                    </a:cubicBezTo>
                    <a:cubicBezTo>
                      <a:pt x="79" y="71"/>
                      <a:pt x="82" y="70"/>
                      <a:pt x="79" y="71"/>
                    </a:cubicBezTo>
                    <a:cubicBezTo>
                      <a:pt x="80" y="71"/>
                      <a:pt x="79" y="71"/>
                      <a:pt x="79" y="70"/>
                    </a:cubicBezTo>
                    <a:cubicBezTo>
                      <a:pt x="78" y="69"/>
                      <a:pt x="78" y="71"/>
                      <a:pt x="78" y="70"/>
                    </a:cubicBezTo>
                    <a:cubicBezTo>
                      <a:pt x="79" y="72"/>
                      <a:pt x="78" y="71"/>
                      <a:pt x="78" y="71"/>
                    </a:cubicBezTo>
                    <a:cubicBezTo>
                      <a:pt x="77" y="70"/>
                      <a:pt x="77" y="71"/>
                      <a:pt x="77" y="70"/>
                    </a:cubicBezTo>
                    <a:cubicBezTo>
                      <a:pt x="77" y="68"/>
                      <a:pt x="75" y="69"/>
                      <a:pt x="76" y="69"/>
                    </a:cubicBezTo>
                    <a:cubicBezTo>
                      <a:pt x="76" y="69"/>
                      <a:pt x="76" y="69"/>
                      <a:pt x="76" y="68"/>
                    </a:cubicBezTo>
                    <a:cubicBezTo>
                      <a:pt x="75" y="68"/>
                      <a:pt x="77" y="69"/>
                      <a:pt x="75" y="67"/>
                    </a:cubicBezTo>
                    <a:cubicBezTo>
                      <a:pt x="75" y="70"/>
                      <a:pt x="75" y="67"/>
                      <a:pt x="75" y="67"/>
                    </a:cubicBezTo>
                    <a:cubicBezTo>
                      <a:pt x="75" y="66"/>
                      <a:pt x="74" y="67"/>
                      <a:pt x="74" y="66"/>
                    </a:cubicBezTo>
                    <a:cubicBezTo>
                      <a:pt x="75" y="66"/>
                      <a:pt x="74" y="65"/>
                      <a:pt x="74" y="65"/>
                    </a:cubicBezTo>
                    <a:cubicBezTo>
                      <a:pt x="74" y="65"/>
                      <a:pt x="74" y="63"/>
                      <a:pt x="74" y="64"/>
                    </a:cubicBezTo>
                    <a:cubicBezTo>
                      <a:pt x="74" y="63"/>
                      <a:pt x="74" y="63"/>
                      <a:pt x="74" y="63"/>
                    </a:cubicBezTo>
                    <a:cubicBezTo>
                      <a:pt x="74" y="62"/>
                      <a:pt x="74" y="62"/>
                      <a:pt x="75" y="62"/>
                    </a:cubicBezTo>
                    <a:cubicBezTo>
                      <a:pt x="75" y="62"/>
                      <a:pt x="75" y="61"/>
                      <a:pt x="75" y="60"/>
                    </a:cubicBezTo>
                    <a:cubicBezTo>
                      <a:pt x="75" y="59"/>
                      <a:pt x="75" y="60"/>
                      <a:pt x="75" y="60"/>
                    </a:cubicBezTo>
                    <a:cubicBezTo>
                      <a:pt x="75" y="61"/>
                      <a:pt x="74" y="61"/>
                      <a:pt x="74" y="60"/>
                    </a:cubicBezTo>
                    <a:cubicBezTo>
                      <a:pt x="74" y="59"/>
                      <a:pt x="74" y="60"/>
                      <a:pt x="75" y="59"/>
                    </a:cubicBezTo>
                    <a:cubicBezTo>
                      <a:pt x="76" y="60"/>
                      <a:pt x="77" y="58"/>
                      <a:pt x="76" y="58"/>
                    </a:cubicBezTo>
                    <a:cubicBezTo>
                      <a:pt x="75" y="58"/>
                      <a:pt x="76" y="59"/>
                      <a:pt x="76" y="57"/>
                    </a:cubicBezTo>
                    <a:cubicBezTo>
                      <a:pt x="76" y="58"/>
                      <a:pt x="76" y="58"/>
                      <a:pt x="77" y="57"/>
                    </a:cubicBezTo>
                    <a:cubicBezTo>
                      <a:pt x="77" y="56"/>
                      <a:pt x="78" y="56"/>
                      <a:pt x="78" y="56"/>
                    </a:cubicBezTo>
                    <a:cubicBezTo>
                      <a:pt x="78" y="55"/>
                      <a:pt x="79" y="56"/>
                      <a:pt x="79" y="55"/>
                    </a:cubicBezTo>
                    <a:cubicBezTo>
                      <a:pt x="80" y="55"/>
                      <a:pt x="80" y="55"/>
                      <a:pt x="80" y="55"/>
                    </a:cubicBezTo>
                    <a:cubicBezTo>
                      <a:pt x="79" y="54"/>
                      <a:pt x="81" y="54"/>
                      <a:pt x="81" y="54"/>
                    </a:cubicBezTo>
                    <a:cubicBezTo>
                      <a:pt x="81" y="53"/>
                      <a:pt x="81" y="55"/>
                      <a:pt x="82" y="54"/>
                    </a:cubicBezTo>
                    <a:cubicBezTo>
                      <a:pt x="83" y="54"/>
                      <a:pt x="82" y="54"/>
                      <a:pt x="83" y="54"/>
                    </a:cubicBezTo>
                    <a:cubicBezTo>
                      <a:pt x="82" y="55"/>
                      <a:pt x="83" y="53"/>
                      <a:pt x="83" y="53"/>
                    </a:cubicBezTo>
                    <a:cubicBezTo>
                      <a:pt x="84" y="54"/>
                      <a:pt x="84" y="54"/>
                      <a:pt x="84" y="54"/>
                    </a:cubicBezTo>
                    <a:cubicBezTo>
                      <a:pt x="84" y="53"/>
                      <a:pt x="84" y="53"/>
                      <a:pt x="85" y="53"/>
                    </a:cubicBezTo>
                    <a:cubicBezTo>
                      <a:pt x="84" y="53"/>
                      <a:pt x="84" y="55"/>
                      <a:pt x="85" y="53"/>
                    </a:cubicBezTo>
                    <a:cubicBezTo>
                      <a:pt x="86" y="52"/>
                      <a:pt x="87" y="53"/>
                      <a:pt x="86" y="52"/>
                    </a:cubicBezTo>
                    <a:cubicBezTo>
                      <a:pt x="87" y="51"/>
                      <a:pt x="87" y="52"/>
                      <a:pt x="88" y="52"/>
                    </a:cubicBezTo>
                    <a:cubicBezTo>
                      <a:pt x="88" y="51"/>
                      <a:pt x="88" y="52"/>
                      <a:pt x="88" y="52"/>
                    </a:cubicBezTo>
                    <a:cubicBezTo>
                      <a:pt x="89" y="51"/>
                      <a:pt x="88" y="50"/>
                      <a:pt x="89" y="51"/>
                    </a:cubicBezTo>
                    <a:cubicBezTo>
                      <a:pt x="90" y="51"/>
                      <a:pt x="89" y="51"/>
                      <a:pt x="90" y="51"/>
                    </a:cubicBezTo>
                    <a:cubicBezTo>
                      <a:pt x="89" y="51"/>
                      <a:pt x="90" y="50"/>
                      <a:pt x="91" y="51"/>
                    </a:cubicBezTo>
                    <a:cubicBezTo>
                      <a:pt x="91" y="50"/>
                      <a:pt x="91" y="50"/>
                      <a:pt x="92" y="49"/>
                    </a:cubicBezTo>
                    <a:cubicBezTo>
                      <a:pt x="92" y="49"/>
                      <a:pt x="92" y="47"/>
                      <a:pt x="92" y="47"/>
                    </a:cubicBezTo>
                    <a:cubicBezTo>
                      <a:pt x="93" y="48"/>
                      <a:pt x="92" y="47"/>
                      <a:pt x="93" y="47"/>
                    </a:cubicBezTo>
                    <a:cubicBezTo>
                      <a:pt x="93" y="46"/>
                      <a:pt x="93" y="46"/>
                      <a:pt x="93" y="45"/>
                    </a:cubicBezTo>
                    <a:cubicBezTo>
                      <a:pt x="94" y="46"/>
                      <a:pt x="93" y="45"/>
                      <a:pt x="93" y="44"/>
                    </a:cubicBezTo>
                    <a:cubicBezTo>
                      <a:pt x="93" y="44"/>
                      <a:pt x="93" y="43"/>
                      <a:pt x="93" y="43"/>
                    </a:cubicBezTo>
                    <a:cubicBezTo>
                      <a:pt x="93" y="43"/>
                      <a:pt x="93" y="42"/>
                      <a:pt x="93" y="41"/>
                    </a:cubicBezTo>
                    <a:cubicBezTo>
                      <a:pt x="93" y="41"/>
                      <a:pt x="93" y="40"/>
                      <a:pt x="93" y="41"/>
                    </a:cubicBezTo>
                    <a:cubicBezTo>
                      <a:pt x="93" y="40"/>
                      <a:pt x="93" y="39"/>
                      <a:pt x="93" y="38"/>
                    </a:cubicBezTo>
                    <a:cubicBezTo>
                      <a:pt x="93" y="38"/>
                      <a:pt x="94" y="37"/>
                      <a:pt x="93" y="37"/>
                    </a:cubicBezTo>
                    <a:cubicBezTo>
                      <a:pt x="93" y="36"/>
                      <a:pt x="94" y="36"/>
                      <a:pt x="94" y="35"/>
                    </a:cubicBezTo>
                    <a:cubicBezTo>
                      <a:pt x="94" y="34"/>
                      <a:pt x="93" y="34"/>
                      <a:pt x="93" y="33"/>
                    </a:cubicBezTo>
                    <a:cubicBezTo>
                      <a:pt x="93" y="32"/>
                      <a:pt x="93" y="32"/>
                      <a:pt x="93" y="31"/>
                    </a:cubicBezTo>
                    <a:cubicBezTo>
                      <a:pt x="93" y="31"/>
                      <a:pt x="94" y="31"/>
                      <a:pt x="94" y="30"/>
                    </a:cubicBezTo>
                    <a:cubicBezTo>
                      <a:pt x="95" y="28"/>
                      <a:pt x="95" y="28"/>
                      <a:pt x="95" y="28"/>
                    </a:cubicBezTo>
                    <a:cubicBezTo>
                      <a:pt x="95" y="27"/>
                      <a:pt x="94" y="26"/>
                      <a:pt x="95" y="28"/>
                    </a:cubicBezTo>
                    <a:cubicBezTo>
                      <a:pt x="93" y="27"/>
                      <a:pt x="94" y="27"/>
                      <a:pt x="94" y="27"/>
                    </a:cubicBezTo>
                    <a:cubicBezTo>
                      <a:pt x="95" y="27"/>
                      <a:pt x="95" y="26"/>
                      <a:pt x="94" y="26"/>
                    </a:cubicBezTo>
                    <a:cubicBezTo>
                      <a:pt x="94" y="26"/>
                      <a:pt x="93" y="27"/>
                      <a:pt x="94" y="26"/>
                    </a:cubicBezTo>
                    <a:cubicBezTo>
                      <a:pt x="93" y="26"/>
                      <a:pt x="93" y="24"/>
                      <a:pt x="93" y="24"/>
                    </a:cubicBezTo>
                    <a:cubicBezTo>
                      <a:pt x="93" y="24"/>
                      <a:pt x="92" y="24"/>
                      <a:pt x="92" y="24"/>
                    </a:cubicBezTo>
                    <a:cubicBezTo>
                      <a:pt x="92" y="24"/>
                      <a:pt x="92" y="25"/>
                      <a:pt x="92" y="25"/>
                    </a:cubicBezTo>
                    <a:cubicBezTo>
                      <a:pt x="91" y="25"/>
                      <a:pt x="91" y="25"/>
                      <a:pt x="91" y="26"/>
                    </a:cubicBezTo>
                    <a:cubicBezTo>
                      <a:pt x="91" y="25"/>
                      <a:pt x="91" y="26"/>
                      <a:pt x="91" y="26"/>
                    </a:cubicBezTo>
                    <a:cubicBezTo>
                      <a:pt x="91" y="25"/>
                      <a:pt x="92" y="26"/>
                      <a:pt x="91" y="27"/>
                    </a:cubicBezTo>
                    <a:cubicBezTo>
                      <a:pt x="91" y="28"/>
                      <a:pt x="91" y="28"/>
                      <a:pt x="91" y="29"/>
                    </a:cubicBezTo>
                    <a:cubicBezTo>
                      <a:pt x="91" y="29"/>
                      <a:pt x="92" y="28"/>
                      <a:pt x="91" y="30"/>
                    </a:cubicBezTo>
                    <a:cubicBezTo>
                      <a:pt x="91" y="30"/>
                      <a:pt x="91" y="29"/>
                      <a:pt x="91" y="30"/>
                    </a:cubicBezTo>
                    <a:cubicBezTo>
                      <a:pt x="91" y="30"/>
                      <a:pt x="91" y="30"/>
                      <a:pt x="91" y="30"/>
                    </a:cubicBezTo>
                    <a:cubicBezTo>
                      <a:pt x="91" y="31"/>
                      <a:pt x="91" y="29"/>
                      <a:pt x="91" y="30"/>
                    </a:cubicBezTo>
                    <a:cubicBezTo>
                      <a:pt x="90" y="30"/>
                      <a:pt x="91" y="32"/>
                      <a:pt x="91" y="31"/>
                    </a:cubicBezTo>
                    <a:cubicBezTo>
                      <a:pt x="91" y="32"/>
                      <a:pt x="90" y="30"/>
                      <a:pt x="90" y="31"/>
                    </a:cubicBezTo>
                    <a:cubicBezTo>
                      <a:pt x="90" y="32"/>
                      <a:pt x="90" y="32"/>
                      <a:pt x="90" y="31"/>
                    </a:cubicBezTo>
                    <a:cubicBezTo>
                      <a:pt x="91" y="30"/>
                      <a:pt x="92" y="31"/>
                      <a:pt x="90" y="32"/>
                    </a:cubicBezTo>
                    <a:cubicBezTo>
                      <a:pt x="90" y="33"/>
                      <a:pt x="91" y="32"/>
                      <a:pt x="90" y="33"/>
                    </a:cubicBezTo>
                    <a:cubicBezTo>
                      <a:pt x="90" y="35"/>
                      <a:pt x="90" y="34"/>
                      <a:pt x="90" y="34"/>
                    </a:cubicBezTo>
                    <a:cubicBezTo>
                      <a:pt x="90" y="34"/>
                      <a:pt x="90" y="35"/>
                      <a:pt x="89" y="35"/>
                    </a:cubicBezTo>
                    <a:cubicBezTo>
                      <a:pt x="89" y="34"/>
                      <a:pt x="91" y="35"/>
                      <a:pt x="89" y="35"/>
                    </a:cubicBezTo>
                    <a:cubicBezTo>
                      <a:pt x="90" y="35"/>
                      <a:pt x="90" y="34"/>
                      <a:pt x="89" y="36"/>
                    </a:cubicBezTo>
                    <a:cubicBezTo>
                      <a:pt x="89" y="35"/>
                      <a:pt x="89" y="35"/>
                      <a:pt x="89" y="35"/>
                    </a:cubicBezTo>
                    <a:cubicBezTo>
                      <a:pt x="89" y="36"/>
                      <a:pt x="90" y="35"/>
                      <a:pt x="88" y="35"/>
                    </a:cubicBezTo>
                    <a:cubicBezTo>
                      <a:pt x="89" y="34"/>
                      <a:pt x="88" y="36"/>
                      <a:pt x="88" y="37"/>
                    </a:cubicBezTo>
                    <a:cubicBezTo>
                      <a:pt x="89" y="37"/>
                      <a:pt x="86" y="36"/>
                      <a:pt x="88" y="37"/>
                    </a:cubicBezTo>
                    <a:cubicBezTo>
                      <a:pt x="88" y="37"/>
                      <a:pt x="86" y="36"/>
                      <a:pt x="87" y="38"/>
                    </a:cubicBezTo>
                    <a:cubicBezTo>
                      <a:pt x="87" y="37"/>
                      <a:pt x="85" y="38"/>
                      <a:pt x="86" y="39"/>
                    </a:cubicBezTo>
                    <a:cubicBezTo>
                      <a:pt x="85" y="40"/>
                      <a:pt x="85" y="39"/>
                      <a:pt x="84" y="39"/>
                    </a:cubicBezTo>
                    <a:cubicBezTo>
                      <a:pt x="84" y="40"/>
                      <a:pt x="83" y="40"/>
                      <a:pt x="84" y="40"/>
                    </a:cubicBezTo>
                    <a:cubicBezTo>
                      <a:pt x="83" y="41"/>
                      <a:pt x="85" y="40"/>
                      <a:pt x="83" y="39"/>
                    </a:cubicBezTo>
                    <a:cubicBezTo>
                      <a:pt x="84" y="38"/>
                      <a:pt x="83" y="39"/>
                      <a:pt x="83" y="39"/>
                    </a:cubicBezTo>
                    <a:cubicBezTo>
                      <a:pt x="83" y="40"/>
                      <a:pt x="84" y="41"/>
                      <a:pt x="82" y="39"/>
                    </a:cubicBezTo>
                    <a:cubicBezTo>
                      <a:pt x="82" y="39"/>
                      <a:pt x="82" y="40"/>
                      <a:pt x="82" y="40"/>
                    </a:cubicBezTo>
                    <a:cubicBezTo>
                      <a:pt x="81" y="39"/>
                      <a:pt x="82" y="39"/>
                      <a:pt x="82" y="39"/>
                    </a:cubicBezTo>
                    <a:cubicBezTo>
                      <a:pt x="81" y="40"/>
                      <a:pt x="82" y="39"/>
                      <a:pt x="81" y="40"/>
                    </a:cubicBezTo>
                    <a:cubicBezTo>
                      <a:pt x="81" y="40"/>
                      <a:pt x="81" y="39"/>
                      <a:pt x="81" y="38"/>
                    </a:cubicBezTo>
                    <a:cubicBezTo>
                      <a:pt x="80" y="38"/>
                      <a:pt x="80" y="38"/>
                      <a:pt x="80" y="37"/>
                    </a:cubicBezTo>
                    <a:cubicBezTo>
                      <a:pt x="81" y="36"/>
                      <a:pt x="80" y="35"/>
                      <a:pt x="80" y="35"/>
                    </a:cubicBezTo>
                    <a:cubicBezTo>
                      <a:pt x="80" y="36"/>
                      <a:pt x="80" y="36"/>
                      <a:pt x="80" y="36"/>
                    </a:cubicBezTo>
                    <a:cubicBezTo>
                      <a:pt x="79" y="35"/>
                      <a:pt x="78" y="34"/>
                      <a:pt x="79" y="35"/>
                    </a:cubicBezTo>
                    <a:cubicBezTo>
                      <a:pt x="79" y="35"/>
                      <a:pt x="80" y="36"/>
                      <a:pt x="79" y="35"/>
                    </a:cubicBezTo>
                    <a:cubicBezTo>
                      <a:pt x="80" y="35"/>
                      <a:pt x="79" y="35"/>
                      <a:pt x="79" y="34"/>
                    </a:cubicBezTo>
                    <a:cubicBezTo>
                      <a:pt x="79" y="34"/>
                      <a:pt x="79" y="34"/>
                      <a:pt x="79" y="34"/>
                    </a:cubicBezTo>
                    <a:cubicBezTo>
                      <a:pt x="79" y="33"/>
                      <a:pt x="80" y="33"/>
                      <a:pt x="79" y="32"/>
                    </a:cubicBezTo>
                    <a:cubicBezTo>
                      <a:pt x="79" y="31"/>
                      <a:pt x="79" y="32"/>
                      <a:pt x="79" y="32"/>
                    </a:cubicBezTo>
                    <a:cubicBezTo>
                      <a:pt x="79" y="32"/>
                      <a:pt x="79" y="33"/>
                      <a:pt x="79" y="32"/>
                    </a:cubicBezTo>
                    <a:cubicBezTo>
                      <a:pt x="80" y="32"/>
                      <a:pt x="80" y="30"/>
                      <a:pt x="80" y="30"/>
                    </a:cubicBezTo>
                    <a:cubicBezTo>
                      <a:pt x="79" y="30"/>
                      <a:pt x="80" y="30"/>
                      <a:pt x="79" y="30"/>
                    </a:cubicBezTo>
                    <a:cubicBezTo>
                      <a:pt x="80" y="29"/>
                      <a:pt x="78" y="30"/>
                      <a:pt x="79" y="29"/>
                    </a:cubicBezTo>
                    <a:cubicBezTo>
                      <a:pt x="79" y="29"/>
                      <a:pt x="80" y="28"/>
                      <a:pt x="80" y="28"/>
                    </a:cubicBezTo>
                    <a:cubicBezTo>
                      <a:pt x="80" y="29"/>
                      <a:pt x="80" y="28"/>
                      <a:pt x="80" y="28"/>
                    </a:cubicBezTo>
                    <a:cubicBezTo>
                      <a:pt x="80" y="26"/>
                      <a:pt x="80" y="26"/>
                      <a:pt x="80" y="26"/>
                    </a:cubicBezTo>
                    <a:cubicBezTo>
                      <a:pt x="80" y="26"/>
                      <a:pt x="80" y="26"/>
                      <a:pt x="80" y="26"/>
                    </a:cubicBezTo>
                    <a:cubicBezTo>
                      <a:pt x="80" y="25"/>
                      <a:pt x="80" y="25"/>
                      <a:pt x="80" y="26"/>
                    </a:cubicBezTo>
                    <a:cubicBezTo>
                      <a:pt x="80" y="25"/>
                      <a:pt x="79" y="26"/>
                      <a:pt x="79" y="25"/>
                    </a:cubicBezTo>
                    <a:cubicBezTo>
                      <a:pt x="79" y="25"/>
                      <a:pt x="79" y="25"/>
                      <a:pt x="79" y="25"/>
                    </a:cubicBezTo>
                    <a:cubicBezTo>
                      <a:pt x="78" y="24"/>
                      <a:pt x="78" y="25"/>
                      <a:pt x="79" y="24"/>
                    </a:cubicBezTo>
                    <a:cubicBezTo>
                      <a:pt x="80" y="23"/>
                      <a:pt x="80" y="23"/>
                      <a:pt x="80" y="23"/>
                    </a:cubicBezTo>
                    <a:cubicBezTo>
                      <a:pt x="80" y="23"/>
                      <a:pt x="80" y="23"/>
                      <a:pt x="78" y="23"/>
                    </a:cubicBezTo>
                    <a:cubicBezTo>
                      <a:pt x="78" y="21"/>
                      <a:pt x="78" y="21"/>
                      <a:pt x="79" y="21"/>
                    </a:cubicBezTo>
                    <a:cubicBezTo>
                      <a:pt x="78" y="21"/>
                      <a:pt x="77" y="20"/>
                      <a:pt x="78" y="21"/>
                    </a:cubicBezTo>
                    <a:cubicBezTo>
                      <a:pt x="78" y="20"/>
                      <a:pt x="79" y="19"/>
                      <a:pt x="78" y="20"/>
                    </a:cubicBezTo>
                    <a:cubicBezTo>
                      <a:pt x="78" y="19"/>
                      <a:pt x="78" y="20"/>
                      <a:pt x="78" y="20"/>
                    </a:cubicBezTo>
                    <a:cubicBezTo>
                      <a:pt x="78" y="19"/>
                      <a:pt x="78" y="18"/>
                      <a:pt x="79" y="18"/>
                    </a:cubicBezTo>
                    <a:cubicBezTo>
                      <a:pt x="79" y="18"/>
                      <a:pt x="79" y="18"/>
                      <a:pt x="79" y="17"/>
                    </a:cubicBezTo>
                    <a:cubicBezTo>
                      <a:pt x="78" y="17"/>
                      <a:pt x="78" y="17"/>
                      <a:pt x="79" y="16"/>
                    </a:cubicBezTo>
                    <a:cubicBezTo>
                      <a:pt x="79" y="17"/>
                      <a:pt x="79" y="16"/>
                      <a:pt x="80" y="16"/>
                    </a:cubicBezTo>
                    <a:cubicBezTo>
                      <a:pt x="79" y="16"/>
                      <a:pt x="80" y="16"/>
                      <a:pt x="79" y="16"/>
                    </a:cubicBezTo>
                    <a:cubicBezTo>
                      <a:pt x="79" y="17"/>
                      <a:pt x="80" y="17"/>
                      <a:pt x="80" y="15"/>
                    </a:cubicBezTo>
                    <a:cubicBezTo>
                      <a:pt x="80" y="16"/>
                      <a:pt x="81" y="16"/>
                      <a:pt x="81" y="15"/>
                    </a:cubicBezTo>
                    <a:cubicBezTo>
                      <a:pt x="80" y="15"/>
                      <a:pt x="80" y="14"/>
                      <a:pt x="81" y="14"/>
                    </a:cubicBezTo>
                    <a:cubicBezTo>
                      <a:pt x="80" y="13"/>
                      <a:pt x="80" y="13"/>
                      <a:pt x="80" y="12"/>
                    </a:cubicBezTo>
                    <a:cubicBezTo>
                      <a:pt x="80" y="12"/>
                      <a:pt x="80" y="12"/>
                      <a:pt x="81" y="12"/>
                    </a:cubicBezTo>
                    <a:cubicBezTo>
                      <a:pt x="82" y="11"/>
                      <a:pt x="82" y="12"/>
                      <a:pt x="81" y="10"/>
                    </a:cubicBezTo>
                    <a:cubicBezTo>
                      <a:pt x="81" y="9"/>
                      <a:pt x="81" y="9"/>
                      <a:pt x="81" y="9"/>
                    </a:cubicBezTo>
                    <a:cubicBezTo>
                      <a:pt x="81" y="9"/>
                      <a:pt x="81" y="7"/>
                      <a:pt x="81" y="7"/>
                    </a:cubicBezTo>
                    <a:cubicBezTo>
                      <a:pt x="80" y="6"/>
                      <a:pt x="80" y="6"/>
                      <a:pt x="81" y="5"/>
                    </a:cubicBezTo>
                    <a:cubicBezTo>
                      <a:pt x="80" y="4"/>
                      <a:pt x="80" y="4"/>
                      <a:pt x="80" y="4"/>
                    </a:cubicBezTo>
                    <a:cubicBezTo>
                      <a:pt x="80" y="5"/>
                      <a:pt x="80" y="4"/>
                      <a:pt x="80" y="4"/>
                    </a:cubicBezTo>
                    <a:cubicBezTo>
                      <a:pt x="80" y="3"/>
                      <a:pt x="79" y="3"/>
                      <a:pt x="79" y="3"/>
                    </a:cubicBezTo>
                    <a:cubicBezTo>
                      <a:pt x="80" y="2"/>
                      <a:pt x="78" y="3"/>
                      <a:pt x="79" y="2"/>
                    </a:cubicBezTo>
                    <a:cubicBezTo>
                      <a:pt x="77" y="1"/>
                      <a:pt x="78" y="1"/>
                      <a:pt x="77" y="1"/>
                    </a:cubicBezTo>
                    <a:cubicBezTo>
                      <a:pt x="78" y="1"/>
                      <a:pt x="77" y="0"/>
                      <a:pt x="77" y="0"/>
                    </a:cubicBezTo>
                    <a:cubicBezTo>
                      <a:pt x="77" y="0"/>
                      <a:pt x="76" y="1"/>
                      <a:pt x="76" y="1"/>
                    </a:cubicBezTo>
                    <a:cubicBezTo>
                      <a:pt x="75" y="2"/>
                      <a:pt x="76" y="1"/>
                      <a:pt x="76" y="2"/>
                    </a:cubicBezTo>
                    <a:cubicBezTo>
                      <a:pt x="75" y="1"/>
                      <a:pt x="75" y="2"/>
                      <a:pt x="75" y="3"/>
                    </a:cubicBezTo>
                    <a:cubicBezTo>
                      <a:pt x="75" y="4"/>
                      <a:pt x="75" y="2"/>
                      <a:pt x="75" y="4"/>
                    </a:cubicBezTo>
                    <a:cubicBezTo>
                      <a:pt x="75" y="4"/>
                      <a:pt x="74" y="6"/>
                      <a:pt x="75" y="6"/>
                    </a:cubicBezTo>
                    <a:cubicBezTo>
                      <a:pt x="75" y="7"/>
                      <a:pt x="75" y="7"/>
                      <a:pt x="75" y="6"/>
                    </a:cubicBezTo>
                    <a:cubicBezTo>
                      <a:pt x="75" y="6"/>
                      <a:pt x="75" y="6"/>
                      <a:pt x="75" y="6"/>
                    </a:cubicBezTo>
                    <a:cubicBezTo>
                      <a:pt x="75" y="6"/>
                      <a:pt x="75" y="7"/>
                      <a:pt x="75" y="7"/>
                    </a:cubicBezTo>
                    <a:cubicBezTo>
                      <a:pt x="76" y="9"/>
                      <a:pt x="75" y="7"/>
                      <a:pt x="76" y="8"/>
                    </a:cubicBezTo>
                    <a:cubicBezTo>
                      <a:pt x="76" y="8"/>
                      <a:pt x="75" y="9"/>
                      <a:pt x="75" y="9"/>
                    </a:cubicBezTo>
                    <a:cubicBezTo>
                      <a:pt x="76" y="10"/>
                      <a:pt x="75" y="12"/>
                      <a:pt x="75" y="11"/>
                    </a:cubicBezTo>
                    <a:cubicBezTo>
                      <a:pt x="75" y="12"/>
                      <a:pt x="76" y="11"/>
                      <a:pt x="76" y="12"/>
                    </a:cubicBezTo>
                    <a:cubicBezTo>
                      <a:pt x="75" y="12"/>
                      <a:pt x="75" y="12"/>
                      <a:pt x="75" y="12"/>
                    </a:cubicBezTo>
                    <a:cubicBezTo>
                      <a:pt x="75" y="13"/>
                      <a:pt x="75" y="12"/>
                      <a:pt x="75" y="13"/>
                    </a:cubicBezTo>
                    <a:cubicBezTo>
                      <a:pt x="75" y="14"/>
                      <a:pt x="75" y="14"/>
                      <a:pt x="76" y="14"/>
                    </a:cubicBezTo>
                    <a:cubicBezTo>
                      <a:pt x="76" y="15"/>
                      <a:pt x="76" y="15"/>
                      <a:pt x="75" y="14"/>
                    </a:cubicBezTo>
                    <a:cubicBezTo>
                      <a:pt x="75" y="12"/>
                      <a:pt x="74" y="14"/>
                      <a:pt x="74" y="14"/>
                    </a:cubicBezTo>
                    <a:cubicBezTo>
                      <a:pt x="74" y="14"/>
                      <a:pt x="75" y="14"/>
                      <a:pt x="75" y="15"/>
                    </a:cubicBezTo>
                    <a:cubicBezTo>
                      <a:pt x="75" y="16"/>
                      <a:pt x="75" y="18"/>
                      <a:pt x="75" y="16"/>
                    </a:cubicBezTo>
                    <a:cubicBezTo>
                      <a:pt x="75" y="18"/>
                      <a:pt x="74" y="19"/>
                      <a:pt x="75" y="19"/>
                    </a:cubicBezTo>
                    <a:cubicBezTo>
                      <a:pt x="75" y="19"/>
                      <a:pt x="75" y="20"/>
                      <a:pt x="75" y="19"/>
                    </a:cubicBezTo>
                    <a:cubicBezTo>
                      <a:pt x="75" y="18"/>
                      <a:pt x="75" y="18"/>
                      <a:pt x="75" y="18"/>
                    </a:cubicBezTo>
                    <a:cubicBezTo>
                      <a:pt x="74" y="17"/>
                      <a:pt x="75" y="20"/>
                      <a:pt x="75" y="19"/>
                    </a:cubicBezTo>
                    <a:cubicBezTo>
                      <a:pt x="74" y="20"/>
                      <a:pt x="75" y="20"/>
                      <a:pt x="75" y="21"/>
                    </a:cubicBezTo>
                    <a:cubicBezTo>
                      <a:pt x="76" y="21"/>
                      <a:pt x="74" y="19"/>
                      <a:pt x="74" y="21"/>
                    </a:cubicBezTo>
                    <a:cubicBezTo>
                      <a:pt x="74" y="23"/>
                      <a:pt x="75" y="22"/>
                      <a:pt x="74" y="22"/>
                    </a:cubicBezTo>
                    <a:cubicBezTo>
                      <a:pt x="74" y="22"/>
                      <a:pt x="73" y="23"/>
                      <a:pt x="73" y="23"/>
                    </a:cubicBezTo>
                    <a:cubicBezTo>
                      <a:pt x="73" y="22"/>
                      <a:pt x="72" y="23"/>
                      <a:pt x="73" y="23"/>
                    </a:cubicBezTo>
                    <a:cubicBezTo>
                      <a:pt x="72" y="23"/>
                      <a:pt x="72" y="22"/>
                      <a:pt x="71" y="23"/>
                    </a:cubicBezTo>
                    <a:cubicBezTo>
                      <a:pt x="71" y="22"/>
                      <a:pt x="70" y="25"/>
                      <a:pt x="71" y="24"/>
                    </a:cubicBezTo>
                    <a:cubicBezTo>
                      <a:pt x="71" y="25"/>
                      <a:pt x="70" y="25"/>
                      <a:pt x="70" y="25"/>
                    </a:cubicBezTo>
                    <a:cubicBezTo>
                      <a:pt x="70" y="25"/>
                      <a:pt x="71" y="24"/>
                      <a:pt x="70" y="23"/>
                    </a:cubicBezTo>
                    <a:cubicBezTo>
                      <a:pt x="69" y="24"/>
                      <a:pt x="69" y="24"/>
                      <a:pt x="69" y="24"/>
                    </a:cubicBezTo>
                    <a:cubicBezTo>
                      <a:pt x="69" y="25"/>
                      <a:pt x="69" y="25"/>
                      <a:pt x="69" y="25"/>
                    </a:cubicBezTo>
                    <a:cubicBezTo>
                      <a:pt x="69" y="25"/>
                      <a:pt x="69" y="25"/>
                      <a:pt x="69" y="24"/>
                    </a:cubicBezTo>
                    <a:cubicBezTo>
                      <a:pt x="69" y="23"/>
                      <a:pt x="68" y="23"/>
                      <a:pt x="69" y="23"/>
                    </a:cubicBezTo>
                    <a:cubicBezTo>
                      <a:pt x="69" y="20"/>
                      <a:pt x="69" y="23"/>
                      <a:pt x="69" y="22"/>
                    </a:cubicBezTo>
                    <a:cubicBezTo>
                      <a:pt x="69" y="22"/>
                      <a:pt x="69" y="23"/>
                      <a:pt x="68" y="22"/>
                    </a:cubicBezTo>
                    <a:cubicBezTo>
                      <a:pt x="68" y="21"/>
                      <a:pt x="68" y="21"/>
                      <a:pt x="68" y="21"/>
                    </a:cubicBezTo>
                    <a:cubicBezTo>
                      <a:pt x="68" y="20"/>
                      <a:pt x="69" y="19"/>
                      <a:pt x="69" y="20"/>
                    </a:cubicBezTo>
                    <a:cubicBezTo>
                      <a:pt x="68" y="19"/>
                      <a:pt x="68" y="21"/>
                      <a:pt x="68" y="20"/>
                    </a:cubicBezTo>
                    <a:cubicBezTo>
                      <a:pt x="68" y="20"/>
                      <a:pt x="68" y="20"/>
                      <a:pt x="68" y="21"/>
                    </a:cubicBezTo>
                    <a:cubicBezTo>
                      <a:pt x="67" y="21"/>
                      <a:pt x="66" y="20"/>
                      <a:pt x="67" y="21"/>
                    </a:cubicBezTo>
                    <a:cubicBezTo>
                      <a:pt x="67" y="21"/>
                      <a:pt x="67" y="21"/>
                      <a:pt x="67" y="21"/>
                    </a:cubicBezTo>
                    <a:cubicBezTo>
                      <a:pt x="66" y="21"/>
                      <a:pt x="67" y="21"/>
                      <a:pt x="67" y="22"/>
                    </a:cubicBezTo>
                    <a:cubicBezTo>
                      <a:pt x="66" y="23"/>
                      <a:pt x="67" y="23"/>
                      <a:pt x="66" y="24"/>
                    </a:cubicBezTo>
                    <a:cubicBezTo>
                      <a:pt x="66" y="25"/>
                      <a:pt x="67" y="25"/>
                      <a:pt x="66" y="25"/>
                    </a:cubicBezTo>
                    <a:cubicBezTo>
                      <a:pt x="66" y="25"/>
                      <a:pt x="67" y="25"/>
                      <a:pt x="66" y="25"/>
                    </a:cubicBezTo>
                    <a:cubicBezTo>
                      <a:pt x="66" y="27"/>
                      <a:pt x="66" y="27"/>
                      <a:pt x="67" y="27"/>
                    </a:cubicBezTo>
                    <a:cubicBezTo>
                      <a:pt x="67" y="27"/>
                      <a:pt x="68" y="27"/>
                      <a:pt x="67" y="27"/>
                    </a:cubicBezTo>
                    <a:cubicBezTo>
                      <a:pt x="66" y="27"/>
                      <a:pt x="66" y="28"/>
                      <a:pt x="66" y="27"/>
                    </a:cubicBezTo>
                    <a:cubicBezTo>
                      <a:pt x="66" y="27"/>
                      <a:pt x="66" y="27"/>
                      <a:pt x="67" y="29"/>
                    </a:cubicBezTo>
                    <a:cubicBezTo>
                      <a:pt x="67" y="30"/>
                      <a:pt x="68" y="29"/>
                      <a:pt x="68" y="30"/>
                    </a:cubicBezTo>
                    <a:cubicBezTo>
                      <a:pt x="68" y="31"/>
                      <a:pt x="68" y="30"/>
                      <a:pt x="68" y="30"/>
                    </a:cubicBezTo>
                    <a:cubicBezTo>
                      <a:pt x="68" y="30"/>
                      <a:pt x="68" y="33"/>
                      <a:pt x="68" y="33"/>
                    </a:cubicBezTo>
                    <a:cubicBezTo>
                      <a:pt x="68" y="34"/>
                      <a:pt x="68" y="35"/>
                      <a:pt x="68" y="32"/>
                    </a:cubicBezTo>
                    <a:cubicBezTo>
                      <a:pt x="67" y="34"/>
                      <a:pt x="67" y="34"/>
                      <a:pt x="66" y="34"/>
                    </a:cubicBezTo>
                    <a:cubicBezTo>
                      <a:pt x="66" y="35"/>
                      <a:pt x="66" y="34"/>
                      <a:pt x="68" y="34"/>
                    </a:cubicBezTo>
                    <a:cubicBezTo>
                      <a:pt x="68" y="34"/>
                      <a:pt x="69" y="36"/>
                      <a:pt x="68" y="35"/>
                    </a:cubicBezTo>
                    <a:cubicBezTo>
                      <a:pt x="69" y="36"/>
                      <a:pt x="69" y="36"/>
                      <a:pt x="69" y="37"/>
                    </a:cubicBezTo>
                    <a:cubicBezTo>
                      <a:pt x="69" y="37"/>
                      <a:pt x="68" y="36"/>
                      <a:pt x="68" y="37"/>
                    </a:cubicBezTo>
                    <a:cubicBezTo>
                      <a:pt x="68" y="38"/>
                      <a:pt x="69" y="38"/>
                      <a:pt x="69" y="38"/>
                    </a:cubicBezTo>
                    <a:cubicBezTo>
                      <a:pt x="69" y="39"/>
                      <a:pt x="68" y="41"/>
                      <a:pt x="68" y="40"/>
                    </a:cubicBezTo>
                    <a:cubicBezTo>
                      <a:pt x="67" y="41"/>
                      <a:pt x="68" y="40"/>
                      <a:pt x="68" y="41"/>
                    </a:cubicBezTo>
                    <a:cubicBezTo>
                      <a:pt x="68" y="40"/>
                      <a:pt x="69" y="42"/>
                      <a:pt x="68" y="43"/>
                    </a:cubicBezTo>
                    <a:cubicBezTo>
                      <a:pt x="68" y="43"/>
                      <a:pt x="68" y="43"/>
                      <a:pt x="68" y="44"/>
                    </a:cubicBezTo>
                    <a:cubicBezTo>
                      <a:pt x="68" y="44"/>
                      <a:pt x="68" y="46"/>
                      <a:pt x="67" y="46"/>
                    </a:cubicBezTo>
                    <a:cubicBezTo>
                      <a:pt x="67" y="46"/>
                      <a:pt x="67" y="46"/>
                      <a:pt x="67" y="47"/>
                    </a:cubicBezTo>
                    <a:cubicBezTo>
                      <a:pt x="67" y="47"/>
                      <a:pt x="66" y="48"/>
                      <a:pt x="66" y="48"/>
                    </a:cubicBezTo>
                    <a:cubicBezTo>
                      <a:pt x="66" y="49"/>
                      <a:pt x="65" y="49"/>
                      <a:pt x="65" y="49"/>
                    </a:cubicBezTo>
                    <a:cubicBezTo>
                      <a:pt x="65" y="49"/>
                      <a:pt x="65" y="49"/>
                      <a:pt x="64" y="50"/>
                    </a:cubicBezTo>
                    <a:cubicBezTo>
                      <a:pt x="64" y="50"/>
                      <a:pt x="64" y="50"/>
                      <a:pt x="64" y="50"/>
                    </a:cubicBezTo>
                    <a:cubicBezTo>
                      <a:pt x="63" y="51"/>
                      <a:pt x="63" y="51"/>
                      <a:pt x="63" y="50"/>
                    </a:cubicBezTo>
                    <a:cubicBezTo>
                      <a:pt x="63" y="49"/>
                      <a:pt x="62" y="49"/>
                      <a:pt x="62" y="49"/>
                    </a:cubicBezTo>
                    <a:cubicBezTo>
                      <a:pt x="61" y="49"/>
                      <a:pt x="61" y="48"/>
                      <a:pt x="60" y="49"/>
                    </a:cubicBezTo>
                    <a:cubicBezTo>
                      <a:pt x="60" y="50"/>
                      <a:pt x="60" y="49"/>
                      <a:pt x="60" y="49"/>
                    </a:cubicBezTo>
                    <a:cubicBezTo>
                      <a:pt x="60" y="47"/>
                      <a:pt x="60" y="49"/>
                      <a:pt x="59" y="47"/>
                    </a:cubicBezTo>
                    <a:cubicBezTo>
                      <a:pt x="59" y="46"/>
                      <a:pt x="59" y="46"/>
                      <a:pt x="59" y="45"/>
                    </a:cubicBezTo>
                    <a:cubicBezTo>
                      <a:pt x="59" y="46"/>
                      <a:pt x="59" y="44"/>
                      <a:pt x="58" y="44"/>
                    </a:cubicBezTo>
                    <a:cubicBezTo>
                      <a:pt x="59" y="43"/>
                      <a:pt x="58" y="42"/>
                      <a:pt x="59" y="42"/>
                    </a:cubicBezTo>
                    <a:cubicBezTo>
                      <a:pt x="59" y="42"/>
                      <a:pt x="58" y="41"/>
                      <a:pt x="58" y="41"/>
                    </a:cubicBezTo>
                    <a:cubicBezTo>
                      <a:pt x="57" y="41"/>
                      <a:pt x="58" y="42"/>
                      <a:pt x="57" y="41"/>
                    </a:cubicBezTo>
                    <a:cubicBezTo>
                      <a:pt x="57" y="40"/>
                      <a:pt x="57" y="39"/>
                      <a:pt x="57" y="39"/>
                    </a:cubicBezTo>
                    <a:cubicBezTo>
                      <a:pt x="57" y="37"/>
                      <a:pt x="57" y="38"/>
                      <a:pt x="58" y="38"/>
                    </a:cubicBezTo>
                    <a:cubicBezTo>
                      <a:pt x="58" y="37"/>
                      <a:pt x="58" y="37"/>
                      <a:pt x="59" y="36"/>
                    </a:cubicBezTo>
                    <a:cubicBezTo>
                      <a:pt x="59" y="36"/>
                      <a:pt x="60" y="36"/>
                      <a:pt x="60" y="36"/>
                    </a:cubicBezTo>
                    <a:cubicBezTo>
                      <a:pt x="60" y="35"/>
                      <a:pt x="59" y="34"/>
                      <a:pt x="59" y="34"/>
                    </a:cubicBezTo>
                    <a:cubicBezTo>
                      <a:pt x="58" y="34"/>
                      <a:pt x="58" y="34"/>
                      <a:pt x="59" y="34"/>
                    </a:cubicBezTo>
                    <a:cubicBezTo>
                      <a:pt x="58" y="36"/>
                      <a:pt x="58" y="35"/>
                      <a:pt x="57" y="34"/>
                    </a:cubicBezTo>
                    <a:cubicBezTo>
                      <a:pt x="56" y="35"/>
                      <a:pt x="57" y="34"/>
                      <a:pt x="57" y="34"/>
                    </a:cubicBezTo>
                    <a:cubicBezTo>
                      <a:pt x="56" y="34"/>
                      <a:pt x="57" y="34"/>
                      <a:pt x="57" y="33"/>
                    </a:cubicBezTo>
                    <a:cubicBezTo>
                      <a:pt x="57" y="32"/>
                      <a:pt x="57" y="33"/>
                      <a:pt x="58" y="32"/>
                    </a:cubicBezTo>
                    <a:cubicBezTo>
                      <a:pt x="58" y="32"/>
                      <a:pt x="58" y="32"/>
                      <a:pt x="58" y="31"/>
                    </a:cubicBezTo>
                    <a:cubicBezTo>
                      <a:pt x="59" y="31"/>
                      <a:pt x="59" y="32"/>
                      <a:pt x="59" y="31"/>
                    </a:cubicBezTo>
                    <a:cubicBezTo>
                      <a:pt x="60" y="31"/>
                      <a:pt x="59" y="29"/>
                      <a:pt x="60" y="29"/>
                    </a:cubicBezTo>
                    <a:cubicBezTo>
                      <a:pt x="59" y="28"/>
                      <a:pt x="60" y="27"/>
                      <a:pt x="60" y="28"/>
                    </a:cubicBezTo>
                    <a:cubicBezTo>
                      <a:pt x="61" y="30"/>
                      <a:pt x="61" y="28"/>
                      <a:pt x="61" y="29"/>
                    </a:cubicBezTo>
                    <a:cubicBezTo>
                      <a:pt x="62" y="30"/>
                      <a:pt x="62" y="28"/>
                      <a:pt x="61" y="27"/>
                    </a:cubicBezTo>
                    <a:cubicBezTo>
                      <a:pt x="60" y="27"/>
                      <a:pt x="59" y="27"/>
                      <a:pt x="59" y="26"/>
                    </a:cubicBezTo>
                    <a:cubicBezTo>
                      <a:pt x="59" y="25"/>
                      <a:pt x="59" y="24"/>
                      <a:pt x="60" y="25"/>
                    </a:cubicBezTo>
                    <a:cubicBezTo>
                      <a:pt x="59" y="26"/>
                      <a:pt x="60" y="26"/>
                      <a:pt x="61" y="25"/>
                    </a:cubicBezTo>
                    <a:cubicBezTo>
                      <a:pt x="61" y="24"/>
                      <a:pt x="61" y="24"/>
                      <a:pt x="61" y="23"/>
                    </a:cubicBezTo>
                    <a:cubicBezTo>
                      <a:pt x="61" y="23"/>
                      <a:pt x="61" y="23"/>
                      <a:pt x="61" y="22"/>
                    </a:cubicBezTo>
                    <a:cubicBezTo>
                      <a:pt x="60" y="21"/>
                      <a:pt x="60" y="21"/>
                      <a:pt x="60" y="21"/>
                    </a:cubicBezTo>
                    <a:cubicBezTo>
                      <a:pt x="60" y="20"/>
                      <a:pt x="59" y="21"/>
                      <a:pt x="59" y="20"/>
                    </a:cubicBezTo>
                    <a:cubicBezTo>
                      <a:pt x="59" y="21"/>
                      <a:pt x="59" y="20"/>
                      <a:pt x="59" y="19"/>
                    </a:cubicBezTo>
                    <a:cubicBezTo>
                      <a:pt x="60" y="19"/>
                      <a:pt x="59" y="19"/>
                      <a:pt x="59" y="18"/>
                    </a:cubicBezTo>
                    <a:cubicBezTo>
                      <a:pt x="59" y="19"/>
                      <a:pt x="59" y="18"/>
                      <a:pt x="59" y="18"/>
                    </a:cubicBezTo>
                    <a:cubicBezTo>
                      <a:pt x="59" y="18"/>
                      <a:pt x="58" y="18"/>
                      <a:pt x="58" y="17"/>
                    </a:cubicBezTo>
                    <a:cubicBezTo>
                      <a:pt x="58" y="16"/>
                      <a:pt x="57" y="17"/>
                      <a:pt x="58" y="18"/>
                    </a:cubicBezTo>
                    <a:cubicBezTo>
                      <a:pt x="58" y="19"/>
                      <a:pt x="57" y="18"/>
                      <a:pt x="57" y="19"/>
                    </a:cubicBezTo>
                    <a:cubicBezTo>
                      <a:pt x="57" y="19"/>
                      <a:pt x="57" y="19"/>
                      <a:pt x="57" y="18"/>
                    </a:cubicBezTo>
                    <a:cubicBezTo>
                      <a:pt x="57" y="18"/>
                      <a:pt x="57" y="17"/>
                      <a:pt x="57" y="17"/>
                    </a:cubicBezTo>
                    <a:cubicBezTo>
                      <a:pt x="56" y="17"/>
                      <a:pt x="57" y="16"/>
                      <a:pt x="57" y="16"/>
                    </a:cubicBezTo>
                    <a:cubicBezTo>
                      <a:pt x="57" y="15"/>
                      <a:pt x="56" y="15"/>
                      <a:pt x="57" y="14"/>
                    </a:cubicBezTo>
                    <a:cubicBezTo>
                      <a:pt x="57" y="14"/>
                      <a:pt x="57" y="13"/>
                      <a:pt x="56" y="14"/>
                    </a:cubicBezTo>
                    <a:cubicBezTo>
                      <a:pt x="56" y="13"/>
                      <a:pt x="55" y="13"/>
                      <a:pt x="56" y="14"/>
                    </a:cubicBezTo>
                    <a:cubicBezTo>
                      <a:pt x="56" y="16"/>
                      <a:pt x="54" y="15"/>
                      <a:pt x="54" y="15"/>
                    </a:cubicBezTo>
                    <a:cubicBezTo>
                      <a:pt x="54" y="15"/>
                      <a:pt x="55" y="15"/>
                      <a:pt x="55" y="15"/>
                    </a:cubicBezTo>
                    <a:cubicBezTo>
                      <a:pt x="56" y="15"/>
                      <a:pt x="55" y="14"/>
                      <a:pt x="55" y="14"/>
                    </a:cubicBezTo>
                    <a:cubicBezTo>
                      <a:pt x="56" y="14"/>
                      <a:pt x="55" y="14"/>
                      <a:pt x="54" y="14"/>
                    </a:cubicBezTo>
                    <a:cubicBezTo>
                      <a:pt x="53" y="13"/>
                      <a:pt x="53" y="14"/>
                      <a:pt x="53" y="13"/>
                    </a:cubicBezTo>
                    <a:cubicBezTo>
                      <a:pt x="53" y="13"/>
                      <a:pt x="53" y="12"/>
                      <a:pt x="53" y="13"/>
                    </a:cubicBezTo>
                    <a:cubicBezTo>
                      <a:pt x="52" y="13"/>
                      <a:pt x="52" y="12"/>
                      <a:pt x="51" y="12"/>
                    </a:cubicBezTo>
                    <a:cubicBezTo>
                      <a:pt x="51" y="11"/>
                      <a:pt x="50" y="12"/>
                      <a:pt x="51" y="12"/>
                    </a:cubicBezTo>
                    <a:cubicBezTo>
                      <a:pt x="51" y="12"/>
                      <a:pt x="51" y="12"/>
                      <a:pt x="52" y="12"/>
                    </a:cubicBezTo>
                    <a:cubicBezTo>
                      <a:pt x="51" y="12"/>
                      <a:pt x="52" y="11"/>
                      <a:pt x="52" y="10"/>
                    </a:cubicBezTo>
                    <a:cubicBezTo>
                      <a:pt x="51" y="8"/>
                      <a:pt x="51" y="9"/>
                      <a:pt x="51" y="9"/>
                    </a:cubicBezTo>
                    <a:cubicBezTo>
                      <a:pt x="51" y="8"/>
                      <a:pt x="52" y="7"/>
                      <a:pt x="51" y="8"/>
                    </a:cubicBezTo>
                    <a:cubicBezTo>
                      <a:pt x="52" y="8"/>
                      <a:pt x="53" y="7"/>
                      <a:pt x="51" y="6"/>
                    </a:cubicBezTo>
                    <a:cubicBezTo>
                      <a:pt x="51" y="7"/>
                      <a:pt x="51" y="8"/>
                      <a:pt x="51" y="6"/>
                    </a:cubicBezTo>
                    <a:cubicBezTo>
                      <a:pt x="51" y="6"/>
                      <a:pt x="51" y="5"/>
                      <a:pt x="51" y="4"/>
                    </a:cubicBezTo>
                    <a:cubicBezTo>
                      <a:pt x="50" y="3"/>
                      <a:pt x="50" y="1"/>
                      <a:pt x="50" y="2"/>
                    </a:cubicBezTo>
                    <a:cubicBezTo>
                      <a:pt x="50" y="2"/>
                      <a:pt x="49" y="2"/>
                      <a:pt x="49" y="2"/>
                    </a:cubicBezTo>
                    <a:cubicBezTo>
                      <a:pt x="49" y="1"/>
                      <a:pt x="48" y="2"/>
                      <a:pt x="48" y="2"/>
                    </a:cubicBezTo>
                    <a:cubicBezTo>
                      <a:pt x="47" y="1"/>
                      <a:pt x="49" y="4"/>
                      <a:pt x="47" y="2"/>
                    </a:cubicBezTo>
                    <a:cubicBezTo>
                      <a:pt x="47" y="2"/>
                      <a:pt x="46" y="3"/>
                      <a:pt x="46" y="2"/>
                    </a:cubicBezTo>
                    <a:cubicBezTo>
                      <a:pt x="46" y="2"/>
                      <a:pt x="45" y="2"/>
                      <a:pt x="46" y="3"/>
                    </a:cubicBezTo>
                    <a:cubicBezTo>
                      <a:pt x="46" y="3"/>
                      <a:pt x="46" y="2"/>
                      <a:pt x="46" y="2"/>
                    </a:cubicBezTo>
                    <a:cubicBezTo>
                      <a:pt x="46" y="2"/>
                      <a:pt x="46" y="2"/>
                      <a:pt x="46" y="2"/>
                    </a:cubicBezTo>
                    <a:cubicBezTo>
                      <a:pt x="46" y="3"/>
                      <a:pt x="45" y="2"/>
                      <a:pt x="45" y="2"/>
                    </a:cubicBezTo>
                    <a:cubicBezTo>
                      <a:pt x="45" y="3"/>
                      <a:pt x="45" y="2"/>
                      <a:pt x="44" y="4"/>
                    </a:cubicBezTo>
                    <a:cubicBezTo>
                      <a:pt x="44" y="5"/>
                      <a:pt x="44" y="3"/>
                      <a:pt x="43" y="3"/>
                    </a:cubicBezTo>
                    <a:cubicBezTo>
                      <a:pt x="44" y="4"/>
                      <a:pt x="44" y="2"/>
                      <a:pt x="43" y="3"/>
                    </a:cubicBezTo>
                    <a:cubicBezTo>
                      <a:pt x="44" y="5"/>
                      <a:pt x="44" y="3"/>
                      <a:pt x="44" y="4"/>
                    </a:cubicBezTo>
                    <a:cubicBezTo>
                      <a:pt x="43" y="5"/>
                      <a:pt x="43" y="5"/>
                      <a:pt x="43" y="6"/>
                    </a:cubicBezTo>
                    <a:cubicBezTo>
                      <a:pt x="44" y="6"/>
                      <a:pt x="43" y="6"/>
                      <a:pt x="43" y="7"/>
                    </a:cubicBezTo>
                    <a:cubicBezTo>
                      <a:pt x="44" y="6"/>
                      <a:pt x="44" y="7"/>
                      <a:pt x="43" y="6"/>
                    </a:cubicBezTo>
                    <a:cubicBezTo>
                      <a:pt x="43" y="7"/>
                      <a:pt x="42" y="7"/>
                      <a:pt x="43" y="8"/>
                    </a:cubicBezTo>
                    <a:cubicBezTo>
                      <a:pt x="42" y="9"/>
                      <a:pt x="42" y="9"/>
                      <a:pt x="42" y="9"/>
                    </a:cubicBezTo>
                    <a:cubicBezTo>
                      <a:pt x="42" y="11"/>
                      <a:pt x="41" y="11"/>
                      <a:pt x="42" y="11"/>
                    </a:cubicBezTo>
                    <a:cubicBezTo>
                      <a:pt x="42" y="11"/>
                      <a:pt x="43" y="11"/>
                      <a:pt x="42" y="11"/>
                    </a:cubicBezTo>
                    <a:cubicBezTo>
                      <a:pt x="42" y="12"/>
                      <a:pt x="41" y="12"/>
                      <a:pt x="42" y="11"/>
                    </a:cubicBezTo>
                    <a:cubicBezTo>
                      <a:pt x="42" y="10"/>
                      <a:pt x="41" y="11"/>
                      <a:pt x="41" y="12"/>
                    </a:cubicBezTo>
                    <a:cubicBezTo>
                      <a:pt x="42" y="14"/>
                      <a:pt x="42" y="12"/>
                      <a:pt x="42" y="14"/>
                    </a:cubicBezTo>
                    <a:cubicBezTo>
                      <a:pt x="43" y="13"/>
                      <a:pt x="43" y="14"/>
                      <a:pt x="43" y="14"/>
                    </a:cubicBezTo>
                    <a:cubicBezTo>
                      <a:pt x="43" y="14"/>
                      <a:pt x="43" y="15"/>
                      <a:pt x="42" y="15"/>
                    </a:cubicBezTo>
                    <a:cubicBezTo>
                      <a:pt x="41" y="15"/>
                      <a:pt x="41" y="14"/>
                      <a:pt x="42" y="15"/>
                    </a:cubicBezTo>
                    <a:cubicBezTo>
                      <a:pt x="42" y="15"/>
                      <a:pt x="41" y="16"/>
                      <a:pt x="42" y="17"/>
                    </a:cubicBezTo>
                    <a:cubicBezTo>
                      <a:pt x="43" y="18"/>
                      <a:pt x="43" y="18"/>
                      <a:pt x="43" y="18"/>
                    </a:cubicBezTo>
                    <a:cubicBezTo>
                      <a:pt x="43" y="17"/>
                      <a:pt x="44" y="18"/>
                      <a:pt x="43" y="19"/>
                    </a:cubicBezTo>
                    <a:cubicBezTo>
                      <a:pt x="42" y="20"/>
                      <a:pt x="43" y="21"/>
                      <a:pt x="43" y="20"/>
                    </a:cubicBezTo>
                    <a:cubicBezTo>
                      <a:pt x="42" y="20"/>
                      <a:pt x="43" y="20"/>
                      <a:pt x="43" y="20"/>
                    </a:cubicBezTo>
                    <a:cubicBezTo>
                      <a:pt x="44" y="22"/>
                      <a:pt x="43" y="21"/>
                      <a:pt x="43" y="22"/>
                    </a:cubicBezTo>
                    <a:cubicBezTo>
                      <a:pt x="43" y="22"/>
                      <a:pt x="43" y="21"/>
                      <a:pt x="43" y="23"/>
                    </a:cubicBezTo>
                    <a:cubicBezTo>
                      <a:pt x="43" y="22"/>
                      <a:pt x="43" y="23"/>
                      <a:pt x="43" y="23"/>
                    </a:cubicBezTo>
                    <a:cubicBezTo>
                      <a:pt x="43" y="23"/>
                      <a:pt x="43" y="23"/>
                      <a:pt x="44" y="24"/>
                    </a:cubicBezTo>
                    <a:cubicBezTo>
                      <a:pt x="44" y="25"/>
                      <a:pt x="45" y="26"/>
                      <a:pt x="45" y="25"/>
                    </a:cubicBezTo>
                    <a:cubicBezTo>
                      <a:pt x="44" y="26"/>
                      <a:pt x="44" y="25"/>
                      <a:pt x="44" y="25"/>
                    </a:cubicBezTo>
                    <a:cubicBezTo>
                      <a:pt x="45" y="26"/>
                      <a:pt x="44" y="25"/>
                      <a:pt x="45" y="25"/>
                    </a:cubicBezTo>
                    <a:cubicBezTo>
                      <a:pt x="44" y="26"/>
                      <a:pt x="45" y="27"/>
                      <a:pt x="44" y="27"/>
                    </a:cubicBezTo>
                    <a:cubicBezTo>
                      <a:pt x="44" y="26"/>
                      <a:pt x="44" y="28"/>
                      <a:pt x="44" y="29"/>
                    </a:cubicBezTo>
                    <a:cubicBezTo>
                      <a:pt x="44" y="30"/>
                      <a:pt x="44" y="30"/>
                      <a:pt x="44" y="29"/>
                    </a:cubicBezTo>
                    <a:cubicBezTo>
                      <a:pt x="43" y="28"/>
                      <a:pt x="44" y="31"/>
                      <a:pt x="44" y="29"/>
                    </a:cubicBezTo>
                    <a:cubicBezTo>
                      <a:pt x="44" y="28"/>
                      <a:pt x="44" y="28"/>
                      <a:pt x="43" y="29"/>
                    </a:cubicBezTo>
                    <a:cubicBezTo>
                      <a:pt x="43" y="28"/>
                      <a:pt x="44" y="29"/>
                      <a:pt x="44" y="30"/>
                    </a:cubicBezTo>
                    <a:cubicBezTo>
                      <a:pt x="45" y="31"/>
                      <a:pt x="45" y="30"/>
                      <a:pt x="45" y="32"/>
                    </a:cubicBezTo>
                    <a:cubicBezTo>
                      <a:pt x="45" y="31"/>
                      <a:pt x="44" y="34"/>
                      <a:pt x="45" y="33"/>
                    </a:cubicBezTo>
                    <a:cubicBezTo>
                      <a:pt x="45" y="34"/>
                      <a:pt x="47" y="37"/>
                      <a:pt x="46" y="34"/>
                    </a:cubicBezTo>
                    <a:cubicBezTo>
                      <a:pt x="46" y="35"/>
                      <a:pt x="46" y="35"/>
                      <a:pt x="46" y="35"/>
                    </a:cubicBezTo>
                    <a:cubicBezTo>
                      <a:pt x="47" y="35"/>
                      <a:pt x="48" y="35"/>
                      <a:pt x="46" y="36"/>
                    </a:cubicBezTo>
                    <a:cubicBezTo>
                      <a:pt x="46" y="36"/>
                      <a:pt x="46" y="36"/>
                      <a:pt x="46" y="36"/>
                    </a:cubicBezTo>
                    <a:cubicBezTo>
                      <a:pt x="47" y="38"/>
                      <a:pt x="44" y="37"/>
                      <a:pt x="46" y="37"/>
                    </a:cubicBezTo>
                    <a:cubicBezTo>
                      <a:pt x="46" y="39"/>
                      <a:pt x="45" y="36"/>
                      <a:pt x="45" y="38"/>
                    </a:cubicBezTo>
                    <a:cubicBezTo>
                      <a:pt x="45" y="38"/>
                      <a:pt x="45" y="37"/>
                      <a:pt x="45" y="39"/>
                    </a:cubicBezTo>
                    <a:cubicBezTo>
                      <a:pt x="45" y="41"/>
                      <a:pt x="45" y="39"/>
                      <a:pt x="46" y="39"/>
                    </a:cubicBezTo>
                    <a:cubicBezTo>
                      <a:pt x="45" y="39"/>
                      <a:pt x="47" y="39"/>
                      <a:pt x="46" y="40"/>
                    </a:cubicBezTo>
                    <a:cubicBezTo>
                      <a:pt x="46" y="40"/>
                      <a:pt x="46" y="40"/>
                      <a:pt x="46" y="41"/>
                    </a:cubicBezTo>
                    <a:cubicBezTo>
                      <a:pt x="46" y="42"/>
                      <a:pt x="46" y="42"/>
                      <a:pt x="46" y="42"/>
                    </a:cubicBezTo>
                    <a:cubicBezTo>
                      <a:pt x="46" y="43"/>
                      <a:pt x="46" y="42"/>
                      <a:pt x="46" y="41"/>
                    </a:cubicBezTo>
                    <a:cubicBezTo>
                      <a:pt x="46" y="43"/>
                      <a:pt x="47" y="41"/>
                      <a:pt x="47" y="41"/>
                    </a:cubicBezTo>
                    <a:cubicBezTo>
                      <a:pt x="48" y="43"/>
                      <a:pt x="48" y="42"/>
                      <a:pt x="48" y="42"/>
                    </a:cubicBezTo>
                    <a:cubicBezTo>
                      <a:pt x="48" y="42"/>
                      <a:pt x="48" y="42"/>
                      <a:pt x="48" y="42"/>
                    </a:cubicBezTo>
                    <a:cubicBezTo>
                      <a:pt x="48" y="43"/>
                      <a:pt x="48" y="41"/>
                      <a:pt x="49" y="42"/>
                    </a:cubicBezTo>
                    <a:cubicBezTo>
                      <a:pt x="48" y="42"/>
                      <a:pt x="50" y="41"/>
                      <a:pt x="49" y="42"/>
                    </a:cubicBezTo>
                    <a:cubicBezTo>
                      <a:pt x="49" y="41"/>
                      <a:pt x="48" y="41"/>
                      <a:pt x="49" y="44"/>
                    </a:cubicBezTo>
                    <a:cubicBezTo>
                      <a:pt x="49" y="44"/>
                      <a:pt x="49" y="44"/>
                      <a:pt x="49" y="44"/>
                    </a:cubicBezTo>
                    <a:cubicBezTo>
                      <a:pt x="49" y="45"/>
                      <a:pt x="49" y="45"/>
                      <a:pt x="49" y="43"/>
                    </a:cubicBezTo>
                    <a:cubicBezTo>
                      <a:pt x="50" y="45"/>
                      <a:pt x="49" y="45"/>
                      <a:pt x="50" y="44"/>
                    </a:cubicBezTo>
                    <a:cubicBezTo>
                      <a:pt x="51" y="44"/>
                      <a:pt x="49" y="45"/>
                      <a:pt x="51" y="45"/>
                    </a:cubicBezTo>
                    <a:cubicBezTo>
                      <a:pt x="51" y="45"/>
                      <a:pt x="51" y="47"/>
                      <a:pt x="50" y="47"/>
                    </a:cubicBezTo>
                    <a:cubicBezTo>
                      <a:pt x="52" y="47"/>
                      <a:pt x="51" y="48"/>
                      <a:pt x="51" y="48"/>
                    </a:cubicBezTo>
                    <a:cubicBezTo>
                      <a:pt x="50" y="48"/>
                      <a:pt x="51" y="48"/>
                      <a:pt x="51" y="49"/>
                    </a:cubicBezTo>
                    <a:cubicBezTo>
                      <a:pt x="51" y="50"/>
                      <a:pt x="51" y="50"/>
                      <a:pt x="51" y="50"/>
                    </a:cubicBezTo>
                    <a:cubicBezTo>
                      <a:pt x="51" y="50"/>
                      <a:pt x="51" y="51"/>
                      <a:pt x="51" y="50"/>
                    </a:cubicBezTo>
                    <a:cubicBezTo>
                      <a:pt x="51" y="50"/>
                      <a:pt x="50" y="49"/>
                      <a:pt x="50" y="51"/>
                    </a:cubicBezTo>
                    <a:cubicBezTo>
                      <a:pt x="50" y="52"/>
                      <a:pt x="50" y="53"/>
                      <a:pt x="50" y="53"/>
                    </a:cubicBezTo>
                    <a:cubicBezTo>
                      <a:pt x="50" y="53"/>
                      <a:pt x="51" y="54"/>
                      <a:pt x="50" y="54"/>
                    </a:cubicBezTo>
                    <a:cubicBezTo>
                      <a:pt x="50" y="54"/>
                      <a:pt x="50" y="53"/>
                      <a:pt x="49" y="54"/>
                    </a:cubicBezTo>
                    <a:cubicBezTo>
                      <a:pt x="49" y="55"/>
                      <a:pt x="49" y="55"/>
                      <a:pt x="49" y="55"/>
                    </a:cubicBezTo>
                    <a:cubicBezTo>
                      <a:pt x="48" y="55"/>
                      <a:pt x="49" y="56"/>
                      <a:pt x="49" y="56"/>
                    </a:cubicBezTo>
                    <a:cubicBezTo>
                      <a:pt x="49" y="57"/>
                      <a:pt x="48" y="56"/>
                      <a:pt x="48" y="57"/>
                    </a:cubicBezTo>
                    <a:cubicBezTo>
                      <a:pt x="48" y="57"/>
                      <a:pt x="47" y="57"/>
                      <a:pt x="47" y="57"/>
                    </a:cubicBezTo>
                    <a:cubicBezTo>
                      <a:pt x="46" y="57"/>
                      <a:pt x="46" y="55"/>
                      <a:pt x="46" y="56"/>
                    </a:cubicBezTo>
                    <a:cubicBezTo>
                      <a:pt x="46" y="55"/>
                      <a:pt x="45" y="55"/>
                      <a:pt x="45" y="55"/>
                    </a:cubicBezTo>
                    <a:cubicBezTo>
                      <a:pt x="45" y="55"/>
                      <a:pt x="44" y="54"/>
                      <a:pt x="44" y="55"/>
                    </a:cubicBezTo>
                    <a:cubicBezTo>
                      <a:pt x="44" y="54"/>
                      <a:pt x="44" y="55"/>
                      <a:pt x="44" y="54"/>
                    </a:cubicBezTo>
                    <a:cubicBezTo>
                      <a:pt x="43" y="54"/>
                      <a:pt x="44" y="54"/>
                      <a:pt x="43" y="54"/>
                    </a:cubicBezTo>
                    <a:cubicBezTo>
                      <a:pt x="43" y="54"/>
                      <a:pt x="43" y="53"/>
                      <a:pt x="42" y="54"/>
                    </a:cubicBezTo>
                    <a:cubicBezTo>
                      <a:pt x="42" y="55"/>
                      <a:pt x="42" y="52"/>
                      <a:pt x="42" y="52"/>
                    </a:cubicBezTo>
                    <a:cubicBezTo>
                      <a:pt x="42" y="51"/>
                      <a:pt x="41" y="51"/>
                      <a:pt x="41" y="51"/>
                    </a:cubicBezTo>
                    <a:cubicBezTo>
                      <a:pt x="41" y="50"/>
                      <a:pt x="41" y="49"/>
                      <a:pt x="41" y="50"/>
                    </a:cubicBezTo>
                    <a:cubicBezTo>
                      <a:pt x="42" y="50"/>
                      <a:pt x="41" y="53"/>
                      <a:pt x="41" y="50"/>
                    </a:cubicBezTo>
                    <a:cubicBezTo>
                      <a:pt x="41" y="49"/>
                      <a:pt x="40" y="51"/>
                      <a:pt x="41" y="49"/>
                    </a:cubicBezTo>
                    <a:cubicBezTo>
                      <a:pt x="40" y="50"/>
                      <a:pt x="41" y="47"/>
                      <a:pt x="40" y="47"/>
                    </a:cubicBezTo>
                    <a:cubicBezTo>
                      <a:pt x="40" y="48"/>
                      <a:pt x="40" y="47"/>
                      <a:pt x="39" y="47"/>
                    </a:cubicBezTo>
                    <a:cubicBezTo>
                      <a:pt x="38" y="46"/>
                      <a:pt x="39" y="47"/>
                      <a:pt x="39" y="46"/>
                    </a:cubicBezTo>
                    <a:cubicBezTo>
                      <a:pt x="38" y="46"/>
                      <a:pt x="40" y="45"/>
                      <a:pt x="39" y="45"/>
                    </a:cubicBezTo>
                    <a:cubicBezTo>
                      <a:pt x="39" y="46"/>
                      <a:pt x="38" y="46"/>
                      <a:pt x="37" y="45"/>
                    </a:cubicBezTo>
                    <a:cubicBezTo>
                      <a:pt x="37" y="45"/>
                      <a:pt x="37" y="44"/>
                      <a:pt x="37" y="44"/>
                    </a:cubicBezTo>
                    <a:cubicBezTo>
                      <a:pt x="37" y="44"/>
                      <a:pt x="36" y="44"/>
                      <a:pt x="36" y="43"/>
                    </a:cubicBezTo>
                    <a:cubicBezTo>
                      <a:pt x="36" y="42"/>
                      <a:pt x="36" y="43"/>
                      <a:pt x="36" y="44"/>
                    </a:cubicBezTo>
                    <a:cubicBezTo>
                      <a:pt x="35" y="44"/>
                      <a:pt x="34" y="44"/>
                      <a:pt x="35" y="44"/>
                    </a:cubicBezTo>
                    <a:cubicBezTo>
                      <a:pt x="35" y="44"/>
                      <a:pt x="35" y="44"/>
                      <a:pt x="34" y="44"/>
                    </a:cubicBezTo>
                    <a:cubicBezTo>
                      <a:pt x="34" y="44"/>
                      <a:pt x="34" y="44"/>
                      <a:pt x="34" y="44"/>
                    </a:cubicBezTo>
                    <a:cubicBezTo>
                      <a:pt x="34" y="44"/>
                      <a:pt x="33" y="44"/>
                      <a:pt x="34" y="44"/>
                    </a:cubicBezTo>
                    <a:cubicBezTo>
                      <a:pt x="33" y="44"/>
                      <a:pt x="34" y="43"/>
                      <a:pt x="34" y="44"/>
                    </a:cubicBezTo>
                    <a:cubicBezTo>
                      <a:pt x="33" y="44"/>
                      <a:pt x="34" y="44"/>
                      <a:pt x="33" y="44"/>
                    </a:cubicBezTo>
                    <a:cubicBezTo>
                      <a:pt x="33" y="45"/>
                      <a:pt x="33" y="44"/>
                      <a:pt x="32" y="44"/>
                    </a:cubicBezTo>
                    <a:cubicBezTo>
                      <a:pt x="32" y="44"/>
                      <a:pt x="31" y="44"/>
                      <a:pt x="31" y="44"/>
                    </a:cubicBezTo>
                    <a:cubicBezTo>
                      <a:pt x="32" y="43"/>
                      <a:pt x="31" y="44"/>
                      <a:pt x="30" y="43"/>
                    </a:cubicBezTo>
                    <a:cubicBezTo>
                      <a:pt x="30" y="43"/>
                      <a:pt x="30" y="44"/>
                      <a:pt x="30" y="43"/>
                    </a:cubicBezTo>
                    <a:cubicBezTo>
                      <a:pt x="30" y="43"/>
                      <a:pt x="29" y="44"/>
                      <a:pt x="29" y="42"/>
                    </a:cubicBezTo>
                    <a:cubicBezTo>
                      <a:pt x="29" y="42"/>
                      <a:pt x="29" y="41"/>
                      <a:pt x="29" y="41"/>
                    </a:cubicBezTo>
                    <a:cubicBezTo>
                      <a:pt x="28" y="40"/>
                      <a:pt x="29" y="40"/>
                      <a:pt x="29" y="40"/>
                    </a:cubicBezTo>
                    <a:cubicBezTo>
                      <a:pt x="28" y="40"/>
                      <a:pt x="29" y="40"/>
                      <a:pt x="28" y="39"/>
                    </a:cubicBezTo>
                    <a:cubicBezTo>
                      <a:pt x="28" y="38"/>
                      <a:pt x="28" y="39"/>
                      <a:pt x="27" y="39"/>
                    </a:cubicBezTo>
                    <a:cubicBezTo>
                      <a:pt x="27" y="39"/>
                      <a:pt x="26" y="38"/>
                      <a:pt x="27" y="38"/>
                    </a:cubicBezTo>
                    <a:cubicBezTo>
                      <a:pt x="27" y="37"/>
                      <a:pt x="26" y="37"/>
                      <a:pt x="26" y="37"/>
                    </a:cubicBezTo>
                    <a:cubicBezTo>
                      <a:pt x="25" y="36"/>
                      <a:pt x="25" y="36"/>
                      <a:pt x="26" y="36"/>
                    </a:cubicBezTo>
                    <a:cubicBezTo>
                      <a:pt x="26" y="37"/>
                      <a:pt x="25" y="36"/>
                      <a:pt x="26" y="36"/>
                    </a:cubicBezTo>
                    <a:cubicBezTo>
                      <a:pt x="26" y="36"/>
                      <a:pt x="26" y="35"/>
                      <a:pt x="27" y="35"/>
                    </a:cubicBezTo>
                    <a:cubicBezTo>
                      <a:pt x="27" y="35"/>
                      <a:pt x="27" y="34"/>
                      <a:pt x="26" y="33"/>
                    </a:cubicBezTo>
                    <a:cubicBezTo>
                      <a:pt x="26" y="34"/>
                      <a:pt x="26" y="34"/>
                      <a:pt x="26" y="33"/>
                    </a:cubicBezTo>
                    <a:cubicBezTo>
                      <a:pt x="26" y="31"/>
                      <a:pt x="26" y="32"/>
                      <a:pt x="26" y="33"/>
                    </a:cubicBezTo>
                    <a:cubicBezTo>
                      <a:pt x="26" y="33"/>
                      <a:pt x="26" y="32"/>
                      <a:pt x="26" y="33"/>
                    </a:cubicBezTo>
                    <a:cubicBezTo>
                      <a:pt x="26" y="32"/>
                      <a:pt x="27" y="32"/>
                      <a:pt x="26" y="32"/>
                    </a:cubicBezTo>
                    <a:cubicBezTo>
                      <a:pt x="26" y="31"/>
                      <a:pt x="26" y="31"/>
                      <a:pt x="25" y="30"/>
                    </a:cubicBezTo>
                    <a:cubicBezTo>
                      <a:pt x="27" y="30"/>
                      <a:pt x="27" y="29"/>
                      <a:pt x="27" y="29"/>
                    </a:cubicBezTo>
                    <a:cubicBezTo>
                      <a:pt x="27" y="29"/>
                      <a:pt x="26" y="29"/>
                      <a:pt x="26" y="28"/>
                    </a:cubicBezTo>
                    <a:cubicBezTo>
                      <a:pt x="25" y="28"/>
                      <a:pt x="26" y="29"/>
                      <a:pt x="26" y="28"/>
                    </a:cubicBezTo>
                    <a:cubicBezTo>
                      <a:pt x="26" y="26"/>
                      <a:pt x="26" y="27"/>
                      <a:pt x="25" y="26"/>
                    </a:cubicBezTo>
                    <a:cubicBezTo>
                      <a:pt x="25" y="26"/>
                      <a:pt x="26" y="24"/>
                      <a:pt x="25" y="25"/>
                    </a:cubicBezTo>
                    <a:cubicBezTo>
                      <a:pt x="26" y="25"/>
                      <a:pt x="25" y="24"/>
                      <a:pt x="24" y="24"/>
                    </a:cubicBezTo>
                    <a:cubicBezTo>
                      <a:pt x="24" y="23"/>
                      <a:pt x="23" y="23"/>
                      <a:pt x="24" y="22"/>
                    </a:cubicBezTo>
                    <a:cubicBezTo>
                      <a:pt x="24" y="22"/>
                      <a:pt x="24" y="21"/>
                      <a:pt x="22" y="21"/>
                    </a:cubicBezTo>
                    <a:cubicBezTo>
                      <a:pt x="21" y="23"/>
                      <a:pt x="22" y="21"/>
                      <a:pt x="21" y="21"/>
                    </a:cubicBezTo>
                    <a:cubicBezTo>
                      <a:pt x="21" y="21"/>
                      <a:pt x="21" y="22"/>
                      <a:pt x="20" y="23"/>
                    </a:cubicBezTo>
                    <a:cubicBezTo>
                      <a:pt x="19" y="22"/>
                      <a:pt x="19" y="23"/>
                      <a:pt x="19" y="24"/>
                    </a:cubicBezTo>
                    <a:cubicBezTo>
                      <a:pt x="19" y="24"/>
                      <a:pt x="19" y="25"/>
                      <a:pt x="19" y="24"/>
                    </a:cubicBezTo>
                    <a:cubicBezTo>
                      <a:pt x="19" y="26"/>
                      <a:pt x="18" y="26"/>
                      <a:pt x="18" y="26"/>
                    </a:cubicBezTo>
                    <a:cubicBezTo>
                      <a:pt x="19" y="26"/>
                      <a:pt x="18" y="26"/>
                      <a:pt x="17" y="26"/>
                    </a:cubicBezTo>
                    <a:cubicBezTo>
                      <a:pt x="18" y="28"/>
                      <a:pt x="17" y="27"/>
                      <a:pt x="16" y="28"/>
                    </a:cubicBezTo>
                    <a:cubicBezTo>
                      <a:pt x="17" y="28"/>
                      <a:pt x="17" y="29"/>
                      <a:pt x="17" y="29"/>
                    </a:cubicBezTo>
                    <a:cubicBezTo>
                      <a:pt x="17" y="30"/>
                      <a:pt x="17" y="30"/>
                      <a:pt x="17" y="30"/>
                    </a:cubicBezTo>
                    <a:cubicBezTo>
                      <a:pt x="17" y="32"/>
                      <a:pt x="17" y="33"/>
                      <a:pt x="17" y="32"/>
                    </a:cubicBezTo>
                    <a:cubicBezTo>
                      <a:pt x="17" y="33"/>
                      <a:pt x="18" y="33"/>
                      <a:pt x="18" y="34"/>
                    </a:cubicBezTo>
                    <a:cubicBezTo>
                      <a:pt x="18" y="35"/>
                      <a:pt x="18" y="35"/>
                      <a:pt x="18" y="35"/>
                    </a:cubicBezTo>
                    <a:cubicBezTo>
                      <a:pt x="18" y="36"/>
                      <a:pt x="18" y="37"/>
                      <a:pt x="18" y="36"/>
                    </a:cubicBezTo>
                    <a:cubicBezTo>
                      <a:pt x="18" y="38"/>
                      <a:pt x="18" y="37"/>
                      <a:pt x="18" y="38"/>
                    </a:cubicBezTo>
                    <a:cubicBezTo>
                      <a:pt x="18" y="39"/>
                      <a:pt x="18" y="40"/>
                      <a:pt x="18" y="40"/>
                    </a:cubicBezTo>
                    <a:cubicBezTo>
                      <a:pt x="18" y="40"/>
                      <a:pt x="19" y="39"/>
                      <a:pt x="19" y="39"/>
                    </a:cubicBezTo>
                    <a:cubicBezTo>
                      <a:pt x="19" y="40"/>
                      <a:pt x="20" y="40"/>
                      <a:pt x="20" y="39"/>
                    </a:cubicBezTo>
                    <a:cubicBezTo>
                      <a:pt x="20" y="39"/>
                      <a:pt x="19" y="39"/>
                      <a:pt x="19" y="41"/>
                    </a:cubicBezTo>
                    <a:cubicBezTo>
                      <a:pt x="20" y="41"/>
                      <a:pt x="19" y="42"/>
                      <a:pt x="20" y="42"/>
                    </a:cubicBezTo>
                    <a:cubicBezTo>
                      <a:pt x="19" y="42"/>
                      <a:pt x="20" y="42"/>
                      <a:pt x="19" y="41"/>
                    </a:cubicBezTo>
                    <a:cubicBezTo>
                      <a:pt x="19" y="41"/>
                      <a:pt x="19" y="41"/>
                      <a:pt x="20" y="42"/>
                    </a:cubicBezTo>
                    <a:cubicBezTo>
                      <a:pt x="20" y="41"/>
                      <a:pt x="21" y="43"/>
                      <a:pt x="20" y="43"/>
                    </a:cubicBezTo>
                    <a:cubicBezTo>
                      <a:pt x="21" y="43"/>
                      <a:pt x="21" y="43"/>
                      <a:pt x="20" y="44"/>
                    </a:cubicBezTo>
                    <a:cubicBezTo>
                      <a:pt x="20" y="44"/>
                      <a:pt x="19" y="45"/>
                      <a:pt x="20" y="44"/>
                    </a:cubicBezTo>
                    <a:cubicBezTo>
                      <a:pt x="20" y="44"/>
                      <a:pt x="21" y="45"/>
                      <a:pt x="21" y="44"/>
                    </a:cubicBezTo>
                    <a:cubicBezTo>
                      <a:pt x="21" y="45"/>
                      <a:pt x="21" y="44"/>
                      <a:pt x="22" y="45"/>
                    </a:cubicBezTo>
                    <a:cubicBezTo>
                      <a:pt x="21" y="45"/>
                      <a:pt x="22" y="47"/>
                      <a:pt x="21" y="46"/>
                    </a:cubicBezTo>
                    <a:cubicBezTo>
                      <a:pt x="21" y="46"/>
                      <a:pt x="21" y="46"/>
                      <a:pt x="21" y="46"/>
                    </a:cubicBezTo>
                    <a:cubicBezTo>
                      <a:pt x="22" y="47"/>
                      <a:pt x="21" y="47"/>
                      <a:pt x="21" y="47"/>
                    </a:cubicBezTo>
                    <a:cubicBezTo>
                      <a:pt x="21" y="48"/>
                      <a:pt x="21" y="47"/>
                      <a:pt x="22" y="49"/>
                    </a:cubicBezTo>
                    <a:cubicBezTo>
                      <a:pt x="23" y="50"/>
                      <a:pt x="22" y="50"/>
                      <a:pt x="22" y="49"/>
                    </a:cubicBezTo>
                    <a:cubicBezTo>
                      <a:pt x="22" y="49"/>
                      <a:pt x="22" y="49"/>
                      <a:pt x="22" y="50"/>
                    </a:cubicBezTo>
                    <a:cubicBezTo>
                      <a:pt x="21" y="50"/>
                      <a:pt x="22" y="50"/>
                      <a:pt x="22" y="51"/>
                    </a:cubicBezTo>
                    <a:cubicBezTo>
                      <a:pt x="22" y="50"/>
                      <a:pt x="22" y="51"/>
                      <a:pt x="22" y="52"/>
                    </a:cubicBezTo>
                    <a:cubicBezTo>
                      <a:pt x="23" y="51"/>
                      <a:pt x="21" y="52"/>
                      <a:pt x="22" y="51"/>
                    </a:cubicBezTo>
                    <a:cubicBezTo>
                      <a:pt x="22" y="53"/>
                      <a:pt x="23" y="51"/>
                      <a:pt x="22" y="52"/>
                    </a:cubicBezTo>
                    <a:cubicBezTo>
                      <a:pt x="21" y="53"/>
                      <a:pt x="21" y="53"/>
                      <a:pt x="21" y="53"/>
                    </a:cubicBezTo>
                    <a:cubicBezTo>
                      <a:pt x="22" y="53"/>
                      <a:pt x="22" y="53"/>
                      <a:pt x="22" y="53"/>
                    </a:cubicBezTo>
                    <a:cubicBezTo>
                      <a:pt x="23" y="52"/>
                      <a:pt x="21" y="54"/>
                      <a:pt x="22" y="52"/>
                    </a:cubicBezTo>
                    <a:cubicBezTo>
                      <a:pt x="22" y="54"/>
                      <a:pt x="22" y="54"/>
                      <a:pt x="22" y="54"/>
                    </a:cubicBezTo>
                    <a:cubicBezTo>
                      <a:pt x="22" y="54"/>
                      <a:pt x="22" y="55"/>
                      <a:pt x="22" y="54"/>
                    </a:cubicBezTo>
                    <a:cubicBezTo>
                      <a:pt x="20" y="53"/>
                      <a:pt x="22" y="53"/>
                      <a:pt x="21" y="53"/>
                    </a:cubicBezTo>
                    <a:cubicBezTo>
                      <a:pt x="21" y="51"/>
                      <a:pt x="22" y="54"/>
                      <a:pt x="21" y="53"/>
                    </a:cubicBezTo>
                    <a:cubicBezTo>
                      <a:pt x="21" y="54"/>
                      <a:pt x="22" y="53"/>
                      <a:pt x="22" y="54"/>
                    </a:cubicBezTo>
                    <a:cubicBezTo>
                      <a:pt x="22" y="54"/>
                      <a:pt x="22" y="54"/>
                      <a:pt x="22" y="54"/>
                    </a:cubicBezTo>
                    <a:cubicBezTo>
                      <a:pt x="22" y="54"/>
                      <a:pt x="22" y="53"/>
                      <a:pt x="23" y="55"/>
                    </a:cubicBezTo>
                    <a:cubicBezTo>
                      <a:pt x="23" y="56"/>
                      <a:pt x="23" y="56"/>
                      <a:pt x="23" y="56"/>
                    </a:cubicBezTo>
                    <a:cubicBezTo>
                      <a:pt x="24" y="56"/>
                      <a:pt x="24" y="56"/>
                      <a:pt x="24" y="56"/>
                    </a:cubicBezTo>
                    <a:cubicBezTo>
                      <a:pt x="24" y="55"/>
                      <a:pt x="24" y="56"/>
                      <a:pt x="24" y="56"/>
                    </a:cubicBezTo>
                    <a:cubicBezTo>
                      <a:pt x="24" y="56"/>
                      <a:pt x="25" y="57"/>
                      <a:pt x="24" y="58"/>
                    </a:cubicBezTo>
                    <a:cubicBezTo>
                      <a:pt x="25" y="58"/>
                      <a:pt x="24" y="58"/>
                      <a:pt x="24" y="59"/>
                    </a:cubicBezTo>
                    <a:cubicBezTo>
                      <a:pt x="24" y="59"/>
                      <a:pt x="24" y="58"/>
                      <a:pt x="25" y="57"/>
                    </a:cubicBezTo>
                    <a:cubicBezTo>
                      <a:pt x="25" y="57"/>
                      <a:pt x="25" y="58"/>
                      <a:pt x="26" y="58"/>
                    </a:cubicBezTo>
                    <a:cubicBezTo>
                      <a:pt x="26" y="58"/>
                      <a:pt x="26" y="58"/>
                      <a:pt x="26" y="57"/>
                    </a:cubicBezTo>
                    <a:cubicBezTo>
                      <a:pt x="25" y="58"/>
                      <a:pt x="25" y="58"/>
                      <a:pt x="25" y="58"/>
                    </a:cubicBezTo>
                    <a:cubicBezTo>
                      <a:pt x="27" y="58"/>
                      <a:pt x="26" y="59"/>
                      <a:pt x="26" y="59"/>
                    </a:cubicBezTo>
                    <a:cubicBezTo>
                      <a:pt x="25" y="59"/>
                      <a:pt x="25" y="60"/>
                      <a:pt x="26" y="58"/>
                    </a:cubicBezTo>
                    <a:cubicBezTo>
                      <a:pt x="24" y="58"/>
                      <a:pt x="25" y="58"/>
                      <a:pt x="26" y="58"/>
                    </a:cubicBezTo>
                    <a:cubicBezTo>
                      <a:pt x="26" y="59"/>
                      <a:pt x="25" y="59"/>
                      <a:pt x="26" y="59"/>
                    </a:cubicBezTo>
                    <a:cubicBezTo>
                      <a:pt x="26" y="60"/>
                      <a:pt x="27" y="59"/>
                      <a:pt x="27" y="59"/>
                    </a:cubicBezTo>
                    <a:cubicBezTo>
                      <a:pt x="27" y="60"/>
                      <a:pt x="27" y="60"/>
                      <a:pt x="27" y="60"/>
                    </a:cubicBezTo>
                    <a:cubicBezTo>
                      <a:pt x="27" y="60"/>
                      <a:pt x="27" y="59"/>
                      <a:pt x="27" y="60"/>
                    </a:cubicBezTo>
                    <a:cubicBezTo>
                      <a:pt x="28" y="59"/>
                      <a:pt x="29" y="60"/>
                      <a:pt x="29" y="59"/>
                    </a:cubicBezTo>
                    <a:cubicBezTo>
                      <a:pt x="29" y="60"/>
                      <a:pt x="29" y="59"/>
                      <a:pt x="29" y="60"/>
                    </a:cubicBezTo>
                    <a:cubicBezTo>
                      <a:pt x="28" y="62"/>
                      <a:pt x="29" y="60"/>
                      <a:pt x="28" y="60"/>
                    </a:cubicBezTo>
                    <a:cubicBezTo>
                      <a:pt x="28" y="61"/>
                      <a:pt x="27" y="61"/>
                      <a:pt x="27" y="62"/>
                    </a:cubicBezTo>
                    <a:cubicBezTo>
                      <a:pt x="27" y="62"/>
                      <a:pt x="27" y="62"/>
                      <a:pt x="27" y="61"/>
                    </a:cubicBezTo>
                    <a:cubicBezTo>
                      <a:pt x="27" y="62"/>
                      <a:pt x="28" y="62"/>
                      <a:pt x="28" y="62"/>
                    </a:cubicBezTo>
                    <a:cubicBezTo>
                      <a:pt x="28" y="62"/>
                      <a:pt x="28" y="61"/>
                      <a:pt x="29" y="61"/>
                    </a:cubicBezTo>
                    <a:cubicBezTo>
                      <a:pt x="30" y="61"/>
                      <a:pt x="30" y="61"/>
                      <a:pt x="30" y="61"/>
                    </a:cubicBezTo>
                    <a:cubicBezTo>
                      <a:pt x="30" y="64"/>
                      <a:pt x="29" y="62"/>
                      <a:pt x="30" y="62"/>
                    </a:cubicBezTo>
                    <a:cubicBezTo>
                      <a:pt x="30" y="63"/>
                      <a:pt x="32" y="62"/>
                      <a:pt x="30" y="62"/>
                    </a:cubicBezTo>
                    <a:cubicBezTo>
                      <a:pt x="31" y="62"/>
                      <a:pt x="30" y="63"/>
                      <a:pt x="31" y="62"/>
                    </a:cubicBezTo>
                    <a:cubicBezTo>
                      <a:pt x="30" y="62"/>
                      <a:pt x="30" y="61"/>
                      <a:pt x="30" y="62"/>
                    </a:cubicBezTo>
                    <a:cubicBezTo>
                      <a:pt x="31" y="61"/>
                      <a:pt x="30" y="62"/>
                      <a:pt x="31" y="62"/>
                    </a:cubicBezTo>
                    <a:cubicBezTo>
                      <a:pt x="31" y="63"/>
                      <a:pt x="31" y="62"/>
                      <a:pt x="32" y="62"/>
                    </a:cubicBezTo>
                    <a:cubicBezTo>
                      <a:pt x="33" y="62"/>
                      <a:pt x="33" y="63"/>
                      <a:pt x="33" y="63"/>
                    </a:cubicBezTo>
                    <a:cubicBezTo>
                      <a:pt x="33" y="63"/>
                      <a:pt x="33" y="64"/>
                      <a:pt x="33" y="63"/>
                    </a:cubicBezTo>
                    <a:cubicBezTo>
                      <a:pt x="33" y="62"/>
                      <a:pt x="33" y="62"/>
                      <a:pt x="33" y="63"/>
                    </a:cubicBezTo>
                    <a:cubicBezTo>
                      <a:pt x="33" y="65"/>
                      <a:pt x="34" y="64"/>
                      <a:pt x="34" y="64"/>
                    </a:cubicBezTo>
                    <a:cubicBezTo>
                      <a:pt x="34" y="63"/>
                      <a:pt x="35" y="62"/>
                      <a:pt x="35" y="64"/>
                    </a:cubicBezTo>
                    <a:cubicBezTo>
                      <a:pt x="36" y="65"/>
                      <a:pt x="34" y="64"/>
                      <a:pt x="35" y="63"/>
                    </a:cubicBezTo>
                    <a:cubicBezTo>
                      <a:pt x="37" y="63"/>
                      <a:pt x="36" y="64"/>
                      <a:pt x="35" y="64"/>
                    </a:cubicBezTo>
                    <a:cubicBezTo>
                      <a:pt x="35" y="66"/>
                      <a:pt x="35" y="65"/>
                      <a:pt x="36" y="66"/>
                    </a:cubicBezTo>
                    <a:cubicBezTo>
                      <a:pt x="36" y="65"/>
                      <a:pt x="36" y="65"/>
                      <a:pt x="36" y="65"/>
                    </a:cubicBezTo>
                    <a:cubicBezTo>
                      <a:pt x="38" y="66"/>
                      <a:pt x="37" y="66"/>
                      <a:pt x="37" y="66"/>
                    </a:cubicBezTo>
                    <a:cubicBezTo>
                      <a:pt x="37" y="68"/>
                      <a:pt x="38" y="67"/>
                      <a:pt x="38" y="66"/>
                    </a:cubicBezTo>
                    <a:cubicBezTo>
                      <a:pt x="38" y="66"/>
                      <a:pt x="37" y="65"/>
                      <a:pt x="37" y="66"/>
                    </a:cubicBezTo>
                    <a:cubicBezTo>
                      <a:pt x="37" y="66"/>
                      <a:pt x="37" y="65"/>
                      <a:pt x="38" y="67"/>
                    </a:cubicBezTo>
                    <a:cubicBezTo>
                      <a:pt x="39" y="66"/>
                      <a:pt x="38" y="69"/>
                      <a:pt x="39" y="68"/>
                    </a:cubicBezTo>
                    <a:cubicBezTo>
                      <a:pt x="39" y="69"/>
                      <a:pt x="40" y="69"/>
                      <a:pt x="40" y="69"/>
                    </a:cubicBezTo>
                    <a:cubicBezTo>
                      <a:pt x="40" y="69"/>
                      <a:pt x="40" y="69"/>
                      <a:pt x="40" y="68"/>
                    </a:cubicBezTo>
                    <a:cubicBezTo>
                      <a:pt x="40" y="69"/>
                      <a:pt x="40" y="69"/>
                      <a:pt x="40" y="70"/>
                    </a:cubicBezTo>
                    <a:cubicBezTo>
                      <a:pt x="40" y="70"/>
                      <a:pt x="40" y="70"/>
                      <a:pt x="40" y="70"/>
                    </a:cubicBezTo>
                    <a:cubicBezTo>
                      <a:pt x="40" y="71"/>
                      <a:pt x="40" y="70"/>
                      <a:pt x="41" y="71"/>
                    </a:cubicBezTo>
                    <a:cubicBezTo>
                      <a:pt x="41" y="72"/>
                      <a:pt x="43" y="70"/>
                      <a:pt x="42" y="71"/>
                    </a:cubicBezTo>
                    <a:cubicBezTo>
                      <a:pt x="41" y="72"/>
                      <a:pt x="41" y="74"/>
                      <a:pt x="42" y="73"/>
                    </a:cubicBezTo>
                    <a:cubicBezTo>
                      <a:pt x="42" y="71"/>
                      <a:pt x="42" y="73"/>
                      <a:pt x="43" y="73"/>
                    </a:cubicBezTo>
                    <a:cubicBezTo>
                      <a:pt x="44" y="73"/>
                      <a:pt x="43" y="75"/>
                      <a:pt x="44" y="74"/>
                    </a:cubicBezTo>
                    <a:cubicBezTo>
                      <a:pt x="44" y="74"/>
                      <a:pt x="44" y="72"/>
                      <a:pt x="44" y="74"/>
                    </a:cubicBezTo>
                    <a:cubicBezTo>
                      <a:pt x="45" y="74"/>
                      <a:pt x="45" y="74"/>
                      <a:pt x="45" y="75"/>
                    </a:cubicBezTo>
                    <a:cubicBezTo>
                      <a:pt x="45" y="75"/>
                      <a:pt x="45" y="74"/>
                      <a:pt x="45" y="76"/>
                    </a:cubicBezTo>
                    <a:cubicBezTo>
                      <a:pt x="46" y="76"/>
                      <a:pt x="46" y="75"/>
                      <a:pt x="46" y="76"/>
                    </a:cubicBezTo>
                    <a:cubicBezTo>
                      <a:pt x="47" y="76"/>
                      <a:pt x="46" y="76"/>
                      <a:pt x="45" y="78"/>
                    </a:cubicBezTo>
                    <a:cubicBezTo>
                      <a:pt x="46" y="77"/>
                      <a:pt x="46" y="78"/>
                      <a:pt x="46" y="78"/>
                    </a:cubicBezTo>
                    <a:cubicBezTo>
                      <a:pt x="47" y="79"/>
                      <a:pt x="46" y="79"/>
                      <a:pt x="46" y="79"/>
                    </a:cubicBezTo>
                    <a:cubicBezTo>
                      <a:pt x="46" y="81"/>
                      <a:pt x="47" y="81"/>
                      <a:pt x="47" y="80"/>
                    </a:cubicBezTo>
                    <a:cubicBezTo>
                      <a:pt x="47" y="80"/>
                      <a:pt x="47" y="80"/>
                      <a:pt x="46" y="79"/>
                    </a:cubicBezTo>
                    <a:cubicBezTo>
                      <a:pt x="46" y="79"/>
                      <a:pt x="47" y="79"/>
                      <a:pt x="46" y="79"/>
                    </a:cubicBezTo>
                    <a:cubicBezTo>
                      <a:pt x="46" y="79"/>
                      <a:pt x="46" y="79"/>
                      <a:pt x="46" y="80"/>
                    </a:cubicBezTo>
                    <a:cubicBezTo>
                      <a:pt x="47" y="80"/>
                      <a:pt x="47" y="81"/>
                      <a:pt x="47" y="81"/>
                    </a:cubicBezTo>
                    <a:cubicBezTo>
                      <a:pt x="47" y="81"/>
                      <a:pt x="47" y="83"/>
                      <a:pt x="47" y="82"/>
                    </a:cubicBezTo>
                    <a:cubicBezTo>
                      <a:pt x="47" y="81"/>
                      <a:pt x="47" y="82"/>
                      <a:pt x="47" y="83"/>
                    </a:cubicBezTo>
                    <a:cubicBezTo>
                      <a:pt x="47" y="83"/>
                      <a:pt x="49" y="83"/>
                      <a:pt x="48" y="83"/>
                    </a:cubicBezTo>
                    <a:cubicBezTo>
                      <a:pt x="48" y="83"/>
                      <a:pt x="48" y="85"/>
                      <a:pt x="48" y="84"/>
                    </a:cubicBezTo>
                    <a:cubicBezTo>
                      <a:pt x="47" y="86"/>
                      <a:pt x="47" y="86"/>
                      <a:pt x="47" y="86"/>
                    </a:cubicBezTo>
                    <a:cubicBezTo>
                      <a:pt x="47" y="86"/>
                      <a:pt x="48" y="87"/>
                      <a:pt x="48" y="87"/>
                    </a:cubicBezTo>
                    <a:cubicBezTo>
                      <a:pt x="49" y="87"/>
                      <a:pt x="48" y="86"/>
                      <a:pt x="48" y="87"/>
                    </a:cubicBezTo>
                    <a:cubicBezTo>
                      <a:pt x="49" y="87"/>
                      <a:pt x="48" y="89"/>
                      <a:pt x="48" y="89"/>
                    </a:cubicBezTo>
                    <a:cubicBezTo>
                      <a:pt x="48" y="88"/>
                      <a:pt x="48" y="89"/>
                      <a:pt x="48" y="89"/>
                    </a:cubicBezTo>
                    <a:cubicBezTo>
                      <a:pt x="47" y="90"/>
                      <a:pt x="48" y="89"/>
                      <a:pt x="47" y="89"/>
                    </a:cubicBezTo>
                    <a:cubicBezTo>
                      <a:pt x="46" y="89"/>
                      <a:pt x="46" y="89"/>
                      <a:pt x="46" y="89"/>
                    </a:cubicBezTo>
                    <a:cubicBezTo>
                      <a:pt x="46" y="88"/>
                      <a:pt x="46" y="89"/>
                      <a:pt x="46" y="89"/>
                    </a:cubicBezTo>
                    <a:cubicBezTo>
                      <a:pt x="47" y="90"/>
                      <a:pt x="47" y="89"/>
                      <a:pt x="46" y="90"/>
                    </a:cubicBezTo>
                    <a:cubicBezTo>
                      <a:pt x="46" y="91"/>
                      <a:pt x="45" y="89"/>
                      <a:pt x="45" y="89"/>
                    </a:cubicBezTo>
                    <a:cubicBezTo>
                      <a:pt x="45" y="89"/>
                      <a:pt x="45" y="89"/>
                      <a:pt x="45" y="90"/>
                    </a:cubicBezTo>
                    <a:cubicBezTo>
                      <a:pt x="45" y="90"/>
                      <a:pt x="46" y="90"/>
                      <a:pt x="45" y="90"/>
                    </a:cubicBezTo>
                    <a:cubicBezTo>
                      <a:pt x="44" y="89"/>
                      <a:pt x="45" y="90"/>
                      <a:pt x="44" y="90"/>
                    </a:cubicBezTo>
                    <a:cubicBezTo>
                      <a:pt x="44" y="89"/>
                      <a:pt x="44" y="90"/>
                      <a:pt x="44" y="89"/>
                    </a:cubicBezTo>
                    <a:cubicBezTo>
                      <a:pt x="43" y="88"/>
                      <a:pt x="44" y="87"/>
                      <a:pt x="43" y="88"/>
                    </a:cubicBezTo>
                    <a:cubicBezTo>
                      <a:pt x="43" y="89"/>
                      <a:pt x="42" y="87"/>
                      <a:pt x="42" y="89"/>
                    </a:cubicBezTo>
                    <a:cubicBezTo>
                      <a:pt x="42" y="90"/>
                      <a:pt x="42" y="90"/>
                      <a:pt x="42" y="90"/>
                    </a:cubicBezTo>
                    <a:cubicBezTo>
                      <a:pt x="41" y="90"/>
                      <a:pt x="41" y="90"/>
                      <a:pt x="42" y="89"/>
                    </a:cubicBezTo>
                    <a:cubicBezTo>
                      <a:pt x="41" y="89"/>
                      <a:pt x="41" y="89"/>
                      <a:pt x="41" y="89"/>
                    </a:cubicBezTo>
                    <a:cubicBezTo>
                      <a:pt x="41" y="89"/>
                      <a:pt x="41" y="89"/>
                      <a:pt x="41" y="88"/>
                    </a:cubicBezTo>
                    <a:cubicBezTo>
                      <a:pt x="42" y="89"/>
                      <a:pt x="42" y="89"/>
                      <a:pt x="42" y="88"/>
                    </a:cubicBezTo>
                    <a:cubicBezTo>
                      <a:pt x="42" y="88"/>
                      <a:pt x="42" y="88"/>
                      <a:pt x="42" y="87"/>
                    </a:cubicBezTo>
                    <a:cubicBezTo>
                      <a:pt x="43" y="87"/>
                      <a:pt x="43" y="87"/>
                      <a:pt x="42" y="87"/>
                    </a:cubicBezTo>
                    <a:cubicBezTo>
                      <a:pt x="42" y="87"/>
                      <a:pt x="42" y="87"/>
                      <a:pt x="41" y="87"/>
                    </a:cubicBezTo>
                    <a:cubicBezTo>
                      <a:pt x="41" y="87"/>
                      <a:pt x="40" y="86"/>
                      <a:pt x="40" y="87"/>
                    </a:cubicBezTo>
                    <a:cubicBezTo>
                      <a:pt x="40" y="88"/>
                      <a:pt x="39" y="86"/>
                      <a:pt x="39" y="86"/>
                    </a:cubicBezTo>
                    <a:cubicBezTo>
                      <a:pt x="39" y="86"/>
                      <a:pt x="38" y="86"/>
                      <a:pt x="38" y="86"/>
                    </a:cubicBezTo>
                    <a:cubicBezTo>
                      <a:pt x="37" y="85"/>
                      <a:pt x="37" y="84"/>
                      <a:pt x="37" y="84"/>
                    </a:cubicBezTo>
                    <a:cubicBezTo>
                      <a:pt x="37" y="86"/>
                      <a:pt x="37" y="84"/>
                      <a:pt x="36" y="84"/>
                    </a:cubicBezTo>
                    <a:cubicBezTo>
                      <a:pt x="36" y="84"/>
                      <a:pt x="36" y="85"/>
                      <a:pt x="35" y="85"/>
                    </a:cubicBezTo>
                    <a:cubicBezTo>
                      <a:pt x="36" y="85"/>
                      <a:pt x="35" y="85"/>
                      <a:pt x="35" y="83"/>
                    </a:cubicBezTo>
                    <a:cubicBezTo>
                      <a:pt x="35" y="84"/>
                      <a:pt x="35" y="83"/>
                      <a:pt x="34" y="84"/>
                    </a:cubicBezTo>
                    <a:cubicBezTo>
                      <a:pt x="33" y="84"/>
                      <a:pt x="35" y="82"/>
                      <a:pt x="34" y="83"/>
                    </a:cubicBezTo>
                    <a:cubicBezTo>
                      <a:pt x="33" y="83"/>
                      <a:pt x="33" y="84"/>
                      <a:pt x="33" y="83"/>
                    </a:cubicBezTo>
                    <a:cubicBezTo>
                      <a:pt x="32" y="82"/>
                      <a:pt x="33" y="85"/>
                      <a:pt x="33" y="84"/>
                    </a:cubicBezTo>
                    <a:cubicBezTo>
                      <a:pt x="33" y="84"/>
                      <a:pt x="33" y="85"/>
                      <a:pt x="32" y="85"/>
                    </a:cubicBezTo>
                    <a:cubicBezTo>
                      <a:pt x="32" y="85"/>
                      <a:pt x="32" y="85"/>
                      <a:pt x="31" y="84"/>
                    </a:cubicBezTo>
                    <a:cubicBezTo>
                      <a:pt x="32" y="84"/>
                      <a:pt x="31" y="83"/>
                      <a:pt x="32" y="84"/>
                    </a:cubicBezTo>
                    <a:cubicBezTo>
                      <a:pt x="30" y="84"/>
                      <a:pt x="31" y="84"/>
                      <a:pt x="30" y="85"/>
                    </a:cubicBezTo>
                    <a:cubicBezTo>
                      <a:pt x="30" y="85"/>
                      <a:pt x="30" y="86"/>
                      <a:pt x="30" y="85"/>
                    </a:cubicBezTo>
                    <a:cubicBezTo>
                      <a:pt x="30" y="84"/>
                      <a:pt x="30" y="84"/>
                      <a:pt x="30" y="84"/>
                    </a:cubicBezTo>
                    <a:cubicBezTo>
                      <a:pt x="30" y="84"/>
                      <a:pt x="30" y="85"/>
                      <a:pt x="29" y="85"/>
                    </a:cubicBezTo>
                    <a:cubicBezTo>
                      <a:pt x="29" y="86"/>
                      <a:pt x="29" y="86"/>
                      <a:pt x="29" y="86"/>
                    </a:cubicBezTo>
                    <a:cubicBezTo>
                      <a:pt x="28" y="87"/>
                      <a:pt x="29" y="85"/>
                      <a:pt x="28" y="86"/>
                    </a:cubicBezTo>
                    <a:cubicBezTo>
                      <a:pt x="27" y="86"/>
                      <a:pt x="27" y="86"/>
                      <a:pt x="27" y="86"/>
                    </a:cubicBezTo>
                    <a:cubicBezTo>
                      <a:pt x="27" y="86"/>
                      <a:pt x="27" y="85"/>
                      <a:pt x="27" y="86"/>
                    </a:cubicBezTo>
                    <a:cubicBezTo>
                      <a:pt x="27" y="86"/>
                      <a:pt x="27" y="86"/>
                      <a:pt x="26" y="85"/>
                    </a:cubicBezTo>
                    <a:cubicBezTo>
                      <a:pt x="26" y="85"/>
                      <a:pt x="26" y="85"/>
                      <a:pt x="26" y="86"/>
                    </a:cubicBezTo>
                    <a:cubicBezTo>
                      <a:pt x="25" y="87"/>
                      <a:pt x="25" y="87"/>
                      <a:pt x="25" y="87"/>
                    </a:cubicBezTo>
                    <a:cubicBezTo>
                      <a:pt x="25" y="87"/>
                      <a:pt x="25" y="86"/>
                      <a:pt x="24" y="86"/>
                    </a:cubicBezTo>
                    <a:cubicBezTo>
                      <a:pt x="24" y="87"/>
                      <a:pt x="23" y="87"/>
                      <a:pt x="24" y="86"/>
                    </a:cubicBezTo>
                    <a:cubicBezTo>
                      <a:pt x="24" y="86"/>
                      <a:pt x="24" y="87"/>
                      <a:pt x="23" y="86"/>
                    </a:cubicBezTo>
                    <a:cubicBezTo>
                      <a:pt x="22" y="86"/>
                      <a:pt x="22" y="85"/>
                      <a:pt x="22" y="86"/>
                    </a:cubicBezTo>
                    <a:cubicBezTo>
                      <a:pt x="21" y="84"/>
                      <a:pt x="21" y="87"/>
                      <a:pt x="21" y="85"/>
                    </a:cubicBezTo>
                    <a:cubicBezTo>
                      <a:pt x="20" y="84"/>
                      <a:pt x="20" y="85"/>
                      <a:pt x="20" y="85"/>
                    </a:cubicBezTo>
                    <a:cubicBezTo>
                      <a:pt x="19" y="85"/>
                      <a:pt x="19" y="86"/>
                      <a:pt x="19" y="85"/>
                    </a:cubicBezTo>
                    <a:cubicBezTo>
                      <a:pt x="20" y="86"/>
                      <a:pt x="20" y="85"/>
                      <a:pt x="19" y="84"/>
                    </a:cubicBezTo>
                    <a:cubicBezTo>
                      <a:pt x="20" y="85"/>
                      <a:pt x="19" y="85"/>
                      <a:pt x="19" y="84"/>
                    </a:cubicBezTo>
                    <a:cubicBezTo>
                      <a:pt x="18" y="84"/>
                      <a:pt x="17" y="83"/>
                      <a:pt x="18" y="83"/>
                    </a:cubicBezTo>
                    <a:cubicBezTo>
                      <a:pt x="17" y="82"/>
                      <a:pt x="18" y="83"/>
                      <a:pt x="17" y="82"/>
                    </a:cubicBezTo>
                    <a:cubicBezTo>
                      <a:pt x="17" y="82"/>
                      <a:pt x="17" y="82"/>
                      <a:pt x="17" y="82"/>
                    </a:cubicBezTo>
                    <a:cubicBezTo>
                      <a:pt x="17" y="81"/>
                      <a:pt x="16" y="81"/>
                      <a:pt x="16" y="80"/>
                    </a:cubicBezTo>
                    <a:cubicBezTo>
                      <a:pt x="15" y="81"/>
                      <a:pt x="16" y="80"/>
                      <a:pt x="16" y="79"/>
                    </a:cubicBezTo>
                    <a:cubicBezTo>
                      <a:pt x="16" y="78"/>
                      <a:pt x="16" y="78"/>
                      <a:pt x="15" y="79"/>
                    </a:cubicBezTo>
                    <a:cubicBezTo>
                      <a:pt x="15" y="80"/>
                      <a:pt x="15" y="78"/>
                      <a:pt x="15" y="78"/>
                    </a:cubicBezTo>
                    <a:cubicBezTo>
                      <a:pt x="14" y="76"/>
                      <a:pt x="14" y="78"/>
                      <a:pt x="14" y="77"/>
                    </a:cubicBezTo>
                    <a:cubicBezTo>
                      <a:pt x="14" y="77"/>
                      <a:pt x="15" y="77"/>
                      <a:pt x="13" y="76"/>
                    </a:cubicBezTo>
                    <a:cubicBezTo>
                      <a:pt x="14" y="75"/>
                      <a:pt x="14" y="76"/>
                      <a:pt x="13" y="75"/>
                    </a:cubicBezTo>
                    <a:cubicBezTo>
                      <a:pt x="13" y="73"/>
                      <a:pt x="12" y="76"/>
                      <a:pt x="12" y="74"/>
                    </a:cubicBezTo>
                    <a:cubicBezTo>
                      <a:pt x="11" y="75"/>
                      <a:pt x="12" y="75"/>
                      <a:pt x="11" y="75"/>
                    </a:cubicBezTo>
                    <a:cubicBezTo>
                      <a:pt x="11" y="75"/>
                      <a:pt x="12" y="74"/>
                      <a:pt x="11" y="75"/>
                    </a:cubicBezTo>
                    <a:cubicBezTo>
                      <a:pt x="9" y="75"/>
                      <a:pt x="11" y="73"/>
                      <a:pt x="10" y="74"/>
                    </a:cubicBezTo>
                    <a:cubicBezTo>
                      <a:pt x="9" y="74"/>
                      <a:pt x="9" y="74"/>
                      <a:pt x="9" y="75"/>
                    </a:cubicBezTo>
                    <a:cubicBezTo>
                      <a:pt x="9" y="75"/>
                      <a:pt x="8" y="74"/>
                      <a:pt x="8" y="75"/>
                    </a:cubicBezTo>
                    <a:cubicBezTo>
                      <a:pt x="8" y="75"/>
                      <a:pt x="6" y="75"/>
                      <a:pt x="7" y="74"/>
                    </a:cubicBezTo>
                    <a:cubicBezTo>
                      <a:pt x="7" y="74"/>
                      <a:pt x="7" y="74"/>
                      <a:pt x="7" y="75"/>
                    </a:cubicBezTo>
                    <a:cubicBezTo>
                      <a:pt x="6" y="75"/>
                      <a:pt x="7" y="75"/>
                      <a:pt x="6" y="74"/>
                    </a:cubicBezTo>
                    <a:cubicBezTo>
                      <a:pt x="6" y="74"/>
                      <a:pt x="5" y="72"/>
                      <a:pt x="6" y="73"/>
                    </a:cubicBezTo>
                    <a:cubicBezTo>
                      <a:pt x="6" y="73"/>
                      <a:pt x="5" y="72"/>
                      <a:pt x="5" y="73"/>
                    </a:cubicBezTo>
                    <a:cubicBezTo>
                      <a:pt x="4" y="73"/>
                      <a:pt x="4" y="74"/>
                      <a:pt x="4" y="73"/>
                    </a:cubicBezTo>
                    <a:cubicBezTo>
                      <a:pt x="4" y="73"/>
                      <a:pt x="4" y="72"/>
                      <a:pt x="4" y="73"/>
                    </a:cubicBezTo>
                    <a:cubicBezTo>
                      <a:pt x="3" y="73"/>
                      <a:pt x="3" y="74"/>
                      <a:pt x="3" y="75"/>
                    </a:cubicBezTo>
                    <a:cubicBezTo>
                      <a:pt x="3" y="75"/>
                      <a:pt x="3" y="76"/>
                      <a:pt x="3" y="76"/>
                    </a:cubicBezTo>
                    <a:cubicBezTo>
                      <a:pt x="3" y="77"/>
                      <a:pt x="3" y="77"/>
                      <a:pt x="3" y="77"/>
                    </a:cubicBezTo>
                    <a:cubicBezTo>
                      <a:pt x="3" y="77"/>
                      <a:pt x="3" y="79"/>
                      <a:pt x="3" y="77"/>
                    </a:cubicBezTo>
                    <a:cubicBezTo>
                      <a:pt x="3" y="80"/>
                      <a:pt x="3" y="79"/>
                      <a:pt x="3" y="78"/>
                    </a:cubicBezTo>
                    <a:cubicBezTo>
                      <a:pt x="3" y="78"/>
                      <a:pt x="3" y="76"/>
                      <a:pt x="2" y="77"/>
                    </a:cubicBezTo>
                    <a:cubicBezTo>
                      <a:pt x="2" y="77"/>
                      <a:pt x="1" y="78"/>
                      <a:pt x="1" y="78"/>
                    </a:cubicBezTo>
                    <a:cubicBezTo>
                      <a:pt x="3" y="79"/>
                      <a:pt x="2" y="79"/>
                      <a:pt x="1" y="79"/>
                    </a:cubicBezTo>
                    <a:cubicBezTo>
                      <a:pt x="0" y="79"/>
                      <a:pt x="0" y="79"/>
                      <a:pt x="0" y="79"/>
                    </a:cubicBezTo>
                    <a:cubicBezTo>
                      <a:pt x="0" y="79"/>
                      <a:pt x="1" y="80"/>
                      <a:pt x="0" y="80"/>
                    </a:cubicBezTo>
                    <a:cubicBezTo>
                      <a:pt x="0" y="79"/>
                      <a:pt x="0" y="79"/>
                      <a:pt x="0" y="80"/>
                    </a:cubicBezTo>
                    <a:cubicBezTo>
                      <a:pt x="0" y="80"/>
                      <a:pt x="0" y="81"/>
                      <a:pt x="0" y="82"/>
                    </a:cubicBezTo>
                    <a:cubicBezTo>
                      <a:pt x="0" y="81"/>
                      <a:pt x="1" y="81"/>
                      <a:pt x="0" y="82"/>
                    </a:cubicBezTo>
                    <a:close/>
                    <a:moveTo>
                      <a:pt x="116" y="78"/>
                    </a:moveTo>
                    <a:cubicBezTo>
                      <a:pt x="116" y="77"/>
                      <a:pt x="117" y="78"/>
                      <a:pt x="116" y="78"/>
                    </a:cubicBezTo>
                    <a:cubicBezTo>
                      <a:pt x="116" y="77"/>
                      <a:pt x="116" y="78"/>
                      <a:pt x="116" y="78"/>
                    </a:cubicBezTo>
                    <a:close/>
                    <a:moveTo>
                      <a:pt x="115" y="88"/>
                    </a:moveTo>
                    <a:cubicBezTo>
                      <a:pt x="115" y="88"/>
                      <a:pt x="115" y="88"/>
                      <a:pt x="115" y="88"/>
                    </a:cubicBezTo>
                    <a:cubicBezTo>
                      <a:pt x="115" y="89"/>
                      <a:pt x="115" y="89"/>
                      <a:pt x="115" y="89"/>
                    </a:cubicBezTo>
                    <a:cubicBezTo>
                      <a:pt x="115" y="89"/>
                      <a:pt x="115" y="89"/>
                      <a:pt x="115" y="89"/>
                    </a:cubicBezTo>
                    <a:cubicBezTo>
                      <a:pt x="115" y="89"/>
                      <a:pt x="115" y="89"/>
                      <a:pt x="115" y="89"/>
                    </a:cubicBezTo>
                    <a:cubicBezTo>
                      <a:pt x="115" y="89"/>
                      <a:pt x="115" y="89"/>
                      <a:pt x="115" y="89"/>
                    </a:cubicBezTo>
                    <a:cubicBezTo>
                      <a:pt x="115" y="89"/>
                      <a:pt x="115" y="89"/>
                      <a:pt x="115" y="89"/>
                    </a:cubicBezTo>
                    <a:cubicBezTo>
                      <a:pt x="115" y="88"/>
                      <a:pt x="115" y="88"/>
                      <a:pt x="115" y="88"/>
                    </a:cubicBezTo>
                    <a:cubicBezTo>
                      <a:pt x="115" y="88"/>
                      <a:pt x="115" y="87"/>
                      <a:pt x="115" y="88"/>
                    </a:cubicBezTo>
                    <a:close/>
                    <a:moveTo>
                      <a:pt x="111" y="95"/>
                    </a:moveTo>
                    <a:cubicBezTo>
                      <a:pt x="112" y="95"/>
                      <a:pt x="112" y="95"/>
                      <a:pt x="112" y="95"/>
                    </a:cubicBezTo>
                    <a:cubicBezTo>
                      <a:pt x="112" y="95"/>
                      <a:pt x="112" y="95"/>
                      <a:pt x="112" y="95"/>
                    </a:cubicBezTo>
                    <a:cubicBezTo>
                      <a:pt x="112" y="96"/>
                      <a:pt x="112" y="96"/>
                      <a:pt x="112" y="96"/>
                    </a:cubicBezTo>
                    <a:cubicBezTo>
                      <a:pt x="111" y="96"/>
                      <a:pt x="110" y="96"/>
                      <a:pt x="111" y="95"/>
                    </a:cubicBezTo>
                    <a:close/>
                    <a:moveTo>
                      <a:pt x="91" y="129"/>
                    </a:moveTo>
                    <a:cubicBezTo>
                      <a:pt x="91" y="124"/>
                      <a:pt x="91" y="128"/>
                      <a:pt x="91" y="129"/>
                    </a:cubicBezTo>
                    <a:cubicBezTo>
                      <a:pt x="91" y="129"/>
                      <a:pt x="91" y="129"/>
                      <a:pt x="91" y="129"/>
                    </a:cubicBezTo>
                    <a:cubicBezTo>
                      <a:pt x="91" y="129"/>
                      <a:pt x="91" y="129"/>
                      <a:pt x="90" y="130"/>
                    </a:cubicBezTo>
                    <a:cubicBezTo>
                      <a:pt x="90" y="129"/>
                      <a:pt x="90" y="126"/>
                      <a:pt x="91" y="129"/>
                    </a:cubicBezTo>
                    <a:close/>
                    <a:moveTo>
                      <a:pt x="52" y="130"/>
                    </a:moveTo>
                    <a:cubicBezTo>
                      <a:pt x="52" y="130"/>
                      <a:pt x="52" y="130"/>
                      <a:pt x="52" y="130"/>
                    </a:cubicBezTo>
                    <a:cubicBezTo>
                      <a:pt x="52" y="130"/>
                      <a:pt x="52" y="130"/>
                      <a:pt x="52"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3" y="130"/>
                      <a:pt x="53" y="130"/>
                      <a:pt x="53" y="130"/>
                    </a:cubicBezTo>
                    <a:cubicBezTo>
                      <a:pt x="52" y="130"/>
                      <a:pt x="52" y="130"/>
                      <a:pt x="52" y="130"/>
                    </a:cubicBezTo>
                    <a:cubicBezTo>
                      <a:pt x="53" y="130"/>
                      <a:pt x="53" y="130"/>
                      <a:pt x="53" y="130"/>
                    </a:cubicBezTo>
                    <a:cubicBezTo>
                      <a:pt x="52" y="130"/>
                      <a:pt x="52" y="130"/>
                      <a:pt x="52" y="130"/>
                    </a:cubicBezTo>
                    <a:cubicBezTo>
                      <a:pt x="52" y="130"/>
                      <a:pt x="52" y="130"/>
                      <a:pt x="52" y="130"/>
                    </a:cubicBezTo>
                    <a:close/>
                    <a:moveTo>
                      <a:pt x="50" y="128"/>
                    </a:moveTo>
                    <a:cubicBezTo>
                      <a:pt x="50" y="128"/>
                      <a:pt x="50" y="128"/>
                      <a:pt x="50" y="128"/>
                    </a:cubicBezTo>
                    <a:cubicBezTo>
                      <a:pt x="51" y="128"/>
                      <a:pt x="51" y="128"/>
                      <a:pt x="51" y="128"/>
                    </a:cubicBezTo>
                    <a:cubicBezTo>
                      <a:pt x="50" y="128"/>
                      <a:pt x="50" y="128"/>
                      <a:pt x="50" y="128"/>
                    </a:cubicBezTo>
                    <a:cubicBezTo>
                      <a:pt x="50" y="128"/>
                      <a:pt x="50" y="128"/>
                      <a:pt x="50" y="128"/>
                    </a:cubicBezTo>
                    <a:close/>
                    <a:moveTo>
                      <a:pt x="50" y="131"/>
                    </a:moveTo>
                    <a:cubicBezTo>
                      <a:pt x="50" y="131"/>
                      <a:pt x="50" y="131"/>
                      <a:pt x="50" y="131"/>
                    </a:cubicBezTo>
                    <a:close/>
                    <a:moveTo>
                      <a:pt x="48" y="129"/>
                    </a:moveTo>
                    <a:cubicBezTo>
                      <a:pt x="49" y="129"/>
                      <a:pt x="48" y="129"/>
                      <a:pt x="48" y="129"/>
                    </a:cubicBezTo>
                    <a:cubicBezTo>
                      <a:pt x="47" y="129"/>
                      <a:pt x="48" y="128"/>
                      <a:pt x="48" y="129"/>
                    </a:cubicBezTo>
                    <a:close/>
                    <a:moveTo>
                      <a:pt x="47" y="130"/>
                    </a:moveTo>
                    <a:cubicBezTo>
                      <a:pt x="47" y="129"/>
                      <a:pt x="47" y="130"/>
                      <a:pt x="47" y="130"/>
                    </a:cubicBezTo>
                    <a:cubicBezTo>
                      <a:pt x="47" y="130"/>
                      <a:pt x="47" y="130"/>
                      <a:pt x="47" y="130"/>
                    </a:cubicBezTo>
                    <a:cubicBezTo>
                      <a:pt x="47" y="130"/>
                      <a:pt x="47" y="130"/>
                      <a:pt x="47" y="130"/>
                    </a:cubicBezTo>
                    <a:cubicBezTo>
                      <a:pt x="47" y="130"/>
                      <a:pt x="47" y="129"/>
                      <a:pt x="47" y="130"/>
                    </a:cubicBezTo>
                    <a:cubicBezTo>
                      <a:pt x="46" y="130"/>
                      <a:pt x="46" y="130"/>
                      <a:pt x="47" y="130"/>
                    </a:cubicBezTo>
                    <a:close/>
                    <a:moveTo>
                      <a:pt x="45" y="128"/>
                    </a:moveTo>
                    <a:cubicBezTo>
                      <a:pt x="45" y="127"/>
                      <a:pt x="45" y="127"/>
                      <a:pt x="45" y="127"/>
                    </a:cubicBezTo>
                    <a:cubicBezTo>
                      <a:pt x="45" y="127"/>
                      <a:pt x="45" y="127"/>
                      <a:pt x="45" y="127"/>
                    </a:cubicBezTo>
                    <a:cubicBezTo>
                      <a:pt x="45" y="129"/>
                      <a:pt x="45" y="128"/>
                      <a:pt x="45" y="128"/>
                    </a:cubicBezTo>
                    <a:close/>
                    <a:moveTo>
                      <a:pt x="41" y="128"/>
                    </a:moveTo>
                    <a:cubicBezTo>
                      <a:pt x="41" y="128"/>
                      <a:pt x="41" y="128"/>
                      <a:pt x="41" y="128"/>
                    </a:cubicBezTo>
                    <a:cubicBezTo>
                      <a:pt x="41" y="128"/>
                      <a:pt x="41" y="128"/>
                      <a:pt x="41" y="128"/>
                    </a:cubicBezTo>
                    <a:cubicBezTo>
                      <a:pt x="41" y="128"/>
                      <a:pt x="41" y="128"/>
                      <a:pt x="41" y="128"/>
                    </a:cubicBezTo>
                    <a:cubicBezTo>
                      <a:pt x="41" y="128"/>
                      <a:pt x="41" y="128"/>
                      <a:pt x="41" y="128"/>
                    </a:cubicBezTo>
                    <a:close/>
                    <a:moveTo>
                      <a:pt x="39" y="126"/>
                    </a:moveTo>
                    <a:cubicBezTo>
                      <a:pt x="39" y="126"/>
                      <a:pt x="39" y="126"/>
                      <a:pt x="39" y="126"/>
                    </a:cubicBezTo>
                    <a:cubicBezTo>
                      <a:pt x="39" y="126"/>
                      <a:pt x="39" y="126"/>
                      <a:pt x="39" y="126"/>
                    </a:cubicBezTo>
                    <a:cubicBezTo>
                      <a:pt x="39" y="126"/>
                      <a:pt x="39" y="126"/>
                      <a:pt x="39" y="126"/>
                    </a:cubicBezTo>
                    <a:close/>
                    <a:moveTo>
                      <a:pt x="38" y="124"/>
                    </a:moveTo>
                    <a:cubicBezTo>
                      <a:pt x="38" y="124"/>
                      <a:pt x="38" y="124"/>
                      <a:pt x="38" y="124"/>
                    </a:cubicBezTo>
                    <a:cubicBezTo>
                      <a:pt x="38" y="124"/>
                      <a:pt x="38" y="124"/>
                      <a:pt x="38" y="124"/>
                    </a:cubicBezTo>
                    <a:close/>
                    <a:moveTo>
                      <a:pt x="36" y="124"/>
                    </a:moveTo>
                    <a:cubicBezTo>
                      <a:pt x="36" y="124"/>
                      <a:pt x="36" y="124"/>
                      <a:pt x="36" y="124"/>
                    </a:cubicBezTo>
                    <a:cubicBezTo>
                      <a:pt x="36" y="124"/>
                      <a:pt x="36" y="124"/>
                      <a:pt x="36" y="124"/>
                    </a:cubicBezTo>
                    <a:close/>
                    <a:moveTo>
                      <a:pt x="32" y="125"/>
                    </a:moveTo>
                    <a:cubicBezTo>
                      <a:pt x="33" y="125"/>
                      <a:pt x="33" y="125"/>
                      <a:pt x="33" y="125"/>
                    </a:cubicBezTo>
                    <a:cubicBezTo>
                      <a:pt x="33" y="126"/>
                      <a:pt x="32" y="126"/>
                      <a:pt x="32" y="125"/>
                    </a:cubicBezTo>
                    <a:close/>
                    <a:moveTo>
                      <a:pt x="32" y="123"/>
                    </a:moveTo>
                    <a:cubicBezTo>
                      <a:pt x="32" y="123"/>
                      <a:pt x="32" y="123"/>
                      <a:pt x="32" y="123"/>
                    </a:cubicBezTo>
                    <a:cubicBezTo>
                      <a:pt x="32" y="123"/>
                      <a:pt x="32" y="123"/>
                      <a:pt x="32" y="123"/>
                    </a:cubicBezTo>
                    <a:cubicBezTo>
                      <a:pt x="32" y="123"/>
                      <a:pt x="32" y="123"/>
                      <a:pt x="32" y="123"/>
                    </a:cubicBezTo>
                    <a:close/>
                    <a:moveTo>
                      <a:pt x="32" y="127"/>
                    </a:moveTo>
                    <a:cubicBezTo>
                      <a:pt x="31" y="128"/>
                      <a:pt x="31" y="128"/>
                      <a:pt x="31" y="128"/>
                    </a:cubicBezTo>
                    <a:cubicBezTo>
                      <a:pt x="31" y="127"/>
                      <a:pt x="32" y="127"/>
                      <a:pt x="32" y="127"/>
                    </a:cubicBezTo>
                    <a:close/>
                    <a:moveTo>
                      <a:pt x="30" y="126"/>
                    </a:moveTo>
                    <a:cubicBezTo>
                      <a:pt x="30" y="126"/>
                      <a:pt x="30" y="126"/>
                      <a:pt x="30" y="126"/>
                    </a:cubicBezTo>
                    <a:close/>
                    <a:moveTo>
                      <a:pt x="27" y="125"/>
                    </a:moveTo>
                    <a:cubicBezTo>
                      <a:pt x="27" y="125"/>
                      <a:pt x="27" y="125"/>
                      <a:pt x="27" y="125"/>
                    </a:cubicBezTo>
                    <a:cubicBezTo>
                      <a:pt x="28" y="124"/>
                      <a:pt x="28" y="124"/>
                      <a:pt x="28" y="124"/>
                    </a:cubicBezTo>
                    <a:cubicBezTo>
                      <a:pt x="28" y="125"/>
                      <a:pt x="28" y="125"/>
                      <a:pt x="27" y="125"/>
                    </a:cubicBezTo>
                    <a:close/>
                    <a:moveTo>
                      <a:pt x="25" y="125"/>
                    </a:moveTo>
                    <a:cubicBezTo>
                      <a:pt x="25" y="125"/>
                      <a:pt x="25" y="124"/>
                      <a:pt x="25" y="125"/>
                    </a:cubicBezTo>
                    <a:cubicBezTo>
                      <a:pt x="25" y="125"/>
                      <a:pt x="25" y="125"/>
                      <a:pt x="25" y="125"/>
                    </a:cubicBezTo>
                    <a:close/>
                    <a:moveTo>
                      <a:pt x="22" y="123"/>
                    </a:moveTo>
                    <a:cubicBezTo>
                      <a:pt x="22" y="123"/>
                      <a:pt x="22" y="122"/>
                      <a:pt x="22" y="123"/>
                    </a:cubicBezTo>
                    <a:cubicBezTo>
                      <a:pt x="22" y="123"/>
                      <a:pt x="23" y="122"/>
                      <a:pt x="22" y="122"/>
                    </a:cubicBezTo>
                    <a:cubicBezTo>
                      <a:pt x="22" y="122"/>
                      <a:pt x="23" y="123"/>
                      <a:pt x="22" y="123"/>
                    </a:cubicBezTo>
                    <a:close/>
                    <a:moveTo>
                      <a:pt x="22" y="124"/>
                    </a:moveTo>
                    <a:cubicBezTo>
                      <a:pt x="22" y="124"/>
                      <a:pt x="22" y="123"/>
                      <a:pt x="22" y="123"/>
                    </a:cubicBezTo>
                    <a:cubicBezTo>
                      <a:pt x="22" y="124"/>
                      <a:pt x="22" y="124"/>
                      <a:pt x="22" y="124"/>
                    </a:cubicBezTo>
                    <a:cubicBezTo>
                      <a:pt x="22" y="124"/>
                      <a:pt x="22" y="124"/>
                      <a:pt x="22" y="124"/>
                    </a:cubicBezTo>
                    <a:cubicBezTo>
                      <a:pt x="22" y="124"/>
                      <a:pt x="22" y="124"/>
                      <a:pt x="22" y="124"/>
                    </a:cubicBezTo>
                    <a:cubicBezTo>
                      <a:pt x="22" y="124"/>
                      <a:pt x="23" y="123"/>
                      <a:pt x="22" y="124"/>
                    </a:cubicBezTo>
                    <a:cubicBezTo>
                      <a:pt x="22" y="124"/>
                      <a:pt x="22" y="123"/>
                      <a:pt x="22" y="124"/>
                    </a:cubicBezTo>
                    <a:cubicBezTo>
                      <a:pt x="22" y="123"/>
                      <a:pt x="22" y="123"/>
                      <a:pt x="22" y="124"/>
                    </a:cubicBezTo>
                    <a:close/>
                    <a:moveTo>
                      <a:pt x="22" y="123"/>
                    </a:moveTo>
                    <a:cubicBezTo>
                      <a:pt x="21" y="123"/>
                      <a:pt x="22" y="124"/>
                      <a:pt x="22" y="123"/>
                    </a:cubicBezTo>
                    <a:cubicBezTo>
                      <a:pt x="22" y="123"/>
                      <a:pt x="22" y="124"/>
                      <a:pt x="22" y="124"/>
                    </a:cubicBezTo>
                    <a:cubicBezTo>
                      <a:pt x="22" y="124"/>
                      <a:pt x="22" y="124"/>
                      <a:pt x="22" y="124"/>
                    </a:cubicBezTo>
                    <a:cubicBezTo>
                      <a:pt x="21" y="123"/>
                      <a:pt x="21" y="123"/>
                      <a:pt x="22" y="123"/>
                    </a:cubicBezTo>
                    <a:close/>
                    <a:moveTo>
                      <a:pt x="19" y="124"/>
                    </a:moveTo>
                    <a:cubicBezTo>
                      <a:pt x="20" y="125"/>
                      <a:pt x="20" y="124"/>
                      <a:pt x="20" y="124"/>
                    </a:cubicBezTo>
                    <a:cubicBezTo>
                      <a:pt x="20" y="125"/>
                      <a:pt x="20" y="125"/>
                      <a:pt x="19" y="124"/>
                    </a:cubicBezTo>
                    <a:cubicBezTo>
                      <a:pt x="19" y="125"/>
                      <a:pt x="20" y="124"/>
                      <a:pt x="19" y="124"/>
                    </a:cubicBezTo>
                    <a:close/>
                    <a:moveTo>
                      <a:pt x="17" y="123"/>
                    </a:moveTo>
                    <a:cubicBezTo>
                      <a:pt x="18" y="123"/>
                      <a:pt x="18" y="125"/>
                      <a:pt x="18" y="123"/>
                    </a:cubicBezTo>
                    <a:cubicBezTo>
                      <a:pt x="18" y="123"/>
                      <a:pt x="19" y="123"/>
                      <a:pt x="18" y="124"/>
                    </a:cubicBezTo>
                    <a:cubicBezTo>
                      <a:pt x="17" y="125"/>
                      <a:pt x="17" y="124"/>
                      <a:pt x="17" y="123"/>
                    </a:cubicBez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19" name="Freeform 142">
                <a:extLst>
                  <a:ext uri="{FF2B5EF4-FFF2-40B4-BE49-F238E27FC236}">
                    <a16:creationId xmlns:a16="http://schemas.microsoft.com/office/drawing/2014/main" id="{69961A32-3B0E-479C-9614-ED8760517570}"/>
                  </a:ext>
                </a:extLst>
              </p:cNvPr>
              <p:cNvSpPr>
                <a:spLocks/>
              </p:cNvSpPr>
              <p:nvPr/>
            </p:nvSpPr>
            <p:spPr bwMode="auto">
              <a:xfrm>
                <a:off x="4992" y="261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0" name="Freeform 143">
                <a:extLst>
                  <a:ext uri="{FF2B5EF4-FFF2-40B4-BE49-F238E27FC236}">
                    <a16:creationId xmlns:a16="http://schemas.microsoft.com/office/drawing/2014/main" id="{D20F9EBC-FE6D-4C03-A648-C530F1B4347C}"/>
                  </a:ext>
                </a:extLst>
              </p:cNvPr>
              <p:cNvSpPr>
                <a:spLocks/>
              </p:cNvSpPr>
              <p:nvPr/>
            </p:nvSpPr>
            <p:spPr bwMode="auto">
              <a:xfrm>
                <a:off x="4727" y="2605"/>
                <a:ext cx="2" cy="5"/>
              </a:xfrm>
              <a:custGeom>
                <a:avLst/>
                <a:gdLst>
                  <a:gd name="T0" fmla="*/ 0 w 1"/>
                  <a:gd name="T1" fmla="*/ 2 h 2"/>
                  <a:gd name="T2" fmla="*/ 1 w 1"/>
                  <a:gd name="T3" fmla="*/ 1 h 2"/>
                  <a:gd name="T4" fmla="*/ 0 w 1"/>
                  <a:gd name="T5" fmla="*/ 2 h 2"/>
                  <a:gd name="T6" fmla="*/ 0 w 1"/>
                  <a:gd name="T7" fmla="*/ 2 h 2"/>
                </a:gdLst>
                <a:ahLst/>
                <a:cxnLst>
                  <a:cxn ang="0">
                    <a:pos x="T0" y="T1"/>
                  </a:cxn>
                  <a:cxn ang="0">
                    <a:pos x="T2" y="T3"/>
                  </a:cxn>
                  <a:cxn ang="0">
                    <a:pos x="T4" y="T5"/>
                  </a:cxn>
                  <a:cxn ang="0">
                    <a:pos x="T6" y="T7"/>
                  </a:cxn>
                </a:cxnLst>
                <a:rect l="0" t="0" r="r" b="b"/>
                <a:pathLst>
                  <a:path w="1" h="2">
                    <a:moveTo>
                      <a:pt x="0" y="2"/>
                    </a:moveTo>
                    <a:cubicBezTo>
                      <a:pt x="1" y="0"/>
                      <a:pt x="1" y="1"/>
                      <a:pt x="1" y="1"/>
                    </a:cubicBezTo>
                    <a:cubicBezTo>
                      <a:pt x="1" y="2"/>
                      <a:pt x="1" y="1"/>
                      <a:pt x="0" y="2"/>
                    </a:cubicBezTo>
                    <a:cubicBezTo>
                      <a:pt x="0" y="2"/>
                      <a:pt x="0" y="2"/>
                      <a:pt x="0" y="2"/>
                    </a:cubicBez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1" name="Line 144">
                <a:extLst>
                  <a:ext uri="{FF2B5EF4-FFF2-40B4-BE49-F238E27FC236}">
                    <a16:creationId xmlns:a16="http://schemas.microsoft.com/office/drawing/2014/main" id="{183372F8-2019-4B6A-878B-1061BB631AC1}"/>
                  </a:ext>
                </a:extLst>
              </p:cNvPr>
              <p:cNvSpPr>
                <a:spLocks noChangeShapeType="1"/>
              </p:cNvSpPr>
              <p:nvPr/>
            </p:nvSpPr>
            <p:spPr bwMode="auto">
              <a:xfrm>
                <a:off x="4935" y="270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2" name="Line 145">
                <a:extLst>
                  <a:ext uri="{FF2B5EF4-FFF2-40B4-BE49-F238E27FC236}">
                    <a16:creationId xmlns:a16="http://schemas.microsoft.com/office/drawing/2014/main" id="{7AC8325A-4927-4BBF-8378-E270311DDB1D}"/>
                  </a:ext>
                </a:extLst>
              </p:cNvPr>
              <p:cNvSpPr>
                <a:spLocks noChangeShapeType="1"/>
              </p:cNvSpPr>
              <p:nvPr/>
            </p:nvSpPr>
            <p:spPr bwMode="auto">
              <a:xfrm>
                <a:off x="4935" y="270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3" name="Freeform 146">
                <a:extLst>
                  <a:ext uri="{FF2B5EF4-FFF2-40B4-BE49-F238E27FC236}">
                    <a16:creationId xmlns:a16="http://schemas.microsoft.com/office/drawing/2014/main" id="{95B87A2C-9D88-44CF-A0A2-3BDA48C62B6F}"/>
                  </a:ext>
                </a:extLst>
              </p:cNvPr>
              <p:cNvSpPr>
                <a:spLocks/>
              </p:cNvSpPr>
              <p:nvPr/>
            </p:nvSpPr>
            <p:spPr bwMode="auto">
              <a:xfrm>
                <a:off x="4812" y="269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4" name="Freeform 147">
                <a:extLst>
                  <a:ext uri="{FF2B5EF4-FFF2-40B4-BE49-F238E27FC236}">
                    <a16:creationId xmlns:a16="http://schemas.microsoft.com/office/drawing/2014/main" id="{F4A2F2E7-F132-4E06-878A-DA36DD6E3CBB}"/>
                  </a:ext>
                </a:extLst>
              </p:cNvPr>
              <p:cNvSpPr>
                <a:spLocks/>
              </p:cNvSpPr>
              <p:nvPr/>
            </p:nvSpPr>
            <p:spPr bwMode="auto">
              <a:xfrm>
                <a:off x="4840" y="2709"/>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5" name="Freeform 148">
                <a:extLst>
                  <a:ext uri="{FF2B5EF4-FFF2-40B4-BE49-F238E27FC236}">
                    <a16:creationId xmlns:a16="http://schemas.microsoft.com/office/drawing/2014/main" id="{03EB3187-0C31-4A83-801F-FCF3D8C815FF}"/>
                  </a:ext>
                </a:extLst>
              </p:cNvPr>
              <p:cNvSpPr>
                <a:spLocks/>
              </p:cNvSpPr>
              <p:nvPr/>
            </p:nvSpPr>
            <p:spPr bwMode="auto">
              <a:xfrm>
                <a:off x="4843" y="2707"/>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6" name="Rectangle 149">
                <a:extLst>
                  <a:ext uri="{FF2B5EF4-FFF2-40B4-BE49-F238E27FC236}">
                    <a16:creationId xmlns:a16="http://schemas.microsoft.com/office/drawing/2014/main" id="{3773D5EA-9500-4375-B7D7-9878C1E40045}"/>
                  </a:ext>
                </a:extLst>
              </p:cNvPr>
              <p:cNvSpPr>
                <a:spLocks noChangeArrowheads="1"/>
              </p:cNvSpPr>
              <p:nvPr/>
            </p:nvSpPr>
            <p:spPr bwMode="auto">
              <a:xfrm>
                <a:off x="4845"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7" name="Rectangle 150">
                <a:extLst>
                  <a:ext uri="{FF2B5EF4-FFF2-40B4-BE49-F238E27FC236}">
                    <a16:creationId xmlns:a16="http://schemas.microsoft.com/office/drawing/2014/main" id="{9A8AFED8-D9AA-4498-8783-1EC45702320A}"/>
                  </a:ext>
                </a:extLst>
              </p:cNvPr>
              <p:cNvSpPr>
                <a:spLocks noChangeArrowheads="1"/>
              </p:cNvSpPr>
              <p:nvPr/>
            </p:nvSpPr>
            <p:spPr bwMode="auto">
              <a:xfrm>
                <a:off x="4843"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8" name="Rectangle 151">
                <a:extLst>
                  <a:ext uri="{FF2B5EF4-FFF2-40B4-BE49-F238E27FC236}">
                    <a16:creationId xmlns:a16="http://schemas.microsoft.com/office/drawing/2014/main" id="{5BC87D2F-B45B-4750-AA45-20F6326CDD37}"/>
                  </a:ext>
                </a:extLst>
              </p:cNvPr>
              <p:cNvSpPr>
                <a:spLocks noChangeArrowheads="1"/>
              </p:cNvSpPr>
              <p:nvPr/>
            </p:nvSpPr>
            <p:spPr bwMode="auto">
              <a:xfrm>
                <a:off x="4843"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29" name="Rectangle 152">
                <a:extLst>
                  <a:ext uri="{FF2B5EF4-FFF2-40B4-BE49-F238E27FC236}">
                    <a16:creationId xmlns:a16="http://schemas.microsoft.com/office/drawing/2014/main" id="{8C076612-F2AB-4B5C-9DE9-7387265522AD}"/>
                  </a:ext>
                </a:extLst>
              </p:cNvPr>
              <p:cNvSpPr>
                <a:spLocks noChangeArrowheads="1"/>
              </p:cNvSpPr>
              <p:nvPr/>
            </p:nvSpPr>
            <p:spPr bwMode="auto">
              <a:xfrm>
                <a:off x="4843"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0" name="Freeform 153">
                <a:extLst>
                  <a:ext uri="{FF2B5EF4-FFF2-40B4-BE49-F238E27FC236}">
                    <a16:creationId xmlns:a16="http://schemas.microsoft.com/office/drawing/2014/main" id="{8DFFE78A-A0BC-4FC6-9842-7E21EC7CD87C}"/>
                  </a:ext>
                </a:extLst>
              </p:cNvPr>
              <p:cNvSpPr>
                <a:spLocks/>
              </p:cNvSpPr>
              <p:nvPr/>
            </p:nvSpPr>
            <p:spPr bwMode="auto">
              <a:xfrm>
                <a:off x="4845" y="2705"/>
                <a:ext cx="0" cy="2"/>
              </a:xfrm>
              <a:custGeom>
                <a:avLst/>
                <a:gdLst>
                  <a:gd name="T0" fmla="*/ 2 h 2"/>
                  <a:gd name="T1" fmla="*/ 2 h 2"/>
                  <a:gd name="T2" fmla="*/ 2 h 2"/>
                  <a:gd name="T3" fmla="*/ 2 h 2"/>
                  <a:gd name="T4" fmla="*/ 2 h 2"/>
                  <a:gd name="T5" fmla="*/ 2 h 2"/>
                  <a:gd name="T6" fmla="*/ 2 h 2"/>
                  <a:gd name="T7" fmla="*/ 0 h 2"/>
                  <a:gd name="T8" fmla="*/ 2 h 2"/>
                  <a:gd name="T9" fmla="*/ 2 h 2"/>
                  <a:gd name="T10" fmla="*/ 2 h 2"/>
                  <a:gd name="T11" fmla="*/ 2 h 2"/>
                  <a:gd name="T12" fmla="*/ 2 h 2"/>
                  <a:gd name="T13" fmla="*/ 2 h 2"/>
                  <a:gd name="T14" fmla="*/ 2 h 2"/>
                  <a:gd name="T15" fmla="*/ 2 h 2"/>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 ang="0">
                    <a:pos x="0" y="T11"/>
                  </a:cxn>
                  <a:cxn ang="0">
                    <a:pos x="0" y="T12"/>
                  </a:cxn>
                  <a:cxn ang="0">
                    <a:pos x="0" y="T13"/>
                  </a:cxn>
                  <a:cxn ang="0">
                    <a:pos x="0" y="T14"/>
                  </a:cxn>
                  <a:cxn ang="0">
                    <a:pos x="0" y="T15"/>
                  </a:cxn>
                </a:cxnLst>
                <a:rect l="0" t="0" r="r" b="b"/>
                <a:pathLst>
                  <a:path h="2">
                    <a:moveTo>
                      <a:pt x="0" y="2"/>
                    </a:moveTo>
                    <a:lnTo>
                      <a:pt x="0" y="2"/>
                    </a:lnTo>
                    <a:lnTo>
                      <a:pt x="0" y="2"/>
                    </a:lnTo>
                    <a:lnTo>
                      <a:pt x="0" y="2"/>
                    </a:lnTo>
                    <a:lnTo>
                      <a:pt x="0" y="2"/>
                    </a:lnTo>
                    <a:lnTo>
                      <a:pt x="0" y="2"/>
                    </a:lnTo>
                    <a:lnTo>
                      <a:pt x="0" y="2"/>
                    </a:lnTo>
                    <a:lnTo>
                      <a:pt x="0" y="0"/>
                    </a:lnTo>
                    <a:lnTo>
                      <a:pt x="0" y="2"/>
                    </a:lnTo>
                    <a:lnTo>
                      <a:pt x="0" y="2"/>
                    </a:lnTo>
                    <a:lnTo>
                      <a:pt x="0" y="2"/>
                    </a:lnTo>
                    <a:lnTo>
                      <a:pt x="0" y="2"/>
                    </a:lnTo>
                    <a:lnTo>
                      <a:pt x="0" y="2"/>
                    </a:lnTo>
                    <a:lnTo>
                      <a:pt x="0" y="2"/>
                    </a:lnTo>
                    <a:lnTo>
                      <a:pt x="0" y="2"/>
                    </a:lnTo>
                    <a:lnTo>
                      <a:pt x="0" y="2"/>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1" name="Rectangle 154">
                <a:extLst>
                  <a:ext uri="{FF2B5EF4-FFF2-40B4-BE49-F238E27FC236}">
                    <a16:creationId xmlns:a16="http://schemas.microsoft.com/office/drawing/2014/main" id="{743B3C35-2B14-48EF-A1BB-4E10F7244B10}"/>
                  </a:ext>
                </a:extLst>
              </p:cNvPr>
              <p:cNvSpPr>
                <a:spLocks noChangeArrowheads="1"/>
              </p:cNvSpPr>
              <p:nvPr/>
            </p:nvSpPr>
            <p:spPr bwMode="auto">
              <a:xfrm>
                <a:off x="4845"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2" name="Rectangle 155">
                <a:extLst>
                  <a:ext uri="{FF2B5EF4-FFF2-40B4-BE49-F238E27FC236}">
                    <a16:creationId xmlns:a16="http://schemas.microsoft.com/office/drawing/2014/main" id="{63AD4792-54D1-4517-AB3C-85AC89F6EE1C}"/>
                  </a:ext>
                </a:extLst>
              </p:cNvPr>
              <p:cNvSpPr>
                <a:spLocks noChangeArrowheads="1"/>
              </p:cNvSpPr>
              <p:nvPr/>
            </p:nvSpPr>
            <p:spPr bwMode="auto">
              <a:xfrm>
                <a:off x="4845"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3" name="Freeform 156">
                <a:extLst>
                  <a:ext uri="{FF2B5EF4-FFF2-40B4-BE49-F238E27FC236}">
                    <a16:creationId xmlns:a16="http://schemas.microsoft.com/office/drawing/2014/main" id="{3BB2FF2E-674B-4A2C-8485-173FDD05A421}"/>
                  </a:ext>
                </a:extLst>
              </p:cNvPr>
              <p:cNvSpPr>
                <a:spLocks/>
              </p:cNvSpPr>
              <p:nvPr/>
            </p:nvSpPr>
            <p:spPr bwMode="auto">
              <a:xfrm>
                <a:off x="4843" y="27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4" name="Rectangle 157">
                <a:extLst>
                  <a:ext uri="{FF2B5EF4-FFF2-40B4-BE49-F238E27FC236}">
                    <a16:creationId xmlns:a16="http://schemas.microsoft.com/office/drawing/2014/main" id="{FB056417-4852-4AA6-A86A-4633C7C5C80A}"/>
                  </a:ext>
                </a:extLst>
              </p:cNvPr>
              <p:cNvSpPr>
                <a:spLocks noChangeArrowheads="1"/>
              </p:cNvSpPr>
              <p:nvPr/>
            </p:nvSpPr>
            <p:spPr bwMode="auto">
              <a:xfrm>
                <a:off x="4843"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5" name="Oval 158">
                <a:extLst>
                  <a:ext uri="{FF2B5EF4-FFF2-40B4-BE49-F238E27FC236}">
                    <a16:creationId xmlns:a16="http://schemas.microsoft.com/office/drawing/2014/main" id="{C6697023-8740-481B-8CB7-0ECFED022792}"/>
                  </a:ext>
                </a:extLst>
              </p:cNvPr>
              <p:cNvSpPr>
                <a:spLocks noChangeArrowheads="1"/>
              </p:cNvSpPr>
              <p:nvPr/>
            </p:nvSpPr>
            <p:spPr bwMode="auto">
              <a:xfrm>
                <a:off x="4843" y="2707"/>
                <a:ext cx="1" cy="1"/>
              </a:xfrm>
              <a:prstGeom prst="ellipse">
                <a:avLst/>
              </a:pr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6" name="Freeform 159">
                <a:extLst>
                  <a:ext uri="{FF2B5EF4-FFF2-40B4-BE49-F238E27FC236}">
                    <a16:creationId xmlns:a16="http://schemas.microsoft.com/office/drawing/2014/main" id="{036915F5-E422-4A00-976A-FBC049B651B9}"/>
                  </a:ext>
                </a:extLst>
              </p:cNvPr>
              <p:cNvSpPr>
                <a:spLocks/>
              </p:cNvSpPr>
              <p:nvPr/>
            </p:nvSpPr>
            <p:spPr bwMode="auto">
              <a:xfrm>
                <a:off x="4935" y="2470"/>
                <a:ext cx="2" cy="3"/>
              </a:xfrm>
              <a:custGeom>
                <a:avLst/>
                <a:gdLst>
                  <a:gd name="T0" fmla="*/ 0 w 1"/>
                  <a:gd name="T1" fmla="*/ 0 h 1"/>
                  <a:gd name="T2" fmla="*/ 0 w 1"/>
                  <a:gd name="T3" fmla="*/ 0 h 1"/>
                  <a:gd name="T4" fmla="*/ 0 w 1"/>
                  <a:gd name="T5" fmla="*/ 0 h 1"/>
                </a:gdLst>
                <a:ahLst/>
                <a:cxnLst>
                  <a:cxn ang="0">
                    <a:pos x="T0" y="T1"/>
                  </a:cxn>
                  <a:cxn ang="0">
                    <a:pos x="T2" y="T3"/>
                  </a:cxn>
                  <a:cxn ang="0">
                    <a:pos x="T4" y="T5"/>
                  </a:cxn>
                </a:cxnLst>
                <a:rect l="0" t="0" r="r" b="b"/>
                <a:pathLst>
                  <a:path w="1" h="1">
                    <a:moveTo>
                      <a:pt x="0" y="0"/>
                    </a:moveTo>
                    <a:cubicBezTo>
                      <a:pt x="0" y="0"/>
                      <a:pt x="0" y="0"/>
                      <a:pt x="0" y="0"/>
                    </a:cubicBezTo>
                    <a:cubicBezTo>
                      <a:pt x="1" y="1"/>
                      <a:pt x="1" y="0"/>
                      <a:pt x="0" y="0"/>
                    </a:cubicBez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7" name="Rectangle 160">
                <a:extLst>
                  <a:ext uri="{FF2B5EF4-FFF2-40B4-BE49-F238E27FC236}">
                    <a16:creationId xmlns:a16="http://schemas.microsoft.com/office/drawing/2014/main" id="{C4E68E30-1EB1-4901-AFE2-A3324D62A7CA}"/>
                  </a:ext>
                </a:extLst>
              </p:cNvPr>
              <p:cNvSpPr>
                <a:spLocks noChangeArrowheads="1"/>
              </p:cNvSpPr>
              <p:nvPr/>
            </p:nvSpPr>
            <p:spPr bwMode="auto">
              <a:xfrm>
                <a:off x="4843" y="2707"/>
                <a:ext cx="1"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8" name="Freeform 161">
                <a:extLst>
                  <a:ext uri="{FF2B5EF4-FFF2-40B4-BE49-F238E27FC236}">
                    <a16:creationId xmlns:a16="http://schemas.microsoft.com/office/drawing/2014/main" id="{3907F118-857F-4451-ABC9-95575F015C11}"/>
                  </a:ext>
                </a:extLst>
              </p:cNvPr>
              <p:cNvSpPr>
                <a:spLocks/>
              </p:cNvSpPr>
              <p:nvPr/>
            </p:nvSpPr>
            <p:spPr bwMode="auto">
              <a:xfrm>
                <a:off x="4843" y="27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39" name="Rectangle 162">
                <a:extLst>
                  <a:ext uri="{FF2B5EF4-FFF2-40B4-BE49-F238E27FC236}">
                    <a16:creationId xmlns:a16="http://schemas.microsoft.com/office/drawing/2014/main" id="{7369D76B-A72A-4288-868E-0A05D661C40E}"/>
                  </a:ext>
                </a:extLst>
              </p:cNvPr>
              <p:cNvSpPr>
                <a:spLocks noChangeArrowheads="1"/>
              </p:cNvSpPr>
              <p:nvPr/>
            </p:nvSpPr>
            <p:spPr bwMode="auto">
              <a:xfrm>
                <a:off x="4840" y="2707"/>
                <a:ext cx="3" cy="1"/>
              </a:xfrm>
              <a:prstGeom prst="rect">
                <a:avLst/>
              </a:prstGeom>
              <a:solidFill>
                <a:srgbClr val="41BE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0" name="Freeform 163">
                <a:extLst>
                  <a:ext uri="{FF2B5EF4-FFF2-40B4-BE49-F238E27FC236}">
                    <a16:creationId xmlns:a16="http://schemas.microsoft.com/office/drawing/2014/main" id="{0FB9722C-1287-448A-8F27-1623F76220A8}"/>
                  </a:ext>
                </a:extLst>
              </p:cNvPr>
              <p:cNvSpPr>
                <a:spLocks noEditPoints="1"/>
              </p:cNvSpPr>
              <p:nvPr/>
            </p:nvSpPr>
            <p:spPr bwMode="auto">
              <a:xfrm>
                <a:off x="4743" y="2629"/>
                <a:ext cx="237" cy="87"/>
              </a:xfrm>
              <a:custGeom>
                <a:avLst/>
                <a:gdLst>
                  <a:gd name="T0" fmla="*/ 4 w 100"/>
                  <a:gd name="T1" fmla="*/ 29 h 37"/>
                  <a:gd name="T2" fmla="*/ 13 w 100"/>
                  <a:gd name="T3" fmla="*/ 27 h 37"/>
                  <a:gd name="T4" fmla="*/ 17 w 100"/>
                  <a:gd name="T5" fmla="*/ 31 h 37"/>
                  <a:gd name="T6" fmla="*/ 19 w 100"/>
                  <a:gd name="T7" fmla="*/ 28 h 37"/>
                  <a:gd name="T8" fmla="*/ 23 w 100"/>
                  <a:gd name="T9" fmla="*/ 29 h 37"/>
                  <a:gd name="T10" fmla="*/ 23 w 100"/>
                  <a:gd name="T11" fmla="*/ 28 h 37"/>
                  <a:gd name="T12" fmla="*/ 26 w 100"/>
                  <a:gd name="T13" fmla="*/ 30 h 37"/>
                  <a:gd name="T14" fmla="*/ 28 w 100"/>
                  <a:gd name="T15" fmla="*/ 30 h 37"/>
                  <a:gd name="T16" fmla="*/ 27 w 100"/>
                  <a:gd name="T17" fmla="*/ 31 h 37"/>
                  <a:gd name="T18" fmla="*/ 28 w 100"/>
                  <a:gd name="T19" fmla="*/ 33 h 37"/>
                  <a:gd name="T20" fmla="*/ 32 w 100"/>
                  <a:gd name="T21" fmla="*/ 31 h 37"/>
                  <a:gd name="T22" fmla="*/ 34 w 100"/>
                  <a:gd name="T23" fmla="*/ 32 h 37"/>
                  <a:gd name="T24" fmla="*/ 35 w 100"/>
                  <a:gd name="T25" fmla="*/ 34 h 37"/>
                  <a:gd name="T26" fmla="*/ 37 w 100"/>
                  <a:gd name="T27" fmla="*/ 34 h 37"/>
                  <a:gd name="T28" fmla="*/ 40 w 100"/>
                  <a:gd name="T29" fmla="*/ 34 h 37"/>
                  <a:gd name="T30" fmla="*/ 42 w 100"/>
                  <a:gd name="T31" fmla="*/ 33 h 37"/>
                  <a:gd name="T32" fmla="*/ 43 w 100"/>
                  <a:gd name="T33" fmla="*/ 33 h 37"/>
                  <a:gd name="T34" fmla="*/ 47 w 100"/>
                  <a:gd name="T35" fmla="*/ 33 h 37"/>
                  <a:gd name="T36" fmla="*/ 47 w 100"/>
                  <a:gd name="T37" fmla="*/ 34 h 37"/>
                  <a:gd name="T38" fmla="*/ 51 w 100"/>
                  <a:gd name="T39" fmla="*/ 35 h 37"/>
                  <a:gd name="T40" fmla="*/ 52 w 100"/>
                  <a:gd name="T41" fmla="*/ 32 h 37"/>
                  <a:gd name="T42" fmla="*/ 59 w 100"/>
                  <a:gd name="T43" fmla="*/ 33 h 37"/>
                  <a:gd name="T44" fmla="*/ 63 w 100"/>
                  <a:gd name="T45" fmla="*/ 31 h 37"/>
                  <a:gd name="T46" fmla="*/ 67 w 100"/>
                  <a:gd name="T47" fmla="*/ 36 h 37"/>
                  <a:gd name="T48" fmla="*/ 72 w 100"/>
                  <a:gd name="T49" fmla="*/ 37 h 37"/>
                  <a:gd name="T50" fmla="*/ 82 w 100"/>
                  <a:gd name="T51" fmla="*/ 34 h 37"/>
                  <a:gd name="T52" fmla="*/ 85 w 100"/>
                  <a:gd name="T53" fmla="*/ 30 h 37"/>
                  <a:gd name="T54" fmla="*/ 88 w 100"/>
                  <a:gd name="T55" fmla="*/ 28 h 37"/>
                  <a:gd name="T56" fmla="*/ 94 w 100"/>
                  <a:gd name="T57" fmla="*/ 27 h 37"/>
                  <a:gd name="T58" fmla="*/ 99 w 100"/>
                  <a:gd name="T59" fmla="*/ 26 h 37"/>
                  <a:gd name="T60" fmla="*/ 92 w 100"/>
                  <a:gd name="T61" fmla="*/ 21 h 37"/>
                  <a:gd name="T62" fmla="*/ 91 w 100"/>
                  <a:gd name="T63" fmla="*/ 13 h 37"/>
                  <a:gd name="T64" fmla="*/ 89 w 100"/>
                  <a:gd name="T65" fmla="*/ 11 h 37"/>
                  <a:gd name="T66" fmla="*/ 87 w 100"/>
                  <a:gd name="T67" fmla="*/ 6 h 37"/>
                  <a:gd name="T68" fmla="*/ 89 w 100"/>
                  <a:gd name="T69" fmla="*/ 4 h 37"/>
                  <a:gd name="T70" fmla="*/ 87 w 100"/>
                  <a:gd name="T71" fmla="*/ 4 h 37"/>
                  <a:gd name="T72" fmla="*/ 83 w 100"/>
                  <a:gd name="T73" fmla="*/ 9 h 37"/>
                  <a:gd name="T74" fmla="*/ 77 w 100"/>
                  <a:gd name="T75" fmla="*/ 12 h 37"/>
                  <a:gd name="T76" fmla="*/ 72 w 100"/>
                  <a:gd name="T77" fmla="*/ 13 h 37"/>
                  <a:gd name="T78" fmla="*/ 63 w 100"/>
                  <a:gd name="T79" fmla="*/ 7 h 37"/>
                  <a:gd name="T80" fmla="*/ 57 w 100"/>
                  <a:gd name="T81" fmla="*/ 16 h 37"/>
                  <a:gd name="T82" fmla="*/ 44 w 100"/>
                  <a:gd name="T83" fmla="*/ 14 h 37"/>
                  <a:gd name="T84" fmla="*/ 29 w 100"/>
                  <a:gd name="T85" fmla="*/ 8 h 37"/>
                  <a:gd name="T86" fmla="*/ 12 w 100"/>
                  <a:gd name="T87" fmla="*/ 6 h 37"/>
                  <a:gd name="T88" fmla="*/ 7 w 100"/>
                  <a:gd name="T89" fmla="*/ 11 h 37"/>
                  <a:gd name="T90" fmla="*/ 6 w 100"/>
                  <a:gd name="T91" fmla="*/ 25 h 37"/>
                  <a:gd name="T92" fmla="*/ 2 w 100"/>
                  <a:gd name="T93" fmla="*/ 24 h 37"/>
                  <a:gd name="T94" fmla="*/ 0 w 100"/>
                  <a:gd name="T95" fmla="*/ 23 h 37"/>
                  <a:gd name="T96" fmla="*/ 97 w 100"/>
                  <a:gd name="T97" fmla="*/ 25 h 37"/>
                  <a:gd name="T98" fmla="*/ 93 w 100"/>
                  <a:gd name="T99" fmla="*/ 25 h 37"/>
                  <a:gd name="T100" fmla="*/ 92 w 100"/>
                  <a:gd name="T101" fmla="*/ 27 h 37"/>
                  <a:gd name="T102" fmla="*/ 70 w 100"/>
                  <a:gd name="T103" fmla="*/ 36 h 37"/>
                  <a:gd name="T104" fmla="*/ 67 w 100"/>
                  <a:gd name="T105" fmla="*/ 35 h 37"/>
                  <a:gd name="T106" fmla="*/ 64 w 100"/>
                  <a:gd name="T107" fmla="*/ 30 h 37"/>
                  <a:gd name="T108" fmla="*/ 52 w 100"/>
                  <a:gd name="T109" fmla="*/ 30 h 37"/>
                  <a:gd name="T110" fmla="*/ 44 w 100"/>
                  <a:gd name="T111" fmla="*/ 30 h 37"/>
                  <a:gd name="T112" fmla="*/ 40 w 100"/>
                  <a:gd name="T113" fmla="*/ 34 h 37"/>
                  <a:gd name="T114" fmla="*/ 31 w 100"/>
                  <a:gd name="T115" fmla="*/ 31 h 37"/>
                  <a:gd name="T116" fmla="*/ 22 w 100"/>
                  <a:gd name="T117" fmla="*/ 28 h 37"/>
                  <a:gd name="T118" fmla="*/ 15 w 100"/>
                  <a:gd name="T119" fmla="*/ 2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37">
                    <a:moveTo>
                      <a:pt x="0" y="31"/>
                    </a:moveTo>
                    <a:cubicBezTo>
                      <a:pt x="0" y="31"/>
                      <a:pt x="0" y="31"/>
                      <a:pt x="0" y="31"/>
                    </a:cubicBezTo>
                    <a:cubicBezTo>
                      <a:pt x="0" y="31"/>
                      <a:pt x="0" y="31"/>
                      <a:pt x="0" y="31"/>
                    </a:cubicBezTo>
                    <a:cubicBezTo>
                      <a:pt x="0" y="31"/>
                      <a:pt x="0" y="31"/>
                      <a:pt x="0" y="31"/>
                    </a:cubicBezTo>
                    <a:cubicBezTo>
                      <a:pt x="0" y="31"/>
                      <a:pt x="0" y="32"/>
                      <a:pt x="1" y="31"/>
                    </a:cubicBezTo>
                    <a:cubicBezTo>
                      <a:pt x="1" y="31"/>
                      <a:pt x="1" y="31"/>
                      <a:pt x="1" y="31"/>
                    </a:cubicBezTo>
                    <a:cubicBezTo>
                      <a:pt x="2" y="31"/>
                      <a:pt x="2" y="31"/>
                      <a:pt x="2" y="30"/>
                    </a:cubicBezTo>
                    <a:cubicBezTo>
                      <a:pt x="2" y="30"/>
                      <a:pt x="3" y="30"/>
                      <a:pt x="3" y="31"/>
                    </a:cubicBezTo>
                    <a:cubicBezTo>
                      <a:pt x="3" y="32"/>
                      <a:pt x="2" y="30"/>
                      <a:pt x="3" y="30"/>
                    </a:cubicBezTo>
                    <a:cubicBezTo>
                      <a:pt x="3" y="30"/>
                      <a:pt x="3" y="30"/>
                      <a:pt x="3" y="30"/>
                    </a:cubicBezTo>
                    <a:cubicBezTo>
                      <a:pt x="3" y="29"/>
                      <a:pt x="3" y="29"/>
                      <a:pt x="3" y="29"/>
                    </a:cubicBezTo>
                    <a:cubicBezTo>
                      <a:pt x="3" y="29"/>
                      <a:pt x="3" y="29"/>
                      <a:pt x="3" y="29"/>
                    </a:cubicBezTo>
                    <a:cubicBezTo>
                      <a:pt x="3" y="29"/>
                      <a:pt x="3" y="29"/>
                      <a:pt x="3" y="28"/>
                    </a:cubicBezTo>
                    <a:cubicBezTo>
                      <a:pt x="4" y="29"/>
                      <a:pt x="4" y="29"/>
                      <a:pt x="4" y="29"/>
                    </a:cubicBezTo>
                    <a:cubicBezTo>
                      <a:pt x="4" y="29"/>
                      <a:pt x="4" y="29"/>
                      <a:pt x="4" y="29"/>
                    </a:cubicBezTo>
                    <a:cubicBezTo>
                      <a:pt x="4" y="29"/>
                      <a:pt x="4" y="29"/>
                      <a:pt x="4" y="29"/>
                    </a:cubicBezTo>
                    <a:cubicBezTo>
                      <a:pt x="4" y="29"/>
                      <a:pt x="4" y="29"/>
                      <a:pt x="4" y="29"/>
                    </a:cubicBezTo>
                    <a:cubicBezTo>
                      <a:pt x="4" y="30"/>
                      <a:pt x="5" y="29"/>
                      <a:pt x="5" y="29"/>
                    </a:cubicBezTo>
                    <a:cubicBezTo>
                      <a:pt x="5" y="29"/>
                      <a:pt x="5" y="29"/>
                      <a:pt x="5" y="30"/>
                    </a:cubicBezTo>
                    <a:cubicBezTo>
                      <a:pt x="6" y="30"/>
                      <a:pt x="6" y="30"/>
                      <a:pt x="6" y="30"/>
                    </a:cubicBezTo>
                    <a:cubicBezTo>
                      <a:pt x="6" y="30"/>
                      <a:pt x="6" y="30"/>
                      <a:pt x="6" y="30"/>
                    </a:cubicBezTo>
                    <a:cubicBezTo>
                      <a:pt x="6" y="30"/>
                      <a:pt x="6" y="29"/>
                      <a:pt x="6" y="29"/>
                    </a:cubicBezTo>
                    <a:cubicBezTo>
                      <a:pt x="7" y="30"/>
                      <a:pt x="7" y="31"/>
                      <a:pt x="7" y="30"/>
                    </a:cubicBezTo>
                    <a:cubicBezTo>
                      <a:pt x="7" y="30"/>
                      <a:pt x="7" y="30"/>
                      <a:pt x="7" y="30"/>
                    </a:cubicBezTo>
                    <a:cubicBezTo>
                      <a:pt x="7" y="29"/>
                      <a:pt x="7" y="28"/>
                      <a:pt x="8" y="28"/>
                    </a:cubicBezTo>
                    <a:cubicBezTo>
                      <a:pt x="8" y="28"/>
                      <a:pt x="8" y="28"/>
                      <a:pt x="9" y="28"/>
                    </a:cubicBezTo>
                    <a:cubicBezTo>
                      <a:pt x="10" y="28"/>
                      <a:pt x="10" y="28"/>
                      <a:pt x="10" y="28"/>
                    </a:cubicBezTo>
                    <a:cubicBezTo>
                      <a:pt x="10" y="28"/>
                      <a:pt x="10" y="28"/>
                      <a:pt x="11" y="28"/>
                    </a:cubicBezTo>
                    <a:cubicBezTo>
                      <a:pt x="11" y="28"/>
                      <a:pt x="11" y="29"/>
                      <a:pt x="11" y="29"/>
                    </a:cubicBezTo>
                    <a:cubicBezTo>
                      <a:pt x="11" y="29"/>
                      <a:pt x="12" y="29"/>
                      <a:pt x="12" y="29"/>
                    </a:cubicBezTo>
                    <a:cubicBezTo>
                      <a:pt x="13" y="27"/>
                      <a:pt x="13" y="27"/>
                      <a:pt x="13" y="27"/>
                    </a:cubicBezTo>
                    <a:cubicBezTo>
                      <a:pt x="13" y="28"/>
                      <a:pt x="13" y="27"/>
                      <a:pt x="13" y="27"/>
                    </a:cubicBezTo>
                    <a:cubicBezTo>
                      <a:pt x="13" y="28"/>
                      <a:pt x="13" y="28"/>
                      <a:pt x="13" y="28"/>
                    </a:cubicBezTo>
                    <a:cubicBezTo>
                      <a:pt x="13" y="27"/>
                      <a:pt x="13" y="29"/>
                      <a:pt x="13" y="28"/>
                    </a:cubicBezTo>
                    <a:cubicBezTo>
                      <a:pt x="13" y="28"/>
                      <a:pt x="13" y="28"/>
                      <a:pt x="13" y="28"/>
                    </a:cubicBezTo>
                    <a:cubicBezTo>
                      <a:pt x="13" y="29"/>
                      <a:pt x="13" y="29"/>
                      <a:pt x="13" y="29"/>
                    </a:cubicBezTo>
                    <a:cubicBezTo>
                      <a:pt x="13" y="29"/>
                      <a:pt x="13" y="29"/>
                      <a:pt x="13" y="29"/>
                    </a:cubicBezTo>
                    <a:cubicBezTo>
                      <a:pt x="14" y="29"/>
                      <a:pt x="14" y="29"/>
                      <a:pt x="14" y="29"/>
                    </a:cubicBezTo>
                    <a:cubicBezTo>
                      <a:pt x="13" y="29"/>
                      <a:pt x="13" y="29"/>
                      <a:pt x="13" y="29"/>
                    </a:cubicBezTo>
                    <a:cubicBezTo>
                      <a:pt x="13" y="29"/>
                      <a:pt x="13" y="29"/>
                      <a:pt x="13" y="30"/>
                    </a:cubicBezTo>
                    <a:cubicBezTo>
                      <a:pt x="13" y="30"/>
                      <a:pt x="13" y="30"/>
                      <a:pt x="14" y="30"/>
                    </a:cubicBezTo>
                    <a:cubicBezTo>
                      <a:pt x="14" y="29"/>
                      <a:pt x="14" y="29"/>
                      <a:pt x="15" y="29"/>
                    </a:cubicBezTo>
                    <a:cubicBezTo>
                      <a:pt x="14" y="30"/>
                      <a:pt x="14" y="31"/>
                      <a:pt x="15" y="31"/>
                    </a:cubicBezTo>
                    <a:cubicBezTo>
                      <a:pt x="14" y="31"/>
                      <a:pt x="15" y="31"/>
                      <a:pt x="15" y="31"/>
                    </a:cubicBezTo>
                    <a:cubicBezTo>
                      <a:pt x="15" y="31"/>
                      <a:pt x="15" y="30"/>
                      <a:pt x="15" y="30"/>
                    </a:cubicBezTo>
                    <a:cubicBezTo>
                      <a:pt x="15" y="31"/>
                      <a:pt x="15" y="31"/>
                      <a:pt x="15" y="31"/>
                    </a:cubicBezTo>
                    <a:cubicBezTo>
                      <a:pt x="16" y="31"/>
                      <a:pt x="15" y="31"/>
                      <a:pt x="16" y="31"/>
                    </a:cubicBezTo>
                    <a:cubicBezTo>
                      <a:pt x="16" y="31"/>
                      <a:pt x="17" y="31"/>
                      <a:pt x="17" y="31"/>
                    </a:cubicBezTo>
                    <a:cubicBezTo>
                      <a:pt x="16" y="31"/>
                      <a:pt x="16" y="31"/>
                      <a:pt x="16" y="30"/>
                    </a:cubicBezTo>
                    <a:cubicBezTo>
                      <a:pt x="16" y="30"/>
                      <a:pt x="17" y="30"/>
                      <a:pt x="17" y="30"/>
                    </a:cubicBezTo>
                    <a:cubicBezTo>
                      <a:pt x="16" y="29"/>
                      <a:pt x="16" y="31"/>
                      <a:pt x="16" y="30"/>
                    </a:cubicBezTo>
                    <a:cubicBezTo>
                      <a:pt x="16" y="29"/>
                      <a:pt x="16" y="29"/>
                      <a:pt x="16" y="29"/>
                    </a:cubicBezTo>
                    <a:cubicBezTo>
                      <a:pt x="16" y="29"/>
                      <a:pt x="16" y="29"/>
                      <a:pt x="16" y="29"/>
                    </a:cubicBezTo>
                    <a:cubicBezTo>
                      <a:pt x="16" y="28"/>
                      <a:pt x="16" y="28"/>
                      <a:pt x="16" y="29"/>
                    </a:cubicBezTo>
                    <a:cubicBezTo>
                      <a:pt x="16" y="28"/>
                      <a:pt x="17" y="28"/>
                      <a:pt x="17" y="28"/>
                    </a:cubicBezTo>
                    <a:cubicBezTo>
                      <a:pt x="18" y="29"/>
                      <a:pt x="17" y="29"/>
                      <a:pt x="17" y="29"/>
                    </a:cubicBezTo>
                    <a:cubicBezTo>
                      <a:pt x="17" y="29"/>
                      <a:pt x="17" y="30"/>
                      <a:pt x="17" y="29"/>
                    </a:cubicBezTo>
                    <a:cubicBezTo>
                      <a:pt x="18" y="28"/>
                      <a:pt x="18" y="28"/>
                      <a:pt x="18" y="28"/>
                    </a:cubicBezTo>
                    <a:cubicBezTo>
                      <a:pt x="18" y="28"/>
                      <a:pt x="18" y="28"/>
                      <a:pt x="18" y="28"/>
                    </a:cubicBezTo>
                    <a:cubicBezTo>
                      <a:pt x="18" y="28"/>
                      <a:pt x="18" y="28"/>
                      <a:pt x="18" y="28"/>
                    </a:cubicBezTo>
                    <a:cubicBezTo>
                      <a:pt x="18" y="28"/>
                      <a:pt x="19" y="27"/>
                      <a:pt x="18" y="27"/>
                    </a:cubicBezTo>
                    <a:cubicBezTo>
                      <a:pt x="19" y="26"/>
                      <a:pt x="19" y="26"/>
                      <a:pt x="19" y="27"/>
                    </a:cubicBezTo>
                    <a:cubicBezTo>
                      <a:pt x="19" y="28"/>
                      <a:pt x="19" y="27"/>
                      <a:pt x="20" y="28"/>
                    </a:cubicBezTo>
                    <a:cubicBezTo>
                      <a:pt x="19" y="29"/>
                      <a:pt x="19" y="27"/>
                      <a:pt x="19" y="28"/>
                    </a:cubicBezTo>
                    <a:cubicBezTo>
                      <a:pt x="19" y="28"/>
                      <a:pt x="18" y="28"/>
                      <a:pt x="18" y="28"/>
                    </a:cubicBezTo>
                    <a:cubicBezTo>
                      <a:pt x="18" y="29"/>
                      <a:pt x="19" y="28"/>
                      <a:pt x="19" y="28"/>
                    </a:cubicBezTo>
                    <a:cubicBezTo>
                      <a:pt x="20" y="30"/>
                      <a:pt x="20" y="30"/>
                      <a:pt x="20" y="30"/>
                    </a:cubicBezTo>
                    <a:cubicBezTo>
                      <a:pt x="20" y="29"/>
                      <a:pt x="20" y="29"/>
                      <a:pt x="20" y="29"/>
                    </a:cubicBezTo>
                    <a:cubicBezTo>
                      <a:pt x="20" y="30"/>
                      <a:pt x="20" y="30"/>
                      <a:pt x="20" y="30"/>
                    </a:cubicBezTo>
                    <a:cubicBezTo>
                      <a:pt x="21" y="29"/>
                      <a:pt x="20" y="31"/>
                      <a:pt x="21" y="31"/>
                    </a:cubicBezTo>
                    <a:cubicBezTo>
                      <a:pt x="21" y="32"/>
                      <a:pt x="21" y="31"/>
                      <a:pt x="21" y="31"/>
                    </a:cubicBezTo>
                    <a:cubicBezTo>
                      <a:pt x="21" y="31"/>
                      <a:pt x="22" y="32"/>
                      <a:pt x="22" y="31"/>
                    </a:cubicBezTo>
                    <a:cubicBezTo>
                      <a:pt x="22" y="31"/>
                      <a:pt x="23" y="31"/>
                      <a:pt x="23" y="31"/>
                    </a:cubicBezTo>
                    <a:cubicBezTo>
                      <a:pt x="23" y="31"/>
                      <a:pt x="23" y="31"/>
                      <a:pt x="23" y="31"/>
                    </a:cubicBezTo>
                    <a:cubicBezTo>
                      <a:pt x="24" y="31"/>
                      <a:pt x="24" y="31"/>
                      <a:pt x="24" y="31"/>
                    </a:cubicBezTo>
                    <a:cubicBezTo>
                      <a:pt x="24" y="30"/>
                      <a:pt x="24" y="30"/>
                      <a:pt x="24" y="30"/>
                    </a:cubicBezTo>
                    <a:cubicBezTo>
                      <a:pt x="24" y="29"/>
                      <a:pt x="24" y="29"/>
                      <a:pt x="24" y="29"/>
                    </a:cubicBezTo>
                    <a:cubicBezTo>
                      <a:pt x="24" y="29"/>
                      <a:pt x="24" y="29"/>
                      <a:pt x="24" y="29"/>
                    </a:cubicBezTo>
                    <a:cubicBezTo>
                      <a:pt x="23" y="29"/>
                      <a:pt x="24" y="29"/>
                      <a:pt x="24" y="28"/>
                    </a:cubicBezTo>
                    <a:cubicBezTo>
                      <a:pt x="23" y="29"/>
                      <a:pt x="23" y="29"/>
                      <a:pt x="23" y="29"/>
                    </a:cubicBezTo>
                    <a:cubicBezTo>
                      <a:pt x="24"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3" y="28"/>
                      <a:pt x="23" y="28"/>
                      <a:pt x="23" y="28"/>
                    </a:cubicBezTo>
                    <a:cubicBezTo>
                      <a:pt x="24" y="28"/>
                      <a:pt x="24" y="28"/>
                      <a:pt x="24" y="28"/>
                    </a:cubicBezTo>
                    <a:cubicBezTo>
                      <a:pt x="24" y="28"/>
                      <a:pt x="24" y="28"/>
                      <a:pt x="24" y="28"/>
                    </a:cubicBezTo>
                    <a:cubicBezTo>
                      <a:pt x="24" y="28"/>
                      <a:pt x="24" y="27"/>
                      <a:pt x="25" y="28"/>
                    </a:cubicBezTo>
                    <a:cubicBezTo>
                      <a:pt x="24" y="27"/>
                      <a:pt x="25" y="27"/>
                      <a:pt x="25" y="28"/>
                    </a:cubicBezTo>
                    <a:cubicBezTo>
                      <a:pt x="25" y="28"/>
                      <a:pt x="26" y="28"/>
                      <a:pt x="26" y="29"/>
                    </a:cubicBezTo>
                    <a:cubicBezTo>
                      <a:pt x="26" y="29"/>
                      <a:pt x="26" y="29"/>
                      <a:pt x="26" y="29"/>
                    </a:cubicBezTo>
                    <a:cubicBezTo>
                      <a:pt x="26" y="29"/>
                      <a:pt x="26" y="29"/>
                      <a:pt x="26" y="29"/>
                    </a:cubicBezTo>
                    <a:cubicBezTo>
                      <a:pt x="26" y="29"/>
                      <a:pt x="26" y="29"/>
                      <a:pt x="26" y="29"/>
                    </a:cubicBezTo>
                    <a:cubicBezTo>
                      <a:pt x="26" y="29"/>
                      <a:pt x="26" y="29"/>
                      <a:pt x="26" y="29"/>
                    </a:cubicBezTo>
                    <a:cubicBezTo>
                      <a:pt x="25" y="29"/>
                      <a:pt x="25" y="29"/>
                      <a:pt x="25" y="29"/>
                    </a:cubicBezTo>
                    <a:cubicBezTo>
                      <a:pt x="25" y="29"/>
                      <a:pt x="25" y="29"/>
                      <a:pt x="25"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30"/>
                      <a:pt x="26" y="30"/>
                      <a:pt x="26" y="30"/>
                    </a:cubicBezTo>
                    <a:cubicBezTo>
                      <a:pt x="26" y="29"/>
                      <a:pt x="26" y="29"/>
                      <a:pt x="26" y="30"/>
                    </a:cubicBezTo>
                    <a:cubicBezTo>
                      <a:pt x="27" y="30"/>
                      <a:pt x="27" y="30"/>
                      <a:pt x="27" y="30"/>
                    </a:cubicBezTo>
                    <a:cubicBezTo>
                      <a:pt x="27" y="29"/>
                      <a:pt x="27" y="29"/>
                      <a:pt x="28" y="30"/>
                    </a:cubicBezTo>
                    <a:cubicBezTo>
                      <a:pt x="28" y="30"/>
                      <a:pt x="28" y="30"/>
                      <a:pt x="28" y="30"/>
                    </a:cubicBezTo>
                    <a:cubicBezTo>
                      <a:pt x="28" y="30"/>
                      <a:pt x="28" y="30"/>
                      <a:pt x="28" y="30"/>
                    </a:cubicBezTo>
                    <a:cubicBezTo>
                      <a:pt x="28" y="30"/>
                      <a:pt x="28" y="30"/>
                      <a:pt x="28" y="30"/>
                    </a:cubicBezTo>
                    <a:cubicBezTo>
                      <a:pt x="28" y="30"/>
                      <a:pt x="28" y="30"/>
                      <a:pt x="28" y="30"/>
                    </a:cubicBezTo>
                    <a:cubicBezTo>
                      <a:pt x="28" y="29"/>
                      <a:pt x="28" y="29"/>
                      <a:pt x="28" y="29"/>
                    </a:cubicBezTo>
                    <a:cubicBezTo>
                      <a:pt x="27" y="29"/>
                      <a:pt x="28" y="29"/>
                      <a:pt x="28" y="29"/>
                    </a:cubicBezTo>
                    <a:cubicBezTo>
                      <a:pt x="28" y="28"/>
                      <a:pt x="28" y="29"/>
                      <a:pt x="28" y="28"/>
                    </a:cubicBezTo>
                    <a:cubicBezTo>
                      <a:pt x="28" y="28"/>
                      <a:pt x="28" y="28"/>
                      <a:pt x="28" y="28"/>
                    </a:cubicBezTo>
                    <a:cubicBezTo>
                      <a:pt x="29" y="28"/>
                      <a:pt x="29" y="28"/>
                      <a:pt x="29" y="28"/>
                    </a:cubicBezTo>
                    <a:cubicBezTo>
                      <a:pt x="28" y="29"/>
                      <a:pt x="29" y="29"/>
                      <a:pt x="29" y="29"/>
                    </a:cubicBezTo>
                    <a:cubicBezTo>
                      <a:pt x="29" y="29"/>
                      <a:pt x="29" y="29"/>
                      <a:pt x="29" y="29"/>
                    </a:cubicBezTo>
                    <a:cubicBezTo>
                      <a:pt x="29" y="30"/>
                      <a:pt x="29" y="30"/>
                      <a:pt x="29" y="30"/>
                    </a:cubicBezTo>
                    <a:cubicBezTo>
                      <a:pt x="29" y="30"/>
                      <a:pt x="29" y="30"/>
                      <a:pt x="29" y="30"/>
                    </a:cubicBezTo>
                    <a:cubicBezTo>
                      <a:pt x="29" y="30"/>
                      <a:pt x="29" y="30"/>
                      <a:pt x="29" y="30"/>
                    </a:cubicBezTo>
                    <a:cubicBezTo>
                      <a:pt x="29" y="30"/>
                      <a:pt x="29" y="30"/>
                      <a:pt x="29" y="30"/>
                    </a:cubicBezTo>
                    <a:cubicBezTo>
                      <a:pt x="28" y="30"/>
                      <a:pt x="28" y="30"/>
                      <a:pt x="28" y="30"/>
                    </a:cubicBezTo>
                    <a:cubicBezTo>
                      <a:pt x="28" y="31"/>
                      <a:pt x="28" y="31"/>
                      <a:pt x="28" y="31"/>
                    </a:cubicBezTo>
                    <a:cubicBezTo>
                      <a:pt x="28" y="32"/>
                      <a:pt x="27" y="32"/>
                      <a:pt x="27" y="31"/>
                    </a:cubicBezTo>
                    <a:cubicBezTo>
                      <a:pt x="27" y="30"/>
                      <a:pt x="28" y="31"/>
                      <a:pt x="27" y="31"/>
                    </a:cubicBezTo>
                    <a:cubicBezTo>
                      <a:pt x="28" y="30"/>
                      <a:pt x="27" y="30"/>
                      <a:pt x="27" y="30"/>
                    </a:cubicBezTo>
                    <a:cubicBezTo>
                      <a:pt x="27" y="30"/>
                      <a:pt x="26" y="31"/>
                      <a:pt x="26" y="32"/>
                    </a:cubicBezTo>
                    <a:cubicBezTo>
                      <a:pt x="26" y="31"/>
                      <a:pt x="26" y="31"/>
                      <a:pt x="26" y="31"/>
                    </a:cubicBezTo>
                    <a:cubicBezTo>
                      <a:pt x="26" y="31"/>
                      <a:pt x="27" y="32"/>
                      <a:pt x="27" y="31"/>
                    </a:cubicBezTo>
                    <a:cubicBezTo>
                      <a:pt x="27" y="31"/>
                      <a:pt x="27" y="32"/>
                      <a:pt x="26" y="32"/>
                    </a:cubicBezTo>
                    <a:cubicBezTo>
                      <a:pt x="26" y="32"/>
                      <a:pt x="26" y="32"/>
                      <a:pt x="26" y="32"/>
                    </a:cubicBezTo>
                    <a:cubicBezTo>
                      <a:pt x="26" y="32"/>
                      <a:pt x="26" y="32"/>
                      <a:pt x="26" y="32"/>
                    </a:cubicBezTo>
                    <a:cubicBezTo>
                      <a:pt x="27" y="32"/>
                      <a:pt x="27" y="32"/>
                      <a:pt x="27" y="32"/>
                    </a:cubicBezTo>
                    <a:cubicBezTo>
                      <a:pt x="27" y="33"/>
                      <a:pt x="27" y="33"/>
                      <a:pt x="27" y="33"/>
                    </a:cubicBezTo>
                    <a:cubicBezTo>
                      <a:pt x="27" y="32"/>
                      <a:pt x="27" y="32"/>
                      <a:pt x="28" y="32"/>
                    </a:cubicBezTo>
                    <a:cubicBezTo>
                      <a:pt x="28" y="33"/>
                      <a:pt x="28" y="34"/>
                      <a:pt x="28" y="33"/>
                    </a:cubicBezTo>
                    <a:cubicBezTo>
                      <a:pt x="28" y="33"/>
                      <a:pt x="28" y="33"/>
                      <a:pt x="28" y="33"/>
                    </a:cubicBezTo>
                    <a:cubicBezTo>
                      <a:pt x="28" y="33"/>
                      <a:pt x="28" y="33"/>
                      <a:pt x="28" y="33"/>
                    </a:cubicBezTo>
                    <a:cubicBezTo>
                      <a:pt x="28" y="32"/>
                      <a:pt x="28" y="32"/>
                      <a:pt x="28" y="32"/>
                    </a:cubicBezTo>
                    <a:cubicBezTo>
                      <a:pt x="29" y="32"/>
                      <a:pt x="29" y="32"/>
                      <a:pt x="28" y="33"/>
                    </a:cubicBezTo>
                    <a:cubicBezTo>
                      <a:pt x="29" y="33"/>
                      <a:pt x="29" y="33"/>
                      <a:pt x="29" y="33"/>
                    </a:cubicBezTo>
                    <a:cubicBezTo>
                      <a:pt x="29" y="33"/>
                      <a:pt x="29" y="33"/>
                      <a:pt x="29" y="32"/>
                    </a:cubicBezTo>
                    <a:cubicBezTo>
                      <a:pt x="29" y="33"/>
                      <a:pt x="29" y="32"/>
                      <a:pt x="30" y="33"/>
                    </a:cubicBezTo>
                    <a:cubicBezTo>
                      <a:pt x="30" y="32"/>
                      <a:pt x="30" y="32"/>
                      <a:pt x="30" y="32"/>
                    </a:cubicBezTo>
                    <a:cubicBezTo>
                      <a:pt x="30" y="32"/>
                      <a:pt x="30" y="32"/>
                      <a:pt x="30" y="32"/>
                    </a:cubicBezTo>
                    <a:cubicBezTo>
                      <a:pt x="31" y="32"/>
                      <a:pt x="31" y="32"/>
                      <a:pt x="31" y="31"/>
                    </a:cubicBezTo>
                    <a:cubicBezTo>
                      <a:pt x="31" y="32"/>
                      <a:pt x="31" y="30"/>
                      <a:pt x="31" y="31"/>
                    </a:cubicBezTo>
                    <a:cubicBezTo>
                      <a:pt x="31" y="31"/>
                      <a:pt x="31" y="31"/>
                      <a:pt x="31" y="31"/>
                    </a:cubicBezTo>
                    <a:cubicBezTo>
                      <a:pt x="31" y="31"/>
                      <a:pt x="31" y="31"/>
                      <a:pt x="31" y="31"/>
                    </a:cubicBezTo>
                    <a:cubicBezTo>
                      <a:pt x="32" y="31"/>
                      <a:pt x="32" y="31"/>
                      <a:pt x="32" y="31"/>
                    </a:cubicBezTo>
                    <a:cubicBezTo>
                      <a:pt x="32" y="31"/>
                      <a:pt x="32" y="31"/>
                      <a:pt x="32" y="31"/>
                    </a:cubicBezTo>
                    <a:cubicBezTo>
                      <a:pt x="32" y="31"/>
                      <a:pt x="32" y="31"/>
                      <a:pt x="32" y="31"/>
                    </a:cubicBezTo>
                    <a:cubicBezTo>
                      <a:pt x="32" y="31"/>
                      <a:pt x="32" y="31"/>
                      <a:pt x="32" y="31"/>
                    </a:cubicBezTo>
                    <a:cubicBezTo>
                      <a:pt x="32" y="31"/>
                      <a:pt x="32" y="31"/>
                      <a:pt x="32" y="31"/>
                    </a:cubicBezTo>
                    <a:cubicBezTo>
                      <a:pt x="32" y="31"/>
                      <a:pt x="32" y="31"/>
                      <a:pt x="32" y="31"/>
                    </a:cubicBezTo>
                    <a:cubicBezTo>
                      <a:pt x="32" y="31"/>
                      <a:pt x="32" y="31"/>
                      <a:pt x="32" y="31"/>
                    </a:cubicBezTo>
                    <a:cubicBezTo>
                      <a:pt x="32" y="32"/>
                      <a:pt x="32" y="31"/>
                      <a:pt x="32" y="31"/>
                    </a:cubicBezTo>
                    <a:cubicBezTo>
                      <a:pt x="32" y="31"/>
                      <a:pt x="32" y="31"/>
                      <a:pt x="32" y="31"/>
                    </a:cubicBezTo>
                    <a:cubicBezTo>
                      <a:pt x="32" y="31"/>
                      <a:pt x="32" y="31"/>
                      <a:pt x="32" y="31"/>
                    </a:cubicBezTo>
                    <a:cubicBezTo>
                      <a:pt x="32" y="31"/>
                      <a:pt x="32" y="31"/>
                      <a:pt x="32" y="31"/>
                    </a:cubicBezTo>
                    <a:cubicBezTo>
                      <a:pt x="32" y="30"/>
                      <a:pt x="33" y="31"/>
                      <a:pt x="32" y="31"/>
                    </a:cubicBezTo>
                    <a:cubicBezTo>
                      <a:pt x="33" y="32"/>
                      <a:pt x="33" y="32"/>
                      <a:pt x="33" y="32"/>
                    </a:cubicBezTo>
                    <a:cubicBezTo>
                      <a:pt x="33" y="31"/>
                      <a:pt x="33" y="31"/>
                      <a:pt x="33" y="31"/>
                    </a:cubicBezTo>
                    <a:cubicBezTo>
                      <a:pt x="33" y="31"/>
                      <a:pt x="33" y="31"/>
                      <a:pt x="33" y="31"/>
                    </a:cubicBezTo>
                    <a:cubicBezTo>
                      <a:pt x="33" y="32"/>
                      <a:pt x="33" y="32"/>
                      <a:pt x="33" y="32"/>
                    </a:cubicBezTo>
                    <a:cubicBezTo>
                      <a:pt x="33" y="32"/>
                      <a:pt x="33" y="32"/>
                      <a:pt x="33" y="32"/>
                    </a:cubicBezTo>
                    <a:cubicBezTo>
                      <a:pt x="34" y="31"/>
                      <a:pt x="33" y="32"/>
                      <a:pt x="34" y="31"/>
                    </a:cubicBezTo>
                    <a:cubicBezTo>
                      <a:pt x="34" y="31"/>
                      <a:pt x="34" y="32"/>
                      <a:pt x="34" y="31"/>
                    </a:cubicBezTo>
                    <a:cubicBezTo>
                      <a:pt x="33" y="31"/>
                      <a:pt x="34" y="32"/>
                      <a:pt x="34" y="31"/>
                    </a:cubicBezTo>
                    <a:cubicBezTo>
                      <a:pt x="34" y="31"/>
                      <a:pt x="34" y="31"/>
                      <a:pt x="34" y="31"/>
                    </a:cubicBezTo>
                    <a:cubicBezTo>
                      <a:pt x="34" y="31"/>
                      <a:pt x="34" y="31"/>
                      <a:pt x="34" y="32"/>
                    </a:cubicBezTo>
                    <a:cubicBezTo>
                      <a:pt x="34" y="32"/>
                      <a:pt x="34" y="33"/>
                      <a:pt x="34" y="32"/>
                    </a:cubicBezTo>
                    <a:cubicBezTo>
                      <a:pt x="35" y="32"/>
                      <a:pt x="35" y="32"/>
                      <a:pt x="35" y="32"/>
                    </a:cubicBezTo>
                    <a:cubicBezTo>
                      <a:pt x="35" y="32"/>
                      <a:pt x="35" y="32"/>
                      <a:pt x="35" y="32"/>
                    </a:cubicBezTo>
                    <a:cubicBezTo>
                      <a:pt x="35" y="32"/>
                      <a:pt x="35" y="32"/>
                      <a:pt x="35" y="33"/>
                    </a:cubicBezTo>
                    <a:cubicBezTo>
                      <a:pt x="36" y="33"/>
                      <a:pt x="35" y="33"/>
                      <a:pt x="36" y="34"/>
                    </a:cubicBezTo>
                    <a:cubicBezTo>
                      <a:pt x="36" y="34"/>
                      <a:pt x="36" y="34"/>
                      <a:pt x="36" y="34"/>
                    </a:cubicBezTo>
                    <a:cubicBezTo>
                      <a:pt x="36" y="35"/>
                      <a:pt x="36" y="35"/>
                      <a:pt x="36" y="35"/>
                    </a:cubicBezTo>
                    <a:cubicBezTo>
                      <a:pt x="35" y="35"/>
                      <a:pt x="35" y="35"/>
                      <a:pt x="35" y="35"/>
                    </a:cubicBezTo>
                    <a:cubicBezTo>
                      <a:pt x="35" y="35"/>
                      <a:pt x="35" y="35"/>
                      <a:pt x="35" y="35"/>
                    </a:cubicBezTo>
                    <a:cubicBezTo>
                      <a:pt x="36" y="34"/>
                      <a:pt x="36" y="34"/>
                      <a:pt x="36" y="34"/>
                    </a:cubicBezTo>
                    <a:cubicBezTo>
                      <a:pt x="35" y="34"/>
                      <a:pt x="35" y="34"/>
                      <a:pt x="35" y="34"/>
                    </a:cubicBezTo>
                    <a:cubicBezTo>
                      <a:pt x="35" y="34"/>
                      <a:pt x="35" y="34"/>
                      <a:pt x="35" y="34"/>
                    </a:cubicBezTo>
                    <a:cubicBezTo>
                      <a:pt x="35" y="34"/>
                      <a:pt x="35" y="34"/>
                      <a:pt x="35" y="34"/>
                    </a:cubicBezTo>
                    <a:cubicBezTo>
                      <a:pt x="35" y="34"/>
                      <a:pt x="35" y="34"/>
                      <a:pt x="36" y="34"/>
                    </a:cubicBezTo>
                    <a:cubicBezTo>
                      <a:pt x="35" y="34"/>
                      <a:pt x="35" y="34"/>
                      <a:pt x="35" y="34"/>
                    </a:cubicBezTo>
                    <a:cubicBezTo>
                      <a:pt x="34" y="34"/>
                      <a:pt x="35" y="35"/>
                      <a:pt x="35" y="34"/>
                    </a:cubicBezTo>
                    <a:cubicBezTo>
                      <a:pt x="35" y="34"/>
                      <a:pt x="35" y="35"/>
                      <a:pt x="35" y="34"/>
                    </a:cubicBezTo>
                    <a:cubicBezTo>
                      <a:pt x="35" y="35"/>
                      <a:pt x="35" y="35"/>
                      <a:pt x="35" y="35"/>
                    </a:cubicBezTo>
                    <a:cubicBezTo>
                      <a:pt x="35" y="35"/>
                      <a:pt x="35" y="35"/>
                      <a:pt x="35" y="35"/>
                    </a:cubicBezTo>
                    <a:cubicBezTo>
                      <a:pt x="35" y="35"/>
                      <a:pt x="35" y="35"/>
                      <a:pt x="36" y="35"/>
                    </a:cubicBezTo>
                    <a:cubicBezTo>
                      <a:pt x="36" y="35"/>
                      <a:pt x="36" y="35"/>
                      <a:pt x="36" y="35"/>
                    </a:cubicBezTo>
                    <a:cubicBezTo>
                      <a:pt x="36" y="35"/>
                      <a:pt x="36" y="35"/>
                      <a:pt x="37" y="35"/>
                    </a:cubicBezTo>
                    <a:cubicBezTo>
                      <a:pt x="37" y="35"/>
                      <a:pt x="36" y="34"/>
                      <a:pt x="37" y="35"/>
                    </a:cubicBezTo>
                    <a:cubicBezTo>
                      <a:pt x="36" y="35"/>
                      <a:pt x="37" y="35"/>
                      <a:pt x="37" y="35"/>
                    </a:cubicBezTo>
                    <a:cubicBezTo>
                      <a:pt x="37" y="35"/>
                      <a:pt x="37" y="35"/>
                      <a:pt x="37" y="35"/>
                    </a:cubicBezTo>
                    <a:cubicBezTo>
                      <a:pt x="37" y="35"/>
                      <a:pt x="37" y="35"/>
                      <a:pt x="37" y="35"/>
                    </a:cubicBezTo>
                    <a:cubicBezTo>
                      <a:pt x="37" y="34"/>
                      <a:pt x="37" y="34"/>
                      <a:pt x="37" y="34"/>
                    </a:cubicBezTo>
                    <a:cubicBezTo>
                      <a:pt x="37" y="35"/>
                      <a:pt x="37" y="35"/>
                      <a:pt x="37" y="35"/>
                    </a:cubicBezTo>
                    <a:cubicBezTo>
                      <a:pt x="37" y="35"/>
                      <a:pt x="37" y="35"/>
                      <a:pt x="37" y="35"/>
                    </a:cubicBezTo>
                    <a:cubicBezTo>
                      <a:pt x="37" y="34"/>
                      <a:pt x="37" y="34"/>
                      <a:pt x="37" y="34"/>
                    </a:cubicBezTo>
                    <a:cubicBezTo>
                      <a:pt x="37" y="34"/>
                      <a:pt x="37" y="34"/>
                      <a:pt x="36" y="34"/>
                    </a:cubicBezTo>
                    <a:cubicBezTo>
                      <a:pt x="37" y="35"/>
                      <a:pt x="36" y="34"/>
                      <a:pt x="37" y="34"/>
                    </a:cubicBezTo>
                    <a:cubicBezTo>
                      <a:pt x="37" y="34"/>
                      <a:pt x="37" y="34"/>
                      <a:pt x="37" y="34"/>
                    </a:cubicBezTo>
                    <a:cubicBezTo>
                      <a:pt x="37" y="34"/>
                      <a:pt x="37" y="33"/>
                      <a:pt x="37" y="34"/>
                    </a:cubicBezTo>
                    <a:cubicBezTo>
                      <a:pt x="37" y="33"/>
                      <a:pt x="37" y="33"/>
                      <a:pt x="37" y="33"/>
                    </a:cubicBezTo>
                    <a:cubicBezTo>
                      <a:pt x="37" y="33"/>
                      <a:pt x="37" y="33"/>
                      <a:pt x="37" y="33"/>
                    </a:cubicBezTo>
                    <a:cubicBezTo>
                      <a:pt x="37" y="33"/>
                      <a:pt x="37" y="33"/>
                      <a:pt x="37" y="33"/>
                    </a:cubicBezTo>
                    <a:cubicBezTo>
                      <a:pt x="38" y="33"/>
                      <a:pt x="38" y="33"/>
                      <a:pt x="38" y="33"/>
                    </a:cubicBezTo>
                    <a:cubicBezTo>
                      <a:pt x="38" y="33"/>
                      <a:pt x="38" y="33"/>
                      <a:pt x="38" y="33"/>
                    </a:cubicBezTo>
                    <a:cubicBezTo>
                      <a:pt x="39" y="33"/>
                      <a:pt x="39" y="32"/>
                      <a:pt x="38" y="33"/>
                    </a:cubicBezTo>
                    <a:cubicBezTo>
                      <a:pt x="38" y="33"/>
                      <a:pt x="38" y="34"/>
                      <a:pt x="38" y="34"/>
                    </a:cubicBezTo>
                    <a:cubicBezTo>
                      <a:pt x="39" y="34"/>
                      <a:pt x="39" y="34"/>
                      <a:pt x="39" y="34"/>
                    </a:cubicBezTo>
                    <a:cubicBezTo>
                      <a:pt x="39" y="34"/>
                      <a:pt x="39" y="34"/>
                      <a:pt x="39" y="34"/>
                    </a:cubicBezTo>
                    <a:cubicBezTo>
                      <a:pt x="39" y="34"/>
                      <a:pt x="39" y="34"/>
                      <a:pt x="39" y="34"/>
                    </a:cubicBezTo>
                    <a:cubicBezTo>
                      <a:pt x="39" y="35"/>
                      <a:pt x="39" y="35"/>
                      <a:pt x="39" y="35"/>
                    </a:cubicBezTo>
                    <a:cubicBezTo>
                      <a:pt x="40" y="35"/>
                      <a:pt x="40" y="35"/>
                      <a:pt x="40" y="35"/>
                    </a:cubicBezTo>
                    <a:cubicBezTo>
                      <a:pt x="40" y="35"/>
                      <a:pt x="40" y="35"/>
                      <a:pt x="40" y="35"/>
                    </a:cubicBezTo>
                    <a:cubicBezTo>
                      <a:pt x="40" y="35"/>
                      <a:pt x="40" y="35"/>
                      <a:pt x="40" y="35"/>
                    </a:cubicBezTo>
                    <a:cubicBezTo>
                      <a:pt x="40" y="34"/>
                      <a:pt x="40" y="34"/>
                      <a:pt x="40" y="34"/>
                    </a:cubicBezTo>
                    <a:cubicBezTo>
                      <a:pt x="40" y="34"/>
                      <a:pt x="40" y="34"/>
                      <a:pt x="40"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3"/>
                      <a:pt x="41" y="33"/>
                      <a:pt x="41" y="33"/>
                    </a:cubicBezTo>
                    <a:cubicBezTo>
                      <a:pt x="41" y="33"/>
                      <a:pt x="41" y="33"/>
                      <a:pt x="41" y="33"/>
                    </a:cubicBezTo>
                    <a:cubicBezTo>
                      <a:pt x="42" y="33"/>
                      <a:pt x="42" y="34"/>
                      <a:pt x="42" y="33"/>
                    </a:cubicBezTo>
                    <a:cubicBezTo>
                      <a:pt x="42" y="33"/>
                      <a:pt x="42" y="33"/>
                      <a:pt x="42" y="33"/>
                    </a:cubicBezTo>
                    <a:cubicBezTo>
                      <a:pt x="42" y="33"/>
                      <a:pt x="42" y="33"/>
                      <a:pt x="42" y="33"/>
                    </a:cubicBezTo>
                    <a:cubicBezTo>
                      <a:pt x="42" y="33"/>
                      <a:pt x="42" y="33"/>
                      <a:pt x="42" y="33"/>
                    </a:cubicBezTo>
                    <a:cubicBezTo>
                      <a:pt x="42" y="34"/>
                      <a:pt x="42" y="34"/>
                      <a:pt x="42" y="34"/>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2"/>
                      <a:pt x="42" y="34"/>
                      <a:pt x="42" y="33"/>
                    </a:cubicBezTo>
                    <a:cubicBezTo>
                      <a:pt x="42" y="32"/>
                      <a:pt x="42" y="32"/>
                      <a:pt x="42" y="32"/>
                    </a:cubicBezTo>
                    <a:cubicBezTo>
                      <a:pt x="43" y="33"/>
                      <a:pt x="43" y="33"/>
                      <a:pt x="43" y="33"/>
                    </a:cubicBezTo>
                    <a:cubicBezTo>
                      <a:pt x="43" y="33"/>
                      <a:pt x="43" y="33"/>
                      <a:pt x="43" y="33"/>
                    </a:cubicBezTo>
                    <a:cubicBezTo>
                      <a:pt x="43" y="33"/>
                      <a:pt x="43" y="33"/>
                      <a:pt x="43" y="33"/>
                    </a:cubicBezTo>
                    <a:cubicBezTo>
                      <a:pt x="43" y="33"/>
                      <a:pt x="43" y="33"/>
                      <a:pt x="43" y="33"/>
                    </a:cubicBezTo>
                    <a:cubicBezTo>
                      <a:pt x="43" y="33"/>
                      <a:pt x="43" y="33"/>
                      <a:pt x="43" y="33"/>
                    </a:cubicBezTo>
                    <a:cubicBezTo>
                      <a:pt x="43" y="33"/>
                      <a:pt x="43" y="33"/>
                      <a:pt x="43" y="33"/>
                    </a:cubicBezTo>
                    <a:cubicBezTo>
                      <a:pt x="43" y="33"/>
                      <a:pt x="43" y="33"/>
                      <a:pt x="43" y="33"/>
                    </a:cubicBezTo>
                    <a:cubicBezTo>
                      <a:pt x="43" y="33"/>
                      <a:pt x="43" y="33"/>
                      <a:pt x="43" y="33"/>
                    </a:cubicBezTo>
                    <a:cubicBezTo>
                      <a:pt x="43" y="33"/>
                      <a:pt x="43" y="34"/>
                      <a:pt x="43" y="33"/>
                    </a:cubicBezTo>
                    <a:cubicBezTo>
                      <a:pt x="44" y="33"/>
                      <a:pt x="44" y="33"/>
                      <a:pt x="44" y="33"/>
                    </a:cubicBezTo>
                    <a:cubicBezTo>
                      <a:pt x="44" y="32"/>
                      <a:pt x="44" y="32"/>
                      <a:pt x="44" y="32"/>
                    </a:cubicBezTo>
                    <a:cubicBezTo>
                      <a:pt x="43" y="32"/>
                      <a:pt x="44" y="32"/>
                      <a:pt x="44" y="32"/>
                    </a:cubicBezTo>
                    <a:cubicBezTo>
                      <a:pt x="44" y="32"/>
                      <a:pt x="44" y="31"/>
                      <a:pt x="44" y="32"/>
                    </a:cubicBezTo>
                    <a:cubicBezTo>
                      <a:pt x="45" y="32"/>
                      <a:pt x="44" y="32"/>
                      <a:pt x="44" y="32"/>
                    </a:cubicBezTo>
                    <a:cubicBezTo>
                      <a:pt x="45" y="32"/>
                      <a:pt x="44" y="33"/>
                      <a:pt x="45" y="33"/>
                    </a:cubicBezTo>
                    <a:cubicBezTo>
                      <a:pt x="44" y="32"/>
                      <a:pt x="45" y="32"/>
                      <a:pt x="45" y="32"/>
                    </a:cubicBezTo>
                    <a:cubicBezTo>
                      <a:pt x="46" y="33"/>
                      <a:pt x="46" y="33"/>
                      <a:pt x="46" y="33"/>
                    </a:cubicBezTo>
                    <a:cubicBezTo>
                      <a:pt x="46" y="33"/>
                      <a:pt x="46" y="33"/>
                      <a:pt x="46" y="33"/>
                    </a:cubicBezTo>
                    <a:cubicBezTo>
                      <a:pt x="47" y="33"/>
                      <a:pt x="47" y="33"/>
                      <a:pt x="47" y="33"/>
                    </a:cubicBezTo>
                    <a:cubicBezTo>
                      <a:pt x="47" y="33"/>
                      <a:pt x="46" y="33"/>
                      <a:pt x="47" y="33"/>
                    </a:cubicBezTo>
                    <a:cubicBezTo>
                      <a:pt x="47" y="32"/>
                      <a:pt x="47" y="32"/>
                      <a:pt x="47" y="32"/>
                    </a:cubicBezTo>
                    <a:cubicBezTo>
                      <a:pt x="47" y="32"/>
                      <a:pt x="47" y="32"/>
                      <a:pt x="47" y="32"/>
                    </a:cubicBezTo>
                    <a:cubicBezTo>
                      <a:pt x="47" y="32"/>
                      <a:pt x="47" y="32"/>
                      <a:pt x="47" y="32"/>
                    </a:cubicBezTo>
                    <a:cubicBezTo>
                      <a:pt x="47" y="32"/>
                      <a:pt x="47" y="32"/>
                      <a:pt x="47" y="32"/>
                    </a:cubicBezTo>
                    <a:cubicBezTo>
                      <a:pt x="47" y="32"/>
                      <a:pt x="47" y="32"/>
                      <a:pt x="47" y="33"/>
                    </a:cubicBezTo>
                    <a:cubicBezTo>
                      <a:pt x="47" y="33"/>
                      <a:pt x="47" y="33"/>
                      <a:pt x="47" y="33"/>
                    </a:cubicBezTo>
                    <a:cubicBezTo>
                      <a:pt x="47" y="33"/>
                      <a:pt x="47" y="33"/>
                      <a:pt x="47" y="33"/>
                    </a:cubicBezTo>
                    <a:cubicBezTo>
                      <a:pt x="47" y="33"/>
                      <a:pt x="47" y="33"/>
                      <a:pt x="47" y="33"/>
                    </a:cubicBezTo>
                    <a:cubicBezTo>
                      <a:pt x="47" y="33"/>
                      <a:pt x="47" y="33"/>
                      <a:pt x="47" y="33"/>
                    </a:cubicBezTo>
                    <a:cubicBezTo>
                      <a:pt x="47" y="33"/>
                      <a:pt x="47" y="33"/>
                      <a:pt x="47" y="33"/>
                    </a:cubicBezTo>
                    <a:cubicBezTo>
                      <a:pt x="47" y="34"/>
                      <a:pt x="47" y="34"/>
                      <a:pt x="47" y="34"/>
                    </a:cubicBezTo>
                    <a:cubicBezTo>
                      <a:pt x="47" y="34"/>
                      <a:pt x="47" y="34"/>
                      <a:pt x="47" y="34"/>
                    </a:cubicBezTo>
                    <a:cubicBezTo>
                      <a:pt x="47" y="34"/>
                      <a:pt x="47" y="34"/>
                      <a:pt x="47" y="34"/>
                    </a:cubicBezTo>
                    <a:cubicBezTo>
                      <a:pt x="47" y="34"/>
                      <a:pt x="48" y="33"/>
                      <a:pt x="47" y="34"/>
                    </a:cubicBezTo>
                    <a:cubicBezTo>
                      <a:pt x="47" y="34"/>
                      <a:pt x="47" y="34"/>
                      <a:pt x="47" y="34"/>
                    </a:cubicBezTo>
                    <a:cubicBezTo>
                      <a:pt x="48" y="34"/>
                      <a:pt x="48" y="34"/>
                      <a:pt x="48" y="34"/>
                    </a:cubicBezTo>
                    <a:cubicBezTo>
                      <a:pt x="48" y="34"/>
                      <a:pt x="48" y="35"/>
                      <a:pt x="48" y="35"/>
                    </a:cubicBezTo>
                    <a:cubicBezTo>
                      <a:pt x="48" y="34"/>
                      <a:pt x="48" y="34"/>
                      <a:pt x="48" y="34"/>
                    </a:cubicBezTo>
                    <a:cubicBezTo>
                      <a:pt x="49" y="35"/>
                      <a:pt x="49" y="35"/>
                      <a:pt x="49" y="35"/>
                    </a:cubicBezTo>
                    <a:cubicBezTo>
                      <a:pt x="49" y="34"/>
                      <a:pt x="49" y="34"/>
                      <a:pt x="49" y="34"/>
                    </a:cubicBezTo>
                    <a:cubicBezTo>
                      <a:pt x="49" y="34"/>
                      <a:pt x="49" y="34"/>
                      <a:pt x="49" y="34"/>
                    </a:cubicBezTo>
                    <a:cubicBezTo>
                      <a:pt x="49" y="33"/>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0" y="35"/>
                      <a:pt x="50" y="35"/>
                      <a:pt x="50" y="36"/>
                    </a:cubicBezTo>
                    <a:cubicBezTo>
                      <a:pt x="51" y="36"/>
                      <a:pt x="51" y="36"/>
                      <a:pt x="51" y="36"/>
                    </a:cubicBezTo>
                    <a:cubicBezTo>
                      <a:pt x="51" y="36"/>
                      <a:pt x="51" y="36"/>
                      <a:pt x="51" y="35"/>
                    </a:cubicBezTo>
                    <a:cubicBezTo>
                      <a:pt x="51" y="35"/>
                      <a:pt x="51" y="35"/>
                      <a:pt x="51" y="35"/>
                    </a:cubicBezTo>
                    <a:cubicBezTo>
                      <a:pt x="52" y="35"/>
                      <a:pt x="52" y="35"/>
                      <a:pt x="51" y="35"/>
                    </a:cubicBezTo>
                    <a:cubicBezTo>
                      <a:pt x="51" y="34"/>
                      <a:pt x="51" y="34"/>
                      <a:pt x="51" y="34"/>
                    </a:cubicBezTo>
                    <a:cubicBezTo>
                      <a:pt x="52" y="35"/>
                      <a:pt x="53" y="35"/>
                      <a:pt x="51" y="34"/>
                    </a:cubicBezTo>
                    <a:cubicBezTo>
                      <a:pt x="51" y="34"/>
                      <a:pt x="51" y="34"/>
                      <a:pt x="51" y="33"/>
                    </a:cubicBezTo>
                    <a:cubicBezTo>
                      <a:pt x="51" y="34"/>
                      <a:pt x="52" y="33"/>
                      <a:pt x="52" y="33"/>
                    </a:cubicBezTo>
                    <a:cubicBezTo>
                      <a:pt x="52" y="33"/>
                      <a:pt x="52" y="33"/>
                      <a:pt x="52" y="33"/>
                    </a:cubicBezTo>
                    <a:cubicBezTo>
                      <a:pt x="52" y="33"/>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3" y="32"/>
                      <a:pt x="52" y="31"/>
                      <a:pt x="52" y="31"/>
                    </a:cubicBezTo>
                    <a:cubicBezTo>
                      <a:pt x="53" y="33"/>
                      <a:pt x="52" y="31"/>
                      <a:pt x="53" y="31"/>
                    </a:cubicBezTo>
                    <a:cubicBezTo>
                      <a:pt x="54" y="32"/>
                      <a:pt x="54" y="31"/>
                      <a:pt x="54" y="32"/>
                    </a:cubicBezTo>
                    <a:cubicBezTo>
                      <a:pt x="53" y="32"/>
                      <a:pt x="55" y="32"/>
                      <a:pt x="55" y="32"/>
                    </a:cubicBezTo>
                    <a:cubicBezTo>
                      <a:pt x="55" y="32"/>
                      <a:pt x="55" y="32"/>
                      <a:pt x="55" y="33"/>
                    </a:cubicBezTo>
                    <a:cubicBezTo>
                      <a:pt x="55" y="33"/>
                      <a:pt x="55" y="33"/>
                      <a:pt x="55" y="33"/>
                    </a:cubicBezTo>
                    <a:cubicBezTo>
                      <a:pt x="56" y="33"/>
                      <a:pt x="56" y="33"/>
                      <a:pt x="56" y="33"/>
                    </a:cubicBezTo>
                    <a:cubicBezTo>
                      <a:pt x="56" y="33"/>
                      <a:pt x="56" y="33"/>
                      <a:pt x="56" y="33"/>
                    </a:cubicBezTo>
                    <a:cubicBezTo>
                      <a:pt x="56" y="33"/>
                      <a:pt x="56" y="35"/>
                      <a:pt x="56" y="33"/>
                    </a:cubicBezTo>
                    <a:cubicBezTo>
                      <a:pt x="56" y="33"/>
                      <a:pt x="56" y="33"/>
                      <a:pt x="56" y="33"/>
                    </a:cubicBezTo>
                    <a:cubicBezTo>
                      <a:pt x="57" y="33"/>
                      <a:pt x="57" y="34"/>
                      <a:pt x="57" y="33"/>
                    </a:cubicBezTo>
                    <a:cubicBezTo>
                      <a:pt x="58" y="34"/>
                      <a:pt x="57" y="33"/>
                      <a:pt x="58" y="33"/>
                    </a:cubicBezTo>
                    <a:cubicBezTo>
                      <a:pt x="58" y="34"/>
                      <a:pt x="58" y="34"/>
                      <a:pt x="58" y="34"/>
                    </a:cubicBezTo>
                    <a:cubicBezTo>
                      <a:pt x="59" y="33"/>
                      <a:pt x="59" y="33"/>
                      <a:pt x="59" y="33"/>
                    </a:cubicBezTo>
                    <a:cubicBezTo>
                      <a:pt x="59" y="34"/>
                      <a:pt x="58" y="34"/>
                      <a:pt x="60" y="34"/>
                    </a:cubicBezTo>
                    <a:cubicBezTo>
                      <a:pt x="59" y="34"/>
                      <a:pt x="59" y="33"/>
                      <a:pt x="60" y="33"/>
                    </a:cubicBezTo>
                    <a:cubicBezTo>
                      <a:pt x="60" y="32"/>
                      <a:pt x="60" y="34"/>
                      <a:pt x="61" y="33"/>
                    </a:cubicBezTo>
                    <a:cubicBezTo>
                      <a:pt x="61" y="32"/>
                      <a:pt x="60" y="32"/>
                      <a:pt x="60" y="32"/>
                    </a:cubicBezTo>
                    <a:cubicBezTo>
                      <a:pt x="59" y="31"/>
                      <a:pt x="59" y="31"/>
                      <a:pt x="60" y="31"/>
                    </a:cubicBezTo>
                    <a:cubicBezTo>
                      <a:pt x="60" y="31"/>
                      <a:pt x="59" y="31"/>
                      <a:pt x="59" y="30"/>
                    </a:cubicBezTo>
                    <a:cubicBezTo>
                      <a:pt x="58" y="30"/>
                      <a:pt x="60" y="30"/>
                      <a:pt x="61" y="29"/>
                    </a:cubicBezTo>
                    <a:cubicBezTo>
                      <a:pt x="61" y="30"/>
                      <a:pt x="61" y="30"/>
                      <a:pt x="61" y="30"/>
                    </a:cubicBezTo>
                    <a:cubicBezTo>
                      <a:pt x="62" y="30"/>
                      <a:pt x="62" y="30"/>
                      <a:pt x="63" y="30"/>
                    </a:cubicBezTo>
                    <a:cubicBezTo>
                      <a:pt x="63" y="30"/>
                      <a:pt x="63" y="30"/>
                      <a:pt x="63" y="30"/>
                    </a:cubicBezTo>
                    <a:cubicBezTo>
                      <a:pt x="63" y="30"/>
                      <a:pt x="63" y="30"/>
                      <a:pt x="63" y="30"/>
                    </a:cubicBezTo>
                    <a:cubicBezTo>
                      <a:pt x="63" y="29"/>
                      <a:pt x="63" y="29"/>
                      <a:pt x="63" y="30"/>
                    </a:cubicBezTo>
                    <a:cubicBezTo>
                      <a:pt x="63" y="30"/>
                      <a:pt x="63" y="30"/>
                      <a:pt x="63" y="30"/>
                    </a:cubicBezTo>
                    <a:cubicBezTo>
                      <a:pt x="63" y="30"/>
                      <a:pt x="63" y="30"/>
                      <a:pt x="63" y="30"/>
                    </a:cubicBezTo>
                    <a:cubicBezTo>
                      <a:pt x="64" y="30"/>
                      <a:pt x="64" y="30"/>
                      <a:pt x="64" y="30"/>
                    </a:cubicBezTo>
                    <a:cubicBezTo>
                      <a:pt x="64" y="29"/>
                      <a:pt x="63" y="31"/>
                      <a:pt x="63" y="31"/>
                    </a:cubicBezTo>
                    <a:cubicBezTo>
                      <a:pt x="63" y="31"/>
                      <a:pt x="63" y="31"/>
                      <a:pt x="63" y="31"/>
                    </a:cubicBezTo>
                    <a:cubicBezTo>
                      <a:pt x="63" y="32"/>
                      <a:pt x="63" y="33"/>
                      <a:pt x="63" y="33"/>
                    </a:cubicBezTo>
                    <a:cubicBezTo>
                      <a:pt x="62" y="33"/>
                      <a:pt x="63" y="34"/>
                      <a:pt x="64" y="33"/>
                    </a:cubicBezTo>
                    <a:cubicBezTo>
                      <a:pt x="64" y="33"/>
                      <a:pt x="64" y="33"/>
                      <a:pt x="64" y="33"/>
                    </a:cubicBezTo>
                    <a:cubicBezTo>
                      <a:pt x="63" y="34"/>
                      <a:pt x="63" y="33"/>
                      <a:pt x="64" y="33"/>
                    </a:cubicBezTo>
                    <a:cubicBezTo>
                      <a:pt x="64" y="32"/>
                      <a:pt x="65" y="34"/>
                      <a:pt x="65" y="34"/>
                    </a:cubicBezTo>
                    <a:cubicBezTo>
                      <a:pt x="65" y="35"/>
                      <a:pt x="65" y="35"/>
                      <a:pt x="65" y="35"/>
                    </a:cubicBezTo>
                    <a:cubicBezTo>
                      <a:pt x="65" y="35"/>
                      <a:pt x="66" y="35"/>
                      <a:pt x="66" y="36"/>
                    </a:cubicBezTo>
                    <a:cubicBezTo>
                      <a:pt x="66" y="36"/>
                      <a:pt x="66" y="36"/>
                      <a:pt x="67" y="35"/>
                    </a:cubicBezTo>
                    <a:cubicBezTo>
                      <a:pt x="67" y="35"/>
                      <a:pt x="67" y="35"/>
                      <a:pt x="67" y="35"/>
                    </a:cubicBezTo>
                    <a:cubicBezTo>
                      <a:pt x="67" y="35"/>
                      <a:pt x="67" y="35"/>
                      <a:pt x="67" y="35"/>
                    </a:cubicBezTo>
                    <a:cubicBezTo>
                      <a:pt x="67" y="36"/>
                      <a:pt x="67" y="36"/>
                      <a:pt x="67" y="36"/>
                    </a:cubicBezTo>
                    <a:cubicBezTo>
                      <a:pt x="67" y="36"/>
                      <a:pt x="66" y="36"/>
                      <a:pt x="67" y="36"/>
                    </a:cubicBezTo>
                    <a:cubicBezTo>
                      <a:pt x="67" y="36"/>
                      <a:pt x="67" y="36"/>
                      <a:pt x="67" y="37"/>
                    </a:cubicBezTo>
                    <a:cubicBezTo>
                      <a:pt x="67" y="37"/>
                      <a:pt x="67" y="37"/>
                      <a:pt x="67" y="37"/>
                    </a:cubicBezTo>
                    <a:cubicBezTo>
                      <a:pt x="67" y="36"/>
                      <a:pt x="67" y="37"/>
                      <a:pt x="67" y="36"/>
                    </a:cubicBezTo>
                    <a:cubicBezTo>
                      <a:pt x="67" y="37"/>
                      <a:pt x="68" y="36"/>
                      <a:pt x="68" y="36"/>
                    </a:cubicBezTo>
                    <a:cubicBezTo>
                      <a:pt x="68" y="35"/>
                      <a:pt x="69" y="37"/>
                      <a:pt x="68" y="36"/>
                    </a:cubicBezTo>
                    <a:cubicBezTo>
                      <a:pt x="68" y="37"/>
                      <a:pt x="68" y="37"/>
                      <a:pt x="68" y="37"/>
                    </a:cubicBezTo>
                    <a:cubicBezTo>
                      <a:pt x="68" y="37"/>
                      <a:pt x="68" y="37"/>
                      <a:pt x="68" y="37"/>
                    </a:cubicBezTo>
                    <a:cubicBezTo>
                      <a:pt x="68" y="37"/>
                      <a:pt x="68" y="37"/>
                      <a:pt x="68" y="37"/>
                    </a:cubicBezTo>
                    <a:cubicBezTo>
                      <a:pt x="68" y="37"/>
                      <a:pt x="68" y="37"/>
                      <a:pt x="68" y="37"/>
                    </a:cubicBezTo>
                    <a:cubicBezTo>
                      <a:pt x="68" y="37"/>
                      <a:pt x="68" y="37"/>
                      <a:pt x="68" y="37"/>
                    </a:cubicBezTo>
                    <a:cubicBezTo>
                      <a:pt x="68" y="37"/>
                      <a:pt x="68" y="37"/>
                      <a:pt x="68" y="37"/>
                    </a:cubicBezTo>
                    <a:cubicBezTo>
                      <a:pt x="68" y="37"/>
                      <a:pt x="68" y="37"/>
                      <a:pt x="68" y="37"/>
                    </a:cubicBezTo>
                    <a:cubicBezTo>
                      <a:pt x="68" y="37"/>
                      <a:pt x="68" y="37"/>
                      <a:pt x="68" y="37"/>
                    </a:cubicBezTo>
                    <a:cubicBezTo>
                      <a:pt x="68" y="37"/>
                      <a:pt x="68" y="37"/>
                      <a:pt x="68" y="37"/>
                    </a:cubicBezTo>
                    <a:cubicBezTo>
                      <a:pt x="69" y="36"/>
                      <a:pt x="70" y="36"/>
                      <a:pt x="70" y="37"/>
                    </a:cubicBezTo>
                    <a:cubicBezTo>
                      <a:pt x="70" y="37"/>
                      <a:pt x="70" y="37"/>
                      <a:pt x="70" y="37"/>
                    </a:cubicBezTo>
                    <a:cubicBezTo>
                      <a:pt x="71" y="37"/>
                      <a:pt x="71" y="37"/>
                      <a:pt x="71" y="37"/>
                    </a:cubicBezTo>
                    <a:cubicBezTo>
                      <a:pt x="70" y="36"/>
                      <a:pt x="70" y="36"/>
                      <a:pt x="71" y="37"/>
                    </a:cubicBezTo>
                    <a:cubicBezTo>
                      <a:pt x="71" y="36"/>
                      <a:pt x="71" y="37"/>
                      <a:pt x="72" y="37"/>
                    </a:cubicBezTo>
                    <a:cubicBezTo>
                      <a:pt x="73" y="36"/>
                      <a:pt x="73" y="37"/>
                      <a:pt x="74" y="37"/>
                    </a:cubicBezTo>
                    <a:cubicBezTo>
                      <a:pt x="74" y="36"/>
                      <a:pt x="74" y="37"/>
                      <a:pt x="74" y="36"/>
                    </a:cubicBezTo>
                    <a:cubicBezTo>
                      <a:pt x="75" y="35"/>
                      <a:pt x="75" y="37"/>
                      <a:pt x="75" y="36"/>
                    </a:cubicBezTo>
                    <a:cubicBezTo>
                      <a:pt x="76" y="36"/>
                      <a:pt x="76" y="36"/>
                      <a:pt x="76" y="36"/>
                    </a:cubicBezTo>
                    <a:cubicBezTo>
                      <a:pt x="75" y="36"/>
                      <a:pt x="76" y="34"/>
                      <a:pt x="76" y="35"/>
                    </a:cubicBezTo>
                    <a:cubicBezTo>
                      <a:pt x="76" y="35"/>
                      <a:pt x="76" y="35"/>
                      <a:pt x="76" y="35"/>
                    </a:cubicBezTo>
                    <a:cubicBezTo>
                      <a:pt x="77" y="35"/>
                      <a:pt x="77" y="35"/>
                      <a:pt x="77" y="35"/>
                    </a:cubicBezTo>
                    <a:cubicBezTo>
                      <a:pt x="77" y="35"/>
                      <a:pt x="77" y="35"/>
                      <a:pt x="77" y="35"/>
                    </a:cubicBezTo>
                    <a:cubicBezTo>
                      <a:pt x="77" y="35"/>
                      <a:pt x="77" y="36"/>
                      <a:pt x="77" y="36"/>
                    </a:cubicBezTo>
                    <a:cubicBezTo>
                      <a:pt x="78" y="36"/>
                      <a:pt x="78" y="35"/>
                      <a:pt x="79" y="36"/>
                    </a:cubicBezTo>
                    <a:cubicBezTo>
                      <a:pt x="80" y="37"/>
                      <a:pt x="80" y="37"/>
                      <a:pt x="80" y="37"/>
                    </a:cubicBezTo>
                    <a:cubicBezTo>
                      <a:pt x="81" y="37"/>
                      <a:pt x="81" y="35"/>
                      <a:pt x="80" y="35"/>
                    </a:cubicBezTo>
                    <a:cubicBezTo>
                      <a:pt x="80" y="35"/>
                      <a:pt x="80" y="35"/>
                      <a:pt x="80" y="35"/>
                    </a:cubicBezTo>
                    <a:cubicBezTo>
                      <a:pt x="81" y="34"/>
                      <a:pt x="80" y="35"/>
                      <a:pt x="81" y="35"/>
                    </a:cubicBezTo>
                    <a:cubicBezTo>
                      <a:pt x="81" y="35"/>
                      <a:pt x="82" y="36"/>
                      <a:pt x="81" y="35"/>
                    </a:cubicBezTo>
                    <a:cubicBezTo>
                      <a:pt x="81" y="35"/>
                      <a:pt x="82" y="35"/>
                      <a:pt x="82" y="34"/>
                    </a:cubicBezTo>
                    <a:cubicBezTo>
                      <a:pt x="82" y="34"/>
                      <a:pt x="82" y="35"/>
                      <a:pt x="82" y="34"/>
                    </a:cubicBezTo>
                    <a:cubicBezTo>
                      <a:pt x="82" y="33"/>
                      <a:pt x="82" y="34"/>
                      <a:pt x="82" y="33"/>
                    </a:cubicBezTo>
                    <a:cubicBezTo>
                      <a:pt x="82" y="33"/>
                      <a:pt x="81" y="33"/>
                      <a:pt x="80" y="33"/>
                    </a:cubicBezTo>
                    <a:cubicBezTo>
                      <a:pt x="80" y="32"/>
                      <a:pt x="81" y="31"/>
                      <a:pt x="81" y="32"/>
                    </a:cubicBezTo>
                    <a:cubicBezTo>
                      <a:pt x="81" y="31"/>
                      <a:pt x="81" y="32"/>
                      <a:pt x="81" y="32"/>
                    </a:cubicBezTo>
                    <a:cubicBezTo>
                      <a:pt x="81" y="32"/>
                      <a:pt x="81" y="32"/>
                      <a:pt x="81" y="32"/>
                    </a:cubicBezTo>
                    <a:cubicBezTo>
                      <a:pt x="82" y="32"/>
                      <a:pt x="83" y="31"/>
                      <a:pt x="83" y="32"/>
                    </a:cubicBezTo>
                    <a:cubicBezTo>
                      <a:pt x="83" y="31"/>
                      <a:pt x="83" y="31"/>
                      <a:pt x="83" y="31"/>
                    </a:cubicBezTo>
                    <a:cubicBezTo>
                      <a:pt x="83" y="32"/>
                      <a:pt x="83" y="31"/>
                      <a:pt x="84" y="31"/>
                    </a:cubicBezTo>
                    <a:cubicBezTo>
                      <a:pt x="84" y="31"/>
                      <a:pt x="84" y="29"/>
                      <a:pt x="84" y="30"/>
                    </a:cubicBezTo>
                    <a:cubicBezTo>
                      <a:pt x="84" y="30"/>
                      <a:pt x="84" y="30"/>
                      <a:pt x="84" y="30"/>
                    </a:cubicBezTo>
                    <a:cubicBezTo>
                      <a:pt x="84" y="30"/>
                      <a:pt x="84" y="30"/>
                      <a:pt x="84" y="30"/>
                    </a:cubicBezTo>
                    <a:cubicBezTo>
                      <a:pt x="84" y="29"/>
                      <a:pt x="84" y="29"/>
                      <a:pt x="84" y="29"/>
                    </a:cubicBezTo>
                    <a:cubicBezTo>
                      <a:pt x="84" y="30"/>
                      <a:pt x="84" y="30"/>
                      <a:pt x="84" y="30"/>
                    </a:cubicBezTo>
                    <a:cubicBezTo>
                      <a:pt x="85" y="30"/>
                      <a:pt x="85" y="30"/>
                      <a:pt x="85" y="30"/>
                    </a:cubicBezTo>
                    <a:cubicBezTo>
                      <a:pt x="85" y="30"/>
                      <a:pt x="85" y="30"/>
                      <a:pt x="85" y="30"/>
                    </a:cubicBezTo>
                    <a:cubicBezTo>
                      <a:pt x="85" y="30"/>
                      <a:pt x="85" y="30"/>
                      <a:pt x="85" y="30"/>
                    </a:cubicBezTo>
                    <a:cubicBezTo>
                      <a:pt x="85" y="30"/>
                      <a:pt x="85" y="30"/>
                      <a:pt x="85" y="30"/>
                    </a:cubicBezTo>
                    <a:cubicBezTo>
                      <a:pt x="85" y="30"/>
                      <a:pt x="85" y="30"/>
                      <a:pt x="85" y="30"/>
                    </a:cubicBezTo>
                    <a:cubicBezTo>
                      <a:pt x="85" y="30"/>
                      <a:pt x="85" y="30"/>
                      <a:pt x="86" y="30"/>
                    </a:cubicBezTo>
                    <a:cubicBezTo>
                      <a:pt x="85" y="30"/>
                      <a:pt x="86" y="30"/>
                      <a:pt x="86" y="29"/>
                    </a:cubicBezTo>
                    <a:cubicBezTo>
                      <a:pt x="86" y="30"/>
                      <a:pt x="87" y="30"/>
                      <a:pt x="87" y="30"/>
                    </a:cubicBezTo>
                    <a:cubicBezTo>
                      <a:pt x="87" y="30"/>
                      <a:pt x="87" y="29"/>
                      <a:pt x="86" y="29"/>
                    </a:cubicBezTo>
                    <a:cubicBezTo>
                      <a:pt x="86" y="29"/>
                      <a:pt x="86" y="28"/>
                      <a:pt x="86" y="29"/>
                    </a:cubicBezTo>
                    <a:cubicBezTo>
                      <a:pt x="87" y="29"/>
                      <a:pt x="87" y="29"/>
                      <a:pt x="86" y="28"/>
                    </a:cubicBezTo>
                    <a:cubicBezTo>
                      <a:pt x="87" y="28"/>
                      <a:pt x="87" y="28"/>
                      <a:pt x="87" y="28"/>
                    </a:cubicBezTo>
                    <a:cubicBezTo>
                      <a:pt x="87" y="28"/>
                      <a:pt x="87" y="28"/>
                      <a:pt x="87" y="29"/>
                    </a:cubicBezTo>
                    <a:cubicBezTo>
                      <a:pt x="87" y="28"/>
                      <a:pt x="87" y="28"/>
                      <a:pt x="87" y="28"/>
                    </a:cubicBezTo>
                    <a:cubicBezTo>
                      <a:pt x="87" y="29"/>
                      <a:pt x="87" y="29"/>
                      <a:pt x="87" y="28"/>
                    </a:cubicBezTo>
                    <a:cubicBezTo>
                      <a:pt x="87" y="28"/>
                      <a:pt x="87" y="28"/>
                      <a:pt x="87" y="28"/>
                    </a:cubicBezTo>
                    <a:cubicBezTo>
                      <a:pt x="88" y="28"/>
                      <a:pt x="88" y="28"/>
                      <a:pt x="88" y="28"/>
                    </a:cubicBezTo>
                    <a:cubicBezTo>
                      <a:pt x="88" y="28"/>
                      <a:pt x="88" y="28"/>
                      <a:pt x="88" y="28"/>
                    </a:cubicBezTo>
                    <a:cubicBezTo>
                      <a:pt x="88" y="27"/>
                      <a:pt x="88" y="28"/>
                      <a:pt x="88" y="28"/>
                    </a:cubicBezTo>
                    <a:cubicBezTo>
                      <a:pt x="88" y="28"/>
                      <a:pt x="89" y="28"/>
                      <a:pt x="89" y="28"/>
                    </a:cubicBezTo>
                    <a:cubicBezTo>
                      <a:pt x="89" y="28"/>
                      <a:pt x="89" y="28"/>
                      <a:pt x="89" y="28"/>
                    </a:cubicBezTo>
                    <a:cubicBezTo>
                      <a:pt x="89" y="28"/>
                      <a:pt x="89" y="28"/>
                      <a:pt x="89" y="28"/>
                    </a:cubicBezTo>
                    <a:cubicBezTo>
                      <a:pt x="89" y="28"/>
                      <a:pt x="90" y="27"/>
                      <a:pt x="89" y="28"/>
                    </a:cubicBezTo>
                    <a:cubicBezTo>
                      <a:pt x="90" y="28"/>
                      <a:pt x="91" y="28"/>
                      <a:pt x="91" y="27"/>
                    </a:cubicBezTo>
                    <a:cubicBezTo>
                      <a:pt x="91" y="28"/>
                      <a:pt x="91" y="27"/>
                      <a:pt x="92" y="28"/>
                    </a:cubicBezTo>
                    <a:cubicBezTo>
                      <a:pt x="92" y="28"/>
                      <a:pt x="92" y="28"/>
                      <a:pt x="92" y="28"/>
                    </a:cubicBezTo>
                    <a:cubicBezTo>
                      <a:pt x="92" y="28"/>
                      <a:pt x="92" y="28"/>
                      <a:pt x="92" y="28"/>
                    </a:cubicBezTo>
                    <a:cubicBezTo>
                      <a:pt x="92" y="28"/>
                      <a:pt x="92" y="28"/>
                      <a:pt x="92" y="28"/>
                    </a:cubicBezTo>
                    <a:cubicBezTo>
                      <a:pt x="92" y="28"/>
                      <a:pt x="92" y="28"/>
                      <a:pt x="92" y="28"/>
                    </a:cubicBezTo>
                    <a:cubicBezTo>
                      <a:pt x="93" y="28"/>
                      <a:pt x="93" y="28"/>
                      <a:pt x="93" y="28"/>
                    </a:cubicBezTo>
                    <a:cubicBezTo>
                      <a:pt x="93" y="28"/>
                      <a:pt x="93" y="28"/>
                      <a:pt x="93" y="28"/>
                    </a:cubicBezTo>
                    <a:cubicBezTo>
                      <a:pt x="93" y="27"/>
                      <a:pt x="93" y="27"/>
                      <a:pt x="94" y="27"/>
                    </a:cubicBezTo>
                    <a:cubicBezTo>
                      <a:pt x="94" y="27"/>
                      <a:pt x="94" y="27"/>
                      <a:pt x="94" y="27"/>
                    </a:cubicBezTo>
                    <a:cubicBezTo>
                      <a:pt x="94" y="26"/>
                      <a:pt x="95" y="26"/>
                      <a:pt x="94" y="27"/>
                    </a:cubicBezTo>
                    <a:cubicBezTo>
                      <a:pt x="95" y="27"/>
                      <a:pt x="95" y="27"/>
                      <a:pt x="95" y="27"/>
                    </a:cubicBezTo>
                    <a:cubicBezTo>
                      <a:pt x="95" y="27"/>
                      <a:pt x="95" y="27"/>
                      <a:pt x="95" y="27"/>
                    </a:cubicBezTo>
                    <a:cubicBezTo>
                      <a:pt x="95" y="27"/>
                      <a:pt x="94" y="28"/>
                      <a:pt x="94" y="27"/>
                    </a:cubicBezTo>
                    <a:cubicBezTo>
                      <a:pt x="95" y="27"/>
                      <a:pt x="95" y="27"/>
                      <a:pt x="95" y="27"/>
                    </a:cubicBezTo>
                    <a:cubicBezTo>
                      <a:pt x="95" y="27"/>
                      <a:pt x="95" y="27"/>
                      <a:pt x="95" y="27"/>
                    </a:cubicBezTo>
                    <a:cubicBezTo>
                      <a:pt x="95" y="27"/>
                      <a:pt x="95" y="27"/>
                      <a:pt x="95" y="27"/>
                    </a:cubicBezTo>
                    <a:cubicBezTo>
                      <a:pt x="96" y="26"/>
                      <a:pt x="95" y="26"/>
                      <a:pt x="96" y="27"/>
                    </a:cubicBezTo>
                    <a:cubicBezTo>
                      <a:pt x="96" y="27"/>
                      <a:pt x="96" y="27"/>
                      <a:pt x="96" y="27"/>
                    </a:cubicBezTo>
                    <a:cubicBezTo>
                      <a:pt x="96" y="27"/>
                      <a:pt x="96" y="27"/>
                      <a:pt x="96" y="27"/>
                    </a:cubicBezTo>
                    <a:cubicBezTo>
                      <a:pt x="96" y="27"/>
                      <a:pt x="96" y="27"/>
                      <a:pt x="97" y="27"/>
                    </a:cubicBezTo>
                    <a:cubicBezTo>
                      <a:pt x="97" y="27"/>
                      <a:pt x="97" y="27"/>
                      <a:pt x="97" y="27"/>
                    </a:cubicBezTo>
                    <a:cubicBezTo>
                      <a:pt x="97" y="27"/>
                      <a:pt x="97" y="27"/>
                      <a:pt x="97" y="27"/>
                    </a:cubicBezTo>
                    <a:cubicBezTo>
                      <a:pt x="97" y="27"/>
                      <a:pt x="98" y="27"/>
                      <a:pt x="99" y="27"/>
                    </a:cubicBezTo>
                    <a:cubicBezTo>
                      <a:pt x="99" y="27"/>
                      <a:pt x="99" y="27"/>
                      <a:pt x="99" y="27"/>
                    </a:cubicBezTo>
                    <a:cubicBezTo>
                      <a:pt x="99" y="26"/>
                      <a:pt x="99" y="26"/>
                      <a:pt x="99" y="26"/>
                    </a:cubicBezTo>
                    <a:cubicBezTo>
                      <a:pt x="99" y="26"/>
                      <a:pt x="99" y="26"/>
                      <a:pt x="99" y="26"/>
                    </a:cubicBezTo>
                    <a:cubicBezTo>
                      <a:pt x="99" y="26"/>
                      <a:pt x="99" y="26"/>
                      <a:pt x="99" y="26"/>
                    </a:cubicBezTo>
                    <a:cubicBezTo>
                      <a:pt x="99" y="26"/>
                      <a:pt x="99" y="26"/>
                      <a:pt x="99" y="26"/>
                    </a:cubicBezTo>
                    <a:cubicBezTo>
                      <a:pt x="99" y="26"/>
                      <a:pt x="99" y="26"/>
                      <a:pt x="99" y="26"/>
                    </a:cubicBezTo>
                    <a:cubicBezTo>
                      <a:pt x="99" y="26"/>
                      <a:pt x="99" y="26"/>
                      <a:pt x="99" y="26"/>
                    </a:cubicBezTo>
                    <a:cubicBezTo>
                      <a:pt x="99" y="26"/>
                      <a:pt x="99" y="26"/>
                      <a:pt x="99" y="26"/>
                    </a:cubicBezTo>
                    <a:cubicBezTo>
                      <a:pt x="99" y="25"/>
                      <a:pt x="100" y="24"/>
                      <a:pt x="100" y="23"/>
                    </a:cubicBezTo>
                    <a:cubicBezTo>
                      <a:pt x="100" y="23"/>
                      <a:pt x="100" y="23"/>
                      <a:pt x="100" y="23"/>
                    </a:cubicBezTo>
                    <a:cubicBezTo>
                      <a:pt x="99" y="23"/>
                      <a:pt x="99" y="22"/>
                      <a:pt x="99" y="22"/>
                    </a:cubicBezTo>
                    <a:cubicBezTo>
                      <a:pt x="98" y="21"/>
                      <a:pt x="98" y="21"/>
                      <a:pt x="98" y="20"/>
                    </a:cubicBezTo>
                    <a:cubicBezTo>
                      <a:pt x="98" y="20"/>
                      <a:pt x="97" y="21"/>
                      <a:pt x="96" y="21"/>
                    </a:cubicBezTo>
                    <a:cubicBezTo>
                      <a:pt x="97" y="22"/>
                      <a:pt x="96" y="21"/>
                      <a:pt x="96" y="22"/>
                    </a:cubicBezTo>
                    <a:cubicBezTo>
                      <a:pt x="95" y="20"/>
                      <a:pt x="95" y="21"/>
                      <a:pt x="94" y="21"/>
                    </a:cubicBezTo>
                    <a:cubicBezTo>
                      <a:pt x="94" y="22"/>
                      <a:pt x="94" y="22"/>
                      <a:pt x="93" y="22"/>
                    </a:cubicBezTo>
                    <a:cubicBezTo>
                      <a:pt x="93" y="21"/>
                      <a:pt x="93" y="21"/>
                      <a:pt x="92" y="22"/>
                    </a:cubicBezTo>
                    <a:cubicBezTo>
                      <a:pt x="92" y="22"/>
                      <a:pt x="92" y="22"/>
                      <a:pt x="92" y="21"/>
                    </a:cubicBezTo>
                    <a:cubicBezTo>
                      <a:pt x="92" y="21"/>
                      <a:pt x="92" y="21"/>
                      <a:pt x="92" y="21"/>
                    </a:cubicBezTo>
                    <a:cubicBezTo>
                      <a:pt x="92" y="21"/>
                      <a:pt x="91" y="21"/>
                      <a:pt x="91" y="21"/>
                    </a:cubicBezTo>
                    <a:cubicBezTo>
                      <a:pt x="90" y="21"/>
                      <a:pt x="89" y="22"/>
                      <a:pt x="90" y="20"/>
                    </a:cubicBezTo>
                    <a:cubicBezTo>
                      <a:pt x="90" y="20"/>
                      <a:pt x="90" y="20"/>
                      <a:pt x="90" y="20"/>
                    </a:cubicBezTo>
                    <a:cubicBezTo>
                      <a:pt x="91" y="19"/>
                      <a:pt x="90" y="19"/>
                      <a:pt x="90" y="18"/>
                    </a:cubicBezTo>
                    <a:cubicBezTo>
                      <a:pt x="91" y="18"/>
                      <a:pt x="91" y="18"/>
                      <a:pt x="91" y="18"/>
                    </a:cubicBezTo>
                    <a:cubicBezTo>
                      <a:pt x="91" y="18"/>
                      <a:pt x="90" y="17"/>
                      <a:pt x="90" y="17"/>
                    </a:cubicBezTo>
                    <a:cubicBezTo>
                      <a:pt x="89" y="18"/>
                      <a:pt x="89" y="18"/>
                      <a:pt x="90" y="17"/>
                    </a:cubicBezTo>
                    <a:cubicBezTo>
                      <a:pt x="89" y="16"/>
                      <a:pt x="91" y="15"/>
                      <a:pt x="91" y="16"/>
                    </a:cubicBezTo>
                    <a:cubicBezTo>
                      <a:pt x="91" y="16"/>
                      <a:pt x="92" y="15"/>
                      <a:pt x="91" y="15"/>
                    </a:cubicBezTo>
                    <a:cubicBezTo>
                      <a:pt x="90" y="16"/>
                      <a:pt x="90" y="15"/>
                      <a:pt x="90" y="15"/>
                    </a:cubicBezTo>
                    <a:cubicBezTo>
                      <a:pt x="91" y="15"/>
                      <a:pt x="91" y="14"/>
                      <a:pt x="91" y="14"/>
                    </a:cubicBezTo>
                    <a:cubicBezTo>
                      <a:pt x="91" y="14"/>
                      <a:pt x="92" y="14"/>
                      <a:pt x="91" y="14"/>
                    </a:cubicBezTo>
                    <a:cubicBezTo>
                      <a:pt x="92" y="14"/>
                      <a:pt x="91" y="13"/>
                      <a:pt x="91" y="14"/>
                    </a:cubicBezTo>
                    <a:cubicBezTo>
                      <a:pt x="92" y="14"/>
                      <a:pt x="91" y="14"/>
                      <a:pt x="91" y="14"/>
                    </a:cubicBezTo>
                    <a:cubicBezTo>
                      <a:pt x="91" y="14"/>
                      <a:pt x="91" y="13"/>
                      <a:pt x="91" y="14"/>
                    </a:cubicBezTo>
                    <a:cubicBezTo>
                      <a:pt x="91" y="13"/>
                      <a:pt x="91" y="13"/>
                      <a:pt x="91" y="13"/>
                    </a:cubicBezTo>
                    <a:cubicBezTo>
                      <a:pt x="91" y="13"/>
                      <a:pt x="91" y="13"/>
                      <a:pt x="91" y="13"/>
                    </a:cubicBezTo>
                    <a:cubicBezTo>
                      <a:pt x="91" y="13"/>
                      <a:pt x="91" y="13"/>
                      <a:pt x="91" y="13"/>
                    </a:cubicBezTo>
                    <a:cubicBezTo>
                      <a:pt x="91" y="13"/>
                      <a:pt x="92" y="12"/>
                      <a:pt x="92" y="12"/>
                    </a:cubicBezTo>
                    <a:cubicBezTo>
                      <a:pt x="91" y="13"/>
                      <a:pt x="91" y="13"/>
                      <a:pt x="91" y="13"/>
                    </a:cubicBezTo>
                    <a:cubicBezTo>
                      <a:pt x="92" y="12"/>
                      <a:pt x="92" y="12"/>
                      <a:pt x="92" y="12"/>
                    </a:cubicBezTo>
                    <a:cubicBezTo>
                      <a:pt x="92" y="13"/>
                      <a:pt x="92" y="13"/>
                      <a:pt x="92" y="12"/>
                    </a:cubicBezTo>
                    <a:cubicBezTo>
                      <a:pt x="92" y="12"/>
                      <a:pt x="92" y="12"/>
                      <a:pt x="92" y="12"/>
                    </a:cubicBezTo>
                    <a:cubicBezTo>
                      <a:pt x="92" y="12"/>
                      <a:pt x="92" y="13"/>
                      <a:pt x="92" y="12"/>
                    </a:cubicBezTo>
                    <a:cubicBezTo>
                      <a:pt x="91" y="12"/>
                      <a:pt x="91" y="11"/>
                      <a:pt x="91" y="12"/>
                    </a:cubicBezTo>
                    <a:cubicBezTo>
                      <a:pt x="91" y="11"/>
                      <a:pt x="91" y="12"/>
                      <a:pt x="91" y="12"/>
                    </a:cubicBezTo>
                    <a:cubicBezTo>
                      <a:pt x="91" y="12"/>
                      <a:pt x="91" y="12"/>
                      <a:pt x="91" y="12"/>
                    </a:cubicBezTo>
                    <a:cubicBezTo>
                      <a:pt x="90" y="11"/>
                      <a:pt x="91" y="10"/>
                      <a:pt x="91" y="11"/>
                    </a:cubicBezTo>
                    <a:cubicBezTo>
                      <a:pt x="92" y="10"/>
                      <a:pt x="92" y="10"/>
                      <a:pt x="91" y="10"/>
                    </a:cubicBezTo>
                    <a:cubicBezTo>
                      <a:pt x="91" y="10"/>
                      <a:pt x="91" y="12"/>
                      <a:pt x="90" y="11"/>
                    </a:cubicBezTo>
                    <a:cubicBezTo>
                      <a:pt x="91" y="11"/>
                      <a:pt x="90" y="10"/>
                      <a:pt x="90" y="10"/>
                    </a:cubicBezTo>
                    <a:cubicBezTo>
                      <a:pt x="90" y="9"/>
                      <a:pt x="89" y="10"/>
                      <a:pt x="89" y="11"/>
                    </a:cubicBezTo>
                    <a:cubicBezTo>
                      <a:pt x="89" y="11"/>
                      <a:pt x="88" y="10"/>
                      <a:pt x="89" y="11"/>
                    </a:cubicBezTo>
                    <a:cubicBezTo>
                      <a:pt x="88" y="12"/>
                      <a:pt x="89" y="11"/>
                      <a:pt x="89" y="11"/>
                    </a:cubicBezTo>
                    <a:cubicBezTo>
                      <a:pt x="89" y="10"/>
                      <a:pt x="89" y="12"/>
                      <a:pt x="89" y="12"/>
                    </a:cubicBezTo>
                    <a:cubicBezTo>
                      <a:pt x="88" y="11"/>
                      <a:pt x="89" y="12"/>
                      <a:pt x="89" y="12"/>
                    </a:cubicBezTo>
                    <a:cubicBezTo>
                      <a:pt x="89" y="12"/>
                      <a:pt x="89" y="14"/>
                      <a:pt x="88" y="12"/>
                    </a:cubicBezTo>
                    <a:cubicBezTo>
                      <a:pt x="89" y="12"/>
                      <a:pt x="87" y="13"/>
                      <a:pt x="88" y="13"/>
                    </a:cubicBezTo>
                    <a:cubicBezTo>
                      <a:pt x="87" y="13"/>
                      <a:pt x="87" y="13"/>
                      <a:pt x="87" y="12"/>
                    </a:cubicBezTo>
                    <a:cubicBezTo>
                      <a:pt x="87" y="12"/>
                      <a:pt x="87" y="12"/>
                      <a:pt x="87" y="11"/>
                    </a:cubicBezTo>
                    <a:cubicBezTo>
                      <a:pt x="87" y="12"/>
                      <a:pt x="87" y="12"/>
                      <a:pt x="87" y="11"/>
                    </a:cubicBezTo>
                    <a:cubicBezTo>
                      <a:pt x="87" y="10"/>
                      <a:pt x="88" y="10"/>
                      <a:pt x="87" y="11"/>
                    </a:cubicBezTo>
                    <a:cubicBezTo>
                      <a:pt x="87" y="10"/>
                      <a:pt x="87" y="10"/>
                      <a:pt x="87" y="10"/>
                    </a:cubicBezTo>
                    <a:cubicBezTo>
                      <a:pt x="88" y="9"/>
                      <a:pt x="88" y="10"/>
                      <a:pt x="87" y="9"/>
                    </a:cubicBezTo>
                    <a:cubicBezTo>
                      <a:pt x="88" y="9"/>
                      <a:pt x="88" y="8"/>
                      <a:pt x="88" y="8"/>
                    </a:cubicBezTo>
                    <a:cubicBezTo>
                      <a:pt x="88" y="6"/>
                      <a:pt x="89" y="6"/>
                      <a:pt x="88" y="7"/>
                    </a:cubicBezTo>
                    <a:cubicBezTo>
                      <a:pt x="87" y="8"/>
                      <a:pt x="89" y="9"/>
                      <a:pt x="87" y="7"/>
                    </a:cubicBezTo>
                    <a:cubicBezTo>
                      <a:pt x="87" y="7"/>
                      <a:pt x="87" y="7"/>
                      <a:pt x="87" y="6"/>
                    </a:cubicBezTo>
                    <a:cubicBezTo>
                      <a:pt x="87" y="6"/>
                      <a:pt x="87" y="6"/>
                      <a:pt x="87" y="7"/>
                    </a:cubicBezTo>
                    <a:cubicBezTo>
                      <a:pt x="87" y="6"/>
                      <a:pt x="87" y="6"/>
                      <a:pt x="87" y="6"/>
                    </a:cubicBezTo>
                    <a:cubicBezTo>
                      <a:pt x="87" y="6"/>
                      <a:pt x="87" y="6"/>
                      <a:pt x="87" y="6"/>
                    </a:cubicBezTo>
                    <a:cubicBezTo>
                      <a:pt x="87" y="6"/>
                      <a:pt x="87" y="6"/>
                      <a:pt x="87" y="6"/>
                    </a:cubicBezTo>
                    <a:cubicBezTo>
                      <a:pt x="87" y="6"/>
                      <a:pt x="88" y="7"/>
                      <a:pt x="87" y="6"/>
                    </a:cubicBezTo>
                    <a:cubicBezTo>
                      <a:pt x="88" y="6"/>
                      <a:pt x="87" y="5"/>
                      <a:pt x="87" y="6"/>
                    </a:cubicBezTo>
                    <a:cubicBezTo>
                      <a:pt x="87" y="5"/>
                      <a:pt x="87" y="5"/>
                      <a:pt x="87" y="6"/>
                    </a:cubicBezTo>
                    <a:cubicBezTo>
                      <a:pt x="88" y="6"/>
                      <a:pt x="88" y="6"/>
                      <a:pt x="88" y="6"/>
                    </a:cubicBezTo>
                    <a:cubicBezTo>
                      <a:pt x="88" y="6"/>
                      <a:pt x="88" y="6"/>
                      <a:pt x="88" y="5"/>
                    </a:cubicBezTo>
                    <a:cubicBezTo>
                      <a:pt x="87" y="4"/>
                      <a:pt x="88" y="5"/>
                      <a:pt x="88" y="5"/>
                    </a:cubicBezTo>
                    <a:cubicBezTo>
                      <a:pt x="88" y="5"/>
                      <a:pt x="88" y="5"/>
                      <a:pt x="88" y="5"/>
                    </a:cubicBezTo>
                    <a:cubicBezTo>
                      <a:pt x="88" y="5"/>
                      <a:pt x="88" y="5"/>
                      <a:pt x="88" y="5"/>
                    </a:cubicBezTo>
                    <a:cubicBezTo>
                      <a:pt x="88" y="6"/>
                      <a:pt x="89" y="5"/>
                      <a:pt x="88" y="5"/>
                    </a:cubicBezTo>
                    <a:cubicBezTo>
                      <a:pt x="87" y="5"/>
                      <a:pt x="88" y="4"/>
                      <a:pt x="88" y="5"/>
                    </a:cubicBezTo>
                    <a:cubicBezTo>
                      <a:pt x="88" y="6"/>
                      <a:pt x="87" y="4"/>
                      <a:pt x="88" y="4"/>
                    </a:cubicBezTo>
                    <a:cubicBezTo>
                      <a:pt x="88" y="4"/>
                      <a:pt x="89" y="3"/>
                      <a:pt x="89" y="4"/>
                    </a:cubicBezTo>
                    <a:cubicBezTo>
                      <a:pt x="88" y="4"/>
                      <a:pt x="89" y="3"/>
                      <a:pt x="89" y="2"/>
                    </a:cubicBezTo>
                    <a:cubicBezTo>
                      <a:pt x="90" y="1"/>
                      <a:pt x="90" y="3"/>
                      <a:pt x="90" y="2"/>
                    </a:cubicBezTo>
                    <a:cubicBezTo>
                      <a:pt x="90" y="1"/>
                      <a:pt x="90" y="2"/>
                      <a:pt x="90" y="2"/>
                    </a:cubicBezTo>
                    <a:cubicBezTo>
                      <a:pt x="90" y="2"/>
                      <a:pt x="90" y="2"/>
                      <a:pt x="90" y="2"/>
                    </a:cubicBezTo>
                    <a:cubicBezTo>
                      <a:pt x="90" y="1"/>
                      <a:pt x="89" y="2"/>
                      <a:pt x="89" y="1"/>
                    </a:cubicBezTo>
                    <a:cubicBezTo>
                      <a:pt x="89" y="2"/>
                      <a:pt x="89" y="2"/>
                      <a:pt x="90" y="2"/>
                    </a:cubicBezTo>
                    <a:cubicBezTo>
                      <a:pt x="90" y="1"/>
                      <a:pt x="90" y="2"/>
                      <a:pt x="90" y="1"/>
                    </a:cubicBezTo>
                    <a:cubicBezTo>
                      <a:pt x="90" y="1"/>
                      <a:pt x="90" y="1"/>
                      <a:pt x="89" y="1"/>
                    </a:cubicBezTo>
                    <a:cubicBezTo>
                      <a:pt x="89" y="1"/>
                      <a:pt x="89" y="0"/>
                      <a:pt x="89" y="0"/>
                    </a:cubicBezTo>
                    <a:cubicBezTo>
                      <a:pt x="89" y="0"/>
                      <a:pt x="89" y="1"/>
                      <a:pt x="89" y="1"/>
                    </a:cubicBezTo>
                    <a:cubicBezTo>
                      <a:pt x="88" y="1"/>
                      <a:pt x="88" y="2"/>
                      <a:pt x="88" y="2"/>
                    </a:cubicBezTo>
                    <a:cubicBezTo>
                      <a:pt x="88" y="2"/>
                      <a:pt x="88" y="2"/>
                      <a:pt x="88" y="2"/>
                    </a:cubicBezTo>
                    <a:cubicBezTo>
                      <a:pt x="87" y="3"/>
                      <a:pt x="88" y="2"/>
                      <a:pt x="88" y="2"/>
                    </a:cubicBezTo>
                    <a:cubicBezTo>
                      <a:pt x="88" y="2"/>
                      <a:pt x="87" y="3"/>
                      <a:pt x="88" y="2"/>
                    </a:cubicBezTo>
                    <a:cubicBezTo>
                      <a:pt x="88" y="3"/>
                      <a:pt x="88" y="4"/>
                      <a:pt x="88" y="3"/>
                    </a:cubicBezTo>
                    <a:cubicBezTo>
                      <a:pt x="88" y="3"/>
                      <a:pt x="87" y="4"/>
                      <a:pt x="87" y="4"/>
                    </a:cubicBezTo>
                    <a:cubicBezTo>
                      <a:pt x="86" y="3"/>
                      <a:pt x="86" y="3"/>
                      <a:pt x="86" y="3"/>
                    </a:cubicBezTo>
                    <a:cubicBezTo>
                      <a:pt x="87" y="3"/>
                      <a:pt x="87" y="4"/>
                      <a:pt x="87" y="4"/>
                    </a:cubicBezTo>
                    <a:cubicBezTo>
                      <a:pt x="87" y="4"/>
                      <a:pt x="86" y="5"/>
                      <a:pt x="86" y="4"/>
                    </a:cubicBezTo>
                    <a:cubicBezTo>
                      <a:pt x="85" y="5"/>
                      <a:pt x="86" y="4"/>
                      <a:pt x="85" y="6"/>
                    </a:cubicBezTo>
                    <a:cubicBezTo>
                      <a:pt x="86" y="7"/>
                      <a:pt x="85" y="7"/>
                      <a:pt x="85" y="7"/>
                    </a:cubicBezTo>
                    <a:cubicBezTo>
                      <a:pt x="85" y="6"/>
                      <a:pt x="85" y="6"/>
                      <a:pt x="85" y="6"/>
                    </a:cubicBezTo>
                    <a:cubicBezTo>
                      <a:pt x="83" y="6"/>
                      <a:pt x="83" y="7"/>
                      <a:pt x="84" y="7"/>
                    </a:cubicBezTo>
                    <a:cubicBezTo>
                      <a:pt x="84" y="7"/>
                      <a:pt x="82" y="8"/>
                      <a:pt x="83" y="8"/>
                    </a:cubicBezTo>
                    <a:cubicBezTo>
                      <a:pt x="83" y="7"/>
                      <a:pt x="84" y="7"/>
                      <a:pt x="83" y="7"/>
                    </a:cubicBezTo>
                    <a:cubicBezTo>
                      <a:pt x="83" y="7"/>
                      <a:pt x="84" y="6"/>
                      <a:pt x="83" y="8"/>
                    </a:cubicBezTo>
                    <a:cubicBezTo>
                      <a:pt x="83" y="7"/>
                      <a:pt x="83" y="7"/>
                      <a:pt x="83" y="7"/>
                    </a:cubicBezTo>
                    <a:cubicBezTo>
                      <a:pt x="82" y="8"/>
                      <a:pt x="83" y="8"/>
                      <a:pt x="83" y="8"/>
                    </a:cubicBezTo>
                    <a:cubicBezTo>
                      <a:pt x="83" y="8"/>
                      <a:pt x="83" y="8"/>
                      <a:pt x="83" y="8"/>
                    </a:cubicBezTo>
                    <a:cubicBezTo>
                      <a:pt x="83" y="9"/>
                      <a:pt x="82" y="8"/>
                      <a:pt x="83" y="8"/>
                    </a:cubicBezTo>
                    <a:cubicBezTo>
                      <a:pt x="83" y="8"/>
                      <a:pt x="83" y="9"/>
                      <a:pt x="83" y="9"/>
                    </a:cubicBezTo>
                    <a:cubicBezTo>
                      <a:pt x="83" y="8"/>
                      <a:pt x="83" y="8"/>
                      <a:pt x="83" y="9"/>
                    </a:cubicBezTo>
                    <a:cubicBezTo>
                      <a:pt x="82" y="9"/>
                      <a:pt x="83" y="9"/>
                      <a:pt x="83" y="9"/>
                    </a:cubicBezTo>
                    <a:cubicBezTo>
                      <a:pt x="83" y="10"/>
                      <a:pt x="83" y="9"/>
                      <a:pt x="83" y="9"/>
                    </a:cubicBezTo>
                    <a:cubicBezTo>
                      <a:pt x="83" y="10"/>
                      <a:pt x="82" y="10"/>
                      <a:pt x="83" y="10"/>
                    </a:cubicBezTo>
                    <a:cubicBezTo>
                      <a:pt x="82" y="10"/>
                      <a:pt x="83" y="10"/>
                      <a:pt x="83" y="9"/>
                    </a:cubicBezTo>
                    <a:cubicBezTo>
                      <a:pt x="82" y="9"/>
                      <a:pt x="82" y="9"/>
                      <a:pt x="82" y="9"/>
                    </a:cubicBezTo>
                    <a:cubicBezTo>
                      <a:pt x="82" y="8"/>
                      <a:pt x="83" y="10"/>
                      <a:pt x="82" y="10"/>
                    </a:cubicBezTo>
                    <a:cubicBezTo>
                      <a:pt x="81" y="11"/>
                      <a:pt x="81" y="11"/>
                      <a:pt x="81" y="11"/>
                    </a:cubicBezTo>
                    <a:cubicBezTo>
                      <a:pt x="81" y="11"/>
                      <a:pt x="82" y="9"/>
                      <a:pt x="81" y="10"/>
                    </a:cubicBezTo>
                    <a:cubicBezTo>
                      <a:pt x="81" y="10"/>
                      <a:pt x="81" y="11"/>
                      <a:pt x="81" y="10"/>
                    </a:cubicBezTo>
                    <a:cubicBezTo>
                      <a:pt x="80" y="10"/>
                      <a:pt x="80" y="12"/>
                      <a:pt x="80" y="11"/>
                    </a:cubicBezTo>
                    <a:cubicBezTo>
                      <a:pt x="79" y="11"/>
                      <a:pt x="79" y="12"/>
                      <a:pt x="80" y="11"/>
                    </a:cubicBezTo>
                    <a:cubicBezTo>
                      <a:pt x="80" y="11"/>
                      <a:pt x="79" y="11"/>
                      <a:pt x="79" y="11"/>
                    </a:cubicBezTo>
                    <a:cubicBezTo>
                      <a:pt x="78" y="11"/>
                      <a:pt x="79" y="11"/>
                      <a:pt x="78" y="11"/>
                    </a:cubicBezTo>
                    <a:cubicBezTo>
                      <a:pt x="78" y="11"/>
                      <a:pt x="77" y="10"/>
                      <a:pt x="78" y="10"/>
                    </a:cubicBezTo>
                    <a:cubicBezTo>
                      <a:pt x="78" y="11"/>
                      <a:pt x="77" y="9"/>
                      <a:pt x="78" y="11"/>
                    </a:cubicBezTo>
                    <a:cubicBezTo>
                      <a:pt x="77" y="14"/>
                      <a:pt x="78" y="11"/>
                      <a:pt x="77" y="12"/>
                    </a:cubicBezTo>
                    <a:cubicBezTo>
                      <a:pt x="77" y="12"/>
                      <a:pt x="76" y="12"/>
                      <a:pt x="77" y="13"/>
                    </a:cubicBezTo>
                    <a:cubicBezTo>
                      <a:pt x="76" y="13"/>
                      <a:pt x="76" y="14"/>
                      <a:pt x="76" y="14"/>
                    </a:cubicBezTo>
                    <a:cubicBezTo>
                      <a:pt x="77" y="14"/>
                      <a:pt x="77" y="14"/>
                      <a:pt x="76" y="13"/>
                    </a:cubicBezTo>
                    <a:cubicBezTo>
                      <a:pt x="76" y="12"/>
                      <a:pt x="76" y="12"/>
                      <a:pt x="75" y="12"/>
                    </a:cubicBezTo>
                    <a:cubicBezTo>
                      <a:pt x="76" y="12"/>
                      <a:pt x="76" y="13"/>
                      <a:pt x="75" y="12"/>
                    </a:cubicBezTo>
                    <a:cubicBezTo>
                      <a:pt x="75" y="12"/>
                      <a:pt x="75" y="12"/>
                      <a:pt x="75" y="12"/>
                    </a:cubicBezTo>
                    <a:cubicBezTo>
                      <a:pt x="75" y="12"/>
                      <a:pt x="75" y="12"/>
                      <a:pt x="75" y="12"/>
                    </a:cubicBezTo>
                    <a:cubicBezTo>
                      <a:pt x="75" y="12"/>
                      <a:pt x="75" y="12"/>
                      <a:pt x="75" y="13"/>
                    </a:cubicBezTo>
                    <a:cubicBezTo>
                      <a:pt x="75" y="13"/>
                      <a:pt x="75" y="13"/>
                      <a:pt x="75" y="13"/>
                    </a:cubicBezTo>
                    <a:cubicBezTo>
                      <a:pt x="74" y="13"/>
                      <a:pt x="74" y="12"/>
                      <a:pt x="74" y="12"/>
                    </a:cubicBezTo>
                    <a:cubicBezTo>
                      <a:pt x="74" y="13"/>
                      <a:pt x="75" y="13"/>
                      <a:pt x="74" y="13"/>
                    </a:cubicBezTo>
                    <a:cubicBezTo>
                      <a:pt x="73" y="14"/>
                      <a:pt x="73" y="14"/>
                      <a:pt x="73" y="13"/>
                    </a:cubicBezTo>
                    <a:cubicBezTo>
                      <a:pt x="73" y="13"/>
                      <a:pt x="73" y="13"/>
                      <a:pt x="73" y="13"/>
                    </a:cubicBezTo>
                    <a:cubicBezTo>
                      <a:pt x="73" y="12"/>
                      <a:pt x="73" y="12"/>
                      <a:pt x="73" y="13"/>
                    </a:cubicBezTo>
                    <a:cubicBezTo>
                      <a:pt x="73" y="13"/>
                      <a:pt x="72" y="12"/>
                      <a:pt x="72" y="14"/>
                    </a:cubicBezTo>
                    <a:cubicBezTo>
                      <a:pt x="72" y="14"/>
                      <a:pt x="72" y="14"/>
                      <a:pt x="72" y="13"/>
                    </a:cubicBezTo>
                    <a:cubicBezTo>
                      <a:pt x="71" y="13"/>
                      <a:pt x="70" y="13"/>
                      <a:pt x="71" y="12"/>
                    </a:cubicBezTo>
                    <a:cubicBezTo>
                      <a:pt x="70" y="12"/>
                      <a:pt x="71" y="13"/>
                      <a:pt x="70" y="13"/>
                    </a:cubicBezTo>
                    <a:cubicBezTo>
                      <a:pt x="70" y="12"/>
                      <a:pt x="70" y="12"/>
                      <a:pt x="70" y="12"/>
                    </a:cubicBezTo>
                    <a:cubicBezTo>
                      <a:pt x="70" y="13"/>
                      <a:pt x="69" y="11"/>
                      <a:pt x="69" y="10"/>
                    </a:cubicBezTo>
                    <a:cubicBezTo>
                      <a:pt x="70" y="9"/>
                      <a:pt x="69" y="9"/>
                      <a:pt x="69" y="10"/>
                    </a:cubicBezTo>
                    <a:cubicBezTo>
                      <a:pt x="69" y="10"/>
                      <a:pt x="69" y="9"/>
                      <a:pt x="69" y="9"/>
                    </a:cubicBezTo>
                    <a:cubicBezTo>
                      <a:pt x="69" y="9"/>
                      <a:pt x="69" y="9"/>
                      <a:pt x="69" y="9"/>
                    </a:cubicBezTo>
                    <a:cubicBezTo>
                      <a:pt x="69" y="9"/>
                      <a:pt x="69" y="10"/>
                      <a:pt x="69" y="10"/>
                    </a:cubicBezTo>
                    <a:cubicBezTo>
                      <a:pt x="69" y="10"/>
                      <a:pt x="68" y="9"/>
                      <a:pt x="68" y="10"/>
                    </a:cubicBezTo>
                    <a:cubicBezTo>
                      <a:pt x="67" y="10"/>
                      <a:pt x="68" y="9"/>
                      <a:pt x="67" y="9"/>
                    </a:cubicBezTo>
                    <a:cubicBezTo>
                      <a:pt x="68" y="9"/>
                      <a:pt x="67" y="10"/>
                      <a:pt x="67" y="10"/>
                    </a:cubicBezTo>
                    <a:cubicBezTo>
                      <a:pt x="65" y="10"/>
                      <a:pt x="67" y="11"/>
                      <a:pt x="66" y="10"/>
                    </a:cubicBezTo>
                    <a:cubicBezTo>
                      <a:pt x="66" y="12"/>
                      <a:pt x="65" y="9"/>
                      <a:pt x="65" y="10"/>
                    </a:cubicBezTo>
                    <a:cubicBezTo>
                      <a:pt x="65" y="10"/>
                      <a:pt x="63" y="10"/>
                      <a:pt x="64" y="10"/>
                    </a:cubicBezTo>
                    <a:cubicBezTo>
                      <a:pt x="64" y="8"/>
                      <a:pt x="64" y="9"/>
                      <a:pt x="64" y="8"/>
                    </a:cubicBezTo>
                    <a:cubicBezTo>
                      <a:pt x="63" y="6"/>
                      <a:pt x="63" y="7"/>
                      <a:pt x="63" y="7"/>
                    </a:cubicBezTo>
                    <a:cubicBezTo>
                      <a:pt x="62" y="6"/>
                      <a:pt x="63" y="6"/>
                      <a:pt x="62" y="6"/>
                    </a:cubicBezTo>
                    <a:cubicBezTo>
                      <a:pt x="61" y="6"/>
                      <a:pt x="61" y="6"/>
                      <a:pt x="61" y="7"/>
                    </a:cubicBezTo>
                    <a:cubicBezTo>
                      <a:pt x="61" y="7"/>
                      <a:pt x="60" y="8"/>
                      <a:pt x="61" y="8"/>
                    </a:cubicBezTo>
                    <a:cubicBezTo>
                      <a:pt x="62" y="8"/>
                      <a:pt x="61" y="9"/>
                      <a:pt x="61" y="9"/>
                    </a:cubicBezTo>
                    <a:cubicBezTo>
                      <a:pt x="61" y="10"/>
                      <a:pt x="61" y="8"/>
                      <a:pt x="61" y="10"/>
                    </a:cubicBezTo>
                    <a:cubicBezTo>
                      <a:pt x="60" y="10"/>
                      <a:pt x="61" y="10"/>
                      <a:pt x="61" y="11"/>
                    </a:cubicBezTo>
                    <a:cubicBezTo>
                      <a:pt x="61" y="12"/>
                      <a:pt x="61" y="12"/>
                      <a:pt x="61" y="13"/>
                    </a:cubicBezTo>
                    <a:cubicBezTo>
                      <a:pt x="62" y="12"/>
                      <a:pt x="61" y="14"/>
                      <a:pt x="61" y="13"/>
                    </a:cubicBezTo>
                    <a:cubicBezTo>
                      <a:pt x="61" y="13"/>
                      <a:pt x="61" y="12"/>
                      <a:pt x="61" y="13"/>
                    </a:cubicBezTo>
                    <a:cubicBezTo>
                      <a:pt x="61" y="13"/>
                      <a:pt x="61" y="14"/>
                      <a:pt x="61" y="13"/>
                    </a:cubicBezTo>
                    <a:cubicBezTo>
                      <a:pt x="60" y="15"/>
                      <a:pt x="61" y="14"/>
                      <a:pt x="60" y="13"/>
                    </a:cubicBezTo>
                    <a:cubicBezTo>
                      <a:pt x="60" y="14"/>
                      <a:pt x="60" y="13"/>
                      <a:pt x="59" y="14"/>
                    </a:cubicBezTo>
                    <a:cubicBezTo>
                      <a:pt x="60" y="13"/>
                      <a:pt x="59" y="14"/>
                      <a:pt x="59" y="15"/>
                    </a:cubicBezTo>
                    <a:cubicBezTo>
                      <a:pt x="58" y="15"/>
                      <a:pt x="58" y="15"/>
                      <a:pt x="58" y="15"/>
                    </a:cubicBezTo>
                    <a:cubicBezTo>
                      <a:pt x="58" y="17"/>
                      <a:pt x="58" y="16"/>
                      <a:pt x="58" y="16"/>
                    </a:cubicBezTo>
                    <a:cubicBezTo>
                      <a:pt x="57" y="17"/>
                      <a:pt x="57" y="16"/>
                      <a:pt x="57" y="16"/>
                    </a:cubicBezTo>
                    <a:cubicBezTo>
                      <a:pt x="57" y="15"/>
                      <a:pt x="56" y="16"/>
                      <a:pt x="56" y="16"/>
                    </a:cubicBezTo>
                    <a:cubicBezTo>
                      <a:pt x="56" y="16"/>
                      <a:pt x="55" y="16"/>
                      <a:pt x="55" y="16"/>
                    </a:cubicBezTo>
                    <a:cubicBezTo>
                      <a:pt x="55" y="16"/>
                      <a:pt x="54" y="16"/>
                      <a:pt x="54" y="16"/>
                    </a:cubicBezTo>
                    <a:cubicBezTo>
                      <a:pt x="54" y="15"/>
                      <a:pt x="55" y="15"/>
                      <a:pt x="54" y="16"/>
                    </a:cubicBezTo>
                    <a:cubicBezTo>
                      <a:pt x="53" y="17"/>
                      <a:pt x="54" y="15"/>
                      <a:pt x="53" y="15"/>
                    </a:cubicBezTo>
                    <a:cubicBezTo>
                      <a:pt x="54" y="15"/>
                      <a:pt x="53" y="15"/>
                      <a:pt x="53" y="14"/>
                    </a:cubicBezTo>
                    <a:cubicBezTo>
                      <a:pt x="52" y="15"/>
                      <a:pt x="53" y="15"/>
                      <a:pt x="52" y="15"/>
                    </a:cubicBezTo>
                    <a:cubicBezTo>
                      <a:pt x="51" y="16"/>
                      <a:pt x="51" y="17"/>
                      <a:pt x="51" y="15"/>
                    </a:cubicBezTo>
                    <a:cubicBezTo>
                      <a:pt x="50" y="16"/>
                      <a:pt x="50" y="15"/>
                      <a:pt x="50" y="16"/>
                    </a:cubicBezTo>
                    <a:cubicBezTo>
                      <a:pt x="49" y="18"/>
                      <a:pt x="49" y="15"/>
                      <a:pt x="49" y="16"/>
                    </a:cubicBezTo>
                    <a:cubicBezTo>
                      <a:pt x="48" y="14"/>
                      <a:pt x="48" y="16"/>
                      <a:pt x="48" y="16"/>
                    </a:cubicBezTo>
                    <a:cubicBezTo>
                      <a:pt x="47" y="16"/>
                      <a:pt x="47" y="17"/>
                      <a:pt x="47" y="16"/>
                    </a:cubicBezTo>
                    <a:cubicBezTo>
                      <a:pt x="46" y="16"/>
                      <a:pt x="46" y="16"/>
                      <a:pt x="46" y="16"/>
                    </a:cubicBezTo>
                    <a:cubicBezTo>
                      <a:pt x="45" y="16"/>
                      <a:pt x="45" y="16"/>
                      <a:pt x="45" y="15"/>
                    </a:cubicBezTo>
                    <a:cubicBezTo>
                      <a:pt x="45" y="15"/>
                      <a:pt x="44" y="14"/>
                      <a:pt x="45" y="15"/>
                    </a:cubicBezTo>
                    <a:cubicBezTo>
                      <a:pt x="44" y="14"/>
                      <a:pt x="44" y="14"/>
                      <a:pt x="44" y="14"/>
                    </a:cubicBezTo>
                    <a:cubicBezTo>
                      <a:pt x="44" y="15"/>
                      <a:pt x="44" y="15"/>
                      <a:pt x="44" y="15"/>
                    </a:cubicBezTo>
                    <a:cubicBezTo>
                      <a:pt x="43" y="14"/>
                      <a:pt x="43" y="14"/>
                      <a:pt x="43" y="14"/>
                    </a:cubicBezTo>
                    <a:cubicBezTo>
                      <a:pt x="43" y="14"/>
                      <a:pt x="42" y="14"/>
                      <a:pt x="42" y="14"/>
                    </a:cubicBezTo>
                    <a:cubicBezTo>
                      <a:pt x="40" y="14"/>
                      <a:pt x="41" y="14"/>
                      <a:pt x="40" y="14"/>
                    </a:cubicBezTo>
                    <a:cubicBezTo>
                      <a:pt x="40" y="14"/>
                      <a:pt x="40" y="13"/>
                      <a:pt x="40" y="13"/>
                    </a:cubicBezTo>
                    <a:cubicBezTo>
                      <a:pt x="39" y="11"/>
                      <a:pt x="38" y="12"/>
                      <a:pt x="39" y="12"/>
                    </a:cubicBezTo>
                    <a:cubicBezTo>
                      <a:pt x="38" y="13"/>
                      <a:pt x="38" y="11"/>
                      <a:pt x="38" y="11"/>
                    </a:cubicBezTo>
                    <a:cubicBezTo>
                      <a:pt x="38" y="11"/>
                      <a:pt x="37" y="12"/>
                      <a:pt x="37" y="11"/>
                    </a:cubicBezTo>
                    <a:cubicBezTo>
                      <a:pt x="36" y="11"/>
                      <a:pt x="37" y="11"/>
                      <a:pt x="36" y="11"/>
                    </a:cubicBezTo>
                    <a:cubicBezTo>
                      <a:pt x="35" y="12"/>
                      <a:pt x="36" y="11"/>
                      <a:pt x="35" y="11"/>
                    </a:cubicBezTo>
                    <a:cubicBezTo>
                      <a:pt x="35" y="10"/>
                      <a:pt x="35" y="10"/>
                      <a:pt x="35" y="10"/>
                    </a:cubicBezTo>
                    <a:cubicBezTo>
                      <a:pt x="34" y="10"/>
                      <a:pt x="34" y="9"/>
                      <a:pt x="33" y="9"/>
                    </a:cubicBezTo>
                    <a:cubicBezTo>
                      <a:pt x="34" y="9"/>
                      <a:pt x="32" y="9"/>
                      <a:pt x="32" y="9"/>
                    </a:cubicBezTo>
                    <a:cubicBezTo>
                      <a:pt x="31" y="9"/>
                      <a:pt x="31" y="9"/>
                      <a:pt x="31" y="9"/>
                    </a:cubicBezTo>
                    <a:cubicBezTo>
                      <a:pt x="31" y="9"/>
                      <a:pt x="31" y="10"/>
                      <a:pt x="31" y="8"/>
                    </a:cubicBezTo>
                    <a:cubicBezTo>
                      <a:pt x="31" y="9"/>
                      <a:pt x="30" y="8"/>
                      <a:pt x="29" y="8"/>
                    </a:cubicBezTo>
                    <a:cubicBezTo>
                      <a:pt x="29" y="9"/>
                      <a:pt x="28" y="7"/>
                      <a:pt x="28" y="7"/>
                    </a:cubicBezTo>
                    <a:cubicBezTo>
                      <a:pt x="27" y="8"/>
                      <a:pt x="27" y="7"/>
                      <a:pt x="26" y="7"/>
                    </a:cubicBezTo>
                    <a:cubicBezTo>
                      <a:pt x="27" y="8"/>
                      <a:pt x="26" y="8"/>
                      <a:pt x="25" y="8"/>
                    </a:cubicBezTo>
                    <a:cubicBezTo>
                      <a:pt x="25" y="7"/>
                      <a:pt x="25" y="8"/>
                      <a:pt x="24" y="7"/>
                    </a:cubicBezTo>
                    <a:cubicBezTo>
                      <a:pt x="24" y="7"/>
                      <a:pt x="24" y="7"/>
                      <a:pt x="23" y="7"/>
                    </a:cubicBezTo>
                    <a:cubicBezTo>
                      <a:pt x="23" y="7"/>
                      <a:pt x="22" y="7"/>
                      <a:pt x="22" y="7"/>
                    </a:cubicBezTo>
                    <a:cubicBezTo>
                      <a:pt x="21" y="8"/>
                      <a:pt x="21" y="7"/>
                      <a:pt x="21" y="7"/>
                    </a:cubicBezTo>
                    <a:cubicBezTo>
                      <a:pt x="20" y="7"/>
                      <a:pt x="20" y="7"/>
                      <a:pt x="19" y="7"/>
                    </a:cubicBezTo>
                    <a:cubicBezTo>
                      <a:pt x="19" y="7"/>
                      <a:pt x="18" y="7"/>
                      <a:pt x="19" y="7"/>
                    </a:cubicBezTo>
                    <a:cubicBezTo>
                      <a:pt x="18" y="7"/>
                      <a:pt x="18" y="6"/>
                      <a:pt x="18" y="7"/>
                    </a:cubicBezTo>
                    <a:cubicBezTo>
                      <a:pt x="17" y="6"/>
                      <a:pt x="17" y="5"/>
                      <a:pt x="17" y="6"/>
                    </a:cubicBezTo>
                    <a:cubicBezTo>
                      <a:pt x="16" y="6"/>
                      <a:pt x="17" y="7"/>
                      <a:pt x="16" y="6"/>
                    </a:cubicBezTo>
                    <a:cubicBezTo>
                      <a:pt x="16" y="7"/>
                      <a:pt x="15" y="7"/>
                      <a:pt x="15" y="6"/>
                    </a:cubicBezTo>
                    <a:cubicBezTo>
                      <a:pt x="14" y="6"/>
                      <a:pt x="14" y="6"/>
                      <a:pt x="14" y="6"/>
                    </a:cubicBezTo>
                    <a:cubicBezTo>
                      <a:pt x="13" y="7"/>
                      <a:pt x="13" y="5"/>
                      <a:pt x="13" y="6"/>
                    </a:cubicBezTo>
                    <a:cubicBezTo>
                      <a:pt x="12" y="6"/>
                      <a:pt x="12" y="8"/>
                      <a:pt x="12" y="6"/>
                    </a:cubicBezTo>
                    <a:cubicBezTo>
                      <a:pt x="11" y="5"/>
                      <a:pt x="11" y="6"/>
                      <a:pt x="11" y="6"/>
                    </a:cubicBezTo>
                    <a:cubicBezTo>
                      <a:pt x="9" y="5"/>
                      <a:pt x="9" y="6"/>
                      <a:pt x="10" y="6"/>
                    </a:cubicBezTo>
                    <a:cubicBezTo>
                      <a:pt x="9" y="8"/>
                      <a:pt x="11" y="7"/>
                      <a:pt x="10" y="7"/>
                    </a:cubicBezTo>
                    <a:cubicBezTo>
                      <a:pt x="9" y="6"/>
                      <a:pt x="10" y="5"/>
                      <a:pt x="9" y="7"/>
                    </a:cubicBezTo>
                    <a:cubicBezTo>
                      <a:pt x="9" y="7"/>
                      <a:pt x="8" y="6"/>
                      <a:pt x="9" y="8"/>
                    </a:cubicBezTo>
                    <a:cubicBezTo>
                      <a:pt x="9" y="7"/>
                      <a:pt x="9" y="5"/>
                      <a:pt x="8" y="7"/>
                    </a:cubicBezTo>
                    <a:cubicBezTo>
                      <a:pt x="8" y="8"/>
                      <a:pt x="7" y="4"/>
                      <a:pt x="6" y="7"/>
                    </a:cubicBezTo>
                    <a:cubicBezTo>
                      <a:pt x="7" y="6"/>
                      <a:pt x="6" y="5"/>
                      <a:pt x="7" y="6"/>
                    </a:cubicBezTo>
                    <a:cubicBezTo>
                      <a:pt x="5" y="5"/>
                      <a:pt x="4" y="8"/>
                      <a:pt x="6" y="7"/>
                    </a:cubicBezTo>
                    <a:cubicBezTo>
                      <a:pt x="6" y="7"/>
                      <a:pt x="6" y="5"/>
                      <a:pt x="6" y="7"/>
                    </a:cubicBezTo>
                    <a:cubicBezTo>
                      <a:pt x="6" y="6"/>
                      <a:pt x="7" y="8"/>
                      <a:pt x="5" y="8"/>
                    </a:cubicBezTo>
                    <a:cubicBezTo>
                      <a:pt x="5" y="8"/>
                      <a:pt x="5" y="11"/>
                      <a:pt x="6" y="9"/>
                    </a:cubicBezTo>
                    <a:cubicBezTo>
                      <a:pt x="5" y="11"/>
                      <a:pt x="6" y="10"/>
                      <a:pt x="6" y="9"/>
                    </a:cubicBezTo>
                    <a:cubicBezTo>
                      <a:pt x="7" y="10"/>
                      <a:pt x="6" y="12"/>
                      <a:pt x="6" y="10"/>
                    </a:cubicBezTo>
                    <a:cubicBezTo>
                      <a:pt x="6" y="13"/>
                      <a:pt x="5" y="10"/>
                      <a:pt x="7" y="11"/>
                    </a:cubicBezTo>
                    <a:cubicBezTo>
                      <a:pt x="6" y="10"/>
                      <a:pt x="6" y="9"/>
                      <a:pt x="7" y="11"/>
                    </a:cubicBezTo>
                    <a:cubicBezTo>
                      <a:pt x="9" y="13"/>
                      <a:pt x="8" y="12"/>
                      <a:pt x="8" y="13"/>
                    </a:cubicBezTo>
                    <a:cubicBezTo>
                      <a:pt x="8" y="14"/>
                      <a:pt x="8" y="16"/>
                      <a:pt x="8" y="15"/>
                    </a:cubicBezTo>
                    <a:cubicBezTo>
                      <a:pt x="7" y="16"/>
                      <a:pt x="8" y="16"/>
                      <a:pt x="8" y="15"/>
                    </a:cubicBezTo>
                    <a:cubicBezTo>
                      <a:pt x="8" y="16"/>
                      <a:pt x="7" y="13"/>
                      <a:pt x="8" y="15"/>
                    </a:cubicBezTo>
                    <a:cubicBezTo>
                      <a:pt x="8" y="13"/>
                      <a:pt x="10" y="16"/>
                      <a:pt x="9" y="16"/>
                    </a:cubicBezTo>
                    <a:cubicBezTo>
                      <a:pt x="9" y="18"/>
                      <a:pt x="7" y="17"/>
                      <a:pt x="8" y="17"/>
                    </a:cubicBezTo>
                    <a:cubicBezTo>
                      <a:pt x="8" y="13"/>
                      <a:pt x="8" y="18"/>
                      <a:pt x="8" y="17"/>
                    </a:cubicBezTo>
                    <a:cubicBezTo>
                      <a:pt x="9" y="16"/>
                      <a:pt x="8" y="19"/>
                      <a:pt x="7" y="18"/>
                    </a:cubicBezTo>
                    <a:cubicBezTo>
                      <a:pt x="7" y="18"/>
                      <a:pt x="8" y="20"/>
                      <a:pt x="8" y="19"/>
                    </a:cubicBezTo>
                    <a:cubicBezTo>
                      <a:pt x="9" y="17"/>
                      <a:pt x="9" y="17"/>
                      <a:pt x="8" y="19"/>
                    </a:cubicBezTo>
                    <a:cubicBezTo>
                      <a:pt x="7" y="21"/>
                      <a:pt x="9" y="19"/>
                      <a:pt x="8" y="21"/>
                    </a:cubicBezTo>
                    <a:cubicBezTo>
                      <a:pt x="7" y="22"/>
                      <a:pt x="8" y="23"/>
                      <a:pt x="8" y="23"/>
                    </a:cubicBezTo>
                    <a:cubicBezTo>
                      <a:pt x="8" y="19"/>
                      <a:pt x="7" y="23"/>
                      <a:pt x="7" y="22"/>
                    </a:cubicBezTo>
                    <a:cubicBezTo>
                      <a:pt x="7" y="24"/>
                      <a:pt x="6" y="24"/>
                      <a:pt x="7" y="24"/>
                    </a:cubicBezTo>
                    <a:cubicBezTo>
                      <a:pt x="6" y="25"/>
                      <a:pt x="6" y="25"/>
                      <a:pt x="7" y="24"/>
                    </a:cubicBezTo>
                    <a:cubicBezTo>
                      <a:pt x="6" y="25"/>
                      <a:pt x="6" y="25"/>
                      <a:pt x="6" y="25"/>
                    </a:cubicBezTo>
                    <a:cubicBezTo>
                      <a:pt x="5" y="23"/>
                      <a:pt x="6" y="24"/>
                      <a:pt x="6" y="24"/>
                    </a:cubicBezTo>
                    <a:cubicBezTo>
                      <a:pt x="5" y="25"/>
                      <a:pt x="5" y="25"/>
                      <a:pt x="5" y="25"/>
                    </a:cubicBezTo>
                    <a:cubicBezTo>
                      <a:pt x="5" y="24"/>
                      <a:pt x="5" y="25"/>
                      <a:pt x="5" y="24"/>
                    </a:cubicBezTo>
                    <a:cubicBezTo>
                      <a:pt x="4" y="23"/>
                      <a:pt x="4" y="23"/>
                      <a:pt x="4" y="23"/>
                    </a:cubicBezTo>
                    <a:cubicBezTo>
                      <a:pt x="4" y="22"/>
                      <a:pt x="4" y="24"/>
                      <a:pt x="4" y="24"/>
                    </a:cubicBezTo>
                    <a:cubicBezTo>
                      <a:pt x="3" y="22"/>
                      <a:pt x="4" y="24"/>
                      <a:pt x="3" y="24"/>
                    </a:cubicBezTo>
                    <a:cubicBezTo>
                      <a:pt x="3" y="24"/>
                      <a:pt x="3" y="24"/>
                      <a:pt x="2" y="24"/>
                    </a:cubicBezTo>
                    <a:cubicBezTo>
                      <a:pt x="2" y="24"/>
                      <a:pt x="1" y="24"/>
                      <a:pt x="2" y="24"/>
                    </a:cubicBezTo>
                    <a:cubicBezTo>
                      <a:pt x="2" y="24"/>
                      <a:pt x="2" y="24"/>
                      <a:pt x="2" y="23"/>
                    </a:cubicBezTo>
                    <a:cubicBezTo>
                      <a:pt x="2" y="23"/>
                      <a:pt x="4" y="21"/>
                      <a:pt x="2" y="23"/>
                    </a:cubicBezTo>
                    <a:cubicBezTo>
                      <a:pt x="3" y="22"/>
                      <a:pt x="3" y="23"/>
                      <a:pt x="3" y="22"/>
                    </a:cubicBezTo>
                    <a:cubicBezTo>
                      <a:pt x="3" y="22"/>
                      <a:pt x="2" y="22"/>
                      <a:pt x="2" y="22"/>
                    </a:cubicBezTo>
                    <a:cubicBezTo>
                      <a:pt x="2" y="23"/>
                      <a:pt x="2" y="21"/>
                      <a:pt x="1" y="22"/>
                    </a:cubicBezTo>
                    <a:cubicBezTo>
                      <a:pt x="3" y="21"/>
                      <a:pt x="1" y="21"/>
                      <a:pt x="1" y="21"/>
                    </a:cubicBezTo>
                    <a:cubicBezTo>
                      <a:pt x="0" y="22"/>
                      <a:pt x="1" y="21"/>
                      <a:pt x="2" y="23"/>
                    </a:cubicBezTo>
                    <a:cubicBezTo>
                      <a:pt x="2" y="24"/>
                      <a:pt x="1" y="25"/>
                      <a:pt x="2" y="24"/>
                    </a:cubicBezTo>
                    <a:cubicBezTo>
                      <a:pt x="3" y="25"/>
                      <a:pt x="3" y="26"/>
                      <a:pt x="3" y="25"/>
                    </a:cubicBezTo>
                    <a:cubicBezTo>
                      <a:pt x="3" y="25"/>
                      <a:pt x="4" y="26"/>
                      <a:pt x="3" y="26"/>
                    </a:cubicBezTo>
                    <a:cubicBezTo>
                      <a:pt x="3" y="26"/>
                      <a:pt x="3" y="27"/>
                      <a:pt x="3" y="27"/>
                    </a:cubicBezTo>
                    <a:cubicBezTo>
                      <a:pt x="4" y="28"/>
                      <a:pt x="3" y="28"/>
                      <a:pt x="3" y="28"/>
                    </a:cubicBezTo>
                    <a:cubicBezTo>
                      <a:pt x="3" y="27"/>
                      <a:pt x="2" y="26"/>
                      <a:pt x="3" y="27"/>
                    </a:cubicBezTo>
                    <a:cubicBezTo>
                      <a:pt x="2" y="26"/>
                      <a:pt x="3" y="24"/>
                      <a:pt x="3" y="25"/>
                    </a:cubicBezTo>
                    <a:cubicBezTo>
                      <a:pt x="3" y="25"/>
                      <a:pt x="3" y="25"/>
                      <a:pt x="3" y="25"/>
                    </a:cubicBezTo>
                    <a:cubicBezTo>
                      <a:pt x="3" y="24"/>
                      <a:pt x="2" y="24"/>
                      <a:pt x="3" y="23"/>
                    </a:cubicBezTo>
                    <a:cubicBezTo>
                      <a:pt x="3" y="24"/>
                      <a:pt x="3" y="23"/>
                      <a:pt x="3" y="24"/>
                    </a:cubicBezTo>
                    <a:cubicBezTo>
                      <a:pt x="3" y="23"/>
                      <a:pt x="3" y="22"/>
                      <a:pt x="3" y="23"/>
                    </a:cubicBezTo>
                    <a:cubicBezTo>
                      <a:pt x="3" y="22"/>
                      <a:pt x="3" y="23"/>
                      <a:pt x="3" y="23"/>
                    </a:cubicBezTo>
                    <a:cubicBezTo>
                      <a:pt x="3" y="23"/>
                      <a:pt x="3" y="24"/>
                      <a:pt x="2" y="22"/>
                    </a:cubicBezTo>
                    <a:cubicBezTo>
                      <a:pt x="2" y="22"/>
                      <a:pt x="1" y="22"/>
                      <a:pt x="2" y="22"/>
                    </a:cubicBezTo>
                    <a:cubicBezTo>
                      <a:pt x="3" y="22"/>
                      <a:pt x="0" y="22"/>
                      <a:pt x="1" y="22"/>
                    </a:cubicBezTo>
                    <a:cubicBezTo>
                      <a:pt x="0" y="23"/>
                      <a:pt x="0" y="23"/>
                      <a:pt x="0" y="22"/>
                    </a:cubicBezTo>
                    <a:cubicBezTo>
                      <a:pt x="0" y="25"/>
                      <a:pt x="0" y="24"/>
                      <a:pt x="0" y="23"/>
                    </a:cubicBezTo>
                    <a:cubicBezTo>
                      <a:pt x="0" y="24"/>
                      <a:pt x="0" y="24"/>
                      <a:pt x="1" y="25"/>
                    </a:cubicBezTo>
                    <a:cubicBezTo>
                      <a:pt x="0" y="26"/>
                      <a:pt x="1" y="26"/>
                      <a:pt x="1" y="26"/>
                    </a:cubicBezTo>
                    <a:cubicBezTo>
                      <a:pt x="2" y="27"/>
                      <a:pt x="2" y="28"/>
                      <a:pt x="2" y="28"/>
                    </a:cubicBezTo>
                    <a:cubicBezTo>
                      <a:pt x="2" y="28"/>
                      <a:pt x="1" y="28"/>
                      <a:pt x="1" y="29"/>
                    </a:cubicBezTo>
                    <a:cubicBezTo>
                      <a:pt x="1" y="28"/>
                      <a:pt x="1" y="28"/>
                      <a:pt x="1" y="28"/>
                    </a:cubicBezTo>
                    <a:cubicBezTo>
                      <a:pt x="1" y="28"/>
                      <a:pt x="1" y="28"/>
                      <a:pt x="1" y="28"/>
                    </a:cubicBezTo>
                    <a:cubicBezTo>
                      <a:pt x="1" y="28"/>
                      <a:pt x="1" y="30"/>
                      <a:pt x="0" y="29"/>
                    </a:cubicBezTo>
                    <a:cubicBezTo>
                      <a:pt x="0" y="29"/>
                      <a:pt x="0" y="29"/>
                      <a:pt x="0" y="30"/>
                    </a:cubicBezTo>
                    <a:cubicBezTo>
                      <a:pt x="0" y="29"/>
                      <a:pt x="0" y="29"/>
                      <a:pt x="0" y="29"/>
                    </a:cubicBezTo>
                    <a:cubicBezTo>
                      <a:pt x="0" y="30"/>
                      <a:pt x="0" y="30"/>
                      <a:pt x="0" y="30"/>
                    </a:cubicBezTo>
                    <a:lnTo>
                      <a:pt x="0" y="31"/>
                    </a:lnTo>
                    <a:close/>
                    <a:moveTo>
                      <a:pt x="87" y="5"/>
                    </a:moveTo>
                    <a:cubicBezTo>
                      <a:pt x="88" y="6"/>
                      <a:pt x="87" y="6"/>
                      <a:pt x="87" y="5"/>
                    </a:cubicBezTo>
                    <a:cubicBezTo>
                      <a:pt x="87" y="5"/>
                      <a:pt x="88" y="5"/>
                      <a:pt x="87" y="5"/>
                    </a:cubicBezTo>
                    <a:cubicBezTo>
                      <a:pt x="87" y="6"/>
                      <a:pt x="87" y="5"/>
                      <a:pt x="87" y="5"/>
                    </a:cubicBezTo>
                    <a:close/>
                    <a:moveTo>
                      <a:pt x="97" y="25"/>
                    </a:moveTo>
                    <a:cubicBezTo>
                      <a:pt x="97" y="25"/>
                      <a:pt x="97" y="25"/>
                      <a:pt x="97" y="25"/>
                    </a:cubicBezTo>
                    <a:cubicBezTo>
                      <a:pt x="97" y="25"/>
                      <a:pt x="97" y="25"/>
                      <a:pt x="97" y="25"/>
                    </a:cubicBezTo>
                    <a:cubicBezTo>
                      <a:pt x="97" y="26"/>
                      <a:pt x="97" y="26"/>
                      <a:pt x="97" y="26"/>
                    </a:cubicBezTo>
                    <a:cubicBezTo>
                      <a:pt x="97" y="26"/>
                      <a:pt x="97" y="26"/>
                      <a:pt x="97" y="26"/>
                    </a:cubicBezTo>
                    <a:cubicBezTo>
                      <a:pt x="97" y="26"/>
                      <a:pt x="97" y="26"/>
                      <a:pt x="97" y="25"/>
                    </a:cubicBezTo>
                    <a:close/>
                    <a:moveTo>
                      <a:pt x="97" y="27"/>
                    </a:moveTo>
                    <a:cubicBezTo>
                      <a:pt x="97" y="26"/>
                      <a:pt x="97" y="25"/>
                      <a:pt x="97" y="27"/>
                    </a:cubicBezTo>
                    <a:cubicBezTo>
                      <a:pt x="97" y="27"/>
                      <a:pt x="97" y="27"/>
                      <a:pt x="97" y="27"/>
                    </a:cubicBezTo>
                    <a:cubicBezTo>
                      <a:pt x="97" y="27"/>
                      <a:pt x="97" y="27"/>
                      <a:pt x="97" y="27"/>
                    </a:cubicBezTo>
                    <a:cubicBezTo>
                      <a:pt x="97" y="27"/>
                      <a:pt x="97" y="27"/>
                      <a:pt x="97" y="27"/>
                    </a:cubicBezTo>
                    <a:cubicBezTo>
                      <a:pt x="97" y="27"/>
                      <a:pt x="97" y="27"/>
                      <a:pt x="97" y="27"/>
                    </a:cubicBezTo>
                    <a:close/>
                    <a:moveTo>
                      <a:pt x="95" y="25"/>
                    </a:moveTo>
                    <a:cubicBezTo>
                      <a:pt x="96" y="25"/>
                      <a:pt x="96" y="25"/>
                      <a:pt x="96" y="25"/>
                    </a:cubicBezTo>
                    <a:cubicBezTo>
                      <a:pt x="96" y="25"/>
                      <a:pt x="96" y="25"/>
                      <a:pt x="96" y="25"/>
                    </a:cubicBezTo>
                    <a:cubicBezTo>
                      <a:pt x="95" y="25"/>
                      <a:pt x="95" y="25"/>
                      <a:pt x="95" y="25"/>
                    </a:cubicBezTo>
                    <a:close/>
                    <a:moveTo>
                      <a:pt x="93" y="25"/>
                    </a:moveTo>
                    <a:cubicBezTo>
                      <a:pt x="94" y="25"/>
                      <a:pt x="94" y="25"/>
                      <a:pt x="94" y="25"/>
                    </a:cubicBezTo>
                    <a:cubicBezTo>
                      <a:pt x="94" y="25"/>
                      <a:pt x="94" y="25"/>
                      <a:pt x="94" y="25"/>
                    </a:cubicBezTo>
                    <a:cubicBezTo>
                      <a:pt x="93" y="26"/>
                      <a:pt x="93" y="26"/>
                      <a:pt x="93" y="26"/>
                    </a:cubicBezTo>
                    <a:lnTo>
                      <a:pt x="93" y="25"/>
                    </a:lnTo>
                    <a:close/>
                    <a:moveTo>
                      <a:pt x="92" y="26"/>
                    </a:moveTo>
                    <a:cubicBezTo>
                      <a:pt x="92" y="26"/>
                      <a:pt x="92" y="26"/>
                      <a:pt x="92" y="26"/>
                    </a:cubicBezTo>
                    <a:cubicBezTo>
                      <a:pt x="92" y="26"/>
                      <a:pt x="92" y="26"/>
                      <a:pt x="92" y="26"/>
                    </a:cubicBezTo>
                    <a:cubicBezTo>
                      <a:pt x="93" y="26"/>
                      <a:pt x="93" y="26"/>
                      <a:pt x="93" y="26"/>
                    </a:cubicBezTo>
                    <a:cubicBezTo>
                      <a:pt x="93" y="26"/>
                      <a:pt x="93" y="26"/>
                      <a:pt x="93" y="26"/>
                    </a:cubicBezTo>
                    <a:cubicBezTo>
                      <a:pt x="93" y="26"/>
                      <a:pt x="93" y="26"/>
                      <a:pt x="93" y="26"/>
                    </a:cubicBezTo>
                    <a:cubicBezTo>
                      <a:pt x="93" y="26"/>
                      <a:pt x="93" y="27"/>
                      <a:pt x="93" y="26"/>
                    </a:cubicBezTo>
                    <a:cubicBezTo>
                      <a:pt x="93" y="26"/>
                      <a:pt x="93" y="26"/>
                      <a:pt x="93" y="26"/>
                    </a:cubicBezTo>
                    <a:cubicBezTo>
                      <a:pt x="92" y="26"/>
                      <a:pt x="92" y="26"/>
                      <a:pt x="92" y="26"/>
                    </a:cubicBezTo>
                    <a:close/>
                    <a:moveTo>
                      <a:pt x="92" y="27"/>
                    </a:moveTo>
                    <a:cubicBezTo>
                      <a:pt x="92" y="27"/>
                      <a:pt x="92" y="27"/>
                      <a:pt x="92" y="27"/>
                    </a:cubicBezTo>
                    <a:cubicBezTo>
                      <a:pt x="92" y="27"/>
                      <a:pt x="92" y="27"/>
                      <a:pt x="92" y="27"/>
                    </a:cubicBezTo>
                    <a:close/>
                    <a:moveTo>
                      <a:pt x="83" y="30"/>
                    </a:moveTo>
                    <a:cubicBezTo>
                      <a:pt x="84" y="29"/>
                      <a:pt x="84" y="29"/>
                      <a:pt x="84" y="29"/>
                    </a:cubicBezTo>
                    <a:cubicBezTo>
                      <a:pt x="84" y="30"/>
                      <a:pt x="84" y="30"/>
                      <a:pt x="84" y="30"/>
                    </a:cubicBezTo>
                    <a:lnTo>
                      <a:pt x="83" y="30"/>
                    </a:lnTo>
                    <a:close/>
                    <a:moveTo>
                      <a:pt x="80" y="11"/>
                    </a:moveTo>
                    <a:cubicBezTo>
                      <a:pt x="80" y="12"/>
                      <a:pt x="80" y="11"/>
                      <a:pt x="80" y="11"/>
                    </a:cubicBezTo>
                    <a:cubicBezTo>
                      <a:pt x="80" y="11"/>
                      <a:pt x="81" y="11"/>
                      <a:pt x="80" y="11"/>
                    </a:cubicBezTo>
                    <a:close/>
                    <a:moveTo>
                      <a:pt x="76" y="35"/>
                    </a:moveTo>
                    <a:cubicBezTo>
                      <a:pt x="77" y="34"/>
                      <a:pt x="77" y="34"/>
                      <a:pt x="77" y="34"/>
                    </a:cubicBezTo>
                    <a:cubicBezTo>
                      <a:pt x="77" y="35"/>
                      <a:pt x="77" y="35"/>
                      <a:pt x="77" y="35"/>
                    </a:cubicBezTo>
                    <a:lnTo>
                      <a:pt x="76" y="35"/>
                    </a:lnTo>
                    <a:close/>
                    <a:moveTo>
                      <a:pt x="76" y="29"/>
                    </a:moveTo>
                    <a:cubicBezTo>
                      <a:pt x="77" y="29"/>
                      <a:pt x="76" y="28"/>
                      <a:pt x="77" y="29"/>
                    </a:cubicBezTo>
                    <a:cubicBezTo>
                      <a:pt x="76" y="29"/>
                      <a:pt x="76" y="29"/>
                      <a:pt x="76" y="29"/>
                    </a:cubicBezTo>
                    <a:close/>
                    <a:moveTo>
                      <a:pt x="70" y="35"/>
                    </a:moveTo>
                    <a:cubicBezTo>
                      <a:pt x="70" y="35"/>
                      <a:pt x="70" y="35"/>
                      <a:pt x="70" y="36"/>
                    </a:cubicBezTo>
                    <a:lnTo>
                      <a:pt x="70" y="35"/>
                    </a:lnTo>
                    <a:close/>
                    <a:moveTo>
                      <a:pt x="68" y="35"/>
                    </a:moveTo>
                    <a:cubicBezTo>
                      <a:pt x="69" y="35"/>
                      <a:pt x="69" y="35"/>
                      <a:pt x="69" y="35"/>
                    </a:cubicBezTo>
                    <a:cubicBezTo>
                      <a:pt x="69" y="35"/>
                      <a:pt x="69" y="35"/>
                      <a:pt x="69" y="36"/>
                    </a:cubicBezTo>
                    <a:cubicBezTo>
                      <a:pt x="68" y="36"/>
                      <a:pt x="68" y="36"/>
                      <a:pt x="68" y="36"/>
                    </a:cubicBezTo>
                    <a:lnTo>
                      <a:pt x="68" y="35"/>
                    </a:lnTo>
                    <a:close/>
                    <a:moveTo>
                      <a:pt x="68" y="31"/>
                    </a:moveTo>
                    <a:cubicBezTo>
                      <a:pt x="68" y="32"/>
                      <a:pt x="68" y="32"/>
                      <a:pt x="68" y="32"/>
                    </a:cubicBezTo>
                    <a:cubicBezTo>
                      <a:pt x="67" y="32"/>
                      <a:pt x="67" y="31"/>
                      <a:pt x="67" y="31"/>
                    </a:cubicBezTo>
                    <a:cubicBezTo>
                      <a:pt x="68" y="32"/>
                      <a:pt x="68" y="31"/>
                      <a:pt x="68" y="31"/>
                    </a:cubicBezTo>
                    <a:close/>
                    <a:moveTo>
                      <a:pt x="67" y="32"/>
                    </a:moveTo>
                    <a:cubicBezTo>
                      <a:pt x="67" y="32"/>
                      <a:pt x="67" y="32"/>
                      <a:pt x="67" y="32"/>
                    </a:cubicBezTo>
                    <a:cubicBezTo>
                      <a:pt x="67" y="31"/>
                      <a:pt x="67" y="32"/>
                      <a:pt x="68" y="32"/>
                    </a:cubicBezTo>
                    <a:cubicBezTo>
                      <a:pt x="68" y="32"/>
                      <a:pt x="68" y="32"/>
                      <a:pt x="67" y="32"/>
                    </a:cubicBezTo>
                    <a:close/>
                    <a:moveTo>
                      <a:pt x="67" y="35"/>
                    </a:moveTo>
                    <a:cubicBezTo>
                      <a:pt x="67" y="35"/>
                      <a:pt x="67" y="35"/>
                      <a:pt x="67" y="35"/>
                    </a:cubicBezTo>
                    <a:cubicBezTo>
                      <a:pt x="66" y="34"/>
                      <a:pt x="67" y="35"/>
                      <a:pt x="67" y="35"/>
                    </a:cubicBezTo>
                    <a:close/>
                    <a:moveTo>
                      <a:pt x="66" y="33"/>
                    </a:moveTo>
                    <a:cubicBezTo>
                      <a:pt x="67" y="33"/>
                      <a:pt x="67" y="33"/>
                      <a:pt x="67" y="33"/>
                    </a:cubicBezTo>
                    <a:cubicBezTo>
                      <a:pt x="67" y="33"/>
                      <a:pt x="67" y="33"/>
                      <a:pt x="67" y="33"/>
                    </a:cubicBezTo>
                    <a:cubicBezTo>
                      <a:pt x="66" y="33"/>
                      <a:pt x="68" y="33"/>
                      <a:pt x="68" y="33"/>
                    </a:cubicBezTo>
                    <a:cubicBezTo>
                      <a:pt x="67" y="35"/>
                      <a:pt x="67" y="35"/>
                      <a:pt x="67" y="35"/>
                    </a:cubicBezTo>
                    <a:cubicBezTo>
                      <a:pt x="67" y="35"/>
                      <a:pt x="67" y="35"/>
                      <a:pt x="67" y="35"/>
                    </a:cubicBezTo>
                    <a:cubicBezTo>
                      <a:pt x="67" y="35"/>
                      <a:pt x="67" y="35"/>
                      <a:pt x="67" y="35"/>
                    </a:cubicBezTo>
                    <a:cubicBezTo>
                      <a:pt x="67" y="34"/>
                      <a:pt x="67" y="34"/>
                      <a:pt x="67" y="34"/>
                    </a:cubicBezTo>
                    <a:cubicBezTo>
                      <a:pt x="67" y="34"/>
                      <a:pt x="67" y="34"/>
                      <a:pt x="67" y="34"/>
                    </a:cubicBezTo>
                    <a:cubicBezTo>
                      <a:pt x="66" y="34"/>
                      <a:pt x="66" y="34"/>
                      <a:pt x="66" y="34"/>
                    </a:cubicBezTo>
                    <a:lnTo>
                      <a:pt x="66" y="33"/>
                    </a:lnTo>
                    <a:close/>
                    <a:moveTo>
                      <a:pt x="64" y="30"/>
                    </a:moveTo>
                    <a:cubicBezTo>
                      <a:pt x="64" y="30"/>
                      <a:pt x="64" y="28"/>
                      <a:pt x="64" y="28"/>
                    </a:cubicBezTo>
                    <a:cubicBezTo>
                      <a:pt x="64" y="29"/>
                      <a:pt x="65" y="28"/>
                      <a:pt x="65" y="28"/>
                    </a:cubicBezTo>
                    <a:cubicBezTo>
                      <a:pt x="66" y="29"/>
                      <a:pt x="64" y="30"/>
                      <a:pt x="64" y="30"/>
                    </a:cubicBezTo>
                    <a:close/>
                    <a:moveTo>
                      <a:pt x="64" y="32"/>
                    </a:moveTo>
                    <a:cubicBezTo>
                      <a:pt x="65" y="31"/>
                      <a:pt x="64" y="33"/>
                      <a:pt x="64" y="33"/>
                    </a:cubicBezTo>
                    <a:cubicBezTo>
                      <a:pt x="64" y="32"/>
                      <a:pt x="64" y="33"/>
                      <a:pt x="64" y="32"/>
                    </a:cubicBezTo>
                    <a:close/>
                    <a:moveTo>
                      <a:pt x="64" y="31"/>
                    </a:moveTo>
                    <a:cubicBezTo>
                      <a:pt x="64" y="31"/>
                      <a:pt x="64" y="31"/>
                      <a:pt x="64" y="31"/>
                    </a:cubicBezTo>
                    <a:close/>
                    <a:moveTo>
                      <a:pt x="64" y="31"/>
                    </a:moveTo>
                    <a:cubicBezTo>
                      <a:pt x="64" y="31"/>
                      <a:pt x="64" y="31"/>
                      <a:pt x="64" y="31"/>
                    </a:cubicBezTo>
                    <a:cubicBezTo>
                      <a:pt x="64" y="31"/>
                      <a:pt x="64" y="31"/>
                      <a:pt x="64" y="31"/>
                    </a:cubicBezTo>
                    <a:cubicBezTo>
                      <a:pt x="64" y="31"/>
                      <a:pt x="64" y="31"/>
                      <a:pt x="64" y="31"/>
                    </a:cubicBezTo>
                    <a:cubicBezTo>
                      <a:pt x="64" y="31"/>
                      <a:pt x="64" y="31"/>
                      <a:pt x="64" y="31"/>
                    </a:cubicBezTo>
                    <a:cubicBezTo>
                      <a:pt x="64" y="31"/>
                      <a:pt x="64" y="31"/>
                      <a:pt x="64" y="31"/>
                    </a:cubicBezTo>
                    <a:cubicBezTo>
                      <a:pt x="63" y="32"/>
                      <a:pt x="64" y="30"/>
                      <a:pt x="64" y="31"/>
                    </a:cubicBezTo>
                    <a:close/>
                    <a:moveTo>
                      <a:pt x="52" y="30"/>
                    </a:moveTo>
                    <a:cubicBezTo>
                      <a:pt x="52" y="30"/>
                      <a:pt x="52" y="30"/>
                      <a:pt x="52" y="30"/>
                    </a:cubicBezTo>
                    <a:cubicBezTo>
                      <a:pt x="52" y="31"/>
                      <a:pt x="52" y="30"/>
                      <a:pt x="52" y="31"/>
                    </a:cubicBezTo>
                    <a:lnTo>
                      <a:pt x="52" y="30"/>
                    </a:lnTo>
                    <a:close/>
                    <a:moveTo>
                      <a:pt x="48" y="32"/>
                    </a:moveTo>
                    <a:cubicBezTo>
                      <a:pt x="48" y="32"/>
                      <a:pt x="48" y="32"/>
                      <a:pt x="48" y="32"/>
                    </a:cubicBezTo>
                    <a:cubicBezTo>
                      <a:pt x="48" y="32"/>
                      <a:pt x="48" y="32"/>
                      <a:pt x="48" y="32"/>
                    </a:cubicBezTo>
                    <a:cubicBezTo>
                      <a:pt x="48" y="32"/>
                      <a:pt x="48" y="32"/>
                      <a:pt x="48" y="32"/>
                    </a:cubicBezTo>
                    <a:close/>
                    <a:moveTo>
                      <a:pt x="47" y="31"/>
                    </a:moveTo>
                    <a:cubicBezTo>
                      <a:pt x="47" y="31"/>
                      <a:pt x="47" y="31"/>
                      <a:pt x="47" y="31"/>
                    </a:cubicBezTo>
                    <a:cubicBezTo>
                      <a:pt x="47" y="31"/>
                      <a:pt x="47" y="31"/>
                      <a:pt x="47" y="31"/>
                    </a:cubicBezTo>
                    <a:cubicBezTo>
                      <a:pt x="48" y="32"/>
                      <a:pt x="46" y="31"/>
                      <a:pt x="47" y="31"/>
                    </a:cubicBezTo>
                    <a:close/>
                    <a:moveTo>
                      <a:pt x="44" y="30"/>
                    </a:moveTo>
                    <a:cubicBezTo>
                      <a:pt x="44" y="30"/>
                      <a:pt x="44" y="30"/>
                      <a:pt x="44" y="30"/>
                    </a:cubicBezTo>
                    <a:cubicBezTo>
                      <a:pt x="44" y="30"/>
                      <a:pt x="44" y="30"/>
                      <a:pt x="44" y="30"/>
                    </a:cubicBezTo>
                    <a:cubicBezTo>
                      <a:pt x="45" y="30"/>
                      <a:pt x="45" y="30"/>
                      <a:pt x="45" y="30"/>
                    </a:cubicBezTo>
                    <a:lnTo>
                      <a:pt x="44" y="30"/>
                    </a:lnTo>
                    <a:close/>
                    <a:moveTo>
                      <a:pt x="43" y="31"/>
                    </a:moveTo>
                    <a:cubicBezTo>
                      <a:pt x="44" y="30"/>
                      <a:pt x="44" y="30"/>
                      <a:pt x="44" y="30"/>
                    </a:cubicBezTo>
                    <a:cubicBezTo>
                      <a:pt x="44" y="30"/>
                      <a:pt x="44" y="30"/>
                      <a:pt x="44" y="30"/>
                    </a:cubicBezTo>
                    <a:cubicBezTo>
                      <a:pt x="44" y="30"/>
                      <a:pt x="44" y="30"/>
                      <a:pt x="44" y="30"/>
                    </a:cubicBezTo>
                    <a:cubicBezTo>
                      <a:pt x="44" y="31"/>
                      <a:pt x="44" y="31"/>
                      <a:pt x="44" y="31"/>
                    </a:cubicBezTo>
                    <a:cubicBezTo>
                      <a:pt x="44" y="31"/>
                      <a:pt x="44" y="31"/>
                      <a:pt x="44" y="31"/>
                    </a:cubicBezTo>
                    <a:cubicBezTo>
                      <a:pt x="44" y="31"/>
                      <a:pt x="44" y="31"/>
                      <a:pt x="44" y="31"/>
                    </a:cubicBezTo>
                    <a:cubicBezTo>
                      <a:pt x="44" y="31"/>
                      <a:pt x="44" y="31"/>
                      <a:pt x="44" y="31"/>
                    </a:cubicBezTo>
                    <a:cubicBezTo>
                      <a:pt x="44" y="31"/>
                      <a:pt x="44" y="31"/>
                      <a:pt x="44" y="31"/>
                    </a:cubicBezTo>
                    <a:lnTo>
                      <a:pt x="43" y="31"/>
                    </a:lnTo>
                    <a:close/>
                    <a:moveTo>
                      <a:pt x="42" y="30"/>
                    </a:moveTo>
                    <a:cubicBezTo>
                      <a:pt x="42" y="30"/>
                      <a:pt x="42" y="29"/>
                      <a:pt x="42" y="29"/>
                    </a:cubicBezTo>
                    <a:cubicBezTo>
                      <a:pt x="42" y="30"/>
                      <a:pt x="42" y="30"/>
                      <a:pt x="42" y="30"/>
                    </a:cubicBezTo>
                    <a:close/>
                    <a:moveTo>
                      <a:pt x="40" y="31"/>
                    </a:moveTo>
                    <a:cubicBezTo>
                      <a:pt x="40" y="31"/>
                      <a:pt x="40" y="31"/>
                      <a:pt x="40" y="31"/>
                    </a:cubicBezTo>
                    <a:cubicBezTo>
                      <a:pt x="41" y="31"/>
                      <a:pt x="41" y="31"/>
                      <a:pt x="41" y="31"/>
                    </a:cubicBezTo>
                    <a:cubicBezTo>
                      <a:pt x="40" y="31"/>
                      <a:pt x="40" y="31"/>
                      <a:pt x="40" y="31"/>
                    </a:cubicBezTo>
                    <a:cubicBezTo>
                      <a:pt x="40" y="31"/>
                      <a:pt x="40" y="31"/>
                      <a:pt x="40" y="31"/>
                    </a:cubicBezTo>
                    <a:close/>
                    <a:moveTo>
                      <a:pt x="40" y="34"/>
                    </a:moveTo>
                    <a:cubicBezTo>
                      <a:pt x="40" y="34"/>
                      <a:pt x="40" y="34"/>
                      <a:pt x="40" y="34"/>
                    </a:cubicBezTo>
                    <a:close/>
                    <a:moveTo>
                      <a:pt x="38" y="32"/>
                    </a:moveTo>
                    <a:cubicBezTo>
                      <a:pt x="39" y="32"/>
                      <a:pt x="38" y="32"/>
                      <a:pt x="38" y="32"/>
                    </a:cubicBezTo>
                    <a:cubicBezTo>
                      <a:pt x="37" y="32"/>
                      <a:pt x="38" y="31"/>
                      <a:pt x="38" y="32"/>
                    </a:cubicBezTo>
                    <a:close/>
                    <a:moveTo>
                      <a:pt x="37" y="33"/>
                    </a:moveTo>
                    <a:cubicBezTo>
                      <a:pt x="37" y="32"/>
                      <a:pt x="37" y="33"/>
                      <a:pt x="37" y="33"/>
                    </a:cubicBezTo>
                    <a:cubicBezTo>
                      <a:pt x="37" y="33"/>
                      <a:pt x="37" y="33"/>
                      <a:pt x="37" y="33"/>
                    </a:cubicBezTo>
                    <a:cubicBezTo>
                      <a:pt x="37" y="33"/>
                      <a:pt x="37" y="33"/>
                      <a:pt x="37" y="33"/>
                    </a:cubicBezTo>
                    <a:cubicBezTo>
                      <a:pt x="37" y="33"/>
                      <a:pt x="37" y="32"/>
                      <a:pt x="37" y="33"/>
                    </a:cubicBezTo>
                    <a:cubicBezTo>
                      <a:pt x="36" y="33"/>
                      <a:pt x="36" y="33"/>
                      <a:pt x="37" y="33"/>
                    </a:cubicBezTo>
                    <a:close/>
                    <a:moveTo>
                      <a:pt x="35" y="31"/>
                    </a:moveTo>
                    <a:cubicBezTo>
                      <a:pt x="35" y="30"/>
                      <a:pt x="35" y="30"/>
                      <a:pt x="35" y="30"/>
                    </a:cubicBezTo>
                    <a:cubicBezTo>
                      <a:pt x="35" y="30"/>
                      <a:pt x="35" y="30"/>
                      <a:pt x="35" y="30"/>
                    </a:cubicBezTo>
                    <a:cubicBezTo>
                      <a:pt x="35" y="32"/>
                      <a:pt x="35" y="31"/>
                      <a:pt x="35" y="31"/>
                    </a:cubicBezTo>
                    <a:close/>
                    <a:moveTo>
                      <a:pt x="31" y="31"/>
                    </a:moveTo>
                    <a:cubicBezTo>
                      <a:pt x="31" y="31"/>
                      <a:pt x="31" y="31"/>
                      <a:pt x="31" y="31"/>
                    </a:cubicBezTo>
                    <a:cubicBezTo>
                      <a:pt x="31" y="31"/>
                      <a:pt x="31" y="31"/>
                      <a:pt x="31" y="31"/>
                    </a:cubicBezTo>
                    <a:cubicBezTo>
                      <a:pt x="31" y="31"/>
                      <a:pt x="31" y="31"/>
                      <a:pt x="31" y="31"/>
                    </a:cubicBezTo>
                    <a:cubicBezTo>
                      <a:pt x="31" y="31"/>
                      <a:pt x="31" y="31"/>
                      <a:pt x="31" y="31"/>
                    </a:cubicBezTo>
                    <a:close/>
                    <a:moveTo>
                      <a:pt x="29" y="29"/>
                    </a:moveTo>
                    <a:cubicBezTo>
                      <a:pt x="29" y="29"/>
                      <a:pt x="29" y="29"/>
                      <a:pt x="29" y="29"/>
                    </a:cubicBezTo>
                    <a:cubicBezTo>
                      <a:pt x="29" y="29"/>
                      <a:pt x="29" y="29"/>
                      <a:pt x="29" y="29"/>
                    </a:cubicBezTo>
                    <a:cubicBezTo>
                      <a:pt x="29" y="29"/>
                      <a:pt x="29" y="29"/>
                      <a:pt x="29" y="29"/>
                    </a:cubicBezTo>
                    <a:close/>
                    <a:moveTo>
                      <a:pt x="28" y="27"/>
                    </a:moveTo>
                    <a:cubicBezTo>
                      <a:pt x="28" y="27"/>
                      <a:pt x="28" y="27"/>
                      <a:pt x="28" y="27"/>
                    </a:cubicBezTo>
                    <a:cubicBezTo>
                      <a:pt x="28" y="27"/>
                      <a:pt x="28" y="27"/>
                      <a:pt x="28" y="27"/>
                    </a:cubicBezTo>
                    <a:close/>
                    <a:moveTo>
                      <a:pt x="26" y="27"/>
                    </a:moveTo>
                    <a:cubicBezTo>
                      <a:pt x="26" y="27"/>
                      <a:pt x="26" y="27"/>
                      <a:pt x="26" y="27"/>
                    </a:cubicBezTo>
                    <a:cubicBezTo>
                      <a:pt x="26" y="27"/>
                      <a:pt x="26" y="27"/>
                      <a:pt x="26" y="27"/>
                    </a:cubicBezTo>
                    <a:close/>
                    <a:moveTo>
                      <a:pt x="22" y="28"/>
                    </a:moveTo>
                    <a:cubicBezTo>
                      <a:pt x="23" y="28"/>
                      <a:pt x="23" y="28"/>
                      <a:pt x="23" y="28"/>
                    </a:cubicBezTo>
                    <a:cubicBezTo>
                      <a:pt x="23" y="29"/>
                      <a:pt x="22" y="29"/>
                      <a:pt x="22" y="28"/>
                    </a:cubicBezTo>
                    <a:close/>
                    <a:moveTo>
                      <a:pt x="22" y="26"/>
                    </a:moveTo>
                    <a:cubicBezTo>
                      <a:pt x="22" y="26"/>
                      <a:pt x="22" y="26"/>
                      <a:pt x="22" y="26"/>
                    </a:cubicBezTo>
                    <a:cubicBezTo>
                      <a:pt x="22" y="26"/>
                      <a:pt x="22" y="26"/>
                      <a:pt x="22" y="26"/>
                    </a:cubicBezTo>
                    <a:cubicBezTo>
                      <a:pt x="22" y="26"/>
                      <a:pt x="22" y="26"/>
                      <a:pt x="22" y="26"/>
                    </a:cubicBezTo>
                    <a:close/>
                    <a:moveTo>
                      <a:pt x="22" y="30"/>
                    </a:moveTo>
                    <a:cubicBezTo>
                      <a:pt x="21" y="31"/>
                      <a:pt x="21" y="31"/>
                      <a:pt x="21" y="31"/>
                    </a:cubicBezTo>
                    <a:cubicBezTo>
                      <a:pt x="21" y="30"/>
                      <a:pt x="22" y="30"/>
                      <a:pt x="22" y="30"/>
                    </a:cubicBezTo>
                    <a:close/>
                    <a:moveTo>
                      <a:pt x="20" y="29"/>
                    </a:moveTo>
                    <a:cubicBezTo>
                      <a:pt x="20" y="29"/>
                      <a:pt x="20" y="29"/>
                      <a:pt x="20" y="29"/>
                    </a:cubicBezTo>
                    <a:close/>
                    <a:moveTo>
                      <a:pt x="17" y="28"/>
                    </a:moveTo>
                    <a:cubicBezTo>
                      <a:pt x="17" y="28"/>
                      <a:pt x="17" y="28"/>
                      <a:pt x="17" y="28"/>
                    </a:cubicBezTo>
                    <a:cubicBezTo>
                      <a:pt x="18" y="27"/>
                      <a:pt x="18" y="27"/>
                      <a:pt x="18" y="27"/>
                    </a:cubicBezTo>
                    <a:cubicBezTo>
                      <a:pt x="18" y="28"/>
                      <a:pt x="18" y="28"/>
                      <a:pt x="17" y="28"/>
                    </a:cubicBezTo>
                    <a:close/>
                    <a:moveTo>
                      <a:pt x="15" y="28"/>
                    </a:moveTo>
                    <a:cubicBezTo>
                      <a:pt x="15" y="28"/>
                      <a:pt x="15" y="27"/>
                      <a:pt x="15" y="28"/>
                    </a:cubicBezTo>
                    <a:cubicBezTo>
                      <a:pt x="15" y="28"/>
                      <a:pt x="15" y="28"/>
                      <a:pt x="15" y="28"/>
                    </a:cubicBezTo>
                    <a:close/>
                    <a:moveTo>
                      <a:pt x="7" y="26"/>
                    </a:moveTo>
                    <a:cubicBezTo>
                      <a:pt x="8" y="28"/>
                      <a:pt x="7" y="26"/>
                      <a:pt x="7" y="27"/>
                    </a:cubicBezTo>
                    <a:cubicBezTo>
                      <a:pt x="8" y="27"/>
                      <a:pt x="7" y="28"/>
                      <a:pt x="7" y="26"/>
                    </a:cubicBezTo>
                    <a:close/>
                    <a:moveTo>
                      <a:pt x="5" y="27"/>
                    </a:moveTo>
                    <a:cubicBezTo>
                      <a:pt x="5" y="28"/>
                      <a:pt x="6" y="26"/>
                      <a:pt x="6" y="26"/>
                    </a:cubicBezTo>
                    <a:cubicBezTo>
                      <a:pt x="6" y="27"/>
                      <a:pt x="5" y="26"/>
                      <a:pt x="5" y="27"/>
                    </a:cubicBezTo>
                    <a:cubicBezTo>
                      <a:pt x="5" y="27"/>
                      <a:pt x="5" y="27"/>
                      <a:pt x="4" y="28"/>
                    </a:cubicBezTo>
                    <a:cubicBezTo>
                      <a:pt x="4" y="27"/>
                      <a:pt x="5" y="27"/>
                      <a:pt x="5" y="27"/>
                    </a:cubicBezTo>
                    <a:close/>
                    <a:moveTo>
                      <a:pt x="1" y="31"/>
                    </a:moveTo>
                    <a:cubicBezTo>
                      <a:pt x="1" y="31"/>
                      <a:pt x="1" y="30"/>
                      <a:pt x="1" y="30"/>
                    </a:cubicBezTo>
                    <a:cubicBezTo>
                      <a:pt x="2" y="30"/>
                      <a:pt x="1" y="31"/>
                      <a:pt x="1" y="31"/>
                    </a:cubicBezTo>
                    <a:close/>
                  </a:path>
                </a:pathLst>
              </a:custGeom>
              <a:solidFill>
                <a:srgbClr val="24AC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1" name="Freeform 164">
                <a:extLst>
                  <a:ext uri="{FF2B5EF4-FFF2-40B4-BE49-F238E27FC236}">
                    <a16:creationId xmlns:a16="http://schemas.microsoft.com/office/drawing/2014/main" id="{EB06E844-6C5F-4386-8B05-0AABA93E7A1E}"/>
                  </a:ext>
                </a:extLst>
              </p:cNvPr>
              <p:cNvSpPr>
                <a:spLocks/>
              </p:cNvSpPr>
              <p:nvPr/>
            </p:nvSpPr>
            <p:spPr bwMode="auto">
              <a:xfrm>
                <a:off x="4947" y="2643"/>
                <a:ext cx="5" cy="5"/>
              </a:xfrm>
              <a:custGeom>
                <a:avLst/>
                <a:gdLst>
                  <a:gd name="T0" fmla="*/ 1 w 2"/>
                  <a:gd name="T1" fmla="*/ 1 h 2"/>
                  <a:gd name="T2" fmla="*/ 1 w 2"/>
                  <a:gd name="T3" fmla="*/ 1 h 2"/>
                  <a:gd name="T4" fmla="*/ 1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0"/>
                      <a:pt x="2" y="1"/>
                      <a:pt x="1" y="1"/>
                    </a:cubicBezTo>
                    <a:cubicBezTo>
                      <a:pt x="1" y="2"/>
                      <a:pt x="1" y="2"/>
                      <a:pt x="1" y="1"/>
                    </a:cubicBezTo>
                    <a:cubicBezTo>
                      <a:pt x="0" y="2"/>
                      <a:pt x="0" y="0"/>
                      <a:pt x="1" y="1"/>
                    </a:cubicBez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2" name="Freeform 165">
                <a:extLst>
                  <a:ext uri="{FF2B5EF4-FFF2-40B4-BE49-F238E27FC236}">
                    <a16:creationId xmlns:a16="http://schemas.microsoft.com/office/drawing/2014/main" id="{BF347F75-14F8-4B25-AA3C-60B4D22FAEA6}"/>
                  </a:ext>
                </a:extLst>
              </p:cNvPr>
              <p:cNvSpPr>
                <a:spLocks/>
              </p:cNvSpPr>
              <p:nvPr/>
            </p:nvSpPr>
            <p:spPr bwMode="auto">
              <a:xfrm>
                <a:off x="4876" y="2664"/>
                <a:ext cx="2" cy="5"/>
              </a:xfrm>
              <a:custGeom>
                <a:avLst/>
                <a:gdLst>
                  <a:gd name="T0" fmla="*/ 0 w 1"/>
                  <a:gd name="T1" fmla="*/ 1 h 2"/>
                  <a:gd name="T2" fmla="*/ 0 w 1"/>
                  <a:gd name="T3" fmla="*/ 1 h 2"/>
                  <a:gd name="T4" fmla="*/ 0 w 1"/>
                  <a:gd name="T5" fmla="*/ 1 h 2"/>
                </a:gdLst>
                <a:ahLst/>
                <a:cxnLst>
                  <a:cxn ang="0">
                    <a:pos x="T0" y="T1"/>
                  </a:cxn>
                  <a:cxn ang="0">
                    <a:pos x="T2" y="T3"/>
                  </a:cxn>
                  <a:cxn ang="0">
                    <a:pos x="T4" y="T5"/>
                  </a:cxn>
                </a:cxnLst>
                <a:rect l="0" t="0" r="r" b="b"/>
                <a:pathLst>
                  <a:path w="1" h="2">
                    <a:moveTo>
                      <a:pt x="0" y="1"/>
                    </a:moveTo>
                    <a:cubicBezTo>
                      <a:pt x="0" y="2"/>
                      <a:pt x="1" y="1"/>
                      <a:pt x="0" y="1"/>
                    </a:cubicBezTo>
                    <a:cubicBezTo>
                      <a:pt x="1" y="0"/>
                      <a:pt x="0" y="1"/>
                      <a:pt x="0" y="1"/>
                    </a:cubicBez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3" name="Freeform 166">
                <a:extLst>
                  <a:ext uri="{FF2B5EF4-FFF2-40B4-BE49-F238E27FC236}">
                    <a16:creationId xmlns:a16="http://schemas.microsoft.com/office/drawing/2014/main" id="{37E06612-7719-4560-9BF0-6CD7F22660AC}"/>
                  </a:ext>
                </a:extLst>
              </p:cNvPr>
              <p:cNvSpPr>
                <a:spLocks noEditPoints="1"/>
              </p:cNvSpPr>
              <p:nvPr/>
            </p:nvSpPr>
            <p:spPr bwMode="auto">
              <a:xfrm>
                <a:off x="4959" y="2652"/>
                <a:ext cx="7" cy="12"/>
              </a:xfrm>
              <a:custGeom>
                <a:avLst/>
                <a:gdLst>
                  <a:gd name="T0" fmla="*/ 1 w 3"/>
                  <a:gd name="T1" fmla="*/ 4 h 5"/>
                  <a:gd name="T2" fmla="*/ 1 w 3"/>
                  <a:gd name="T3" fmla="*/ 4 h 5"/>
                  <a:gd name="T4" fmla="*/ 2 w 3"/>
                  <a:gd name="T5" fmla="*/ 4 h 5"/>
                  <a:gd name="T6" fmla="*/ 2 w 3"/>
                  <a:gd name="T7" fmla="*/ 4 h 5"/>
                  <a:gd name="T8" fmla="*/ 2 w 3"/>
                  <a:gd name="T9" fmla="*/ 3 h 5"/>
                  <a:gd name="T10" fmla="*/ 2 w 3"/>
                  <a:gd name="T11" fmla="*/ 3 h 5"/>
                  <a:gd name="T12" fmla="*/ 2 w 3"/>
                  <a:gd name="T13" fmla="*/ 3 h 5"/>
                  <a:gd name="T14" fmla="*/ 2 w 3"/>
                  <a:gd name="T15" fmla="*/ 3 h 5"/>
                  <a:gd name="T16" fmla="*/ 2 w 3"/>
                  <a:gd name="T17" fmla="*/ 3 h 5"/>
                  <a:gd name="T18" fmla="*/ 2 w 3"/>
                  <a:gd name="T19" fmla="*/ 2 h 5"/>
                  <a:gd name="T20" fmla="*/ 2 w 3"/>
                  <a:gd name="T21" fmla="*/ 3 h 5"/>
                  <a:gd name="T22" fmla="*/ 2 w 3"/>
                  <a:gd name="T23" fmla="*/ 2 h 5"/>
                  <a:gd name="T24" fmla="*/ 2 w 3"/>
                  <a:gd name="T25" fmla="*/ 2 h 5"/>
                  <a:gd name="T26" fmla="*/ 2 w 3"/>
                  <a:gd name="T27" fmla="*/ 2 h 5"/>
                  <a:gd name="T28" fmla="*/ 2 w 3"/>
                  <a:gd name="T29" fmla="*/ 2 h 5"/>
                  <a:gd name="T30" fmla="*/ 2 w 3"/>
                  <a:gd name="T31" fmla="*/ 2 h 5"/>
                  <a:gd name="T32" fmla="*/ 2 w 3"/>
                  <a:gd name="T33" fmla="*/ 2 h 5"/>
                  <a:gd name="T34" fmla="*/ 2 w 3"/>
                  <a:gd name="T35" fmla="*/ 2 h 5"/>
                  <a:gd name="T36" fmla="*/ 2 w 3"/>
                  <a:gd name="T37" fmla="*/ 2 h 5"/>
                  <a:gd name="T38" fmla="*/ 2 w 3"/>
                  <a:gd name="T39" fmla="*/ 2 h 5"/>
                  <a:gd name="T40" fmla="*/ 1 w 3"/>
                  <a:gd name="T41" fmla="*/ 2 h 5"/>
                  <a:gd name="T42" fmla="*/ 1 w 3"/>
                  <a:gd name="T43" fmla="*/ 2 h 5"/>
                  <a:gd name="T44" fmla="*/ 1 w 3"/>
                  <a:gd name="T45" fmla="*/ 2 h 5"/>
                  <a:gd name="T46" fmla="*/ 1 w 3"/>
                  <a:gd name="T47" fmla="*/ 2 h 5"/>
                  <a:gd name="T48" fmla="*/ 1 w 3"/>
                  <a:gd name="T49" fmla="*/ 1 h 5"/>
                  <a:gd name="T50" fmla="*/ 1 w 3"/>
                  <a:gd name="T51" fmla="*/ 1 h 5"/>
                  <a:gd name="T52" fmla="*/ 2 w 3"/>
                  <a:gd name="T53" fmla="*/ 1 h 5"/>
                  <a:gd name="T54" fmla="*/ 2 w 3"/>
                  <a:gd name="T55" fmla="*/ 1 h 5"/>
                  <a:gd name="T56" fmla="*/ 1 w 3"/>
                  <a:gd name="T57" fmla="*/ 2 h 5"/>
                  <a:gd name="T58" fmla="*/ 1 w 3"/>
                  <a:gd name="T59" fmla="*/ 2 h 5"/>
                  <a:gd name="T60" fmla="*/ 1 w 3"/>
                  <a:gd name="T61" fmla="*/ 2 h 5"/>
                  <a:gd name="T62" fmla="*/ 1 w 3"/>
                  <a:gd name="T63" fmla="*/ 2 h 5"/>
                  <a:gd name="T64" fmla="*/ 1 w 3"/>
                  <a:gd name="T65" fmla="*/ 2 h 5"/>
                  <a:gd name="T66" fmla="*/ 1 w 3"/>
                  <a:gd name="T67" fmla="*/ 2 h 5"/>
                  <a:gd name="T68" fmla="*/ 1 w 3"/>
                  <a:gd name="T69" fmla="*/ 2 h 5"/>
                  <a:gd name="T70" fmla="*/ 1 w 3"/>
                  <a:gd name="T71" fmla="*/ 3 h 5"/>
                  <a:gd name="T72" fmla="*/ 1 w 3"/>
                  <a:gd name="T73" fmla="*/ 3 h 5"/>
                  <a:gd name="T74" fmla="*/ 1 w 3"/>
                  <a:gd name="T75" fmla="*/ 3 h 5"/>
                  <a:gd name="T76" fmla="*/ 1 w 3"/>
                  <a:gd name="T77" fmla="*/ 3 h 5"/>
                  <a:gd name="T78" fmla="*/ 1 w 3"/>
                  <a:gd name="T79" fmla="*/ 3 h 5"/>
                  <a:gd name="T80" fmla="*/ 1 w 3"/>
                  <a:gd name="T81" fmla="*/ 3 h 5"/>
                  <a:gd name="T82" fmla="*/ 1 w 3"/>
                  <a:gd name="T83" fmla="*/ 3 h 5"/>
                  <a:gd name="T84" fmla="*/ 1 w 3"/>
                  <a:gd name="T85" fmla="*/ 4 h 5"/>
                  <a:gd name="T86" fmla="*/ 1 w 3"/>
                  <a:gd name="T87" fmla="*/ 2 h 5"/>
                  <a:gd name="T88" fmla="*/ 2 w 3"/>
                  <a:gd name="T89" fmla="*/ 2 h 5"/>
                  <a:gd name="T90" fmla="*/ 2 w 3"/>
                  <a:gd name="T91" fmla="*/ 2 h 5"/>
                  <a:gd name="T92" fmla="*/ 1 w 3"/>
                  <a:gd name="T9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 h="5">
                    <a:moveTo>
                      <a:pt x="1" y="4"/>
                    </a:moveTo>
                    <a:cubicBezTo>
                      <a:pt x="1" y="4"/>
                      <a:pt x="1" y="5"/>
                      <a:pt x="1" y="4"/>
                    </a:cubicBezTo>
                    <a:cubicBezTo>
                      <a:pt x="1" y="4"/>
                      <a:pt x="1" y="4"/>
                      <a:pt x="2" y="4"/>
                    </a:cubicBezTo>
                    <a:cubicBezTo>
                      <a:pt x="2" y="4"/>
                      <a:pt x="2" y="4"/>
                      <a:pt x="2" y="4"/>
                    </a:cubicBezTo>
                    <a:cubicBezTo>
                      <a:pt x="3" y="4"/>
                      <a:pt x="3" y="3"/>
                      <a:pt x="2" y="3"/>
                    </a:cubicBezTo>
                    <a:cubicBezTo>
                      <a:pt x="2" y="3"/>
                      <a:pt x="2" y="3"/>
                      <a:pt x="2" y="3"/>
                    </a:cubicBezTo>
                    <a:cubicBezTo>
                      <a:pt x="3" y="2"/>
                      <a:pt x="3" y="3"/>
                      <a:pt x="2" y="3"/>
                    </a:cubicBezTo>
                    <a:cubicBezTo>
                      <a:pt x="2" y="3"/>
                      <a:pt x="3" y="3"/>
                      <a:pt x="2" y="3"/>
                    </a:cubicBezTo>
                    <a:cubicBezTo>
                      <a:pt x="2" y="3"/>
                      <a:pt x="2" y="3"/>
                      <a:pt x="2" y="3"/>
                    </a:cubicBezTo>
                    <a:cubicBezTo>
                      <a:pt x="2" y="2"/>
                      <a:pt x="2" y="2"/>
                      <a:pt x="2" y="2"/>
                    </a:cubicBezTo>
                    <a:cubicBezTo>
                      <a:pt x="2" y="3"/>
                      <a:pt x="3" y="3"/>
                      <a:pt x="2" y="3"/>
                    </a:cubicBezTo>
                    <a:cubicBezTo>
                      <a:pt x="3" y="4"/>
                      <a:pt x="3" y="1"/>
                      <a:pt x="2" y="2"/>
                    </a:cubicBezTo>
                    <a:cubicBezTo>
                      <a:pt x="2" y="1"/>
                      <a:pt x="2" y="2"/>
                      <a:pt x="2" y="2"/>
                    </a:cubicBezTo>
                    <a:cubicBezTo>
                      <a:pt x="2" y="2"/>
                      <a:pt x="2" y="2"/>
                      <a:pt x="2" y="2"/>
                    </a:cubicBezTo>
                    <a:cubicBezTo>
                      <a:pt x="2" y="2"/>
                      <a:pt x="3" y="2"/>
                      <a:pt x="2" y="2"/>
                    </a:cubicBezTo>
                    <a:cubicBezTo>
                      <a:pt x="2" y="2"/>
                      <a:pt x="2" y="2"/>
                      <a:pt x="2" y="2"/>
                    </a:cubicBezTo>
                    <a:cubicBezTo>
                      <a:pt x="3" y="2"/>
                      <a:pt x="3" y="2"/>
                      <a:pt x="2" y="2"/>
                    </a:cubicBezTo>
                    <a:cubicBezTo>
                      <a:pt x="2" y="2"/>
                      <a:pt x="2" y="2"/>
                      <a:pt x="2" y="2"/>
                    </a:cubicBezTo>
                    <a:cubicBezTo>
                      <a:pt x="1" y="2"/>
                      <a:pt x="2" y="2"/>
                      <a:pt x="2" y="2"/>
                    </a:cubicBezTo>
                    <a:cubicBezTo>
                      <a:pt x="1" y="2"/>
                      <a:pt x="1" y="1"/>
                      <a:pt x="2" y="2"/>
                    </a:cubicBezTo>
                    <a:cubicBezTo>
                      <a:pt x="2" y="2"/>
                      <a:pt x="1" y="2"/>
                      <a:pt x="1" y="2"/>
                    </a:cubicBezTo>
                    <a:cubicBezTo>
                      <a:pt x="1" y="2"/>
                      <a:pt x="2" y="2"/>
                      <a:pt x="1" y="2"/>
                    </a:cubicBezTo>
                    <a:cubicBezTo>
                      <a:pt x="2" y="2"/>
                      <a:pt x="1" y="2"/>
                      <a:pt x="1" y="2"/>
                    </a:cubicBezTo>
                    <a:cubicBezTo>
                      <a:pt x="1" y="2"/>
                      <a:pt x="1" y="2"/>
                      <a:pt x="1" y="2"/>
                    </a:cubicBezTo>
                    <a:cubicBezTo>
                      <a:pt x="2" y="2"/>
                      <a:pt x="2" y="1"/>
                      <a:pt x="1" y="1"/>
                    </a:cubicBezTo>
                    <a:cubicBezTo>
                      <a:pt x="1" y="2"/>
                      <a:pt x="1" y="0"/>
                      <a:pt x="1" y="1"/>
                    </a:cubicBezTo>
                    <a:cubicBezTo>
                      <a:pt x="2" y="2"/>
                      <a:pt x="1" y="2"/>
                      <a:pt x="2" y="1"/>
                    </a:cubicBezTo>
                    <a:cubicBezTo>
                      <a:pt x="2" y="2"/>
                      <a:pt x="1" y="2"/>
                      <a:pt x="2" y="1"/>
                    </a:cubicBezTo>
                    <a:cubicBezTo>
                      <a:pt x="1" y="1"/>
                      <a:pt x="1" y="1"/>
                      <a:pt x="1" y="2"/>
                    </a:cubicBezTo>
                    <a:cubicBezTo>
                      <a:pt x="1" y="2"/>
                      <a:pt x="0" y="2"/>
                      <a:pt x="1" y="2"/>
                    </a:cubicBezTo>
                    <a:cubicBezTo>
                      <a:pt x="1" y="2"/>
                      <a:pt x="1" y="2"/>
                      <a:pt x="1" y="2"/>
                    </a:cubicBezTo>
                    <a:cubicBezTo>
                      <a:pt x="1" y="2"/>
                      <a:pt x="1" y="2"/>
                      <a:pt x="1" y="2"/>
                    </a:cubicBezTo>
                    <a:cubicBezTo>
                      <a:pt x="1" y="2"/>
                      <a:pt x="0" y="2"/>
                      <a:pt x="1" y="2"/>
                    </a:cubicBezTo>
                    <a:cubicBezTo>
                      <a:pt x="1" y="2"/>
                      <a:pt x="1" y="3"/>
                      <a:pt x="1" y="2"/>
                    </a:cubicBezTo>
                    <a:cubicBezTo>
                      <a:pt x="1" y="3"/>
                      <a:pt x="1" y="3"/>
                      <a:pt x="1" y="2"/>
                    </a:cubicBezTo>
                    <a:cubicBezTo>
                      <a:pt x="1" y="3"/>
                      <a:pt x="0" y="3"/>
                      <a:pt x="1" y="3"/>
                    </a:cubicBezTo>
                    <a:cubicBezTo>
                      <a:pt x="1" y="3"/>
                      <a:pt x="1" y="2"/>
                      <a:pt x="1" y="3"/>
                    </a:cubicBezTo>
                    <a:cubicBezTo>
                      <a:pt x="1" y="3"/>
                      <a:pt x="1" y="4"/>
                      <a:pt x="1" y="3"/>
                    </a:cubicBezTo>
                    <a:cubicBezTo>
                      <a:pt x="1" y="3"/>
                      <a:pt x="1" y="3"/>
                      <a:pt x="1" y="3"/>
                    </a:cubicBezTo>
                    <a:cubicBezTo>
                      <a:pt x="1" y="2"/>
                      <a:pt x="1" y="3"/>
                      <a:pt x="1" y="3"/>
                    </a:cubicBezTo>
                    <a:cubicBezTo>
                      <a:pt x="1" y="3"/>
                      <a:pt x="1" y="4"/>
                      <a:pt x="1" y="3"/>
                    </a:cubicBezTo>
                    <a:cubicBezTo>
                      <a:pt x="1" y="3"/>
                      <a:pt x="1" y="4"/>
                      <a:pt x="1" y="3"/>
                    </a:cubicBezTo>
                    <a:cubicBezTo>
                      <a:pt x="1" y="4"/>
                      <a:pt x="1" y="4"/>
                      <a:pt x="1" y="4"/>
                    </a:cubicBezTo>
                    <a:close/>
                    <a:moveTo>
                      <a:pt x="1" y="2"/>
                    </a:moveTo>
                    <a:cubicBezTo>
                      <a:pt x="2" y="4"/>
                      <a:pt x="1" y="3"/>
                      <a:pt x="2" y="2"/>
                    </a:cubicBezTo>
                    <a:cubicBezTo>
                      <a:pt x="1" y="2"/>
                      <a:pt x="1" y="3"/>
                      <a:pt x="2" y="2"/>
                    </a:cubicBezTo>
                    <a:cubicBezTo>
                      <a:pt x="2" y="4"/>
                      <a:pt x="2" y="3"/>
                      <a:pt x="1" y="2"/>
                    </a:cubicBez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4" name="Freeform 167">
                <a:extLst>
                  <a:ext uri="{FF2B5EF4-FFF2-40B4-BE49-F238E27FC236}">
                    <a16:creationId xmlns:a16="http://schemas.microsoft.com/office/drawing/2014/main" id="{78575018-AA5B-4BA0-BF59-7C92623734CD}"/>
                  </a:ext>
                </a:extLst>
              </p:cNvPr>
              <p:cNvSpPr>
                <a:spLocks/>
              </p:cNvSpPr>
              <p:nvPr/>
            </p:nvSpPr>
            <p:spPr bwMode="auto">
              <a:xfrm>
                <a:off x="4866" y="2697"/>
                <a:ext cx="0" cy="3"/>
              </a:xfrm>
              <a:custGeom>
                <a:avLst/>
                <a:gdLst>
                  <a:gd name="T0" fmla="*/ 3 h 3"/>
                  <a:gd name="T1" fmla="*/ 0 h 3"/>
                  <a:gd name="T2" fmla="*/ 3 h 3"/>
                  <a:gd name="T3" fmla="*/ 3 h 3"/>
                </a:gdLst>
                <a:ahLst/>
                <a:cxnLst>
                  <a:cxn ang="0">
                    <a:pos x="0" y="T0"/>
                  </a:cxn>
                  <a:cxn ang="0">
                    <a:pos x="0" y="T1"/>
                  </a:cxn>
                  <a:cxn ang="0">
                    <a:pos x="0" y="T2"/>
                  </a:cxn>
                  <a:cxn ang="0">
                    <a:pos x="0" y="T3"/>
                  </a:cxn>
                </a:cxnLst>
                <a:rect l="0" t="0" r="r" b="b"/>
                <a:pathLst>
                  <a:path h="3">
                    <a:moveTo>
                      <a:pt x="0" y="3"/>
                    </a:moveTo>
                    <a:lnTo>
                      <a:pt x="0" y="0"/>
                    </a:lnTo>
                    <a:lnTo>
                      <a:pt x="0" y="3"/>
                    </a:lnTo>
                    <a:lnTo>
                      <a:pt x="0" y="3"/>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5" name="Rectangle 168">
                <a:extLst>
                  <a:ext uri="{FF2B5EF4-FFF2-40B4-BE49-F238E27FC236}">
                    <a16:creationId xmlns:a16="http://schemas.microsoft.com/office/drawing/2014/main" id="{A5C58796-FF34-4CE0-8F04-9E68A12B0FD6}"/>
                  </a:ext>
                </a:extLst>
              </p:cNvPr>
              <p:cNvSpPr>
                <a:spLocks noChangeArrowheads="1"/>
              </p:cNvSpPr>
              <p:nvPr/>
            </p:nvSpPr>
            <p:spPr bwMode="auto">
              <a:xfrm>
                <a:off x="4854" y="2709"/>
                <a:ext cx="1" cy="1"/>
              </a:xfrm>
              <a:prstGeom prst="rect">
                <a:avLst/>
              </a:prstGeom>
              <a:solidFill>
                <a:srgbClr val="34B33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6" name="Freeform 169">
                <a:extLst>
                  <a:ext uri="{FF2B5EF4-FFF2-40B4-BE49-F238E27FC236}">
                    <a16:creationId xmlns:a16="http://schemas.microsoft.com/office/drawing/2014/main" id="{0666844C-830F-481F-A125-7EA957B42488}"/>
                  </a:ext>
                </a:extLst>
              </p:cNvPr>
              <p:cNvSpPr>
                <a:spLocks/>
              </p:cNvSpPr>
              <p:nvPr/>
            </p:nvSpPr>
            <p:spPr bwMode="auto">
              <a:xfrm>
                <a:off x="4854" y="270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7" name="Freeform 170">
                <a:extLst>
                  <a:ext uri="{FF2B5EF4-FFF2-40B4-BE49-F238E27FC236}">
                    <a16:creationId xmlns:a16="http://schemas.microsoft.com/office/drawing/2014/main" id="{DDC6A834-CBEE-46D1-8043-25CE61F5FB17}"/>
                  </a:ext>
                </a:extLst>
              </p:cNvPr>
              <p:cNvSpPr>
                <a:spLocks/>
              </p:cNvSpPr>
              <p:nvPr/>
            </p:nvSpPr>
            <p:spPr bwMode="auto">
              <a:xfrm>
                <a:off x="4854" y="270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8" name="Freeform 171">
                <a:extLst>
                  <a:ext uri="{FF2B5EF4-FFF2-40B4-BE49-F238E27FC236}">
                    <a16:creationId xmlns:a16="http://schemas.microsoft.com/office/drawing/2014/main" id="{62688365-A4E6-421A-8915-4E14F45D92D9}"/>
                  </a:ext>
                </a:extLst>
              </p:cNvPr>
              <p:cNvSpPr>
                <a:spLocks/>
              </p:cNvSpPr>
              <p:nvPr/>
            </p:nvSpPr>
            <p:spPr bwMode="auto">
              <a:xfrm>
                <a:off x="4854" y="2707"/>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49" name="Freeform 172">
                <a:extLst>
                  <a:ext uri="{FF2B5EF4-FFF2-40B4-BE49-F238E27FC236}">
                    <a16:creationId xmlns:a16="http://schemas.microsoft.com/office/drawing/2014/main" id="{F3AFD9AF-8AF3-434D-B03A-1D8FD01D2278}"/>
                  </a:ext>
                </a:extLst>
              </p:cNvPr>
              <p:cNvSpPr>
                <a:spLocks/>
              </p:cNvSpPr>
              <p:nvPr/>
            </p:nvSpPr>
            <p:spPr bwMode="auto">
              <a:xfrm>
                <a:off x="4843" y="27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0" name="Freeform 173">
                <a:extLst>
                  <a:ext uri="{FF2B5EF4-FFF2-40B4-BE49-F238E27FC236}">
                    <a16:creationId xmlns:a16="http://schemas.microsoft.com/office/drawing/2014/main" id="{D103F94D-205A-41DA-B40F-2849867D3203}"/>
                  </a:ext>
                </a:extLst>
              </p:cNvPr>
              <p:cNvSpPr>
                <a:spLocks/>
              </p:cNvSpPr>
              <p:nvPr/>
            </p:nvSpPr>
            <p:spPr bwMode="auto">
              <a:xfrm>
                <a:off x="4817" y="270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1" name="Freeform 174">
                <a:extLst>
                  <a:ext uri="{FF2B5EF4-FFF2-40B4-BE49-F238E27FC236}">
                    <a16:creationId xmlns:a16="http://schemas.microsoft.com/office/drawing/2014/main" id="{E26EC292-65B9-44AC-AB7B-C198AB306C51}"/>
                  </a:ext>
                </a:extLst>
              </p:cNvPr>
              <p:cNvSpPr>
                <a:spLocks/>
              </p:cNvSpPr>
              <p:nvPr/>
            </p:nvSpPr>
            <p:spPr bwMode="auto">
              <a:xfrm>
                <a:off x="4812" y="269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2" name="Rectangle 175">
                <a:extLst>
                  <a:ext uri="{FF2B5EF4-FFF2-40B4-BE49-F238E27FC236}">
                    <a16:creationId xmlns:a16="http://schemas.microsoft.com/office/drawing/2014/main" id="{2FA001D5-A355-4AD3-9F9E-64CB23714E7D}"/>
                  </a:ext>
                </a:extLst>
              </p:cNvPr>
              <p:cNvSpPr>
                <a:spLocks noChangeArrowheads="1"/>
              </p:cNvSpPr>
              <p:nvPr/>
            </p:nvSpPr>
            <p:spPr bwMode="auto">
              <a:xfrm>
                <a:off x="4805" y="2700"/>
                <a:ext cx="1" cy="1"/>
              </a:xfrm>
              <a:prstGeom prst="rect">
                <a:avLst/>
              </a:prstGeom>
              <a:solidFill>
                <a:srgbClr val="34B33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3" name="Freeform 176">
                <a:extLst>
                  <a:ext uri="{FF2B5EF4-FFF2-40B4-BE49-F238E27FC236}">
                    <a16:creationId xmlns:a16="http://schemas.microsoft.com/office/drawing/2014/main" id="{6E6AA703-53F0-40B3-A538-AA0E6B94BE99}"/>
                  </a:ext>
                </a:extLst>
              </p:cNvPr>
              <p:cNvSpPr>
                <a:spLocks/>
              </p:cNvSpPr>
              <p:nvPr/>
            </p:nvSpPr>
            <p:spPr bwMode="auto">
              <a:xfrm>
                <a:off x="4774" y="269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4" name="Rectangle 177">
                <a:extLst>
                  <a:ext uri="{FF2B5EF4-FFF2-40B4-BE49-F238E27FC236}">
                    <a16:creationId xmlns:a16="http://schemas.microsoft.com/office/drawing/2014/main" id="{99A9EC82-EEFC-4612-98ED-1BA174F8B4F7}"/>
                  </a:ext>
                </a:extLst>
              </p:cNvPr>
              <p:cNvSpPr>
                <a:spLocks noChangeArrowheads="1"/>
              </p:cNvSpPr>
              <p:nvPr/>
            </p:nvSpPr>
            <p:spPr bwMode="auto">
              <a:xfrm>
                <a:off x="4757" y="2697"/>
                <a:ext cx="1" cy="3"/>
              </a:xfrm>
              <a:prstGeom prst="rect">
                <a:avLst/>
              </a:prstGeom>
              <a:solidFill>
                <a:srgbClr val="34B33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5" name="Freeform 178">
                <a:extLst>
                  <a:ext uri="{FF2B5EF4-FFF2-40B4-BE49-F238E27FC236}">
                    <a16:creationId xmlns:a16="http://schemas.microsoft.com/office/drawing/2014/main" id="{9A5BF1D4-4DF4-47E1-B697-BBA5B300D592}"/>
                  </a:ext>
                </a:extLst>
              </p:cNvPr>
              <p:cNvSpPr>
                <a:spLocks noEditPoints="1"/>
              </p:cNvSpPr>
              <p:nvPr/>
            </p:nvSpPr>
            <p:spPr bwMode="auto">
              <a:xfrm>
                <a:off x="4720" y="2470"/>
                <a:ext cx="9" cy="14"/>
              </a:xfrm>
              <a:custGeom>
                <a:avLst/>
                <a:gdLst>
                  <a:gd name="T0" fmla="*/ 4 w 4"/>
                  <a:gd name="T1" fmla="*/ 5 h 6"/>
                  <a:gd name="T2" fmla="*/ 3 w 4"/>
                  <a:gd name="T3" fmla="*/ 5 h 6"/>
                  <a:gd name="T4" fmla="*/ 3 w 4"/>
                  <a:gd name="T5" fmla="*/ 4 h 6"/>
                  <a:gd name="T6" fmla="*/ 3 w 4"/>
                  <a:gd name="T7" fmla="*/ 4 h 6"/>
                  <a:gd name="T8" fmla="*/ 2 w 4"/>
                  <a:gd name="T9" fmla="*/ 3 h 6"/>
                  <a:gd name="T10" fmla="*/ 2 w 4"/>
                  <a:gd name="T11" fmla="*/ 2 h 6"/>
                  <a:gd name="T12" fmla="*/ 1 w 4"/>
                  <a:gd name="T13" fmla="*/ 2 h 6"/>
                  <a:gd name="T14" fmla="*/ 1 w 4"/>
                  <a:gd name="T15" fmla="*/ 2 h 6"/>
                  <a:gd name="T16" fmla="*/ 0 w 4"/>
                  <a:gd name="T17" fmla="*/ 2 h 6"/>
                  <a:gd name="T18" fmla="*/ 0 w 4"/>
                  <a:gd name="T19" fmla="*/ 3 h 6"/>
                  <a:gd name="T20" fmla="*/ 0 w 4"/>
                  <a:gd name="T21" fmla="*/ 3 h 6"/>
                  <a:gd name="T22" fmla="*/ 0 w 4"/>
                  <a:gd name="T23" fmla="*/ 3 h 6"/>
                  <a:gd name="T24" fmla="*/ 1 w 4"/>
                  <a:gd name="T25" fmla="*/ 4 h 6"/>
                  <a:gd name="T26" fmla="*/ 0 w 4"/>
                  <a:gd name="T27" fmla="*/ 5 h 6"/>
                  <a:gd name="T28" fmla="*/ 2 w 4"/>
                  <a:gd name="T29" fmla="*/ 6 h 6"/>
                  <a:gd name="T30" fmla="*/ 2 w 4"/>
                  <a:gd name="T31" fmla="*/ 6 h 6"/>
                  <a:gd name="T32" fmla="*/ 2 w 4"/>
                  <a:gd name="T33" fmla="*/ 5 h 6"/>
                  <a:gd name="T34" fmla="*/ 2 w 4"/>
                  <a:gd name="T35" fmla="*/ 5 h 6"/>
                  <a:gd name="T36" fmla="*/ 3 w 4"/>
                  <a:gd name="T37" fmla="*/ 6 h 6"/>
                  <a:gd name="T38" fmla="*/ 4 w 4"/>
                  <a:gd name="T39" fmla="*/ 5 h 6"/>
                  <a:gd name="T40" fmla="*/ 1 w 4"/>
                  <a:gd name="T41" fmla="*/ 4 h 6"/>
                  <a:gd name="T42" fmla="*/ 1 w 4"/>
                  <a:gd name="T43" fmla="*/ 4 h 6"/>
                  <a:gd name="T44" fmla="*/ 1 w 4"/>
                  <a:gd name="T45" fmla="*/ 2 h 6"/>
                  <a:gd name="T46" fmla="*/ 1 w 4"/>
                  <a:gd name="T47" fmla="*/ 2 h 6"/>
                  <a:gd name="T48" fmla="*/ 1 w 4"/>
                  <a:gd name="T49" fmla="*/ 4 h 6"/>
                  <a:gd name="T50" fmla="*/ 1 w 4"/>
                  <a:gd name="T51" fmla="*/ 4 h 6"/>
                  <a:gd name="T52" fmla="*/ 1 w 4"/>
                  <a:gd name="T53" fmla="*/ 4 h 6"/>
                  <a:gd name="T54" fmla="*/ 0 w 4"/>
                  <a:gd name="T55" fmla="*/ 4 h 6"/>
                  <a:gd name="T56" fmla="*/ 1 w 4"/>
                  <a:gd name="T57" fmla="*/ 3 h 6"/>
                  <a:gd name="T58" fmla="*/ 1 w 4"/>
                  <a:gd name="T59" fmla="*/ 4 h 6"/>
                  <a:gd name="T60" fmla="*/ 1 w 4"/>
                  <a:gd name="T61" fmla="*/ 3 h 6"/>
                  <a:gd name="T62" fmla="*/ 1 w 4"/>
                  <a:gd name="T63" fmla="*/ 3 h 6"/>
                  <a:gd name="T64" fmla="*/ 1 w 4"/>
                  <a:gd name="T65" fmla="*/ 4 h 6"/>
                  <a:gd name="T66" fmla="*/ 2 w 4"/>
                  <a:gd name="T67" fmla="*/ 4 h 6"/>
                  <a:gd name="T68" fmla="*/ 3 w 4"/>
                  <a:gd name="T69" fmla="*/ 5 h 6"/>
                  <a:gd name="T70" fmla="*/ 3 w 4"/>
                  <a:gd name="T71" fmla="*/ 5 h 6"/>
                  <a:gd name="T72" fmla="*/ 2 w 4"/>
                  <a:gd name="T73" fmla="*/ 4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 h="6">
                    <a:moveTo>
                      <a:pt x="4" y="5"/>
                    </a:moveTo>
                    <a:cubicBezTo>
                      <a:pt x="3" y="5"/>
                      <a:pt x="3" y="5"/>
                      <a:pt x="3" y="5"/>
                    </a:cubicBezTo>
                    <a:cubicBezTo>
                      <a:pt x="3" y="5"/>
                      <a:pt x="3" y="4"/>
                      <a:pt x="3" y="4"/>
                    </a:cubicBezTo>
                    <a:cubicBezTo>
                      <a:pt x="3" y="4"/>
                      <a:pt x="3" y="4"/>
                      <a:pt x="3" y="4"/>
                    </a:cubicBezTo>
                    <a:cubicBezTo>
                      <a:pt x="2" y="3"/>
                      <a:pt x="2" y="3"/>
                      <a:pt x="2" y="3"/>
                    </a:cubicBezTo>
                    <a:cubicBezTo>
                      <a:pt x="2" y="3"/>
                      <a:pt x="2" y="2"/>
                      <a:pt x="2" y="2"/>
                    </a:cubicBezTo>
                    <a:cubicBezTo>
                      <a:pt x="2" y="2"/>
                      <a:pt x="2" y="3"/>
                      <a:pt x="1" y="2"/>
                    </a:cubicBezTo>
                    <a:cubicBezTo>
                      <a:pt x="1" y="2"/>
                      <a:pt x="1" y="0"/>
                      <a:pt x="1" y="2"/>
                    </a:cubicBezTo>
                    <a:cubicBezTo>
                      <a:pt x="0" y="2"/>
                      <a:pt x="0" y="2"/>
                      <a:pt x="0" y="2"/>
                    </a:cubicBezTo>
                    <a:cubicBezTo>
                      <a:pt x="0" y="2"/>
                      <a:pt x="0" y="2"/>
                      <a:pt x="0" y="3"/>
                    </a:cubicBezTo>
                    <a:cubicBezTo>
                      <a:pt x="0" y="3"/>
                      <a:pt x="0" y="3"/>
                      <a:pt x="0" y="3"/>
                    </a:cubicBezTo>
                    <a:cubicBezTo>
                      <a:pt x="0" y="3"/>
                      <a:pt x="0" y="3"/>
                      <a:pt x="0" y="3"/>
                    </a:cubicBezTo>
                    <a:cubicBezTo>
                      <a:pt x="0" y="4"/>
                      <a:pt x="0" y="4"/>
                      <a:pt x="1" y="4"/>
                    </a:cubicBezTo>
                    <a:cubicBezTo>
                      <a:pt x="0" y="5"/>
                      <a:pt x="0" y="5"/>
                      <a:pt x="0" y="5"/>
                    </a:cubicBezTo>
                    <a:cubicBezTo>
                      <a:pt x="1" y="6"/>
                      <a:pt x="1" y="5"/>
                      <a:pt x="2" y="6"/>
                    </a:cubicBezTo>
                    <a:cubicBezTo>
                      <a:pt x="2" y="6"/>
                      <a:pt x="2" y="6"/>
                      <a:pt x="2" y="6"/>
                    </a:cubicBezTo>
                    <a:cubicBezTo>
                      <a:pt x="2" y="5"/>
                      <a:pt x="2" y="5"/>
                      <a:pt x="2" y="5"/>
                    </a:cubicBezTo>
                    <a:cubicBezTo>
                      <a:pt x="2" y="5"/>
                      <a:pt x="2" y="5"/>
                      <a:pt x="2" y="5"/>
                    </a:cubicBezTo>
                    <a:cubicBezTo>
                      <a:pt x="3" y="6"/>
                      <a:pt x="3" y="6"/>
                      <a:pt x="3" y="6"/>
                    </a:cubicBezTo>
                    <a:lnTo>
                      <a:pt x="4" y="5"/>
                    </a:lnTo>
                    <a:close/>
                    <a:moveTo>
                      <a:pt x="1" y="4"/>
                    </a:moveTo>
                    <a:cubicBezTo>
                      <a:pt x="1" y="4"/>
                      <a:pt x="1" y="4"/>
                      <a:pt x="1" y="4"/>
                    </a:cubicBezTo>
                    <a:moveTo>
                      <a:pt x="1" y="2"/>
                    </a:moveTo>
                    <a:cubicBezTo>
                      <a:pt x="1" y="2"/>
                      <a:pt x="1" y="2"/>
                      <a:pt x="1" y="2"/>
                    </a:cubicBezTo>
                    <a:close/>
                    <a:moveTo>
                      <a:pt x="1" y="4"/>
                    </a:moveTo>
                    <a:cubicBezTo>
                      <a:pt x="1" y="4"/>
                      <a:pt x="1" y="4"/>
                      <a:pt x="1" y="4"/>
                    </a:cubicBezTo>
                    <a:cubicBezTo>
                      <a:pt x="0" y="3"/>
                      <a:pt x="1" y="4"/>
                      <a:pt x="1" y="4"/>
                    </a:cubicBezTo>
                    <a:cubicBezTo>
                      <a:pt x="0" y="4"/>
                      <a:pt x="0" y="4"/>
                      <a:pt x="0" y="4"/>
                    </a:cubicBezTo>
                    <a:cubicBezTo>
                      <a:pt x="1" y="3"/>
                      <a:pt x="1" y="3"/>
                      <a:pt x="1" y="3"/>
                    </a:cubicBezTo>
                    <a:cubicBezTo>
                      <a:pt x="1" y="4"/>
                      <a:pt x="1" y="4"/>
                      <a:pt x="1" y="4"/>
                    </a:cubicBezTo>
                    <a:cubicBezTo>
                      <a:pt x="1" y="3"/>
                      <a:pt x="1" y="3"/>
                      <a:pt x="1" y="3"/>
                    </a:cubicBezTo>
                    <a:cubicBezTo>
                      <a:pt x="1" y="3"/>
                      <a:pt x="1" y="3"/>
                      <a:pt x="1" y="3"/>
                    </a:cubicBezTo>
                    <a:lnTo>
                      <a:pt x="1" y="4"/>
                    </a:lnTo>
                    <a:close/>
                    <a:moveTo>
                      <a:pt x="2" y="4"/>
                    </a:moveTo>
                    <a:cubicBezTo>
                      <a:pt x="3" y="5"/>
                      <a:pt x="3" y="5"/>
                      <a:pt x="3" y="5"/>
                    </a:cubicBezTo>
                    <a:cubicBezTo>
                      <a:pt x="3" y="5"/>
                      <a:pt x="3" y="5"/>
                      <a:pt x="3" y="5"/>
                    </a:cubicBezTo>
                    <a:cubicBezTo>
                      <a:pt x="3" y="4"/>
                      <a:pt x="3" y="6"/>
                      <a:pt x="2" y="4"/>
                    </a:cubicBezTo>
                    <a:close/>
                  </a:path>
                </a:pathLst>
              </a:custGeom>
              <a:solidFill>
                <a:srgbClr val="53D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6" name="Freeform 179">
                <a:extLst>
                  <a:ext uri="{FF2B5EF4-FFF2-40B4-BE49-F238E27FC236}">
                    <a16:creationId xmlns:a16="http://schemas.microsoft.com/office/drawing/2014/main" id="{08EF6F3F-6555-4C9E-A90C-2A42B7AB7FA9}"/>
                  </a:ext>
                </a:extLst>
              </p:cNvPr>
              <p:cNvSpPr>
                <a:spLocks/>
              </p:cNvSpPr>
              <p:nvPr/>
            </p:nvSpPr>
            <p:spPr bwMode="auto">
              <a:xfrm>
                <a:off x="4772" y="2634"/>
                <a:ext cx="82" cy="37"/>
              </a:xfrm>
              <a:custGeom>
                <a:avLst/>
                <a:gdLst>
                  <a:gd name="T0" fmla="*/ 34 w 35"/>
                  <a:gd name="T1" fmla="*/ 12 h 16"/>
                  <a:gd name="T2" fmla="*/ 31 w 35"/>
                  <a:gd name="T3" fmla="*/ 12 h 16"/>
                  <a:gd name="T4" fmla="*/ 29 w 35"/>
                  <a:gd name="T5" fmla="*/ 13 h 16"/>
                  <a:gd name="T6" fmla="*/ 29 w 35"/>
                  <a:gd name="T7" fmla="*/ 14 h 16"/>
                  <a:gd name="T8" fmla="*/ 26 w 35"/>
                  <a:gd name="T9" fmla="*/ 15 h 16"/>
                  <a:gd name="T10" fmla="*/ 26 w 35"/>
                  <a:gd name="T11" fmla="*/ 15 h 16"/>
                  <a:gd name="T12" fmla="*/ 24 w 35"/>
                  <a:gd name="T13" fmla="*/ 14 h 16"/>
                  <a:gd name="T14" fmla="*/ 24 w 35"/>
                  <a:gd name="T15" fmla="*/ 14 h 16"/>
                  <a:gd name="T16" fmla="*/ 22 w 35"/>
                  <a:gd name="T17" fmla="*/ 13 h 16"/>
                  <a:gd name="T18" fmla="*/ 23 w 35"/>
                  <a:gd name="T19" fmla="*/ 11 h 16"/>
                  <a:gd name="T20" fmla="*/ 23 w 35"/>
                  <a:gd name="T21" fmla="*/ 11 h 16"/>
                  <a:gd name="T22" fmla="*/ 21 w 35"/>
                  <a:gd name="T23" fmla="*/ 10 h 16"/>
                  <a:gd name="T24" fmla="*/ 21 w 35"/>
                  <a:gd name="T25" fmla="*/ 10 h 16"/>
                  <a:gd name="T26" fmla="*/ 20 w 35"/>
                  <a:gd name="T27" fmla="*/ 10 h 16"/>
                  <a:gd name="T28" fmla="*/ 19 w 35"/>
                  <a:gd name="T29" fmla="*/ 11 h 16"/>
                  <a:gd name="T30" fmla="*/ 19 w 35"/>
                  <a:gd name="T31" fmla="*/ 9 h 16"/>
                  <a:gd name="T32" fmla="*/ 18 w 35"/>
                  <a:gd name="T33" fmla="*/ 10 h 16"/>
                  <a:gd name="T34" fmla="*/ 17 w 35"/>
                  <a:gd name="T35" fmla="*/ 8 h 16"/>
                  <a:gd name="T36" fmla="*/ 17 w 35"/>
                  <a:gd name="T37" fmla="*/ 9 h 16"/>
                  <a:gd name="T38" fmla="*/ 15 w 35"/>
                  <a:gd name="T39" fmla="*/ 9 h 16"/>
                  <a:gd name="T40" fmla="*/ 14 w 35"/>
                  <a:gd name="T41" fmla="*/ 10 h 16"/>
                  <a:gd name="T42" fmla="*/ 15 w 35"/>
                  <a:gd name="T43" fmla="*/ 10 h 16"/>
                  <a:gd name="T44" fmla="*/ 13 w 35"/>
                  <a:gd name="T45" fmla="*/ 11 h 16"/>
                  <a:gd name="T46" fmla="*/ 12 w 35"/>
                  <a:gd name="T47" fmla="*/ 11 h 16"/>
                  <a:gd name="T48" fmla="*/ 12 w 35"/>
                  <a:gd name="T49" fmla="*/ 11 h 16"/>
                  <a:gd name="T50" fmla="*/ 11 w 35"/>
                  <a:gd name="T51" fmla="*/ 10 h 16"/>
                  <a:gd name="T52" fmla="*/ 9 w 35"/>
                  <a:gd name="T53" fmla="*/ 11 h 16"/>
                  <a:gd name="T54" fmla="*/ 9 w 35"/>
                  <a:gd name="T55" fmla="*/ 11 h 16"/>
                  <a:gd name="T56" fmla="*/ 9 w 35"/>
                  <a:gd name="T57" fmla="*/ 11 h 16"/>
                  <a:gd name="T58" fmla="*/ 8 w 35"/>
                  <a:gd name="T59" fmla="*/ 10 h 16"/>
                  <a:gd name="T60" fmla="*/ 8 w 35"/>
                  <a:gd name="T61" fmla="*/ 8 h 16"/>
                  <a:gd name="T62" fmla="*/ 8 w 35"/>
                  <a:gd name="T63" fmla="*/ 8 h 16"/>
                  <a:gd name="T64" fmla="*/ 7 w 35"/>
                  <a:gd name="T65" fmla="*/ 7 h 16"/>
                  <a:gd name="T66" fmla="*/ 6 w 35"/>
                  <a:gd name="T67" fmla="*/ 6 h 16"/>
                  <a:gd name="T68" fmla="*/ 6 w 35"/>
                  <a:gd name="T69" fmla="*/ 7 h 16"/>
                  <a:gd name="T70" fmla="*/ 5 w 35"/>
                  <a:gd name="T71" fmla="*/ 5 h 16"/>
                  <a:gd name="T72" fmla="*/ 4 w 35"/>
                  <a:gd name="T73" fmla="*/ 6 h 16"/>
                  <a:gd name="T74" fmla="*/ 2 w 35"/>
                  <a:gd name="T75" fmla="*/ 5 h 16"/>
                  <a:gd name="T76" fmla="*/ 3 w 35"/>
                  <a:gd name="T77" fmla="*/ 3 h 16"/>
                  <a:gd name="T78" fmla="*/ 2 w 35"/>
                  <a:gd name="T79" fmla="*/ 3 h 16"/>
                  <a:gd name="T80" fmla="*/ 2 w 35"/>
                  <a:gd name="T81" fmla="*/ 1 h 16"/>
                  <a:gd name="T82" fmla="*/ 3 w 35"/>
                  <a:gd name="T83" fmla="*/ 1 h 16"/>
                  <a:gd name="T84" fmla="*/ 5 w 35"/>
                  <a:gd name="T85" fmla="*/ 1 h 16"/>
                  <a:gd name="T86" fmla="*/ 7 w 35"/>
                  <a:gd name="T87" fmla="*/ 1 h 16"/>
                  <a:gd name="T88" fmla="*/ 13 w 35"/>
                  <a:gd name="T89" fmla="*/ 1 h 16"/>
                  <a:gd name="T90" fmla="*/ 17 w 35"/>
                  <a:gd name="T91" fmla="*/ 1 h 16"/>
                  <a:gd name="T92" fmla="*/ 24 w 35"/>
                  <a:gd name="T93" fmla="*/ 3 h 16"/>
                  <a:gd name="T94" fmla="*/ 29 w 35"/>
                  <a:gd name="T95" fmla="*/ 6 h 16"/>
                  <a:gd name="T96" fmla="*/ 31 w 35"/>
                  <a:gd name="T97" fmla="*/ 8 h 16"/>
                  <a:gd name="T98" fmla="*/ 32 w 35"/>
                  <a:gd name="T99"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5" h="16">
                    <a:moveTo>
                      <a:pt x="34" y="12"/>
                    </a:moveTo>
                    <a:cubicBezTo>
                      <a:pt x="35" y="12"/>
                      <a:pt x="34" y="13"/>
                      <a:pt x="34" y="12"/>
                    </a:cubicBezTo>
                    <a:cubicBezTo>
                      <a:pt x="33" y="10"/>
                      <a:pt x="33" y="12"/>
                      <a:pt x="32" y="11"/>
                    </a:cubicBezTo>
                    <a:cubicBezTo>
                      <a:pt x="33" y="12"/>
                      <a:pt x="31" y="11"/>
                      <a:pt x="31" y="12"/>
                    </a:cubicBezTo>
                    <a:cubicBezTo>
                      <a:pt x="31" y="13"/>
                      <a:pt x="30" y="13"/>
                      <a:pt x="30" y="13"/>
                    </a:cubicBezTo>
                    <a:cubicBezTo>
                      <a:pt x="29" y="16"/>
                      <a:pt x="30" y="14"/>
                      <a:pt x="29" y="13"/>
                    </a:cubicBezTo>
                    <a:cubicBezTo>
                      <a:pt x="29" y="12"/>
                      <a:pt x="28" y="12"/>
                      <a:pt x="28" y="13"/>
                    </a:cubicBezTo>
                    <a:cubicBezTo>
                      <a:pt x="28" y="12"/>
                      <a:pt x="28" y="14"/>
                      <a:pt x="29" y="14"/>
                    </a:cubicBezTo>
                    <a:cubicBezTo>
                      <a:pt x="28" y="14"/>
                      <a:pt x="28" y="15"/>
                      <a:pt x="28" y="14"/>
                    </a:cubicBezTo>
                    <a:cubicBezTo>
                      <a:pt x="27" y="15"/>
                      <a:pt x="27" y="13"/>
                      <a:pt x="26" y="15"/>
                    </a:cubicBezTo>
                    <a:cubicBezTo>
                      <a:pt x="27" y="15"/>
                      <a:pt x="27" y="14"/>
                      <a:pt x="25" y="16"/>
                    </a:cubicBezTo>
                    <a:cubicBezTo>
                      <a:pt x="24" y="14"/>
                      <a:pt x="26" y="13"/>
                      <a:pt x="26" y="15"/>
                    </a:cubicBezTo>
                    <a:cubicBezTo>
                      <a:pt x="25" y="13"/>
                      <a:pt x="24" y="16"/>
                      <a:pt x="25" y="14"/>
                    </a:cubicBezTo>
                    <a:cubicBezTo>
                      <a:pt x="26" y="16"/>
                      <a:pt x="25" y="15"/>
                      <a:pt x="24" y="14"/>
                    </a:cubicBezTo>
                    <a:cubicBezTo>
                      <a:pt x="23" y="13"/>
                      <a:pt x="23" y="15"/>
                      <a:pt x="23" y="15"/>
                    </a:cubicBezTo>
                    <a:cubicBezTo>
                      <a:pt x="23" y="14"/>
                      <a:pt x="24" y="14"/>
                      <a:pt x="24" y="14"/>
                    </a:cubicBezTo>
                    <a:cubicBezTo>
                      <a:pt x="25" y="14"/>
                      <a:pt x="22" y="15"/>
                      <a:pt x="23" y="14"/>
                    </a:cubicBezTo>
                    <a:cubicBezTo>
                      <a:pt x="22" y="12"/>
                      <a:pt x="22" y="13"/>
                      <a:pt x="22" y="13"/>
                    </a:cubicBezTo>
                    <a:cubicBezTo>
                      <a:pt x="23" y="14"/>
                      <a:pt x="22" y="12"/>
                      <a:pt x="23" y="13"/>
                    </a:cubicBezTo>
                    <a:cubicBezTo>
                      <a:pt x="23" y="10"/>
                      <a:pt x="23" y="13"/>
                      <a:pt x="23" y="11"/>
                    </a:cubicBezTo>
                    <a:cubicBezTo>
                      <a:pt x="23" y="11"/>
                      <a:pt x="23" y="12"/>
                      <a:pt x="24" y="11"/>
                    </a:cubicBezTo>
                    <a:cubicBezTo>
                      <a:pt x="23" y="11"/>
                      <a:pt x="23" y="10"/>
                      <a:pt x="23" y="11"/>
                    </a:cubicBezTo>
                    <a:cubicBezTo>
                      <a:pt x="22" y="12"/>
                      <a:pt x="23" y="9"/>
                      <a:pt x="22" y="11"/>
                    </a:cubicBezTo>
                    <a:cubicBezTo>
                      <a:pt x="21" y="12"/>
                      <a:pt x="22" y="10"/>
                      <a:pt x="21" y="10"/>
                    </a:cubicBezTo>
                    <a:cubicBezTo>
                      <a:pt x="22" y="10"/>
                      <a:pt x="22" y="11"/>
                      <a:pt x="21" y="10"/>
                    </a:cubicBezTo>
                    <a:cubicBezTo>
                      <a:pt x="22" y="11"/>
                      <a:pt x="21" y="10"/>
                      <a:pt x="21" y="10"/>
                    </a:cubicBezTo>
                    <a:cubicBezTo>
                      <a:pt x="21" y="10"/>
                      <a:pt x="21" y="9"/>
                      <a:pt x="21" y="9"/>
                    </a:cubicBezTo>
                    <a:cubicBezTo>
                      <a:pt x="20" y="9"/>
                      <a:pt x="20" y="10"/>
                      <a:pt x="20" y="10"/>
                    </a:cubicBezTo>
                    <a:cubicBezTo>
                      <a:pt x="18" y="8"/>
                      <a:pt x="20" y="10"/>
                      <a:pt x="19" y="10"/>
                    </a:cubicBezTo>
                    <a:cubicBezTo>
                      <a:pt x="19" y="11"/>
                      <a:pt x="19" y="11"/>
                      <a:pt x="19" y="11"/>
                    </a:cubicBezTo>
                    <a:cubicBezTo>
                      <a:pt x="19" y="10"/>
                      <a:pt x="19" y="10"/>
                      <a:pt x="18" y="10"/>
                    </a:cubicBezTo>
                    <a:cubicBezTo>
                      <a:pt x="18" y="8"/>
                      <a:pt x="18" y="9"/>
                      <a:pt x="19" y="9"/>
                    </a:cubicBezTo>
                    <a:cubicBezTo>
                      <a:pt x="18" y="10"/>
                      <a:pt x="18" y="9"/>
                      <a:pt x="18" y="9"/>
                    </a:cubicBezTo>
                    <a:cubicBezTo>
                      <a:pt x="17" y="9"/>
                      <a:pt x="18" y="9"/>
                      <a:pt x="18" y="10"/>
                    </a:cubicBezTo>
                    <a:cubicBezTo>
                      <a:pt x="18" y="11"/>
                      <a:pt x="18" y="11"/>
                      <a:pt x="17" y="10"/>
                    </a:cubicBezTo>
                    <a:cubicBezTo>
                      <a:pt x="18" y="8"/>
                      <a:pt x="17" y="9"/>
                      <a:pt x="17" y="8"/>
                    </a:cubicBezTo>
                    <a:cubicBezTo>
                      <a:pt x="18" y="7"/>
                      <a:pt x="17" y="9"/>
                      <a:pt x="16" y="9"/>
                    </a:cubicBezTo>
                    <a:cubicBezTo>
                      <a:pt x="16" y="9"/>
                      <a:pt x="17" y="11"/>
                      <a:pt x="17" y="9"/>
                    </a:cubicBezTo>
                    <a:cubicBezTo>
                      <a:pt x="16" y="10"/>
                      <a:pt x="16" y="10"/>
                      <a:pt x="16" y="9"/>
                    </a:cubicBezTo>
                    <a:cubicBezTo>
                      <a:pt x="16" y="8"/>
                      <a:pt x="16" y="10"/>
                      <a:pt x="15" y="9"/>
                    </a:cubicBezTo>
                    <a:cubicBezTo>
                      <a:pt x="16" y="12"/>
                      <a:pt x="16" y="9"/>
                      <a:pt x="15" y="10"/>
                    </a:cubicBezTo>
                    <a:cubicBezTo>
                      <a:pt x="14" y="9"/>
                      <a:pt x="14" y="8"/>
                      <a:pt x="14" y="10"/>
                    </a:cubicBezTo>
                    <a:cubicBezTo>
                      <a:pt x="14" y="11"/>
                      <a:pt x="15" y="10"/>
                      <a:pt x="15" y="11"/>
                    </a:cubicBezTo>
                    <a:cubicBezTo>
                      <a:pt x="14" y="10"/>
                      <a:pt x="14" y="10"/>
                      <a:pt x="15" y="10"/>
                    </a:cubicBezTo>
                    <a:cubicBezTo>
                      <a:pt x="15" y="10"/>
                      <a:pt x="15" y="10"/>
                      <a:pt x="14" y="11"/>
                    </a:cubicBezTo>
                    <a:cubicBezTo>
                      <a:pt x="14" y="11"/>
                      <a:pt x="13" y="12"/>
                      <a:pt x="13" y="11"/>
                    </a:cubicBezTo>
                    <a:cubicBezTo>
                      <a:pt x="12" y="11"/>
                      <a:pt x="13" y="11"/>
                      <a:pt x="13" y="11"/>
                    </a:cubicBezTo>
                    <a:cubicBezTo>
                      <a:pt x="12" y="10"/>
                      <a:pt x="12" y="9"/>
                      <a:pt x="12" y="11"/>
                    </a:cubicBezTo>
                    <a:cubicBezTo>
                      <a:pt x="12" y="11"/>
                      <a:pt x="12" y="9"/>
                      <a:pt x="12" y="12"/>
                    </a:cubicBezTo>
                    <a:cubicBezTo>
                      <a:pt x="11" y="14"/>
                      <a:pt x="11" y="11"/>
                      <a:pt x="12" y="11"/>
                    </a:cubicBezTo>
                    <a:cubicBezTo>
                      <a:pt x="11" y="11"/>
                      <a:pt x="12" y="10"/>
                      <a:pt x="11" y="11"/>
                    </a:cubicBezTo>
                    <a:cubicBezTo>
                      <a:pt x="10" y="12"/>
                      <a:pt x="12" y="10"/>
                      <a:pt x="11" y="10"/>
                    </a:cubicBezTo>
                    <a:cubicBezTo>
                      <a:pt x="11" y="9"/>
                      <a:pt x="10" y="10"/>
                      <a:pt x="10" y="11"/>
                    </a:cubicBezTo>
                    <a:cubicBezTo>
                      <a:pt x="10" y="13"/>
                      <a:pt x="10" y="12"/>
                      <a:pt x="9" y="11"/>
                    </a:cubicBezTo>
                    <a:cubicBezTo>
                      <a:pt x="9" y="10"/>
                      <a:pt x="8" y="10"/>
                      <a:pt x="9" y="10"/>
                    </a:cubicBezTo>
                    <a:cubicBezTo>
                      <a:pt x="8" y="10"/>
                      <a:pt x="9" y="11"/>
                      <a:pt x="9" y="11"/>
                    </a:cubicBezTo>
                    <a:cubicBezTo>
                      <a:pt x="9" y="10"/>
                      <a:pt x="10" y="13"/>
                      <a:pt x="9" y="11"/>
                    </a:cubicBezTo>
                    <a:cubicBezTo>
                      <a:pt x="10" y="10"/>
                      <a:pt x="10" y="10"/>
                      <a:pt x="9" y="11"/>
                    </a:cubicBezTo>
                    <a:cubicBezTo>
                      <a:pt x="9" y="10"/>
                      <a:pt x="9" y="11"/>
                      <a:pt x="9" y="10"/>
                    </a:cubicBezTo>
                    <a:cubicBezTo>
                      <a:pt x="9" y="9"/>
                      <a:pt x="8" y="9"/>
                      <a:pt x="8" y="10"/>
                    </a:cubicBezTo>
                    <a:cubicBezTo>
                      <a:pt x="9" y="8"/>
                      <a:pt x="8" y="7"/>
                      <a:pt x="8" y="7"/>
                    </a:cubicBezTo>
                    <a:cubicBezTo>
                      <a:pt x="9" y="8"/>
                      <a:pt x="8" y="8"/>
                      <a:pt x="8" y="8"/>
                    </a:cubicBezTo>
                    <a:cubicBezTo>
                      <a:pt x="8" y="9"/>
                      <a:pt x="8" y="9"/>
                      <a:pt x="8" y="9"/>
                    </a:cubicBezTo>
                    <a:cubicBezTo>
                      <a:pt x="8" y="10"/>
                      <a:pt x="8" y="8"/>
                      <a:pt x="8" y="8"/>
                    </a:cubicBezTo>
                    <a:cubicBezTo>
                      <a:pt x="8" y="8"/>
                      <a:pt x="8" y="10"/>
                      <a:pt x="8" y="7"/>
                    </a:cubicBezTo>
                    <a:cubicBezTo>
                      <a:pt x="8" y="8"/>
                      <a:pt x="7" y="6"/>
                      <a:pt x="7" y="7"/>
                    </a:cubicBezTo>
                    <a:cubicBezTo>
                      <a:pt x="7" y="6"/>
                      <a:pt x="7" y="8"/>
                      <a:pt x="7" y="7"/>
                    </a:cubicBezTo>
                    <a:cubicBezTo>
                      <a:pt x="5" y="7"/>
                      <a:pt x="7" y="5"/>
                      <a:pt x="6" y="6"/>
                    </a:cubicBezTo>
                    <a:cubicBezTo>
                      <a:pt x="6" y="6"/>
                      <a:pt x="5" y="6"/>
                      <a:pt x="5" y="6"/>
                    </a:cubicBezTo>
                    <a:cubicBezTo>
                      <a:pt x="5" y="6"/>
                      <a:pt x="5" y="7"/>
                      <a:pt x="6" y="7"/>
                    </a:cubicBezTo>
                    <a:cubicBezTo>
                      <a:pt x="6" y="7"/>
                      <a:pt x="6" y="6"/>
                      <a:pt x="5" y="5"/>
                    </a:cubicBezTo>
                    <a:cubicBezTo>
                      <a:pt x="5" y="4"/>
                      <a:pt x="6" y="7"/>
                      <a:pt x="5" y="5"/>
                    </a:cubicBezTo>
                    <a:cubicBezTo>
                      <a:pt x="5" y="5"/>
                      <a:pt x="5" y="5"/>
                      <a:pt x="4" y="5"/>
                    </a:cubicBezTo>
                    <a:cubicBezTo>
                      <a:pt x="4" y="7"/>
                      <a:pt x="4" y="5"/>
                      <a:pt x="4" y="6"/>
                    </a:cubicBezTo>
                    <a:cubicBezTo>
                      <a:pt x="5" y="6"/>
                      <a:pt x="3" y="6"/>
                      <a:pt x="3" y="5"/>
                    </a:cubicBezTo>
                    <a:cubicBezTo>
                      <a:pt x="3" y="6"/>
                      <a:pt x="2" y="5"/>
                      <a:pt x="2" y="5"/>
                    </a:cubicBezTo>
                    <a:cubicBezTo>
                      <a:pt x="2" y="4"/>
                      <a:pt x="2" y="4"/>
                      <a:pt x="3" y="4"/>
                    </a:cubicBezTo>
                    <a:cubicBezTo>
                      <a:pt x="3" y="3"/>
                      <a:pt x="3" y="3"/>
                      <a:pt x="3" y="3"/>
                    </a:cubicBezTo>
                    <a:cubicBezTo>
                      <a:pt x="3" y="4"/>
                      <a:pt x="2" y="3"/>
                      <a:pt x="2" y="3"/>
                    </a:cubicBezTo>
                    <a:cubicBezTo>
                      <a:pt x="2" y="4"/>
                      <a:pt x="2" y="4"/>
                      <a:pt x="2" y="3"/>
                    </a:cubicBezTo>
                    <a:cubicBezTo>
                      <a:pt x="2" y="3"/>
                      <a:pt x="1" y="2"/>
                      <a:pt x="1" y="2"/>
                    </a:cubicBezTo>
                    <a:cubicBezTo>
                      <a:pt x="0" y="1"/>
                      <a:pt x="1" y="1"/>
                      <a:pt x="2" y="1"/>
                    </a:cubicBezTo>
                    <a:cubicBezTo>
                      <a:pt x="2" y="2"/>
                      <a:pt x="3" y="0"/>
                      <a:pt x="2" y="1"/>
                    </a:cubicBezTo>
                    <a:cubicBezTo>
                      <a:pt x="3" y="1"/>
                      <a:pt x="3" y="1"/>
                      <a:pt x="3" y="1"/>
                    </a:cubicBezTo>
                    <a:cubicBezTo>
                      <a:pt x="3" y="0"/>
                      <a:pt x="4" y="1"/>
                      <a:pt x="4" y="1"/>
                    </a:cubicBezTo>
                    <a:cubicBezTo>
                      <a:pt x="5" y="1"/>
                      <a:pt x="5" y="0"/>
                      <a:pt x="5" y="1"/>
                    </a:cubicBezTo>
                    <a:cubicBezTo>
                      <a:pt x="5" y="2"/>
                      <a:pt x="6" y="0"/>
                      <a:pt x="6" y="1"/>
                    </a:cubicBezTo>
                    <a:cubicBezTo>
                      <a:pt x="7" y="1"/>
                      <a:pt x="7" y="1"/>
                      <a:pt x="7" y="1"/>
                    </a:cubicBezTo>
                    <a:cubicBezTo>
                      <a:pt x="8" y="1"/>
                      <a:pt x="9" y="1"/>
                      <a:pt x="9" y="1"/>
                    </a:cubicBezTo>
                    <a:cubicBezTo>
                      <a:pt x="11" y="1"/>
                      <a:pt x="12" y="1"/>
                      <a:pt x="13" y="1"/>
                    </a:cubicBezTo>
                    <a:cubicBezTo>
                      <a:pt x="14" y="0"/>
                      <a:pt x="14" y="1"/>
                      <a:pt x="15" y="1"/>
                    </a:cubicBezTo>
                    <a:cubicBezTo>
                      <a:pt x="15" y="1"/>
                      <a:pt x="16" y="1"/>
                      <a:pt x="17" y="1"/>
                    </a:cubicBezTo>
                    <a:cubicBezTo>
                      <a:pt x="18" y="1"/>
                      <a:pt x="19" y="2"/>
                      <a:pt x="20" y="2"/>
                    </a:cubicBezTo>
                    <a:cubicBezTo>
                      <a:pt x="22" y="3"/>
                      <a:pt x="23" y="3"/>
                      <a:pt x="24" y="3"/>
                    </a:cubicBezTo>
                    <a:cubicBezTo>
                      <a:pt x="25" y="4"/>
                      <a:pt x="27" y="4"/>
                      <a:pt x="28" y="5"/>
                    </a:cubicBezTo>
                    <a:cubicBezTo>
                      <a:pt x="28" y="5"/>
                      <a:pt x="29" y="6"/>
                      <a:pt x="29" y="6"/>
                    </a:cubicBezTo>
                    <a:cubicBezTo>
                      <a:pt x="29" y="6"/>
                      <a:pt x="30" y="6"/>
                      <a:pt x="30" y="7"/>
                    </a:cubicBezTo>
                    <a:cubicBezTo>
                      <a:pt x="30" y="7"/>
                      <a:pt x="31" y="7"/>
                      <a:pt x="31" y="8"/>
                    </a:cubicBezTo>
                    <a:cubicBezTo>
                      <a:pt x="31" y="8"/>
                      <a:pt x="32" y="7"/>
                      <a:pt x="32" y="9"/>
                    </a:cubicBezTo>
                    <a:cubicBezTo>
                      <a:pt x="31" y="10"/>
                      <a:pt x="32" y="8"/>
                      <a:pt x="32" y="10"/>
                    </a:cubicBezTo>
                    <a:cubicBezTo>
                      <a:pt x="32" y="12"/>
                      <a:pt x="31" y="11"/>
                      <a:pt x="33" y="11"/>
                    </a:cubicBezTo>
                  </a:path>
                </a:pathLst>
              </a:custGeom>
              <a:solidFill>
                <a:srgbClr val="41BE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7" name="Freeform 180">
                <a:extLst>
                  <a:ext uri="{FF2B5EF4-FFF2-40B4-BE49-F238E27FC236}">
                    <a16:creationId xmlns:a16="http://schemas.microsoft.com/office/drawing/2014/main" id="{DC51F305-8235-4EA1-965C-4D96995995C2}"/>
                  </a:ext>
                </a:extLst>
              </p:cNvPr>
              <p:cNvSpPr>
                <a:spLocks/>
              </p:cNvSpPr>
              <p:nvPr/>
            </p:nvSpPr>
            <p:spPr bwMode="auto">
              <a:xfrm>
                <a:off x="4869" y="2444"/>
                <a:ext cx="30" cy="100"/>
              </a:xfrm>
              <a:custGeom>
                <a:avLst/>
                <a:gdLst>
                  <a:gd name="T0" fmla="*/ 9 w 13"/>
                  <a:gd name="T1" fmla="*/ 21 h 42"/>
                  <a:gd name="T2" fmla="*/ 10 w 13"/>
                  <a:gd name="T3" fmla="*/ 17 h 42"/>
                  <a:gd name="T4" fmla="*/ 9 w 13"/>
                  <a:gd name="T5" fmla="*/ 14 h 42"/>
                  <a:gd name="T6" fmla="*/ 8 w 13"/>
                  <a:gd name="T7" fmla="*/ 12 h 42"/>
                  <a:gd name="T8" fmla="*/ 7 w 13"/>
                  <a:gd name="T9" fmla="*/ 9 h 42"/>
                  <a:gd name="T10" fmla="*/ 7 w 13"/>
                  <a:gd name="T11" fmla="*/ 6 h 42"/>
                  <a:gd name="T12" fmla="*/ 7 w 13"/>
                  <a:gd name="T13" fmla="*/ 3 h 42"/>
                  <a:gd name="T14" fmla="*/ 5 w 13"/>
                  <a:gd name="T15" fmla="*/ 1 h 42"/>
                  <a:gd name="T16" fmla="*/ 4 w 13"/>
                  <a:gd name="T17" fmla="*/ 2 h 42"/>
                  <a:gd name="T18" fmla="*/ 2 w 13"/>
                  <a:gd name="T19" fmla="*/ 3 h 42"/>
                  <a:gd name="T20" fmla="*/ 2 w 13"/>
                  <a:gd name="T21" fmla="*/ 4 h 42"/>
                  <a:gd name="T22" fmla="*/ 1 w 13"/>
                  <a:gd name="T23" fmla="*/ 6 h 42"/>
                  <a:gd name="T24" fmla="*/ 1 w 13"/>
                  <a:gd name="T25" fmla="*/ 8 h 42"/>
                  <a:gd name="T26" fmla="*/ 2 w 13"/>
                  <a:gd name="T27" fmla="*/ 10 h 42"/>
                  <a:gd name="T28" fmla="*/ 4 w 13"/>
                  <a:gd name="T29" fmla="*/ 13 h 42"/>
                  <a:gd name="T30" fmla="*/ 3 w 13"/>
                  <a:gd name="T31" fmla="*/ 15 h 42"/>
                  <a:gd name="T32" fmla="*/ 4 w 13"/>
                  <a:gd name="T33" fmla="*/ 17 h 42"/>
                  <a:gd name="T34" fmla="*/ 2 w 13"/>
                  <a:gd name="T35" fmla="*/ 17 h 42"/>
                  <a:gd name="T36" fmla="*/ 1 w 13"/>
                  <a:gd name="T37" fmla="*/ 19 h 42"/>
                  <a:gd name="T38" fmla="*/ 2 w 13"/>
                  <a:gd name="T39" fmla="*/ 21 h 42"/>
                  <a:gd name="T40" fmla="*/ 3 w 13"/>
                  <a:gd name="T41" fmla="*/ 22 h 42"/>
                  <a:gd name="T42" fmla="*/ 3 w 13"/>
                  <a:gd name="T43" fmla="*/ 24 h 42"/>
                  <a:gd name="T44" fmla="*/ 3 w 13"/>
                  <a:gd name="T45" fmla="*/ 26 h 42"/>
                  <a:gd name="T46" fmla="*/ 2 w 13"/>
                  <a:gd name="T47" fmla="*/ 26 h 42"/>
                  <a:gd name="T48" fmla="*/ 3 w 13"/>
                  <a:gd name="T49" fmla="*/ 28 h 42"/>
                  <a:gd name="T50" fmla="*/ 4 w 13"/>
                  <a:gd name="T51" fmla="*/ 30 h 42"/>
                  <a:gd name="T52" fmla="*/ 5 w 13"/>
                  <a:gd name="T53" fmla="*/ 31 h 42"/>
                  <a:gd name="T54" fmla="*/ 6 w 13"/>
                  <a:gd name="T55" fmla="*/ 33 h 42"/>
                  <a:gd name="T56" fmla="*/ 5 w 13"/>
                  <a:gd name="T57" fmla="*/ 33 h 42"/>
                  <a:gd name="T58" fmla="*/ 4 w 13"/>
                  <a:gd name="T59" fmla="*/ 35 h 42"/>
                  <a:gd name="T60" fmla="*/ 5 w 13"/>
                  <a:gd name="T61" fmla="*/ 35 h 42"/>
                  <a:gd name="T62" fmla="*/ 4 w 13"/>
                  <a:gd name="T63" fmla="*/ 36 h 42"/>
                  <a:gd name="T64" fmla="*/ 3 w 13"/>
                  <a:gd name="T65" fmla="*/ 39 h 42"/>
                  <a:gd name="T66" fmla="*/ 5 w 13"/>
                  <a:gd name="T67" fmla="*/ 40 h 42"/>
                  <a:gd name="T68" fmla="*/ 6 w 13"/>
                  <a:gd name="T69" fmla="*/ 39 h 42"/>
                  <a:gd name="T70" fmla="*/ 6 w 13"/>
                  <a:gd name="T71" fmla="*/ 40 h 42"/>
                  <a:gd name="T72" fmla="*/ 7 w 13"/>
                  <a:gd name="T73" fmla="*/ 41 h 42"/>
                  <a:gd name="T74" fmla="*/ 8 w 13"/>
                  <a:gd name="T75" fmla="*/ 38 h 42"/>
                  <a:gd name="T76" fmla="*/ 8 w 13"/>
                  <a:gd name="T77" fmla="*/ 40 h 42"/>
                  <a:gd name="T78" fmla="*/ 8 w 13"/>
                  <a:gd name="T79" fmla="*/ 41 h 42"/>
                  <a:gd name="T80" fmla="*/ 9 w 13"/>
                  <a:gd name="T81" fmla="*/ 41 h 42"/>
                  <a:gd name="T82" fmla="*/ 9 w 13"/>
                  <a:gd name="T83" fmla="*/ 39 h 42"/>
                  <a:gd name="T84" fmla="*/ 11 w 13"/>
                  <a:gd name="T85" fmla="*/ 40 h 42"/>
                  <a:gd name="T86" fmla="*/ 11 w 13"/>
                  <a:gd name="T87" fmla="*/ 40 h 42"/>
                  <a:gd name="T88" fmla="*/ 12 w 13"/>
                  <a:gd name="T89" fmla="*/ 40 h 42"/>
                  <a:gd name="T90" fmla="*/ 11 w 13"/>
                  <a:gd name="T91" fmla="*/ 38 h 42"/>
                  <a:gd name="T92" fmla="*/ 11 w 13"/>
                  <a:gd name="T93" fmla="*/ 39 h 42"/>
                  <a:gd name="T94" fmla="*/ 11 w 13"/>
                  <a:gd name="T95" fmla="*/ 38 h 42"/>
                  <a:gd name="T96" fmla="*/ 12 w 13"/>
                  <a:gd name="T97" fmla="*/ 36 h 42"/>
                  <a:gd name="T98" fmla="*/ 11 w 13"/>
                  <a:gd name="T99" fmla="*/ 36 h 42"/>
                  <a:gd name="T100" fmla="*/ 10 w 13"/>
                  <a:gd name="T101" fmla="*/ 34 h 42"/>
                  <a:gd name="T102" fmla="*/ 12 w 13"/>
                  <a:gd name="T103" fmla="*/ 31 h 42"/>
                  <a:gd name="T104" fmla="*/ 11 w 13"/>
                  <a:gd name="T105" fmla="*/ 31 h 42"/>
                  <a:gd name="T106" fmla="*/ 11 w 13"/>
                  <a:gd name="T107" fmla="*/ 27 h 42"/>
                  <a:gd name="T108" fmla="*/ 11 w 13"/>
                  <a:gd name="T109" fmla="*/ 23 h 42"/>
                  <a:gd name="T110" fmla="*/ 10 w 13"/>
                  <a:gd name="T111" fmla="*/ 2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 h="42">
                    <a:moveTo>
                      <a:pt x="8" y="23"/>
                    </a:moveTo>
                    <a:cubicBezTo>
                      <a:pt x="9" y="22"/>
                      <a:pt x="8" y="22"/>
                      <a:pt x="9" y="22"/>
                    </a:cubicBezTo>
                    <a:cubicBezTo>
                      <a:pt x="8" y="22"/>
                      <a:pt x="9" y="21"/>
                      <a:pt x="9" y="21"/>
                    </a:cubicBezTo>
                    <a:cubicBezTo>
                      <a:pt x="9" y="22"/>
                      <a:pt x="9" y="20"/>
                      <a:pt x="9" y="20"/>
                    </a:cubicBezTo>
                    <a:cubicBezTo>
                      <a:pt x="9" y="20"/>
                      <a:pt x="10" y="19"/>
                      <a:pt x="10" y="18"/>
                    </a:cubicBezTo>
                    <a:cubicBezTo>
                      <a:pt x="9" y="17"/>
                      <a:pt x="10" y="17"/>
                      <a:pt x="10" y="17"/>
                    </a:cubicBezTo>
                    <a:cubicBezTo>
                      <a:pt x="10" y="16"/>
                      <a:pt x="9" y="17"/>
                      <a:pt x="9" y="16"/>
                    </a:cubicBezTo>
                    <a:cubicBezTo>
                      <a:pt x="9" y="16"/>
                      <a:pt x="9" y="14"/>
                      <a:pt x="9" y="14"/>
                    </a:cubicBezTo>
                    <a:cubicBezTo>
                      <a:pt x="9" y="14"/>
                      <a:pt x="8" y="14"/>
                      <a:pt x="9" y="14"/>
                    </a:cubicBezTo>
                    <a:cubicBezTo>
                      <a:pt x="9" y="14"/>
                      <a:pt x="8" y="14"/>
                      <a:pt x="8" y="14"/>
                    </a:cubicBezTo>
                    <a:cubicBezTo>
                      <a:pt x="8" y="13"/>
                      <a:pt x="7" y="13"/>
                      <a:pt x="8" y="13"/>
                    </a:cubicBezTo>
                    <a:cubicBezTo>
                      <a:pt x="8" y="12"/>
                      <a:pt x="8" y="12"/>
                      <a:pt x="8" y="12"/>
                    </a:cubicBezTo>
                    <a:cubicBezTo>
                      <a:pt x="8" y="12"/>
                      <a:pt x="8" y="11"/>
                      <a:pt x="8" y="11"/>
                    </a:cubicBezTo>
                    <a:cubicBezTo>
                      <a:pt x="7" y="10"/>
                      <a:pt x="7" y="10"/>
                      <a:pt x="7" y="10"/>
                    </a:cubicBezTo>
                    <a:cubicBezTo>
                      <a:pt x="7" y="11"/>
                      <a:pt x="7" y="10"/>
                      <a:pt x="7" y="9"/>
                    </a:cubicBezTo>
                    <a:cubicBezTo>
                      <a:pt x="7" y="9"/>
                      <a:pt x="7" y="9"/>
                      <a:pt x="7" y="8"/>
                    </a:cubicBezTo>
                    <a:cubicBezTo>
                      <a:pt x="7" y="7"/>
                      <a:pt x="8" y="6"/>
                      <a:pt x="8" y="7"/>
                    </a:cubicBezTo>
                    <a:cubicBezTo>
                      <a:pt x="8" y="8"/>
                      <a:pt x="8" y="8"/>
                      <a:pt x="7" y="6"/>
                    </a:cubicBezTo>
                    <a:cubicBezTo>
                      <a:pt x="7" y="5"/>
                      <a:pt x="7" y="5"/>
                      <a:pt x="7" y="5"/>
                    </a:cubicBezTo>
                    <a:cubicBezTo>
                      <a:pt x="7" y="5"/>
                      <a:pt x="8" y="5"/>
                      <a:pt x="7" y="5"/>
                    </a:cubicBezTo>
                    <a:cubicBezTo>
                      <a:pt x="7" y="4"/>
                      <a:pt x="6" y="3"/>
                      <a:pt x="7" y="3"/>
                    </a:cubicBezTo>
                    <a:cubicBezTo>
                      <a:pt x="6" y="3"/>
                      <a:pt x="7" y="1"/>
                      <a:pt x="6" y="2"/>
                    </a:cubicBezTo>
                    <a:cubicBezTo>
                      <a:pt x="6" y="1"/>
                      <a:pt x="7" y="1"/>
                      <a:pt x="6" y="2"/>
                    </a:cubicBezTo>
                    <a:cubicBezTo>
                      <a:pt x="5" y="1"/>
                      <a:pt x="6" y="0"/>
                      <a:pt x="5" y="1"/>
                    </a:cubicBezTo>
                    <a:cubicBezTo>
                      <a:pt x="5" y="0"/>
                      <a:pt x="4" y="2"/>
                      <a:pt x="5" y="1"/>
                    </a:cubicBezTo>
                    <a:cubicBezTo>
                      <a:pt x="5" y="1"/>
                      <a:pt x="5" y="1"/>
                      <a:pt x="4" y="1"/>
                    </a:cubicBezTo>
                    <a:cubicBezTo>
                      <a:pt x="4" y="2"/>
                      <a:pt x="4" y="2"/>
                      <a:pt x="4" y="2"/>
                    </a:cubicBezTo>
                    <a:cubicBezTo>
                      <a:pt x="4" y="2"/>
                      <a:pt x="4" y="3"/>
                      <a:pt x="3" y="2"/>
                    </a:cubicBezTo>
                    <a:cubicBezTo>
                      <a:pt x="3" y="2"/>
                      <a:pt x="3" y="1"/>
                      <a:pt x="2" y="2"/>
                    </a:cubicBezTo>
                    <a:cubicBezTo>
                      <a:pt x="3" y="1"/>
                      <a:pt x="2" y="1"/>
                      <a:pt x="2" y="3"/>
                    </a:cubicBezTo>
                    <a:cubicBezTo>
                      <a:pt x="3" y="2"/>
                      <a:pt x="3" y="3"/>
                      <a:pt x="3" y="2"/>
                    </a:cubicBezTo>
                    <a:cubicBezTo>
                      <a:pt x="3" y="2"/>
                      <a:pt x="2" y="2"/>
                      <a:pt x="2" y="3"/>
                    </a:cubicBezTo>
                    <a:cubicBezTo>
                      <a:pt x="1" y="3"/>
                      <a:pt x="2" y="3"/>
                      <a:pt x="2" y="4"/>
                    </a:cubicBezTo>
                    <a:cubicBezTo>
                      <a:pt x="2" y="5"/>
                      <a:pt x="2" y="4"/>
                      <a:pt x="2" y="4"/>
                    </a:cubicBezTo>
                    <a:cubicBezTo>
                      <a:pt x="1" y="5"/>
                      <a:pt x="2" y="5"/>
                      <a:pt x="1" y="6"/>
                    </a:cubicBezTo>
                    <a:cubicBezTo>
                      <a:pt x="1" y="7"/>
                      <a:pt x="1" y="7"/>
                      <a:pt x="1" y="6"/>
                    </a:cubicBezTo>
                    <a:cubicBezTo>
                      <a:pt x="2" y="7"/>
                      <a:pt x="1" y="6"/>
                      <a:pt x="1" y="6"/>
                    </a:cubicBezTo>
                    <a:cubicBezTo>
                      <a:pt x="1" y="5"/>
                      <a:pt x="0" y="6"/>
                      <a:pt x="1" y="8"/>
                    </a:cubicBezTo>
                    <a:cubicBezTo>
                      <a:pt x="1" y="7"/>
                      <a:pt x="2" y="6"/>
                      <a:pt x="1" y="8"/>
                    </a:cubicBezTo>
                    <a:cubicBezTo>
                      <a:pt x="2" y="9"/>
                      <a:pt x="1" y="9"/>
                      <a:pt x="2" y="9"/>
                    </a:cubicBezTo>
                    <a:cubicBezTo>
                      <a:pt x="2" y="11"/>
                      <a:pt x="1" y="9"/>
                      <a:pt x="2" y="10"/>
                    </a:cubicBezTo>
                    <a:cubicBezTo>
                      <a:pt x="2" y="11"/>
                      <a:pt x="2" y="9"/>
                      <a:pt x="2" y="10"/>
                    </a:cubicBezTo>
                    <a:cubicBezTo>
                      <a:pt x="2" y="10"/>
                      <a:pt x="3" y="11"/>
                      <a:pt x="3" y="11"/>
                    </a:cubicBezTo>
                    <a:cubicBezTo>
                      <a:pt x="3" y="12"/>
                      <a:pt x="3" y="12"/>
                      <a:pt x="4" y="13"/>
                    </a:cubicBezTo>
                    <a:cubicBezTo>
                      <a:pt x="4" y="13"/>
                      <a:pt x="4" y="13"/>
                      <a:pt x="4" y="13"/>
                    </a:cubicBezTo>
                    <a:cubicBezTo>
                      <a:pt x="4" y="12"/>
                      <a:pt x="4" y="13"/>
                      <a:pt x="4" y="12"/>
                    </a:cubicBezTo>
                    <a:cubicBezTo>
                      <a:pt x="4" y="14"/>
                      <a:pt x="4" y="13"/>
                      <a:pt x="4" y="14"/>
                    </a:cubicBezTo>
                    <a:cubicBezTo>
                      <a:pt x="4" y="16"/>
                      <a:pt x="3" y="15"/>
                      <a:pt x="3" y="15"/>
                    </a:cubicBezTo>
                    <a:cubicBezTo>
                      <a:pt x="3" y="16"/>
                      <a:pt x="4" y="15"/>
                      <a:pt x="4" y="16"/>
                    </a:cubicBezTo>
                    <a:cubicBezTo>
                      <a:pt x="4" y="16"/>
                      <a:pt x="4" y="15"/>
                      <a:pt x="3" y="15"/>
                    </a:cubicBezTo>
                    <a:cubicBezTo>
                      <a:pt x="4" y="16"/>
                      <a:pt x="2" y="16"/>
                      <a:pt x="4" y="17"/>
                    </a:cubicBezTo>
                    <a:cubicBezTo>
                      <a:pt x="3" y="18"/>
                      <a:pt x="3" y="18"/>
                      <a:pt x="3" y="18"/>
                    </a:cubicBezTo>
                    <a:cubicBezTo>
                      <a:pt x="3" y="17"/>
                      <a:pt x="2" y="17"/>
                      <a:pt x="3" y="16"/>
                    </a:cubicBezTo>
                    <a:cubicBezTo>
                      <a:pt x="4" y="17"/>
                      <a:pt x="2" y="18"/>
                      <a:pt x="2" y="17"/>
                    </a:cubicBezTo>
                    <a:cubicBezTo>
                      <a:pt x="1" y="18"/>
                      <a:pt x="1" y="17"/>
                      <a:pt x="2" y="18"/>
                    </a:cubicBezTo>
                    <a:cubicBezTo>
                      <a:pt x="2" y="19"/>
                      <a:pt x="2" y="21"/>
                      <a:pt x="2" y="19"/>
                    </a:cubicBezTo>
                    <a:cubicBezTo>
                      <a:pt x="1" y="19"/>
                      <a:pt x="1" y="19"/>
                      <a:pt x="1" y="19"/>
                    </a:cubicBezTo>
                    <a:cubicBezTo>
                      <a:pt x="1" y="18"/>
                      <a:pt x="2" y="19"/>
                      <a:pt x="2" y="20"/>
                    </a:cubicBezTo>
                    <a:cubicBezTo>
                      <a:pt x="3" y="18"/>
                      <a:pt x="2" y="20"/>
                      <a:pt x="2" y="20"/>
                    </a:cubicBezTo>
                    <a:cubicBezTo>
                      <a:pt x="3" y="20"/>
                      <a:pt x="2" y="21"/>
                      <a:pt x="2" y="21"/>
                    </a:cubicBezTo>
                    <a:cubicBezTo>
                      <a:pt x="2" y="22"/>
                      <a:pt x="2" y="22"/>
                      <a:pt x="2" y="21"/>
                    </a:cubicBezTo>
                    <a:cubicBezTo>
                      <a:pt x="2" y="20"/>
                      <a:pt x="2" y="20"/>
                      <a:pt x="3" y="21"/>
                    </a:cubicBezTo>
                    <a:cubicBezTo>
                      <a:pt x="3" y="22"/>
                      <a:pt x="3" y="22"/>
                      <a:pt x="3" y="22"/>
                    </a:cubicBezTo>
                    <a:cubicBezTo>
                      <a:pt x="4" y="23"/>
                      <a:pt x="3" y="23"/>
                      <a:pt x="3" y="23"/>
                    </a:cubicBezTo>
                    <a:cubicBezTo>
                      <a:pt x="4" y="23"/>
                      <a:pt x="3" y="24"/>
                      <a:pt x="4" y="24"/>
                    </a:cubicBezTo>
                    <a:cubicBezTo>
                      <a:pt x="3" y="26"/>
                      <a:pt x="3" y="25"/>
                      <a:pt x="3" y="24"/>
                    </a:cubicBezTo>
                    <a:cubicBezTo>
                      <a:pt x="4" y="24"/>
                      <a:pt x="3" y="25"/>
                      <a:pt x="3" y="25"/>
                    </a:cubicBezTo>
                    <a:cubicBezTo>
                      <a:pt x="3" y="25"/>
                      <a:pt x="3" y="25"/>
                      <a:pt x="3" y="25"/>
                    </a:cubicBezTo>
                    <a:cubicBezTo>
                      <a:pt x="2" y="25"/>
                      <a:pt x="4" y="27"/>
                      <a:pt x="3" y="26"/>
                    </a:cubicBezTo>
                    <a:cubicBezTo>
                      <a:pt x="3" y="26"/>
                      <a:pt x="4" y="26"/>
                      <a:pt x="3" y="26"/>
                    </a:cubicBezTo>
                    <a:cubicBezTo>
                      <a:pt x="2" y="27"/>
                      <a:pt x="2" y="26"/>
                      <a:pt x="2" y="26"/>
                    </a:cubicBezTo>
                    <a:cubicBezTo>
                      <a:pt x="1" y="25"/>
                      <a:pt x="1" y="27"/>
                      <a:pt x="2" y="26"/>
                    </a:cubicBezTo>
                    <a:cubicBezTo>
                      <a:pt x="2" y="27"/>
                      <a:pt x="2" y="26"/>
                      <a:pt x="3" y="27"/>
                    </a:cubicBezTo>
                    <a:cubicBezTo>
                      <a:pt x="2" y="26"/>
                      <a:pt x="2" y="27"/>
                      <a:pt x="3" y="27"/>
                    </a:cubicBezTo>
                    <a:cubicBezTo>
                      <a:pt x="3" y="28"/>
                      <a:pt x="4" y="28"/>
                      <a:pt x="3" y="28"/>
                    </a:cubicBezTo>
                    <a:cubicBezTo>
                      <a:pt x="3" y="29"/>
                      <a:pt x="4" y="27"/>
                      <a:pt x="3" y="28"/>
                    </a:cubicBezTo>
                    <a:cubicBezTo>
                      <a:pt x="3" y="28"/>
                      <a:pt x="4" y="29"/>
                      <a:pt x="4" y="30"/>
                    </a:cubicBezTo>
                    <a:cubicBezTo>
                      <a:pt x="4" y="30"/>
                      <a:pt x="4" y="31"/>
                      <a:pt x="4" y="30"/>
                    </a:cubicBezTo>
                    <a:cubicBezTo>
                      <a:pt x="3" y="29"/>
                      <a:pt x="3" y="30"/>
                      <a:pt x="4" y="30"/>
                    </a:cubicBezTo>
                    <a:cubicBezTo>
                      <a:pt x="4" y="30"/>
                      <a:pt x="3" y="31"/>
                      <a:pt x="5" y="30"/>
                    </a:cubicBezTo>
                    <a:cubicBezTo>
                      <a:pt x="6" y="32"/>
                      <a:pt x="5" y="30"/>
                      <a:pt x="5" y="31"/>
                    </a:cubicBezTo>
                    <a:cubicBezTo>
                      <a:pt x="5" y="33"/>
                      <a:pt x="6" y="29"/>
                      <a:pt x="5" y="32"/>
                    </a:cubicBezTo>
                    <a:cubicBezTo>
                      <a:pt x="5" y="33"/>
                      <a:pt x="6" y="32"/>
                      <a:pt x="6" y="32"/>
                    </a:cubicBezTo>
                    <a:cubicBezTo>
                      <a:pt x="6" y="33"/>
                      <a:pt x="6" y="33"/>
                      <a:pt x="6" y="33"/>
                    </a:cubicBezTo>
                    <a:cubicBezTo>
                      <a:pt x="6" y="34"/>
                      <a:pt x="6" y="33"/>
                      <a:pt x="6" y="33"/>
                    </a:cubicBezTo>
                    <a:cubicBezTo>
                      <a:pt x="6" y="33"/>
                      <a:pt x="6" y="33"/>
                      <a:pt x="6" y="34"/>
                    </a:cubicBezTo>
                    <a:cubicBezTo>
                      <a:pt x="6" y="35"/>
                      <a:pt x="5" y="35"/>
                      <a:pt x="5" y="33"/>
                    </a:cubicBezTo>
                    <a:cubicBezTo>
                      <a:pt x="4" y="32"/>
                      <a:pt x="4" y="32"/>
                      <a:pt x="4" y="33"/>
                    </a:cubicBezTo>
                    <a:cubicBezTo>
                      <a:pt x="4" y="34"/>
                      <a:pt x="4" y="35"/>
                      <a:pt x="4" y="35"/>
                    </a:cubicBezTo>
                    <a:cubicBezTo>
                      <a:pt x="4" y="36"/>
                      <a:pt x="4" y="35"/>
                      <a:pt x="4" y="35"/>
                    </a:cubicBezTo>
                    <a:cubicBezTo>
                      <a:pt x="4" y="35"/>
                      <a:pt x="3" y="36"/>
                      <a:pt x="3" y="35"/>
                    </a:cubicBezTo>
                    <a:cubicBezTo>
                      <a:pt x="3" y="35"/>
                      <a:pt x="3" y="36"/>
                      <a:pt x="4" y="36"/>
                    </a:cubicBezTo>
                    <a:cubicBezTo>
                      <a:pt x="3" y="35"/>
                      <a:pt x="5" y="35"/>
                      <a:pt x="5" y="35"/>
                    </a:cubicBezTo>
                    <a:cubicBezTo>
                      <a:pt x="4" y="33"/>
                      <a:pt x="5" y="36"/>
                      <a:pt x="4" y="35"/>
                    </a:cubicBezTo>
                    <a:cubicBezTo>
                      <a:pt x="4" y="38"/>
                      <a:pt x="3" y="36"/>
                      <a:pt x="4" y="36"/>
                    </a:cubicBezTo>
                    <a:cubicBezTo>
                      <a:pt x="4" y="37"/>
                      <a:pt x="4" y="36"/>
                      <a:pt x="4" y="36"/>
                    </a:cubicBezTo>
                    <a:cubicBezTo>
                      <a:pt x="4" y="35"/>
                      <a:pt x="5" y="36"/>
                      <a:pt x="5" y="37"/>
                    </a:cubicBezTo>
                    <a:cubicBezTo>
                      <a:pt x="5" y="38"/>
                      <a:pt x="5" y="39"/>
                      <a:pt x="4" y="39"/>
                    </a:cubicBezTo>
                    <a:cubicBezTo>
                      <a:pt x="3" y="39"/>
                      <a:pt x="3" y="40"/>
                      <a:pt x="3" y="39"/>
                    </a:cubicBezTo>
                    <a:cubicBezTo>
                      <a:pt x="4" y="40"/>
                      <a:pt x="4" y="38"/>
                      <a:pt x="5" y="39"/>
                    </a:cubicBezTo>
                    <a:cubicBezTo>
                      <a:pt x="5" y="38"/>
                      <a:pt x="5" y="39"/>
                      <a:pt x="5" y="38"/>
                    </a:cubicBezTo>
                    <a:cubicBezTo>
                      <a:pt x="5" y="38"/>
                      <a:pt x="4" y="40"/>
                      <a:pt x="5" y="40"/>
                    </a:cubicBezTo>
                    <a:cubicBezTo>
                      <a:pt x="5" y="40"/>
                      <a:pt x="5" y="40"/>
                      <a:pt x="5" y="40"/>
                    </a:cubicBezTo>
                    <a:cubicBezTo>
                      <a:pt x="5" y="40"/>
                      <a:pt x="5" y="40"/>
                      <a:pt x="6" y="39"/>
                    </a:cubicBezTo>
                    <a:cubicBezTo>
                      <a:pt x="5" y="39"/>
                      <a:pt x="7" y="39"/>
                      <a:pt x="6" y="39"/>
                    </a:cubicBezTo>
                    <a:cubicBezTo>
                      <a:pt x="5" y="38"/>
                      <a:pt x="5" y="37"/>
                      <a:pt x="5" y="37"/>
                    </a:cubicBezTo>
                    <a:cubicBezTo>
                      <a:pt x="5" y="36"/>
                      <a:pt x="5" y="37"/>
                      <a:pt x="5" y="38"/>
                    </a:cubicBezTo>
                    <a:cubicBezTo>
                      <a:pt x="5" y="38"/>
                      <a:pt x="7" y="38"/>
                      <a:pt x="6" y="40"/>
                    </a:cubicBezTo>
                    <a:cubicBezTo>
                      <a:pt x="6" y="40"/>
                      <a:pt x="5" y="42"/>
                      <a:pt x="5" y="41"/>
                    </a:cubicBezTo>
                    <a:cubicBezTo>
                      <a:pt x="5" y="41"/>
                      <a:pt x="6" y="41"/>
                      <a:pt x="6" y="40"/>
                    </a:cubicBezTo>
                    <a:cubicBezTo>
                      <a:pt x="6" y="39"/>
                      <a:pt x="6" y="39"/>
                      <a:pt x="7" y="41"/>
                    </a:cubicBezTo>
                    <a:cubicBezTo>
                      <a:pt x="6" y="40"/>
                      <a:pt x="6" y="42"/>
                      <a:pt x="7" y="41"/>
                    </a:cubicBezTo>
                    <a:cubicBezTo>
                      <a:pt x="6" y="41"/>
                      <a:pt x="7" y="41"/>
                      <a:pt x="7" y="40"/>
                    </a:cubicBezTo>
                    <a:cubicBezTo>
                      <a:pt x="7" y="40"/>
                      <a:pt x="7" y="39"/>
                      <a:pt x="8" y="38"/>
                    </a:cubicBezTo>
                    <a:cubicBezTo>
                      <a:pt x="8" y="37"/>
                      <a:pt x="9" y="38"/>
                      <a:pt x="8" y="39"/>
                    </a:cubicBezTo>
                    <a:cubicBezTo>
                      <a:pt x="8" y="38"/>
                      <a:pt x="9" y="39"/>
                      <a:pt x="9" y="39"/>
                    </a:cubicBezTo>
                    <a:cubicBezTo>
                      <a:pt x="9" y="39"/>
                      <a:pt x="8" y="41"/>
                      <a:pt x="8" y="40"/>
                    </a:cubicBezTo>
                    <a:cubicBezTo>
                      <a:pt x="9" y="37"/>
                      <a:pt x="8" y="40"/>
                      <a:pt x="8" y="39"/>
                    </a:cubicBezTo>
                    <a:cubicBezTo>
                      <a:pt x="7" y="40"/>
                      <a:pt x="9" y="40"/>
                      <a:pt x="8" y="39"/>
                    </a:cubicBezTo>
                    <a:cubicBezTo>
                      <a:pt x="8" y="40"/>
                      <a:pt x="8" y="39"/>
                      <a:pt x="8" y="41"/>
                    </a:cubicBezTo>
                    <a:cubicBezTo>
                      <a:pt x="8" y="42"/>
                      <a:pt x="7" y="41"/>
                      <a:pt x="8" y="41"/>
                    </a:cubicBezTo>
                    <a:cubicBezTo>
                      <a:pt x="8" y="41"/>
                      <a:pt x="8" y="42"/>
                      <a:pt x="8" y="41"/>
                    </a:cubicBezTo>
                    <a:cubicBezTo>
                      <a:pt x="9" y="41"/>
                      <a:pt x="10" y="40"/>
                      <a:pt x="9" y="41"/>
                    </a:cubicBezTo>
                    <a:cubicBezTo>
                      <a:pt x="9" y="41"/>
                      <a:pt x="9" y="40"/>
                      <a:pt x="10" y="40"/>
                    </a:cubicBezTo>
                    <a:cubicBezTo>
                      <a:pt x="10" y="40"/>
                      <a:pt x="9" y="39"/>
                      <a:pt x="9" y="39"/>
                    </a:cubicBezTo>
                    <a:cubicBezTo>
                      <a:pt x="9" y="39"/>
                      <a:pt x="10" y="40"/>
                      <a:pt x="9" y="39"/>
                    </a:cubicBezTo>
                    <a:cubicBezTo>
                      <a:pt x="10" y="41"/>
                      <a:pt x="9" y="40"/>
                      <a:pt x="10" y="39"/>
                    </a:cubicBezTo>
                    <a:cubicBezTo>
                      <a:pt x="10" y="39"/>
                      <a:pt x="11" y="39"/>
                      <a:pt x="10" y="40"/>
                    </a:cubicBezTo>
                    <a:cubicBezTo>
                      <a:pt x="10" y="40"/>
                      <a:pt x="11" y="40"/>
                      <a:pt x="11" y="40"/>
                    </a:cubicBezTo>
                    <a:cubicBezTo>
                      <a:pt x="11" y="39"/>
                      <a:pt x="11" y="40"/>
                      <a:pt x="11" y="40"/>
                    </a:cubicBezTo>
                    <a:cubicBezTo>
                      <a:pt x="11" y="41"/>
                      <a:pt x="11" y="41"/>
                      <a:pt x="11" y="40"/>
                    </a:cubicBezTo>
                    <a:cubicBezTo>
                      <a:pt x="12" y="39"/>
                      <a:pt x="12" y="40"/>
                      <a:pt x="11" y="40"/>
                    </a:cubicBezTo>
                    <a:cubicBezTo>
                      <a:pt x="11" y="41"/>
                      <a:pt x="11" y="41"/>
                      <a:pt x="11" y="41"/>
                    </a:cubicBezTo>
                    <a:cubicBezTo>
                      <a:pt x="11" y="40"/>
                      <a:pt x="11" y="40"/>
                      <a:pt x="11" y="40"/>
                    </a:cubicBezTo>
                    <a:cubicBezTo>
                      <a:pt x="12" y="41"/>
                      <a:pt x="12" y="40"/>
                      <a:pt x="12" y="40"/>
                    </a:cubicBezTo>
                    <a:cubicBezTo>
                      <a:pt x="12" y="40"/>
                      <a:pt x="11" y="40"/>
                      <a:pt x="12" y="39"/>
                    </a:cubicBezTo>
                    <a:cubicBezTo>
                      <a:pt x="13" y="38"/>
                      <a:pt x="13" y="39"/>
                      <a:pt x="13" y="39"/>
                    </a:cubicBezTo>
                    <a:cubicBezTo>
                      <a:pt x="12" y="39"/>
                      <a:pt x="12" y="37"/>
                      <a:pt x="11" y="38"/>
                    </a:cubicBezTo>
                    <a:cubicBezTo>
                      <a:pt x="11" y="38"/>
                      <a:pt x="11" y="38"/>
                      <a:pt x="11" y="37"/>
                    </a:cubicBezTo>
                    <a:cubicBezTo>
                      <a:pt x="11" y="37"/>
                      <a:pt x="11" y="36"/>
                      <a:pt x="12" y="38"/>
                    </a:cubicBezTo>
                    <a:cubicBezTo>
                      <a:pt x="12" y="39"/>
                      <a:pt x="10" y="39"/>
                      <a:pt x="11" y="39"/>
                    </a:cubicBezTo>
                    <a:cubicBezTo>
                      <a:pt x="11" y="41"/>
                      <a:pt x="11" y="40"/>
                      <a:pt x="12" y="40"/>
                    </a:cubicBezTo>
                    <a:cubicBezTo>
                      <a:pt x="11" y="40"/>
                      <a:pt x="11" y="39"/>
                      <a:pt x="11" y="38"/>
                    </a:cubicBezTo>
                    <a:cubicBezTo>
                      <a:pt x="11" y="40"/>
                      <a:pt x="11" y="37"/>
                      <a:pt x="11" y="38"/>
                    </a:cubicBezTo>
                    <a:cubicBezTo>
                      <a:pt x="11" y="38"/>
                      <a:pt x="11" y="39"/>
                      <a:pt x="11" y="37"/>
                    </a:cubicBezTo>
                    <a:cubicBezTo>
                      <a:pt x="11" y="35"/>
                      <a:pt x="11" y="36"/>
                      <a:pt x="11" y="36"/>
                    </a:cubicBezTo>
                    <a:cubicBezTo>
                      <a:pt x="11" y="36"/>
                      <a:pt x="12" y="37"/>
                      <a:pt x="12" y="36"/>
                    </a:cubicBezTo>
                    <a:cubicBezTo>
                      <a:pt x="11" y="36"/>
                      <a:pt x="11" y="36"/>
                      <a:pt x="11" y="36"/>
                    </a:cubicBezTo>
                    <a:cubicBezTo>
                      <a:pt x="10" y="36"/>
                      <a:pt x="11" y="36"/>
                      <a:pt x="11" y="35"/>
                    </a:cubicBezTo>
                    <a:cubicBezTo>
                      <a:pt x="11" y="35"/>
                      <a:pt x="11" y="34"/>
                      <a:pt x="11" y="36"/>
                    </a:cubicBezTo>
                    <a:cubicBezTo>
                      <a:pt x="10" y="34"/>
                      <a:pt x="11" y="35"/>
                      <a:pt x="11" y="34"/>
                    </a:cubicBezTo>
                    <a:cubicBezTo>
                      <a:pt x="11" y="34"/>
                      <a:pt x="13" y="35"/>
                      <a:pt x="11" y="34"/>
                    </a:cubicBezTo>
                    <a:cubicBezTo>
                      <a:pt x="11" y="34"/>
                      <a:pt x="11" y="35"/>
                      <a:pt x="10" y="34"/>
                    </a:cubicBezTo>
                    <a:cubicBezTo>
                      <a:pt x="11" y="34"/>
                      <a:pt x="11" y="35"/>
                      <a:pt x="11" y="33"/>
                    </a:cubicBezTo>
                    <a:cubicBezTo>
                      <a:pt x="11" y="32"/>
                      <a:pt x="11" y="31"/>
                      <a:pt x="12" y="31"/>
                    </a:cubicBezTo>
                    <a:cubicBezTo>
                      <a:pt x="12" y="32"/>
                      <a:pt x="11" y="31"/>
                      <a:pt x="12" y="31"/>
                    </a:cubicBezTo>
                    <a:cubicBezTo>
                      <a:pt x="11" y="30"/>
                      <a:pt x="11" y="31"/>
                      <a:pt x="12" y="31"/>
                    </a:cubicBezTo>
                    <a:cubicBezTo>
                      <a:pt x="12" y="31"/>
                      <a:pt x="12" y="30"/>
                      <a:pt x="12" y="31"/>
                    </a:cubicBezTo>
                    <a:cubicBezTo>
                      <a:pt x="11" y="31"/>
                      <a:pt x="11" y="31"/>
                      <a:pt x="11" y="31"/>
                    </a:cubicBezTo>
                    <a:cubicBezTo>
                      <a:pt x="11" y="31"/>
                      <a:pt x="11" y="31"/>
                      <a:pt x="11" y="30"/>
                    </a:cubicBezTo>
                    <a:cubicBezTo>
                      <a:pt x="11" y="29"/>
                      <a:pt x="13" y="29"/>
                      <a:pt x="11" y="29"/>
                    </a:cubicBezTo>
                    <a:cubicBezTo>
                      <a:pt x="11" y="29"/>
                      <a:pt x="11" y="27"/>
                      <a:pt x="11" y="27"/>
                    </a:cubicBezTo>
                    <a:cubicBezTo>
                      <a:pt x="11" y="27"/>
                      <a:pt x="9" y="27"/>
                      <a:pt x="11" y="26"/>
                    </a:cubicBezTo>
                    <a:cubicBezTo>
                      <a:pt x="11" y="26"/>
                      <a:pt x="11" y="24"/>
                      <a:pt x="11" y="25"/>
                    </a:cubicBezTo>
                    <a:cubicBezTo>
                      <a:pt x="11" y="23"/>
                      <a:pt x="11" y="24"/>
                      <a:pt x="11" y="23"/>
                    </a:cubicBezTo>
                    <a:cubicBezTo>
                      <a:pt x="10" y="23"/>
                      <a:pt x="10" y="22"/>
                      <a:pt x="10" y="22"/>
                    </a:cubicBezTo>
                    <a:cubicBezTo>
                      <a:pt x="10" y="21"/>
                      <a:pt x="10" y="21"/>
                      <a:pt x="10" y="21"/>
                    </a:cubicBezTo>
                    <a:cubicBezTo>
                      <a:pt x="10" y="21"/>
                      <a:pt x="11" y="21"/>
                      <a:pt x="10" y="20"/>
                    </a:cubicBezTo>
                    <a:cubicBezTo>
                      <a:pt x="9" y="19"/>
                      <a:pt x="9" y="18"/>
                      <a:pt x="9" y="19"/>
                    </a:cubicBezTo>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8" name="Freeform 181">
                <a:extLst>
                  <a:ext uri="{FF2B5EF4-FFF2-40B4-BE49-F238E27FC236}">
                    <a16:creationId xmlns:a16="http://schemas.microsoft.com/office/drawing/2014/main" id="{8E54293F-94A5-4E24-BAF6-44EE33D83D98}"/>
                  </a:ext>
                </a:extLst>
              </p:cNvPr>
              <p:cNvSpPr>
                <a:spLocks/>
              </p:cNvSpPr>
              <p:nvPr/>
            </p:nvSpPr>
            <p:spPr bwMode="auto">
              <a:xfrm>
                <a:off x="4819" y="2425"/>
                <a:ext cx="40" cy="100"/>
              </a:xfrm>
              <a:custGeom>
                <a:avLst/>
                <a:gdLst>
                  <a:gd name="T0" fmla="*/ 5 w 17"/>
                  <a:gd name="T1" fmla="*/ 34 h 42"/>
                  <a:gd name="T2" fmla="*/ 7 w 17"/>
                  <a:gd name="T3" fmla="*/ 34 h 42"/>
                  <a:gd name="T4" fmla="*/ 8 w 17"/>
                  <a:gd name="T5" fmla="*/ 35 h 42"/>
                  <a:gd name="T6" fmla="*/ 10 w 17"/>
                  <a:gd name="T7" fmla="*/ 35 h 42"/>
                  <a:gd name="T8" fmla="*/ 10 w 17"/>
                  <a:gd name="T9" fmla="*/ 37 h 42"/>
                  <a:gd name="T10" fmla="*/ 10 w 17"/>
                  <a:gd name="T11" fmla="*/ 36 h 42"/>
                  <a:gd name="T12" fmla="*/ 9 w 17"/>
                  <a:gd name="T13" fmla="*/ 38 h 42"/>
                  <a:gd name="T14" fmla="*/ 11 w 17"/>
                  <a:gd name="T15" fmla="*/ 39 h 42"/>
                  <a:gd name="T16" fmla="*/ 12 w 17"/>
                  <a:gd name="T17" fmla="*/ 41 h 42"/>
                  <a:gd name="T18" fmla="*/ 11 w 17"/>
                  <a:gd name="T19" fmla="*/ 41 h 42"/>
                  <a:gd name="T20" fmla="*/ 12 w 17"/>
                  <a:gd name="T21" fmla="*/ 39 h 42"/>
                  <a:gd name="T22" fmla="*/ 12 w 17"/>
                  <a:gd name="T23" fmla="*/ 37 h 42"/>
                  <a:gd name="T24" fmla="*/ 12 w 17"/>
                  <a:gd name="T25" fmla="*/ 37 h 42"/>
                  <a:gd name="T26" fmla="*/ 12 w 17"/>
                  <a:gd name="T27" fmla="*/ 35 h 42"/>
                  <a:gd name="T28" fmla="*/ 12 w 17"/>
                  <a:gd name="T29" fmla="*/ 35 h 42"/>
                  <a:gd name="T30" fmla="*/ 13 w 17"/>
                  <a:gd name="T31" fmla="*/ 34 h 42"/>
                  <a:gd name="T32" fmla="*/ 13 w 17"/>
                  <a:gd name="T33" fmla="*/ 34 h 42"/>
                  <a:gd name="T34" fmla="*/ 14 w 17"/>
                  <a:gd name="T35" fmla="*/ 33 h 42"/>
                  <a:gd name="T36" fmla="*/ 14 w 17"/>
                  <a:gd name="T37" fmla="*/ 34 h 42"/>
                  <a:gd name="T38" fmla="*/ 15 w 17"/>
                  <a:gd name="T39" fmla="*/ 34 h 42"/>
                  <a:gd name="T40" fmla="*/ 15 w 17"/>
                  <a:gd name="T41" fmla="*/ 33 h 42"/>
                  <a:gd name="T42" fmla="*/ 15 w 17"/>
                  <a:gd name="T43" fmla="*/ 29 h 42"/>
                  <a:gd name="T44" fmla="*/ 15 w 17"/>
                  <a:gd name="T45" fmla="*/ 29 h 42"/>
                  <a:gd name="T46" fmla="*/ 16 w 17"/>
                  <a:gd name="T47" fmla="*/ 26 h 42"/>
                  <a:gd name="T48" fmla="*/ 16 w 17"/>
                  <a:gd name="T49" fmla="*/ 24 h 42"/>
                  <a:gd name="T50" fmla="*/ 15 w 17"/>
                  <a:gd name="T51" fmla="*/ 23 h 42"/>
                  <a:gd name="T52" fmla="*/ 14 w 17"/>
                  <a:gd name="T53" fmla="*/ 22 h 42"/>
                  <a:gd name="T54" fmla="*/ 14 w 17"/>
                  <a:gd name="T55" fmla="*/ 20 h 42"/>
                  <a:gd name="T56" fmla="*/ 14 w 17"/>
                  <a:gd name="T57" fmla="*/ 18 h 42"/>
                  <a:gd name="T58" fmla="*/ 14 w 17"/>
                  <a:gd name="T59" fmla="*/ 16 h 42"/>
                  <a:gd name="T60" fmla="*/ 13 w 17"/>
                  <a:gd name="T61" fmla="*/ 14 h 42"/>
                  <a:gd name="T62" fmla="*/ 12 w 17"/>
                  <a:gd name="T63" fmla="*/ 12 h 42"/>
                  <a:gd name="T64" fmla="*/ 11 w 17"/>
                  <a:gd name="T65" fmla="*/ 11 h 42"/>
                  <a:gd name="T66" fmla="*/ 11 w 17"/>
                  <a:gd name="T67" fmla="*/ 9 h 42"/>
                  <a:gd name="T68" fmla="*/ 10 w 17"/>
                  <a:gd name="T69" fmla="*/ 7 h 42"/>
                  <a:gd name="T70" fmla="*/ 9 w 17"/>
                  <a:gd name="T71" fmla="*/ 6 h 42"/>
                  <a:gd name="T72" fmla="*/ 9 w 17"/>
                  <a:gd name="T73" fmla="*/ 3 h 42"/>
                  <a:gd name="T74" fmla="*/ 8 w 17"/>
                  <a:gd name="T75" fmla="*/ 2 h 42"/>
                  <a:gd name="T76" fmla="*/ 7 w 17"/>
                  <a:gd name="T77" fmla="*/ 2 h 42"/>
                  <a:gd name="T78" fmla="*/ 6 w 17"/>
                  <a:gd name="T79" fmla="*/ 1 h 42"/>
                  <a:gd name="T80" fmla="*/ 4 w 17"/>
                  <a:gd name="T81" fmla="*/ 4 h 42"/>
                  <a:gd name="T82" fmla="*/ 4 w 17"/>
                  <a:gd name="T83" fmla="*/ 5 h 42"/>
                  <a:gd name="T84" fmla="*/ 4 w 17"/>
                  <a:gd name="T85" fmla="*/ 6 h 42"/>
                  <a:gd name="T86" fmla="*/ 4 w 17"/>
                  <a:gd name="T87" fmla="*/ 6 h 42"/>
                  <a:gd name="T88" fmla="*/ 4 w 17"/>
                  <a:gd name="T89" fmla="*/ 9 h 42"/>
                  <a:gd name="T90" fmla="*/ 3 w 17"/>
                  <a:gd name="T91" fmla="*/ 10 h 42"/>
                  <a:gd name="T92" fmla="*/ 2 w 17"/>
                  <a:gd name="T93" fmla="*/ 9 h 42"/>
                  <a:gd name="T94" fmla="*/ 1 w 17"/>
                  <a:gd name="T95" fmla="*/ 10 h 42"/>
                  <a:gd name="T96" fmla="*/ 2 w 17"/>
                  <a:gd name="T97" fmla="*/ 13 h 42"/>
                  <a:gd name="T98" fmla="*/ 1 w 17"/>
                  <a:gd name="T99" fmla="*/ 15 h 42"/>
                  <a:gd name="T100" fmla="*/ 2 w 17"/>
                  <a:gd name="T101" fmla="*/ 16 h 42"/>
                  <a:gd name="T102" fmla="*/ 3 w 17"/>
                  <a:gd name="T103" fmla="*/ 18 h 42"/>
                  <a:gd name="T104" fmla="*/ 4 w 17"/>
                  <a:gd name="T105" fmla="*/ 20 h 42"/>
                  <a:gd name="T106" fmla="*/ 5 w 17"/>
                  <a:gd name="T107" fmla="*/ 23 h 42"/>
                  <a:gd name="T108" fmla="*/ 4 w 17"/>
                  <a:gd name="T109" fmla="*/ 23 h 42"/>
                  <a:gd name="T110" fmla="*/ 4 w 17"/>
                  <a:gd name="T111" fmla="*/ 25 h 42"/>
                  <a:gd name="T112" fmla="*/ 4 w 17"/>
                  <a:gd name="T113" fmla="*/ 27 h 42"/>
                  <a:gd name="T114" fmla="*/ 4 w 17"/>
                  <a:gd name="T115" fmla="*/ 28 h 42"/>
                  <a:gd name="T116" fmla="*/ 5 w 17"/>
                  <a:gd name="T117" fmla="*/ 29 h 42"/>
                  <a:gd name="T118" fmla="*/ 6 w 17"/>
                  <a:gd name="T119" fmla="*/ 32 h 42"/>
                  <a:gd name="T120" fmla="*/ 5 w 17"/>
                  <a:gd name="T121" fmla="*/ 32 h 42"/>
                  <a:gd name="T122" fmla="*/ 5 w 17"/>
                  <a:gd name="T123" fmla="*/ 34 h 42"/>
                  <a:gd name="T124" fmla="*/ 5 w 17"/>
                  <a:gd name="T125" fmla="*/ 3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 h="42">
                    <a:moveTo>
                      <a:pt x="5" y="34"/>
                    </a:moveTo>
                    <a:cubicBezTo>
                      <a:pt x="4" y="33"/>
                      <a:pt x="6" y="35"/>
                      <a:pt x="5" y="34"/>
                    </a:cubicBezTo>
                    <a:cubicBezTo>
                      <a:pt x="6" y="33"/>
                      <a:pt x="6" y="34"/>
                      <a:pt x="6" y="34"/>
                    </a:cubicBezTo>
                    <a:cubicBezTo>
                      <a:pt x="5" y="34"/>
                      <a:pt x="8" y="34"/>
                      <a:pt x="7" y="34"/>
                    </a:cubicBezTo>
                    <a:cubicBezTo>
                      <a:pt x="8" y="35"/>
                      <a:pt x="8" y="36"/>
                      <a:pt x="7" y="36"/>
                    </a:cubicBezTo>
                    <a:cubicBezTo>
                      <a:pt x="7" y="36"/>
                      <a:pt x="9" y="34"/>
                      <a:pt x="8" y="35"/>
                    </a:cubicBezTo>
                    <a:cubicBezTo>
                      <a:pt x="9" y="35"/>
                      <a:pt x="9" y="36"/>
                      <a:pt x="9" y="35"/>
                    </a:cubicBezTo>
                    <a:cubicBezTo>
                      <a:pt x="10" y="35"/>
                      <a:pt x="10" y="35"/>
                      <a:pt x="10" y="35"/>
                    </a:cubicBezTo>
                    <a:cubicBezTo>
                      <a:pt x="10" y="35"/>
                      <a:pt x="10" y="36"/>
                      <a:pt x="9" y="36"/>
                    </a:cubicBezTo>
                    <a:cubicBezTo>
                      <a:pt x="9" y="37"/>
                      <a:pt x="10" y="37"/>
                      <a:pt x="10" y="37"/>
                    </a:cubicBezTo>
                    <a:cubicBezTo>
                      <a:pt x="10" y="38"/>
                      <a:pt x="10" y="38"/>
                      <a:pt x="10" y="38"/>
                    </a:cubicBezTo>
                    <a:cubicBezTo>
                      <a:pt x="10" y="37"/>
                      <a:pt x="10" y="36"/>
                      <a:pt x="10" y="36"/>
                    </a:cubicBezTo>
                    <a:cubicBezTo>
                      <a:pt x="10" y="35"/>
                      <a:pt x="10" y="35"/>
                      <a:pt x="10" y="36"/>
                    </a:cubicBezTo>
                    <a:cubicBezTo>
                      <a:pt x="9" y="38"/>
                      <a:pt x="9" y="38"/>
                      <a:pt x="9" y="38"/>
                    </a:cubicBezTo>
                    <a:cubicBezTo>
                      <a:pt x="9" y="38"/>
                      <a:pt x="10" y="39"/>
                      <a:pt x="10" y="38"/>
                    </a:cubicBezTo>
                    <a:cubicBezTo>
                      <a:pt x="10" y="39"/>
                      <a:pt x="11" y="39"/>
                      <a:pt x="11" y="39"/>
                    </a:cubicBezTo>
                    <a:cubicBezTo>
                      <a:pt x="11" y="39"/>
                      <a:pt x="10" y="41"/>
                      <a:pt x="11" y="40"/>
                    </a:cubicBezTo>
                    <a:cubicBezTo>
                      <a:pt x="12" y="42"/>
                      <a:pt x="11" y="41"/>
                      <a:pt x="12" y="41"/>
                    </a:cubicBezTo>
                    <a:cubicBezTo>
                      <a:pt x="11" y="41"/>
                      <a:pt x="11" y="38"/>
                      <a:pt x="11" y="41"/>
                    </a:cubicBezTo>
                    <a:cubicBezTo>
                      <a:pt x="11" y="41"/>
                      <a:pt x="11" y="41"/>
                      <a:pt x="11" y="41"/>
                    </a:cubicBezTo>
                    <a:cubicBezTo>
                      <a:pt x="11" y="42"/>
                      <a:pt x="11" y="41"/>
                      <a:pt x="11" y="41"/>
                    </a:cubicBezTo>
                    <a:cubicBezTo>
                      <a:pt x="12" y="41"/>
                      <a:pt x="11" y="39"/>
                      <a:pt x="12" y="39"/>
                    </a:cubicBezTo>
                    <a:cubicBezTo>
                      <a:pt x="13" y="40"/>
                      <a:pt x="12" y="37"/>
                      <a:pt x="12" y="38"/>
                    </a:cubicBezTo>
                    <a:cubicBezTo>
                      <a:pt x="13" y="37"/>
                      <a:pt x="13" y="37"/>
                      <a:pt x="12" y="37"/>
                    </a:cubicBezTo>
                    <a:cubicBezTo>
                      <a:pt x="12" y="36"/>
                      <a:pt x="13" y="37"/>
                      <a:pt x="12" y="38"/>
                    </a:cubicBezTo>
                    <a:cubicBezTo>
                      <a:pt x="13" y="37"/>
                      <a:pt x="12" y="37"/>
                      <a:pt x="12" y="37"/>
                    </a:cubicBezTo>
                    <a:cubicBezTo>
                      <a:pt x="12" y="37"/>
                      <a:pt x="12" y="36"/>
                      <a:pt x="12" y="37"/>
                    </a:cubicBezTo>
                    <a:cubicBezTo>
                      <a:pt x="12" y="36"/>
                      <a:pt x="12" y="35"/>
                      <a:pt x="12" y="35"/>
                    </a:cubicBezTo>
                    <a:cubicBezTo>
                      <a:pt x="13" y="34"/>
                      <a:pt x="12" y="34"/>
                      <a:pt x="12" y="35"/>
                    </a:cubicBezTo>
                    <a:cubicBezTo>
                      <a:pt x="11" y="35"/>
                      <a:pt x="11" y="35"/>
                      <a:pt x="12" y="35"/>
                    </a:cubicBezTo>
                    <a:cubicBezTo>
                      <a:pt x="11" y="35"/>
                      <a:pt x="11" y="35"/>
                      <a:pt x="11" y="34"/>
                    </a:cubicBezTo>
                    <a:cubicBezTo>
                      <a:pt x="12" y="35"/>
                      <a:pt x="12" y="34"/>
                      <a:pt x="13" y="34"/>
                    </a:cubicBezTo>
                    <a:cubicBezTo>
                      <a:pt x="13" y="33"/>
                      <a:pt x="14" y="32"/>
                      <a:pt x="13" y="33"/>
                    </a:cubicBezTo>
                    <a:cubicBezTo>
                      <a:pt x="14" y="33"/>
                      <a:pt x="12" y="33"/>
                      <a:pt x="13" y="34"/>
                    </a:cubicBezTo>
                    <a:cubicBezTo>
                      <a:pt x="14" y="34"/>
                      <a:pt x="14" y="34"/>
                      <a:pt x="14" y="33"/>
                    </a:cubicBezTo>
                    <a:cubicBezTo>
                      <a:pt x="13" y="33"/>
                      <a:pt x="14" y="32"/>
                      <a:pt x="14" y="33"/>
                    </a:cubicBezTo>
                    <a:cubicBezTo>
                      <a:pt x="14" y="31"/>
                      <a:pt x="14" y="33"/>
                      <a:pt x="14" y="32"/>
                    </a:cubicBezTo>
                    <a:cubicBezTo>
                      <a:pt x="14" y="32"/>
                      <a:pt x="14" y="32"/>
                      <a:pt x="14" y="34"/>
                    </a:cubicBezTo>
                    <a:cubicBezTo>
                      <a:pt x="14" y="34"/>
                      <a:pt x="15" y="36"/>
                      <a:pt x="15" y="34"/>
                    </a:cubicBezTo>
                    <a:cubicBezTo>
                      <a:pt x="15" y="33"/>
                      <a:pt x="16" y="34"/>
                      <a:pt x="15" y="34"/>
                    </a:cubicBezTo>
                    <a:cubicBezTo>
                      <a:pt x="15" y="33"/>
                      <a:pt x="15" y="33"/>
                      <a:pt x="16" y="33"/>
                    </a:cubicBezTo>
                    <a:cubicBezTo>
                      <a:pt x="16" y="33"/>
                      <a:pt x="16" y="33"/>
                      <a:pt x="15" y="33"/>
                    </a:cubicBezTo>
                    <a:cubicBezTo>
                      <a:pt x="15" y="33"/>
                      <a:pt x="15" y="31"/>
                      <a:pt x="15" y="31"/>
                    </a:cubicBezTo>
                    <a:cubicBezTo>
                      <a:pt x="16" y="30"/>
                      <a:pt x="16" y="29"/>
                      <a:pt x="15" y="29"/>
                    </a:cubicBezTo>
                    <a:cubicBezTo>
                      <a:pt x="15" y="29"/>
                      <a:pt x="15" y="29"/>
                      <a:pt x="15" y="30"/>
                    </a:cubicBezTo>
                    <a:cubicBezTo>
                      <a:pt x="15" y="29"/>
                      <a:pt x="14" y="30"/>
                      <a:pt x="15" y="29"/>
                    </a:cubicBezTo>
                    <a:cubicBezTo>
                      <a:pt x="15" y="28"/>
                      <a:pt x="17" y="27"/>
                      <a:pt x="16" y="27"/>
                    </a:cubicBezTo>
                    <a:cubicBezTo>
                      <a:pt x="16" y="28"/>
                      <a:pt x="15" y="28"/>
                      <a:pt x="16" y="26"/>
                    </a:cubicBezTo>
                    <a:cubicBezTo>
                      <a:pt x="16" y="25"/>
                      <a:pt x="17" y="26"/>
                      <a:pt x="16" y="25"/>
                    </a:cubicBezTo>
                    <a:cubicBezTo>
                      <a:pt x="17" y="24"/>
                      <a:pt x="16" y="24"/>
                      <a:pt x="16" y="24"/>
                    </a:cubicBezTo>
                    <a:cubicBezTo>
                      <a:pt x="16" y="23"/>
                      <a:pt x="17" y="23"/>
                      <a:pt x="16" y="23"/>
                    </a:cubicBezTo>
                    <a:cubicBezTo>
                      <a:pt x="16" y="24"/>
                      <a:pt x="15" y="23"/>
                      <a:pt x="15" y="23"/>
                    </a:cubicBezTo>
                    <a:cubicBezTo>
                      <a:pt x="16" y="25"/>
                      <a:pt x="15" y="25"/>
                      <a:pt x="15" y="24"/>
                    </a:cubicBezTo>
                    <a:cubicBezTo>
                      <a:pt x="15" y="24"/>
                      <a:pt x="15" y="24"/>
                      <a:pt x="14" y="22"/>
                    </a:cubicBezTo>
                    <a:cubicBezTo>
                      <a:pt x="14" y="22"/>
                      <a:pt x="12" y="22"/>
                      <a:pt x="14" y="22"/>
                    </a:cubicBezTo>
                    <a:cubicBezTo>
                      <a:pt x="14" y="21"/>
                      <a:pt x="14" y="21"/>
                      <a:pt x="14" y="20"/>
                    </a:cubicBezTo>
                    <a:cubicBezTo>
                      <a:pt x="15" y="20"/>
                      <a:pt x="13" y="19"/>
                      <a:pt x="14" y="20"/>
                    </a:cubicBezTo>
                    <a:cubicBezTo>
                      <a:pt x="14" y="20"/>
                      <a:pt x="13" y="20"/>
                      <a:pt x="14" y="18"/>
                    </a:cubicBezTo>
                    <a:cubicBezTo>
                      <a:pt x="14" y="16"/>
                      <a:pt x="14" y="16"/>
                      <a:pt x="14" y="17"/>
                    </a:cubicBezTo>
                    <a:cubicBezTo>
                      <a:pt x="13" y="17"/>
                      <a:pt x="14" y="17"/>
                      <a:pt x="14" y="16"/>
                    </a:cubicBezTo>
                    <a:cubicBezTo>
                      <a:pt x="14" y="15"/>
                      <a:pt x="14" y="16"/>
                      <a:pt x="14" y="15"/>
                    </a:cubicBezTo>
                    <a:cubicBezTo>
                      <a:pt x="13" y="14"/>
                      <a:pt x="13" y="13"/>
                      <a:pt x="13" y="14"/>
                    </a:cubicBezTo>
                    <a:cubicBezTo>
                      <a:pt x="13" y="13"/>
                      <a:pt x="15" y="14"/>
                      <a:pt x="13" y="13"/>
                    </a:cubicBezTo>
                    <a:cubicBezTo>
                      <a:pt x="13" y="11"/>
                      <a:pt x="12" y="12"/>
                      <a:pt x="12" y="12"/>
                    </a:cubicBezTo>
                    <a:cubicBezTo>
                      <a:pt x="12" y="10"/>
                      <a:pt x="12" y="10"/>
                      <a:pt x="11" y="10"/>
                    </a:cubicBezTo>
                    <a:cubicBezTo>
                      <a:pt x="11" y="11"/>
                      <a:pt x="11" y="11"/>
                      <a:pt x="11" y="11"/>
                    </a:cubicBezTo>
                    <a:cubicBezTo>
                      <a:pt x="10" y="10"/>
                      <a:pt x="10" y="10"/>
                      <a:pt x="10" y="9"/>
                    </a:cubicBezTo>
                    <a:cubicBezTo>
                      <a:pt x="11" y="9"/>
                      <a:pt x="11" y="9"/>
                      <a:pt x="11" y="9"/>
                    </a:cubicBezTo>
                    <a:cubicBezTo>
                      <a:pt x="11" y="8"/>
                      <a:pt x="11" y="8"/>
                      <a:pt x="10" y="8"/>
                    </a:cubicBezTo>
                    <a:cubicBezTo>
                      <a:pt x="10" y="8"/>
                      <a:pt x="11" y="8"/>
                      <a:pt x="10" y="7"/>
                    </a:cubicBezTo>
                    <a:cubicBezTo>
                      <a:pt x="9" y="7"/>
                      <a:pt x="10" y="5"/>
                      <a:pt x="10" y="6"/>
                    </a:cubicBezTo>
                    <a:cubicBezTo>
                      <a:pt x="9" y="6"/>
                      <a:pt x="9" y="6"/>
                      <a:pt x="9" y="6"/>
                    </a:cubicBezTo>
                    <a:cubicBezTo>
                      <a:pt x="9" y="5"/>
                      <a:pt x="9" y="5"/>
                      <a:pt x="9" y="4"/>
                    </a:cubicBezTo>
                    <a:cubicBezTo>
                      <a:pt x="9" y="4"/>
                      <a:pt x="9" y="4"/>
                      <a:pt x="9" y="3"/>
                    </a:cubicBezTo>
                    <a:cubicBezTo>
                      <a:pt x="9" y="3"/>
                      <a:pt x="9" y="3"/>
                      <a:pt x="9" y="3"/>
                    </a:cubicBezTo>
                    <a:cubicBezTo>
                      <a:pt x="8" y="2"/>
                      <a:pt x="8" y="1"/>
                      <a:pt x="8" y="2"/>
                    </a:cubicBezTo>
                    <a:cubicBezTo>
                      <a:pt x="8" y="2"/>
                      <a:pt x="8" y="2"/>
                      <a:pt x="7" y="2"/>
                    </a:cubicBezTo>
                    <a:cubicBezTo>
                      <a:pt x="7" y="3"/>
                      <a:pt x="6" y="2"/>
                      <a:pt x="7" y="2"/>
                    </a:cubicBezTo>
                    <a:cubicBezTo>
                      <a:pt x="6" y="2"/>
                      <a:pt x="7" y="1"/>
                      <a:pt x="6" y="1"/>
                    </a:cubicBezTo>
                    <a:cubicBezTo>
                      <a:pt x="5" y="2"/>
                      <a:pt x="6" y="2"/>
                      <a:pt x="6" y="1"/>
                    </a:cubicBezTo>
                    <a:cubicBezTo>
                      <a:pt x="4" y="3"/>
                      <a:pt x="5" y="0"/>
                      <a:pt x="4" y="2"/>
                    </a:cubicBezTo>
                    <a:cubicBezTo>
                      <a:pt x="4" y="3"/>
                      <a:pt x="4" y="3"/>
                      <a:pt x="4" y="4"/>
                    </a:cubicBezTo>
                    <a:cubicBezTo>
                      <a:pt x="4" y="3"/>
                      <a:pt x="3" y="3"/>
                      <a:pt x="4" y="4"/>
                    </a:cubicBezTo>
                    <a:cubicBezTo>
                      <a:pt x="3" y="5"/>
                      <a:pt x="4" y="6"/>
                      <a:pt x="4" y="5"/>
                    </a:cubicBezTo>
                    <a:cubicBezTo>
                      <a:pt x="5" y="5"/>
                      <a:pt x="5" y="6"/>
                      <a:pt x="5" y="5"/>
                    </a:cubicBezTo>
                    <a:cubicBezTo>
                      <a:pt x="4" y="6"/>
                      <a:pt x="4" y="6"/>
                      <a:pt x="4" y="6"/>
                    </a:cubicBezTo>
                    <a:cubicBezTo>
                      <a:pt x="5" y="5"/>
                      <a:pt x="5" y="5"/>
                      <a:pt x="4" y="5"/>
                    </a:cubicBezTo>
                    <a:cubicBezTo>
                      <a:pt x="4" y="5"/>
                      <a:pt x="4" y="5"/>
                      <a:pt x="4" y="6"/>
                    </a:cubicBezTo>
                    <a:cubicBezTo>
                      <a:pt x="5" y="7"/>
                      <a:pt x="3" y="9"/>
                      <a:pt x="4" y="8"/>
                    </a:cubicBezTo>
                    <a:cubicBezTo>
                      <a:pt x="4" y="8"/>
                      <a:pt x="4" y="10"/>
                      <a:pt x="4" y="9"/>
                    </a:cubicBezTo>
                    <a:cubicBezTo>
                      <a:pt x="4" y="9"/>
                      <a:pt x="6" y="9"/>
                      <a:pt x="4" y="10"/>
                    </a:cubicBezTo>
                    <a:cubicBezTo>
                      <a:pt x="3" y="10"/>
                      <a:pt x="2" y="9"/>
                      <a:pt x="3" y="10"/>
                    </a:cubicBezTo>
                    <a:cubicBezTo>
                      <a:pt x="2" y="8"/>
                      <a:pt x="2" y="10"/>
                      <a:pt x="2" y="10"/>
                    </a:cubicBezTo>
                    <a:cubicBezTo>
                      <a:pt x="2" y="10"/>
                      <a:pt x="1" y="10"/>
                      <a:pt x="2" y="9"/>
                    </a:cubicBezTo>
                    <a:cubicBezTo>
                      <a:pt x="2" y="8"/>
                      <a:pt x="1" y="10"/>
                      <a:pt x="1" y="10"/>
                    </a:cubicBezTo>
                    <a:cubicBezTo>
                      <a:pt x="2" y="10"/>
                      <a:pt x="1" y="9"/>
                      <a:pt x="1" y="10"/>
                    </a:cubicBezTo>
                    <a:cubicBezTo>
                      <a:pt x="1" y="11"/>
                      <a:pt x="0" y="10"/>
                      <a:pt x="1" y="11"/>
                    </a:cubicBezTo>
                    <a:cubicBezTo>
                      <a:pt x="0" y="10"/>
                      <a:pt x="1" y="12"/>
                      <a:pt x="2" y="13"/>
                    </a:cubicBezTo>
                    <a:cubicBezTo>
                      <a:pt x="2" y="14"/>
                      <a:pt x="2" y="13"/>
                      <a:pt x="1" y="13"/>
                    </a:cubicBezTo>
                    <a:cubicBezTo>
                      <a:pt x="1" y="15"/>
                      <a:pt x="1" y="15"/>
                      <a:pt x="1" y="15"/>
                    </a:cubicBezTo>
                    <a:cubicBezTo>
                      <a:pt x="0" y="15"/>
                      <a:pt x="0" y="15"/>
                      <a:pt x="1" y="14"/>
                    </a:cubicBezTo>
                    <a:cubicBezTo>
                      <a:pt x="2" y="14"/>
                      <a:pt x="2" y="15"/>
                      <a:pt x="2" y="16"/>
                    </a:cubicBezTo>
                    <a:cubicBezTo>
                      <a:pt x="3" y="15"/>
                      <a:pt x="1" y="16"/>
                      <a:pt x="3" y="17"/>
                    </a:cubicBezTo>
                    <a:cubicBezTo>
                      <a:pt x="3" y="16"/>
                      <a:pt x="3" y="18"/>
                      <a:pt x="3" y="18"/>
                    </a:cubicBezTo>
                    <a:cubicBezTo>
                      <a:pt x="4" y="20"/>
                      <a:pt x="3" y="20"/>
                      <a:pt x="4" y="20"/>
                    </a:cubicBezTo>
                    <a:cubicBezTo>
                      <a:pt x="4" y="21"/>
                      <a:pt x="4" y="20"/>
                      <a:pt x="4" y="20"/>
                    </a:cubicBezTo>
                    <a:cubicBezTo>
                      <a:pt x="5" y="21"/>
                      <a:pt x="3" y="20"/>
                      <a:pt x="5" y="21"/>
                    </a:cubicBezTo>
                    <a:cubicBezTo>
                      <a:pt x="5" y="22"/>
                      <a:pt x="5" y="22"/>
                      <a:pt x="5" y="23"/>
                    </a:cubicBezTo>
                    <a:cubicBezTo>
                      <a:pt x="5" y="23"/>
                      <a:pt x="6" y="23"/>
                      <a:pt x="5" y="22"/>
                    </a:cubicBezTo>
                    <a:cubicBezTo>
                      <a:pt x="6" y="23"/>
                      <a:pt x="5" y="22"/>
                      <a:pt x="4" y="23"/>
                    </a:cubicBezTo>
                    <a:cubicBezTo>
                      <a:pt x="4" y="23"/>
                      <a:pt x="4" y="24"/>
                      <a:pt x="3" y="25"/>
                    </a:cubicBezTo>
                    <a:cubicBezTo>
                      <a:pt x="4" y="26"/>
                      <a:pt x="4" y="26"/>
                      <a:pt x="4" y="25"/>
                    </a:cubicBezTo>
                    <a:cubicBezTo>
                      <a:pt x="4" y="26"/>
                      <a:pt x="3" y="24"/>
                      <a:pt x="3" y="26"/>
                    </a:cubicBezTo>
                    <a:cubicBezTo>
                      <a:pt x="3" y="27"/>
                      <a:pt x="4" y="26"/>
                      <a:pt x="4" y="27"/>
                    </a:cubicBezTo>
                    <a:cubicBezTo>
                      <a:pt x="4" y="27"/>
                      <a:pt x="4" y="27"/>
                      <a:pt x="4" y="27"/>
                    </a:cubicBezTo>
                    <a:cubicBezTo>
                      <a:pt x="5" y="28"/>
                      <a:pt x="5" y="28"/>
                      <a:pt x="4" y="28"/>
                    </a:cubicBezTo>
                    <a:cubicBezTo>
                      <a:pt x="5" y="30"/>
                      <a:pt x="4" y="30"/>
                      <a:pt x="5" y="29"/>
                    </a:cubicBezTo>
                    <a:cubicBezTo>
                      <a:pt x="6" y="28"/>
                      <a:pt x="4" y="28"/>
                      <a:pt x="5" y="29"/>
                    </a:cubicBezTo>
                    <a:cubicBezTo>
                      <a:pt x="5" y="29"/>
                      <a:pt x="5" y="30"/>
                      <a:pt x="5" y="31"/>
                    </a:cubicBezTo>
                    <a:cubicBezTo>
                      <a:pt x="5" y="31"/>
                      <a:pt x="6" y="30"/>
                      <a:pt x="6" y="32"/>
                    </a:cubicBezTo>
                    <a:cubicBezTo>
                      <a:pt x="5" y="33"/>
                      <a:pt x="5" y="33"/>
                      <a:pt x="5" y="33"/>
                    </a:cubicBezTo>
                    <a:cubicBezTo>
                      <a:pt x="6" y="32"/>
                      <a:pt x="5" y="32"/>
                      <a:pt x="5" y="32"/>
                    </a:cubicBezTo>
                    <a:cubicBezTo>
                      <a:pt x="4" y="32"/>
                      <a:pt x="5" y="33"/>
                      <a:pt x="5" y="33"/>
                    </a:cubicBezTo>
                    <a:cubicBezTo>
                      <a:pt x="4" y="33"/>
                      <a:pt x="5" y="33"/>
                      <a:pt x="5" y="34"/>
                    </a:cubicBezTo>
                    <a:cubicBezTo>
                      <a:pt x="4" y="34"/>
                      <a:pt x="4" y="34"/>
                      <a:pt x="4" y="34"/>
                    </a:cubicBezTo>
                    <a:cubicBezTo>
                      <a:pt x="4" y="35"/>
                      <a:pt x="5" y="35"/>
                      <a:pt x="5" y="36"/>
                    </a:cubicBezTo>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59" name="Freeform 182">
                <a:extLst>
                  <a:ext uri="{FF2B5EF4-FFF2-40B4-BE49-F238E27FC236}">
                    <a16:creationId xmlns:a16="http://schemas.microsoft.com/office/drawing/2014/main" id="{616A32F5-E97D-4696-AF0B-2610928BE984}"/>
                  </a:ext>
                </a:extLst>
              </p:cNvPr>
              <p:cNvSpPr>
                <a:spLocks/>
              </p:cNvSpPr>
              <p:nvPr/>
            </p:nvSpPr>
            <p:spPr bwMode="auto">
              <a:xfrm>
                <a:off x="4876" y="2548"/>
                <a:ext cx="68" cy="52"/>
              </a:xfrm>
              <a:custGeom>
                <a:avLst/>
                <a:gdLst>
                  <a:gd name="T0" fmla="*/ 22 w 29"/>
                  <a:gd name="T1" fmla="*/ 19 h 22"/>
                  <a:gd name="T2" fmla="*/ 23 w 29"/>
                  <a:gd name="T3" fmla="*/ 16 h 22"/>
                  <a:gd name="T4" fmla="*/ 24 w 29"/>
                  <a:gd name="T5" fmla="*/ 15 h 22"/>
                  <a:gd name="T6" fmla="*/ 24 w 29"/>
                  <a:gd name="T7" fmla="*/ 12 h 22"/>
                  <a:gd name="T8" fmla="*/ 25 w 29"/>
                  <a:gd name="T9" fmla="*/ 12 h 22"/>
                  <a:gd name="T10" fmla="*/ 24 w 29"/>
                  <a:gd name="T11" fmla="*/ 12 h 22"/>
                  <a:gd name="T12" fmla="*/ 25 w 29"/>
                  <a:gd name="T13" fmla="*/ 13 h 22"/>
                  <a:gd name="T14" fmla="*/ 26 w 29"/>
                  <a:gd name="T15" fmla="*/ 11 h 22"/>
                  <a:gd name="T16" fmla="*/ 28 w 29"/>
                  <a:gd name="T17" fmla="*/ 10 h 22"/>
                  <a:gd name="T18" fmla="*/ 28 w 29"/>
                  <a:gd name="T19" fmla="*/ 12 h 22"/>
                  <a:gd name="T20" fmla="*/ 27 w 29"/>
                  <a:gd name="T21" fmla="*/ 10 h 22"/>
                  <a:gd name="T22" fmla="*/ 25 w 29"/>
                  <a:gd name="T23" fmla="*/ 9 h 22"/>
                  <a:gd name="T24" fmla="*/ 25 w 29"/>
                  <a:gd name="T25" fmla="*/ 10 h 22"/>
                  <a:gd name="T26" fmla="*/ 24 w 29"/>
                  <a:gd name="T27" fmla="*/ 9 h 22"/>
                  <a:gd name="T28" fmla="*/ 24 w 29"/>
                  <a:gd name="T29" fmla="*/ 9 h 22"/>
                  <a:gd name="T30" fmla="*/ 24 w 29"/>
                  <a:gd name="T31" fmla="*/ 8 h 22"/>
                  <a:gd name="T32" fmla="*/ 24 w 29"/>
                  <a:gd name="T33" fmla="*/ 7 h 22"/>
                  <a:gd name="T34" fmla="*/ 23 w 29"/>
                  <a:gd name="T35" fmla="*/ 6 h 22"/>
                  <a:gd name="T36" fmla="*/ 24 w 29"/>
                  <a:gd name="T37" fmla="*/ 5 h 22"/>
                  <a:gd name="T38" fmla="*/ 24 w 29"/>
                  <a:gd name="T39" fmla="*/ 4 h 22"/>
                  <a:gd name="T40" fmla="*/ 23 w 29"/>
                  <a:gd name="T41" fmla="*/ 4 h 22"/>
                  <a:gd name="T42" fmla="*/ 21 w 29"/>
                  <a:gd name="T43" fmla="*/ 3 h 22"/>
                  <a:gd name="T44" fmla="*/ 20 w 29"/>
                  <a:gd name="T45" fmla="*/ 3 h 22"/>
                  <a:gd name="T46" fmla="*/ 19 w 29"/>
                  <a:gd name="T47" fmla="*/ 1 h 22"/>
                  <a:gd name="T48" fmla="*/ 17 w 29"/>
                  <a:gd name="T49" fmla="*/ 2 h 22"/>
                  <a:gd name="T50" fmla="*/ 17 w 29"/>
                  <a:gd name="T51" fmla="*/ 3 h 22"/>
                  <a:gd name="T52" fmla="*/ 16 w 29"/>
                  <a:gd name="T53" fmla="*/ 4 h 22"/>
                  <a:gd name="T54" fmla="*/ 15 w 29"/>
                  <a:gd name="T55" fmla="*/ 3 h 22"/>
                  <a:gd name="T56" fmla="*/ 13 w 29"/>
                  <a:gd name="T57" fmla="*/ 3 h 22"/>
                  <a:gd name="T58" fmla="*/ 12 w 29"/>
                  <a:gd name="T59" fmla="*/ 3 h 22"/>
                  <a:gd name="T60" fmla="*/ 10 w 29"/>
                  <a:gd name="T61" fmla="*/ 3 h 22"/>
                  <a:gd name="T62" fmla="*/ 9 w 29"/>
                  <a:gd name="T63" fmla="*/ 5 h 22"/>
                  <a:gd name="T64" fmla="*/ 8 w 29"/>
                  <a:gd name="T65" fmla="*/ 7 h 22"/>
                  <a:gd name="T66" fmla="*/ 6 w 29"/>
                  <a:gd name="T67" fmla="*/ 6 h 22"/>
                  <a:gd name="T68" fmla="*/ 5 w 29"/>
                  <a:gd name="T69" fmla="*/ 7 h 22"/>
                  <a:gd name="T70" fmla="*/ 4 w 29"/>
                  <a:gd name="T71" fmla="*/ 9 h 22"/>
                  <a:gd name="T72" fmla="*/ 2 w 29"/>
                  <a:gd name="T73" fmla="*/ 8 h 22"/>
                  <a:gd name="T74" fmla="*/ 1 w 29"/>
                  <a:gd name="T75" fmla="*/ 9 h 22"/>
                  <a:gd name="T76" fmla="*/ 1 w 29"/>
                  <a:gd name="T77" fmla="*/ 11 h 22"/>
                  <a:gd name="T78" fmla="*/ 1 w 29"/>
                  <a:gd name="T79" fmla="*/ 13 h 22"/>
                  <a:gd name="T80" fmla="*/ 2 w 29"/>
                  <a:gd name="T81" fmla="*/ 15 h 22"/>
                  <a:gd name="T82" fmla="*/ 3 w 29"/>
                  <a:gd name="T83" fmla="*/ 16 h 22"/>
                  <a:gd name="T84" fmla="*/ 3 w 29"/>
                  <a:gd name="T85" fmla="*/ 16 h 22"/>
                  <a:gd name="T86" fmla="*/ 4 w 29"/>
                  <a:gd name="T87" fmla="*/ 16 h 22"/>
                  <a:gd name="T88" fmla="*/ 5 w 29"/>
                  <a:gd name="T89" fmla="*/ 17 h 22"/>
                  <a:gd name="T90" fmla="*/ 6 w 29"/>
                  <a:gd name="T91" fmla="*/ 18 h 22"/>
                  <a:gd name="T92" fmla="*/ 5 w 29"/>
                  <a:gd name="T93" fmla="*/ 20 h 22"/>
                  <a:gd name="T94" fmla="*/ 6 w 29"/>
                  <a:gd name="T95" fmla="*/ 21 h 22"/>
                  <a:gd name="T96" fmla="*/ 7 w 29"/>
                  <a:gd name="T97" fmla="*/ 20 h 22"/>
                  <a:gd name="T98" fmla="*/ 9 w 29"/>
                  <a:gd name="T99" fmla="*/ 22 h 22"/>
                  <a:gd name="T100" fmla="*/ 9 w 29"/>
                  <a:gd name="T101" fmla="*/ 20 h 22"/>
                  <a:gd name="T102" fmla="*/ 12 w 29"/>
                  <a:gd name="T103" fmla="*/ 19 h 22"/>
                  <a:gd name="T104" fmla="*/ 13 w 29"/>
                  <a:gd name="T105" fmla="*/ 18 h 22"/>
                  <a:gd name="T106" fmla="*/ 15 w 29"/>
                  <a:gd name="T107" fmla="*/ 17 h 22"/>
                  <a:gd name="T108" fmla="*/ 15 w 29"/>
                  <a:gd name="T109" fmla="*/ 18 h 22"/>
                  <a:gd name="T110" fmla="*/ 16 w 29"/>
                  <a:gd name="T111" fmla="*/ 20 h 22"/>
                  <a:gd name="T112" fmla="*/ 17 w 29"/>
                  <a:gd name="T113" fmla="*/ 19 h 22"/>
                  <a:gd name="T114" fmla="*/ 18 w 29"/>
                  <a:gd name="T115" fmla="*/ 19 h 22"/>
                  <a:gd name="T116" fmla="*/ 19 w 29"/>
                  <a:gd name="T117" fmla="*/ 18 h 22"/>
                  <a:gd name="T118" fmla="*/ 21 w 29"/>
                  <a:gd name="T119" fmla="*/ 18 h 22"/>
                  <a:gd name="T120" fmla="*/ 21 w 29"/>
                  <a:gd name="T121" fmla="*/ 19 h 22"/>
                  <a:gd name="T122" fmla="*/ 22 w 29"/>
                  <a:gd name="T123" fmla="*/ 19 h 22"/>
                  <a:gd name="T124" fmla="*/ 23 w 29"/>
                  <a:gd name="T125"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9" h="22">
                    <a:moveTo>
                      <a:pt x="22" y="19"/>
                    </a:moveTo>
                    <a:cubicBezTo>
                      <a:pt x="22" y="20"/>
                      <a:pt x="23" y="18"/>
                      <a:pt x="22" y="19"/>
                    </a:cubicBezTo>
                    <a:cubicBezTo>
                      <a:pt x="21" y="18"/>
                      <a:pt x="22" y="18"/>
                      <a:pt x="22" y="18"/>
                    </a:cubicBezTo>
                    <a:cubicBezTo>
                      <a:pt x="22" y="18"/>
                      <a:pt x="22" y="15"/>
                      <a:pt x="23" y="16"/>
                    </a:cubicBezTo>
                    <a:cubicBezTo>
                      <a:pt x="24" y="15"/>
                      <a:pt x="24" y="15"/>
                      <a:pt x="24" y="16"/>
                    </a:cubicBezTo>
                    <a:cubicBezTo>
                      <a:pt x="24" y="16"/>
                      <a:pt x="23" y="14"/>
                      <a:pt x="24" y="15"/>
                    </a:cubicBezTo>
                    <a:cubicBezTo>
                      <a:pt x="23" y="14"/>
                      <a:pt x="24" y="14"/>
                      <a:pt x="24" y="13"/>
                    </a:cubicBezTo>
                    <a:cubicBezTo>
                      <a:pt x="24" y="12"/>
                      <a:pt x="24" y="12"/>
                      <a:pt x="24" y="12"/>
                    </a:cubicBezTo>
                    <a:cubicBezTo>
                      <a:pt x="24" y="12"/>
                      <a:pt x="24" y="12"/>
                      <a:pt x="24" y="13"/>
                    </a:cubicBezTo>
                    <a:cubicBezTo>
                      <a:pt x="25" y="14"/>
                      <a:pt x="25" y="12"/>
                      <a:pt x="25" y="12"/>
                    </a:cubicBezTo>
                    <a:cubicBezTo>
                      <a:pt x="26" y="12"/>
                      <a:pt x="26" y="12"/>
                      <a:pt x="25" y="13"/>
                    </a:cubicBezTo>
                    <a:cubicBezTo>
                      <a:pt x="25" y="12"/>
                      <a:pt x="25" y="12"/>
                      <a:pt x="24" y="12"/>
                    </a:cubicBezTo>
                    <a:cubicBezTo>
                      <a:pt x="24" y="12"/>
                      <a:pt x="24" y="12"/>
                      <a:pt x="25" y="13"/>
                    </a:cubicBezTo>
                    <a:cubicBezTo>
                      <a:pt x="26" y="13"/>
                      <a:pt x="25" y="13"/>
                      <a:pt x="25" y="13"/>
                    </a:cubicBezTo>
                    <a:cubicBezTo>
                      <a:pt x="26" y="13"/>
                      <a:pt x="26" y="12"/>
                      <a:pt x="26" y="12"/>
                    </a:cubicBezTo>
                    <a:cubicBezTo>
                      <a:pt x="26" y="13"/>
                      <a:pt x="27" y="11"/>
                      <a:pt x="26" y="11"/>
                    </a:cubicBezTo>
                    <a:cubicBezTo>
                      <a:pt x="27" y="12"/>
                      <a:pt x="28" y="12"/>
                      <a:pt x="27" y="11"/>
                    </a:cubicBezTo>
                    <a:cubicBezTo>
                      <a:pt x="29" y="10"/>
                      <a:pt x="28" y="11"/>
                      <a:pt x="28" y="10"/>
                    </a:cubicBezTo>
                    <a:cubicBezTo>
                      <a:pt x="28" y="11"/>
                      <a:pt x="26" y="12"/>
                      <a:pt x="28" y="12"/>
                    </a:cubicBezTo>
                    <a:cubicBezTo>
                      <a:pt x="28" y="11"/>
                      <a:pt x="28" y="12"/>
                      <a:pt x="28" y="12"/>
                    </a:cubicBezTo>
                    <a:cubicBezTo>
                      <a:pt x="29" y="11"/>
                      <a:pt x="28" y="11"/>
                      <a:pt x="28" y="11"/>
                    </a:cubicBezTo>
                    <a:cubicBezTo>
                      <a:pt x="28" y="10"/>
                      <a:pt x="27" y="12"/>
                      <a:pt x="27" y="10"/>
                    </a:cubicBezTo>
                    <a:cubicBezTo>
                      <a:pt x="27" y="9"/>
                      <a:pt x="25" y="9"/>
                      <a:pt x="26" y="9"/>
                    </a:cubicBezTo>
                    <a:cubicBezTo>
                      <a:pt x="26" y="8"/>
                      <a:pt x="26" y="9"/>
                      <a:pt x="25" y="9"/>
                    </a:cubicBezTo>
                    <a:cubicBezTo>
                      <a:pt x="25" y="10"/>
                      <a:pt x="26" y="9"/>
                      <a:pt x="26" y="9"/>
                    </a:cubicBezTo>
                    <a:cubicBezTo>
                      <a:pt x="26" y="8"/>
                      <a:pt x="26" y="9"/>
                      <a:pt x="25" y="10"/>
                    </a:cubicBezTo>
                    <a:cubicBezTo>
                      <a:pt x="25" y="10"/>
                      <a:pt x="24" y="10"/>
                      <a:pt x="25" y="9"/>
                    </a:cubicBezTo>
                    <a:cubicBezTo>
                      <a:pt x="24" y="9"/>
                      <a:pt x="24" y="9"/>
                      <a:pt x="24" y="9"/>
                    </a:cubicBezTo>
                    <a:cubicBezTo>
                      <a:pt x="24" y="8"/>
                      <a:pt x="24" y="9"/>
                      <a:pt x="24" y="9"/>
                    </a:cubicBezTo>
                    <a:cubicBezTo>
                      <a:pt x="24" y="10"/>
                      <a:pt x="24" y="11"/>
                      <a:pt x="24" y="9"/>
                    </a:cubicBezTo>
                    <a:cubicBezTo>
                      <a:pt x="24" y="10"/>
                      <a:pt x="24" y="11"/>
                      <a:pt x="23" y="10"/>
                    </a:cubicBezTo>
                    <a:cubicBezTo>
                      <a:pt x="24" y="9"/>
                      <a:pt x="23" y="9"/>
                      <a:pt x="24" y="8"/>
                    </a:cubicBezTo>
                    <a:cubicBezTo>
                      <a:pt x="23" y="7"/>
                      <a:pt x="23" y="6"/>
                      <a:pt x="23" y="7"/>
                    </a:cubicBezTo>
                    <a:cubicBezTo>
                      <a:pt x="23" y="6"/>
                      <a:pt x="23" y="8"/>
                      <a:pt x="24" y="7"/>
                    </a:cubicBezTo>
                    <a:cubicBezTo>
                      <a:pt x="23" y="7"/>
                      <a:pt x="24" y="5"/>
                      <a:pt x="23" y="6"/>
                    </a:cubicBezTo>
                    <a:cubicBezTo>
                      <a:pt x="23" y="7"/>
                      <a:pt x="22" y="5"/>
                      <a:pt x="23" y="6"/>
                    </a:cubicBezTo>
                    <a:cubicBezTo>
                      <a:pt x="22" y="5"/>
                      <a:pt x="23" y="6"/>
                      <a:pt x="22" y="6"/>
                    </a:cubicBezTo>
                    <a:cubicBezTo>
                      <a:pt x="23" y="6"/>
                      <a:pt x="22" y="5"/>
                      <a:pt x="24" y="5"/>
                    </a:cubicBezTo>
                    <a:cubicBezTo>
                      <a:pt x="24" y="5"/>
                      <a:pt x="25" y="4"/>
                      <a:pt x="24" y="4"/>
                    </a:cubicBezTo>
                    <a:cubicBezTo>
                      <a:pt x="23" y="4"/>
                      <a:pt x="24" y="3"/>
                      <a:pt x="24" y="4"/>
                    </a:cubicBezTo>
                    <a:cubicBezTo>
                      <a:pt x="23" y="4"/>
                      <a:pt x="23" y="4"/>
                      <a:pt x="23" y="3"/>
                    </a:cubicBezTo>
                    <a:cubicBezTo>
                      <a:pt x="23" y="3"/>
                      <a:pt x="23" y="3"/>
                      <a:pt x="23" y="4"/>
                    </a:cubicBezTo>
                    <a:cubicBezTo>
                      <a:pt x="24" y="4"/>
                      <a:pt x="22" y="3"/>
                      <a:pt x="22" y="4"/>
                    </a:cubicBezTo>
                    <a:cubicBezTo>
                      <a:pt x="22" y="2"/>
                      <a:pt x="21" y="3"/>
                      <a:pt x="21" y="3"/>
                    </a:cubicBezTo>
                    <a:cubicBezTo>
                      <a:pt x="21" y="3"/>
                      <a:pt x="21" y="4"/>
                      <a:pt x="21" y="4"/>
                    </a:cubicBezTo>
                    <a:cubicBezTo>
                      <a:pt x="21" y="4"/>
                      <a:pt x="21" y="5"/>
                      <a:pt x="20" y="3"/>
                    </a:cubicBezTo>
                    <a:cubicBezTo>
                      <a:pt x="20" y="3"/>
                      <a:pt x="20" y="1"/>
                      <a:pt x="20" y="2"/>
                    </a:cubicBezTo>
                    <a:cubicBezTo>
                      <a:pt x="20" y="2"/>
                      <a:pt x="20" y="3"/>
                      <a:pt x="19" y="1"/>
                    </a:cubicBezTo>
                    <a:cubicBezTo>
                      <a:pt x="18" y="2"/>
                      <a:pt x="19" y="0"/>
                      <a:pt x="18" y="2"/>
                    </a:cubicBezTo>
                    <a:cubicBezTo>
                      <a:pt x="18" y="0"/>
                      <a:pt x="17" y="1"/>
                      <a:pt x="17" y="2"/>
                    </a:cubicBezTo>
                    <a:cubicBezTo>
                      <a:pt x="17" y="1"/>
                      <a:pt x="17" y="0"/>
                      <a:pt x="17" y="1"/>
                    </a:cubicBezTo>
                    <a:cubicBezTo>
                      <a:pt x="17" y="2"/>
                      <a:pt x="17" y="2"/>
                      <a:pt x="17" y="3"/>
                    </a:cubicBezTo>
                    <a:cubicBezTo>
                      <a:pt x="18" y="2"/>
                      <a:pt x="18" y="3"/>
                      <a:pt x="17" y="3"/>
                    </a:cubicBezTo>
                    <a:cubicBezTo>
                      <a:pt x="17" y="3"/>
                      <a:pt x="17" y="3"/>
                      <a:pt x="16" y="4"/>
                    </a:cubicBezTo>
                    <a:cubicBezTo>
                      <a:pt x="16" y="4"/>
                      <a:pt x="15" y="6"/>
                      <a:pt x="15" y="4"/>
                    </a:cubicBezTo>
                    <a:cubicBezTo>
                      <a:pt x="15" y="3"/>
                      <a:pt x="15" y="3"/>
                      <a:pt x="15" y="3"/>
                    </a:cubicBezTo>
                    <a:cubicBezTo>
                      <a:pt x="14" y="2"/>
                      <a:pt x="14" y="4"/>
                      <a:pt x="15" y="3"/>
                    </a:cubicBezTo>
                    <a:cubicBezTo>
                      <a:pt x="14" y="3"/>
                      <a:pt x="14" y="4"/>
                      <a:pt x="13" y="3"/>
                    </a:cubicBezTo>
                    <a:cubicBezTo>
                      <a:pt x="12" y="3"/>
                      <a:pt x="12" y="3"/>
                      <a:pt x="13" y="3"/>
                    </a:cubicBezTo>
                    <a:cubicBezTo>
                      <a:pt x="12" y="4"/>
                      <a:pt x="12" y="2"/>
                      <a:pt x="12" y="3"/>
                    </a:cubicBezTo>
                    <a:cubicBezTo>
                      <a:pt x="11" y="2"/>
                      <a:pt x="12" y="3"/>
                      <a:pt x="11" y="3"/>
                    </a:cubicBezTo>
                    <a:cubicBezTo>
                      <a:pt x="10" y="4"/>
                      <a:pt x="9" y="4"/>
                      <a:pt x="10" y="3"/>
                    </a:cubicBezTo>
                    <a:cubicBezTo>
                      <a:pt x="10" y="4"/>
                      <a:pt x="10" y="1"/>
                      <a:pt x="9" y="4"/>
                    </a:cubicBezTo>
                    <a:cubicBezTo>
                      <a:pt x="8" y="3"/>
                      <a:pt x="9" y="5"/>
                      <a:pt x="9" y="5"/>
                    </a:cubicBezTo>
                    <a:cubicBezTo>
                      <a:pt x="8" y="4"/>
                      <a:pt x="8" y="5"/>
                      <a:pt x="7" y="6"/>
                    </a:cubicBezTo>
                    <a:cubicBezTo>
                      <a:pt x="8" y="6"/>
                      <a:pt x="8" y="6"/>
                      <a:pt x="8" y="7"/>
                    </a:cubicBezTo>
                    <a:cubicBezTo>
                      <a:pt x="7" y="7"/>
                      <a:pt x="7" y="7"/>
                      <a:pt x="6" y="7"/>
                    </a:cubicBezTo>
                    <a:cubicBezTo>
                      <a:pt x="7" y="6"/>
                      <a:pt x="7" y="6"/>
                      <a:pt x="6" y="6"/>
                    </a:cubicBezTo>
                    <a:cubicBezTo>
                      <a:pt x="6" y="6"/>
                      <a:pt x="6" y="6"/>
                      <a:pt x="6" y="7"/>
                    </a:cubicBezTo>
                    <a:cubicBezTo>
                      <a:pt x="6" y="8"/>
                      <a:pt x="6" y="6"/>
                      <a:pt x="5" y="7"/>
                    </a:cubicBezTo>
                    <a:cubicBezTo>
                      <a:pt x="5" y="8"/>
                      <a:pt x="4" y="7"/>
                      <a:pt x="4" y="7"/>
                    </a:cubicBezTo>
                    <a:cubicBezTo>
                      <a:pt x="4" y="8"/>
                      <a:pt x="4" y="8"/>
                      <a:pt x="4" y="9"/>
                    </a:cubicBezTo>
                    <a:cubicBezTo>
                      <a:pt x="4" y="9"/>
                      <a:pt x="3" y="9"/>
                      <a:pt x="3" y="8"/>
                    </a:cubicBezTo>
                    <a:cubicBezTo>
                      <a:pt x="3" y="8"/>
                      <a:pt x="3" y="8"/>
                      <a:pt x="2" y="8"/>
                    </a:cubicBezTo>
                    <a:cubicBezTo>
                      <a:pt x="2" y="8"/>
                      <a:pt x="2" y="8"/>
                      <a:pt x="2" y="9"/>
                    </a:cubicBezTo>
                    <a:cubicBezTo>
                      <a:pt x="1" y="10"/>
                      <a:pt x="1" y="9"/>
                      <a:pt x="1" y="9"/>
                    </a:cubicBezTo>
                    <a:cubicBezTo>
                      <a:pt x="2" y="9"/>
                      <a:pt x="1" y="9"/>
                      <a:pt x="1" y="10"/>
                    </a:cubicBezTo>
                    <a:cubicBezTo>
                      <a:pt x="2" y="11"/>
                      <a:pt x="1" y="12"/>
                      <a:pt x="1" y="11"/>
                    </a:cubicBezTo>
                    <a:cubicBezTo>
                      <a:pt x="1" y="12"/>
                      <a:pt x="1" y="11"/>
                      <a:pt x="1" y="12"/>
                    </a:cubicBezTo>
                    <a:cubicBezTo>
                      <a:pt x="1" y="13"/>
                      <a:pt x="1" y="12"/>
                      <a:pt x="1" y="13"/>
                    </a:cubicBezTo>
                    <a:cubicBezTo>
                      <a:pt x="1" y="15"/>
                      <a:pt x="0" y="13"/>
                      <a:pt x="1" y="15"/>
                    </a:cubicBezTo>
                    <a:cubicBezTo>
                      <a:pt x="1" y="16"/>
                      <a:pt x="2" y="15"/>
                      <a:pt x="2" y="15"/>
                    </a:cubicBezTo>
                    <a:cubicBezTo>
                      <a:pt x="2" y="16"/>
                      <a:pt x="1" y="17"/>
                      <a:pt x="2" y="16"/>
                    </a:cubicBezTo>
                    <a:cubicBezTo>
                      <a:pt x="2" y="16"/>
                      <a:pt x="3" y="16"/>
                      <a:pt x="3" y="16"/>
                    </a:cubicBezTo>
                    <a:cubicBezTo>
                      <a:pt x="3" y="15"/>
                      <a:pt x="3" y="15"/>
                      <a:pt x="3" y="15"/>
                    </a:cubicBezTo>
                    <a:cubicBezTo>
                      <a:pt x="4" y="15"/>
                      <a:pt x="3" y="16"/>
                      <a:pt x="3" y="16"/>
                    </a:cubicBezTo>
                    <a:cubicBezTo>
                      <a:pt x="3" y="14"/>
                      <a:pt x="3" y="14"/>
                      <a:pt x="3" y="15"/>
                    </a:cubicBezTo>
                    <a:cubicBezTo>
                      <a:pt x="3" y="15"/>
                      <a:pt x="3" y="16"/>
                      <a:pt x="4" y="16"/>
                    </a:cubicBezTo>
                    <a:cubicBezTo>
                      <a:pt x="4" y="15"/>
                      <a:pt x="5" y="18"/>
                      <a:pt x="5" y="16"/>
                    </a:cubicBezTo>
                    <a:cubicBezTo>
                      <a:pt x="5" y="16"/>
                      <a:pt x="6" y="16"/>
                      <a:pt x="5" y="17"/>
                    </a:cubicBezTo>
                    <a:cubicBezTo>
                      <a:pt x="6" y="16"/>
                      <a:pt x="6" y="14"/>
                      <a:pt x="6" y="17"/>
                    </a:cubicBezTo>
                    <a:cubicBezTo>
                      <a:pt x="6" y="18"/>
                      <a:pt x="5" y="19"/>
                      <a:pt x="6" y="18"/>
                    </a:cubicBezTo>
                    <a:cubicBezTo>
                      <a:pt x="5" y="19"/>
                      <a:pt x="6" y="19"/>
                      <a:pt x="6" y="20"/>
                    </a:cubicBezTo>
                    <a:cubicBezTo>
                      <a:pt x="6" y="19"/>
                      <a:pt x="6" y="20"/>
                      <a:pt x="5" y="20"/>
                    </a:cubicBezTo>
                    <a:cubicBezTo>
                      <a:pt x="4" y="20"/>
                      <a:pt x="6" y="21"/>
                      <a:pt x="6" y="20"/>
                    </a:cubicBezTo>
                    <a:cubicBezTo>
                      <a:pt x="6" y="19"/>
                      <a:pt x="5" y="20"/>
                      <a:pt x="6" y="21"/>
                    </a:cubicBezTo>
                    <a:cubicBezTo>
                      <a:pt x="6" y="21"/>
                      <a:pt x="6" y="22"/>
                      <a:pt x="6" y="22"/>
                    </a:cubicBezTo>
                    <a:cubicBezTo>
                      <a:pt x="6" y="22"/>
                      <a:pt x="7" y="21"/>
                      <a:pt x="7" y="20"/>
                    </a:cubicBezTo>
                    <a:cubicBezTo>
                      <a:pt x="8" y="20"/>
                      <a:pt x="8" y="20"/>
                      <a:pt x="8" y="21"/>
                    </a:cubicBezTo>
                    <a:cubicBezTo>
                      <a:pt x="9" y="21"/>
                      <a:pt x="9" y="22"/>
                      <a:pt x="9" y="22"/>
                    </a:cubicBezTo>
                    <a:cubicBezTo>
                      <a:pt x="9" y="22"/>
                      <a:pt x="9" y="22"/>
                      <a:pt x="9" y="21"/>
                    </a:cubicBezTo>
                    <a:cubicBezTo>
                      <a:pt x="9" y="20"/>
                      <a:pt x="9" y="20"/>
                      <a:pt x="9" y="20"/>
                    </a:cubicBezTo>
                    <a:cubicBezTo>
                      <a:pt x="9" y="19"/>
                      <a:pt x="9" y="21"/>
                      <a:pt x="10" y="20"/>
                    </a:cubicBezTo>
                    <a:cubicBezTo>
                      <a:pt x="10" y="19"/>
                      <a:pt x="11" y="19"/>
                      <a:pt x="12" y="19"/>
                    </a:cubicBezTo>
                    <a:cubicBezTo>
                      <a:pt x="13" y="18"/>
                      <a:pt x="12" y="19"/>
                      <a:pt x="13" y="19"/>
                    </a:cubicBezTo>
                    <a:cubicBezTo>
                      <a:pt x="13" y="18"/>
                      <a:pt x="12" y="18"/>
                      <a:pt x="13" y="18"/>
                    </a:cubicBezTo>
                    <a:cubicBezTo>
                      <a:pt x="14" y="17"/>
                      <a:pt x="13" y="19"/>
                      <a:pt x="14" y="17"/>
                    </a:cubicBezTo>
                    <a:cubicBezTo>
                      <a:pt x="14" y="17"/>
                      <a:pt x="14" y="17"/>
                      <a:pt x="15" y="17"/>
                    </a:cubicBezTo>
                    <a:cubicBezTo>
                      <a:pt x="15" y="17"/>
                      <a:pt x="15" y="16"/>
                      <a:pt x="15" y="17"/>
                    </a:cubicBezTo>
                    <a:cubicBezTo>
                      <a:pt x="15" y="16"/>
                      <a:pt x="14" y="17"/>
                      <a:pt x="15" y="18"/>
                    </a:cubicBezTo>
                    <a:cubicBezTo>
                      <a:pt x="15" y="18"/>
                      <a:pt x="15" y="19"/>
                      <a:pt x="16" y="20"/>
                    </a:cubicBezTo>
                    <a:cubicBezTo>
                      <a:pt x="17" y="20"/>
                      <a:pt x="17" y="20"/>
                      <a:pt x="16" y="20"/>
                    </a:cubicBezTo>
                    <a:cubicBezTo>
                      <a:pt x="17" y="19"/>
                      <a:pt x="15" y="20"/>
                      <a:pt x="17" y="20"/>
                    </a:cubicBezTo>
                    <a:cubicBezTo>
                      <a:pt x="17" y="20"/>
                      <a:pt x="17" y="19"/>
                      <a:pt x="17" y="19"/>
                    </a:cubicBezTo>
                    <a:cubicBezTo>
                      <a:pt x="18" y="20"/>
                      <a:pt x="18" y="20"/>
                      <a:pt x="18" y="20"/>
                    </a:cubicBezTo>
                    <a:cubicBezTo>
                      <a:pt x="18" y="18"/>
                      <a:pt x="18" y="19"/>
                      <a:pt x="18" y="19"/>
                    </a:cubicBezTo>
                    <a:cubicBezTo>
                      <a:pt x="19" y="19"/>
                      <a:pt x="19" y="20"/>
                      <a:pt x="19" y="19"/>
                    </a:cubicBezTo>
                    <a:cubicBezTo>
                      <a:pt x="19" y="17"/>
                      <a:pt x="18" y="19"/>
                      <a:pt x="19" y="18"/>
                    </a:cubicBezTo>
                    <a:cubicBezTo>
                      <a:pt x="19" y="19"/>
                      <a:pt x="19" y="19"/>
                      <a:pt x="20" y="18"/>
                    </a:cubicBezTo>
                    <a:cubicBezTo>
                      <a:pt x="20" y="19"/>
                      <a:pt x="20" y="17"/>
                      <a:pt x="21" y="18"/>
                    </a:cubicBezTo>
                    <a:cubicBezTo>
                      <a:pt x="22" y="18"/>
                      <a:pt x="21" y="19"/>
                      <a:pt x="21" y="18"/>
                    </a:cubicBezTo>
                    <a:cubicBezTo>
                      <a:pt x="21" y="18"/>
                      <a:pt x="21" y="19"/>
                      <a:pt x="21" y="19"/>
                    </a:cubicBezTo>
                    <a:cubicBezTo>
                      <a:pt x="21" y="20"/>
                      <a:pt x="22" y="19"/>
                      <a:pt x="21" y="19"/>
                    </a:cubicBezTo>
                    <a:cubicBezTo>
                      <a:pt x="21" y="20"/>
                      <a:pt x="21" y="19"/>
                      <a:pt x="22" y="19"/>
                    </a:cubicBezTo>
                    <a:cubicBezTo>
                      <a:pt x="22" y="20"/>
                      <a:pt x="22" y="20"/>
                      <a:pt x="22" y="20"/>
                    </a:cubicBezTo>
                    <a:cubicBezTo>
                      <a:pt x="23" y="20"/>
                      <a:pt x="23" y="20"/>
                      <a:pt x="23" y="20"/>
                    </a:cubicBezTo>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0" name="Freeform 183">
                <a:extLst>
                  <a:ext uri="{FF2B5EF4-FFF2-40B4-BE49-F238E27FC236}">
                    <a16:creationId xmlns:a16="http://schemas.microsoft.com/office/drawing/2014/main" id="{5D1D5C72-86FF-4AA7-854C-BBCD0EC1E673}"/>
                  </a:ext>
                </a:extLst>
              </p:cNvPr>
              <p:cNvSpPr>
                <a:spLocks/>
              </p:cNvSpPr>
              <p:nvPr/>
            </p:nvSpPr>
            <p:spPr bwMode="auto">
              <a:xfrm>
                <a:off x="4862" y="2501"/>
                <a:ext cx="37" cy="102"/>
              </a:xfrm>
              <a:custGeom>
                <a:avLst/>
                <a:gdLst>
                  <a:gd name="T0" fmla="*/ 15 w 16"/>
                  <a:gd name="T1" fmla="*/ 11 h 43"/>
                  <a:gd name="T2" fmla="*/ 13 w 16"/>
                  <a:gd name="T3" fmla="*/ 10 h 43"/>
                  <a:gd name="T4" fmla="*/ 12 w 16"/>
                  <a:gd name="T5" fmla="*/ 9 h 43"/>
                  <a:gd name="T6" fmla="*/ 10 w 16"/>
                  <a:gd name="T7" fmla="*/ 7 h 43"/>
                  <a:gd name="T8" fmla="*/ 11 w 16"/>
                  <a:gd name="T9" fmla="*/ 6 h 43"/>
                  <a:gd name="T10" fmla="*/ 11 w 16"/>
                  <a:gd name="T11" fmla="*/ 7 h 43"/>
                  <a:gd name="T12" fmla="*/ 12 w 16"/>
                  <a:gd name="T13" fmla="*/ 5 h 43"/>
                  <a:gd name="T14" fmla="*/ 10 w 16"/>
                  <a:gd name="T15" fmla="*/ 4 h 43"/>
                  <a:gd name="T16" fmla="*/ 10 w 16"/>
                  <a:gd name="T17" fmla="*/ 2 h 43"/>
                  <a:gd name="T18" fmla="*/ 11 w 16"/>
                  <a:gd name="T19" fmla="*/ 2 h 43"/>
                  <a:gd name="T20" fmla="*/ 10 w 16"/>
                  <a:gd name="T21" fmla="*/ 3 h 43"/>
                  <a:gd name="T22" fmla="*/ 9 w 16"/>
                  <a:gd name="T23" fmla="*/ 5 h 43"/>
                  <a:gd name="T24" fmla="*/ 9 w 16"/>
                  <a:gd name="T25" fmla="*/ 5 h 43"/>
                  <a:gd name="T26" fmla="*/ 8 w 16"/>
                  <a:gd name="T27" fmla="*/ 7 h 43"/>
                  <a:gd name="T28" fmla="*/ 8 w 16"/>
                  <a:gd name="T29" fmla="*/ 6 h 43"/>
                  <a:gd name="T30" fmla="*/ 8 w 16"/>
                  <a:gd name="T31" fmla="*/ 7 h 43"/>
                  <a:gd name="T32" fmla="*/ 7 w 16"/>
                  <a:gd name="T33" fmla="*/ 7 h 43"/>
                  <a:gd name="T34" fmla="*/ 6 w 16"/>
                  <a:gd name="T35" fmla="*/ 8 h 43"/>
                  <a:gd name="T36" fmla="*/ 6 w 16"/>
                  <a:gd name="T37" fmla="*/ 6 h 43"/>
                  <a:gd name="T38" fmla="*/ 5 w 16"/>
                  <a:gd name="T39" fmla="*/ 6 h 43"/>
                  <a:gd name="T40" fmla="*/ 5 w 16"/>
                  <a:gd name="T41" fmla="*/ 7 h 43"/>
                  <a:gd name="T42" fmla="*/ 4 w 16"/>
                  <a:gd name="T43" fmla="*/ 10 h 43"/>
                  <a:gd name="T44" fmla="*/ 4 w 16"/>
                  <a:gd name="T45" fmla="*/ 10 h 43"/>
                  <a:gd name="T46" fmla="*/ 2 w 16"/>
                  <a:gd name="T47" fmla="*/ 12 h 43"/>
                  <a:gd name="T48" fmla="*/ 2 w 16"/>
                  <a:gd name="T49" fmla="*/ 15 h 43"/>
                  <a:gd name="T50" fmla="*/ 3 w 16"/>
                  <a:gd name="T51" fmla="*/ 16 h 43"/>
                  <a:gd name="T52" fmla="*/ 3 w 16"/>
                  <a:gd name="T53" fmla="*/ 17 h 43"/>
                  <a:gd name="T54" fmla="*/ 2 w 16"/>
                  <a:gd name="T55" fmla="*/ 19 h 43"/>
                  <a:gd name="T56" fmla="*/ 2 w 16"/>
                  <a:gd name="T57" fmla="*/ 21 h 43"/>
                  <a:gd name="T58" fmla="*/ 2 w 16"/>
                  <a:gd name="T59" fmla="*/ 23 h 43"/>
                  <a:gd name="T60" fmla="*/ 2 w 16"/>
                  <a:gd name="T61" fmla="*/ 25 h 43"/>
                  <a:gd name="T62" fmla="*/ 2 w 16"/>
                  <a:gd name="T63" fmla="*/ 28 h 43"/>
                  <a:gd name="T64" fmla="*/ 3 w 16"/>
                  <a:gd name="T65" fmla="*/ 30 h 43"/>
                  <a:gd name="T66" fmla="*/ 2 w 16"/>
                  <a:gd name="T67" fmla="*/ 31 h 43"/>
                  <a:gd name="T68" fmla="*/ 3 w 16"/>
                  <a:gd name="T69" fmla="*/ 34 h 43"/>
                  <a:gd name="T70" fmla="*/ 4 w 16"/>
                  <a:gd name="T71" fmla="*/ 36 h 43"/>
                  <a:gd name="T72" fmla="*/ 3 w 16"/>
                  <a:gd name="T73" fmla="*/ 37 h 43"/>
                  <a:gd name="T74" fmla="*/ 4 w 16"/>
                  <a:gd name="T75" fmla="*/ 39 h 43"/>
                  <a:gd name="T76" fmla="*/ 5 w 16"/>
                  <a:gd name="T77" fmla="*/ 40 h 43"/>
                  <a:gd name="T78" fmla="*/ 6 w 16"/>
                  <a:gd name="T79" fmla="*/ 41 h 43"/>
                  <a:gd name="T80" fmla="*/ 8 w 16"/>
                  <a:gd name="T81" fmla="*/ 40 h 43"/>
                  <a:gd name="T82" fmla="*/ 8 w 16"/>
                  <a:gd name="T83" fmla="*/ 38 h 43"/>
                  <a:gd name="T84" fmla="*/ 9 w 16"/>
                  <a:gd name="T85" fmla="*/ 38 h 43"/>
                  <a:gd name="T86" fmla="*/ 8 w 16"/>
                  <a:gd name="T87" fmla="*/ 37 h 43"/>
                  <a:gd name="T88" fmla="*/ 9 w 16"/>
                  <a:gd name="T89" fmla="*/ 35 h 43"/>
                  <a:gd name="T90" fmla="*/ 11 w 16"/>
                  <a:gd name="T91" fmla="*/ 35 h 43"/>
                  <a:gd name="T92" fmla="*/ 11 w 16"/>
                  <a:gd name="T93" fmla="*/ 36 h 43"/>
                  <a:gd name="T94" fmla="*/ 13 w 16"/>
                  <a:gd name="T95" fmla="*/ 36 h 43"/>
                  <a:gd name="T96" fmla="*/ 12 w 16"/>
                  <a:gd name="T97" fmla="*/ 33 h 43"/>
                  <a:gd name="T98" fmla="*/ 14 w 16"/>
                  <a:gd name="T99" fmla="*/ 31 h 43"/>
                  <a:gd name="T100" fmla="*/ 13 w 16"/>
                  <a:gd name="T101" fmla="*/ 30 h 43"/>
                  <a:gd name="T102" fmla="*/ 12 w 16"/>
                  <a:gd name="T103" fmla="*/ 27 h 43"/>
                  <a:gd name="T104" fmla="*/ 12 w 16"/>
                  <a:gd name="T105" fmla="*/ 25 h 43"/>
                  <a:gd name="T106" fmla="*/ 12 w 16"/>
                  <a:gd name="T107" fmla="*/ 22 h 43"/>
                  <a:gd name="T108" fmla="*/ 13 w 16"/>
                  <a:gd name="T109" fmla="*/ 22 h 43"/>
                  <a:gd name="T110" fmla="*/ 14 w 16"/>
                  <a:gd name="T111" fmla="*/ 20 h 43"/>
                  <a:gd name="T112" fmla="*/ 14 w 16"/>
                  <a:gd name="T113" fmla="*/ 18 h 43"/>
                  <a:gd name="T114" fmla="*/ 14 w 16"/>
                  <a:gd name="T115" fmla="*/ 17 h 43"/>
                  <a:gd name="T116" fmla="*/ 14 w 16"/>
                  <a:gd name="T117" fmla="*/ 16 h 43"/>
                  <a:gd name="T118" fmla="*/ 14 w 16"/>
                  <a:gd name="T119" fmla="*/ 13 h 43"/>
                  <a:gd name="T120" fmla="*/ 14 w 16"/>
                  <a:gd name="T121" fmla="*/ 13 h 43"/>
                  <a:gd name="T122" fmla="*/ 15 w 16"/>
                  <a:gd name="T123" fmla="*/ 11 h 43"/>
                  <a:gd name="T124" fmla="*/ 16 w 16"/>
                  <a:gd name="T125" fmla="*/ 1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 h="43">
                    <a:moveTo>
                      <a:pt x="15" y="11"/>
                    </a:moveTo>
                    <a:cubicBezTo>
                      <a:pt x="15" y="13"/>
                      <a:pt x="14" y="10"/>
                      <a:pt x="15" y="11"/>
                    </a:cubicBezTo>
                    <a:cubicBezTo>
                      <a:pt x="14" y="12"/>
                      <a:pt x="14" y="11"/>
                      <a:pt x="14" y="11"/>
                    </a:cubicBezTo>
                    <a:cubicBezTo>
                      <a:pt x="14" y="11"/>
                      <a:pt x="12" y="10"/>
                      <a:pt x="13" y="10"/>
                    </a:cubicBezTo>
                    <a:cubicBezTo>
                      <a:pt x="12" y="8"/>
                      <a:pt x="13" y="8"/>
                      <a:pt x="13" y="9"/>
                    </a:cubicBezTo>
                    <a:cubicBezTo>
                      <a:pt x="13" y="9"/>
                      <a:pt x="12" y="9"/>
                      <a:pt x="12" y="9"/>
                    </a:cubicBezTo>
                    <a:cubicBezTo>
                      <a:pt x="11" y="9"/>
                      <a:pt x="12" y="8"/>
                      <a:pt x="11" y="8"/>
                    </a:cubicBezTo>
                    <a:cubicBezTo>
                      <a:pt x="10" y="7"/>
                      <a:pt x="10" y="7"/>
                      <a:pt x="10" y="7"/>
                    </a:cubicBezTo>
                    <a:cubicBezTo>
                      <a:pt x="11" y="7"/>
                      <a:pt x="11" y="7"/>
                      <a:pt x="11" y="7"/>
                    </a:cubicBezTo>
                    <a:cubicBezTo>
                      <a:pt x="12" y="6"/>
                      <a:pt x="11" y="6"/>
                      <a:pt x="11" y="6"/>
                    </a:cubicBezTo>
                    <a:cubicBezTo>
                      <a:pt x="11" y="5"/>
                      <a:pt x="11" y="5"/>
                      <a:pt x="11" y="5"/>
                    </a:cubicBezTo>
                    <a:cubicBezTo>
                      <a:pt x="11" y="5"/>
                      <a:pt x="11" y="7"/>
                      <a:pt x="11" y="7"/>
                    </a:cubicBezTo>
                    <a:cubicBezTo>
                      <a:pt x="10" y="8"/>
                      <a:pt x="11" y="8"/>
                      <a:pt x="11" y="7"/>
                    </a:cubicBezTo>
                    <a:cubicBezTo>
                      <a:pt x="12" y="5"/>
                      <a:pt x="12" y="6"/>
                      <a:pt x="12" y="5"/>
                    </a:cubicBezTo>
                    <a:cubicBezTo>
                      <a:pt x="12" y="5"/>
                      <a:pt x="11" y="4"/>
                      <a:pt x="11" y="5"/>
                    </a:cubicBezTo>
                    <a:cubicBezTo>
                      <a:pt x="12" y="4"/>
                      <a:pt x="10" y="3"/>
                      <a:pt x="10" y="4"/>
                    </a:cubicBezTo>
                    <a:cubicBezTo>
                      <a:pt x="11" y="3"/>
                      <a:pt x="11" y="2"/>
                      <a:pt x="11" y="3"/>
                    </a:cubicBezTo>
                    <a:cubicBezTo>
                      <a:pt x="10" y="0"/>
                      <a:pt x="11" y="1"/>
                      <a:pt x="10" y="2"/>
                    </a:cubicBezTo>
                    <a:cubicBezTo>
                      <a:pt x="11" y="1"/>
                      <a:pt x="11" y="4"/>
                      <a:pt x="11" y="2"/>
                    </a:cubicBezTo>
                    <a:cubicBezTo>
                      <a:pt x="11" y="2"/>
                      <a:pt x="11" y="2"/>
                      <a:pt x="11" y="2"/>
                    </a:cubicBezTo>
                    <a:cubicBezTo>
                      <a:pt x="11" y="0"/>
                      <a:pt x="11" y="1"/>
                      <a:pt x="11" y="1"/>
                    </a:cubicBezTo>
                    <a:cubicBezTo>
                      <a:pt x="10" y="2"/>
                      <a:pt x="11" y="3"/>
                      <a:pt x="10" y="3"/>
                    </a:cubicBezTo>
                    <a:cubicBezTo>
                      <a:pt x="9" y="2"/>
                      <a:pt x="9" y="4"/>
                      <a:pt x="9" y="4"/>
                    </a:cubicBezTo>
                    <a:cubicBezTo>
                      <a:pt x="8" y="4"/>
                      <a:pt x="9" y="4"/>
                      <a:pt x="9" y="5"/>
                    </a:cubicBezTo>
                    <a:cubicBezTo>
                      <a:pt x="9" y="6"/>
                      <a:pt x="9" y="4"/>
                      <a:pt x="9" y="4"/>
                    </a:cubicBezTo>
                    <a:cubicBezTo>
                      <a:pt x="8" y="4"/>
                      <a:pt x="9" y="4"/>
                      <a:pt x="9" y="5"/>
                    </a:cubicBezTo>
                    <a:cubicBezTo>
                      <a:pt x="9" y="5"/>
                      <a:pt x="9" y="6"/>
                      <a:pt x="9" y="5"/>
                    </a:cubicBezTo>
                    <a:cubicBezTo>
                      <a:pt x="8" y="6"/>
                      <a:pt x="9" y="6"/>
                      <a:pt x="8" y="7"/>
                    </a:cubicBezTo>
                    <a:cubicBezTo>
                      <a:pt x="8" y="7"/>
                      <a:pt x="8" y="7"/>
                      <a:pt x="9" y="7"/>
                    </a:cubicBezTo>
                    <a:cubicBezTo>
                      <a:pt x="9" y="7"/>
                      <a:pt x="10" y="7"/>
                      <a:pt x="8" y="6"/>
                    </a:cubicBezTo>
                    <a:cubicBezTo>
                      <a:pt x="9" y="7"/>
                      <a:pt x="10" y="7"/>
                      <a:pt x="9" y="8"/>
                    </a:cubicBezTo>
                    <a:cubicBezTo>
                      <a:pt x="9" y="7"/>
                      <a:pt x="9" y="8"/>
                      <a:pt x="8" y="7"/>
                    </a:cubicBezTo>
                    <a:cubicBezTo>
                      <a:pt x="7" y="8"/>
                      <a:pt x="6" y="8"/>
                      <a:pt x="7" y="7"/>
                    </a:cubicBezTo>
                    <a:cubicBezTo>
                      <a:pt x="6" y="7"/>
                      <a:pt x="8" y="8"/>
                      <a:pt x="7" y="7"/>
                    </a:cubicBezTo>
                    <a:cubicBezTo>
                      <a:pt x="7" y="7"/>
                      <a:pt x="6" y="6"/>
                      <a:pt x="6" y="7"/>
                    </a:cubicBezTo>
                    <a:cubicBezTo>
                      <a:pt x="7" y="7"/>
                      <a:pt x="6" y="8"/>
                      <a:pt x="6" y="8"/>
                    </a:cubicBezTo>
                    <a:cubicBezTo>
                      <a:pt x="5" y="8"/>
                      <a:pt x="6" y="8"/>
                      <a:pt x="6" y="8"/>
                    </a:cubicBezTo>
                    <a:cubicBezTo>
                      <a:pt x="6" y="8"/>
                      <a:pt x="6" y="8"/>
                      <a:pt x="6" y="6"/>
                    </a:cubicBezTo>
                    <a:cubicBezTo>
                      <a:pt x="6" y="6"/>
                      <a:pt x="6" y="4"/>
                      <a:pt x="5" y="5"/>
                    </a:cubicBezTo>
                    <a:cubicBezTo>
                      <a:pt x="5" y="7"/>
                      <a:pt x="5" y="5"/>
                      <a:pt x="5" y="6"/>
                    </a:cubicBezTo>
                    <a:cubicBezTo>
                      <a:pt x="5" y="6"/>
                      <a:pt x="5" y="7"/>
                      <a:pt x="5" y="7"/>
                    </a:cubicBezTo>
                    <a:cubicBezTo>
                      <a:pt x="4" y="6"/>
                      <a:pt x="4" y="6"/>
                      <a:pt x="5" y="7"/>
                    </a:cubicBezTo>
                    <a:cubicBezTo>
                      <a:pt x="5" y="6"/>
                      <a:pt x="4" y="8"/>
                      <a:pt x="4" y="9"/>
                    </a:cubicBezTo>
                    <a:cubicBezTo>
                      <a:pt x="3" y="8"/>
                      <a:pt x="4" y="10"/>
                      <a:pt x="4" y="10"/>
                    </a:cubicBezTo>
                    <a:cubicBezTo>
                      <a:pt x="4" y="10"/>
                      <a:pt x="4" y="10"/>
                      <a:pt x="5" y="10"/>
                    </a:cubicBezTo>
                    <a:cubicBezTo>
                      <a:pt x="5" y="10"/>
                      <a:pt x="5" y="10"/>
                      <a:pt x="4" y="10"/>
                    </a:cubicBezTo>
                    <a:cubicBezTo>
                      <a:pt x="4" y="11"/>
                      <a:pt x="2" y="11"/>
                      <a:pt x="3" y="11"/>
                    </a:cubicBezTo>
                    <a:cubicBezTo>
                      <a:pt x="3" y="11"/>
                      <a:pt x="4" y="12"/>
                      <a:pt x="2" y="12"/>
                    </a:cubicBezTo>
                    <a:cubicBezTo>
                      <a:pt x="3" y="13"/>
                      <a:pt x="2" y="12"/>
                      <a:pt x="2" y="13"/>
                    </a:cubicBezTo>
                    <a:cubicBezTo>
                      <a:pt x="1" y="14"/>
                      <a:pt x="2" y="15"/>
                      <a:pt x="2" y="15"/>
                    </a:cubicBezTo>
                    <a:cubicBezTo>
                      <a:pt x="2" y="15"/>
                      <a:pt x="1" y="15"/>
                      <a:pt x="2" y="15"/>
                    </a:cubicBezTo>
                    <a:cubicBezTo>
                      <a:pt x="2" y="15"/>
                      <a:pt x="3" y="16"/>
                      <a:pt x="3" y="16"/>
                    </a:cubicBezTo>
                    <a:cubicBezTo>
                      <a:pt x="2" y="14"/>
                      <a:pt x="4" y="14"/>
                      <a:pt x="3" y="15"/>
                    </a:cubicBezTo>
                    <a:cubicBezTo>
                      <a:pt x="3" y="15"/>
                      <a:pt x="3" y="15"/>
                      <a:pt x="3" y="17"/>
                    </a:cubicBezTo>
                    <a:cubicBezTo>
                      <a:pt x="3" y="17"/>
                      <a:pt x="5" y="18"/>
                      <a:pt x="3" y="18"/>
                    </a:cubicBezTo>
                    <a:cubicBezTo>
                      <a:pt x="3" y="18"/>
                      <a:pt x="3" y="18"/>
                      <a:pt x="2" y="19"/>
                    </a:cubicBezTo>
                    <a:cubicBezTo>
                      <a:pt x="2" y="19"/>
                      <a:pt x="3" y="20"/>
                      <a:pt x="3" y="19"/>
                    </a:cubicBezTo>
                    <a:cubicBezTo>
                      <a:pt x="2" y="19"/>
                      <a:pt x="3" y="20"/>
                      <a:pt x="2" y="21"/>
                    </a:cubicBezTo>
                    <a:cubicBezTo>
                      <a:pt x="2" y="23"/>
                      <a:pt x="2" y="23"/>
                      <a:pt x="2" y="22"/>
                    </a:cubicBezTo>
                    <a:cubicBezTo>
                      <a:pt x="3" y="23"/>
                      <a:pt x="2" y="22"/>
                      <a:pt x="2" y="23"/>
                    </a:cubicBezTo>
                    <a:cubicBezTo>
                      <a:pt x="1" y="24"/>
                      <a:pt x="2" y="23"/>
                      <a:pt x="2" y="24"/>
                    </a:cubicBezTo>
                    <a:cubicBezTo>
                      <a:pt x="2" y="25"/>
                      <a:pt x="2" y="27"/>
                      <a:pt x="2" y="25"/>
                    </a:cubicBezTo>
                    <a:cubicBezTo>
                      <a:pt x="2" y="26"/>
                      <a:pt x="0" y="24"/>
                      <a:pt x="2" y="27"/>
                    </a:cubicBezTo>
                    <a:cubicBezTo>
                      <a:pt x="1" y="28"/>
                      <a:pt x="3" y="27"/>
                      <a:pt x="2" y="28"/>
                    </a:cubicBezTo>
                    <a:cubicBezTo>
                      <a:pt x="2" y="29"/>
                      <a:pt x="2" y="29"/>
                      <a:pt x="3" y="30"/>
                    </a:cubicBezTo>
                    <a:cubicBezTo>
                      <a:pt x="3" y="29"/>
                      <a:pt x="3" y="29"/>
                      <a:pt x="3" y="30"/>
                    </a:cubicBezTo>
                    <a:cubicBezTo>
                      <a:pt x="4" y="30"/>
                      <a:pt x="3" y="31"/>
                      <a:pt x="3" y="32"/>
                    </a:cubicBezTo>
                    <a:cubicBezTo>
                      <a:pt x="3" y="31"/>
                      <a:pt x="2" y="31"/>
                      <a:pt x="2" y="31"/>
                    </a:cubicBezTo>
                    <a:cubicBezTo>
                      <a:pt x="2" y="31"/>
                      <a:pt x="2" y="32"/>
                      <a:pt x="3" y="32"/>
                    </a:cubicBezTo>
                    <a:cubicBezTo>
                      <a:pt x="4" y="33"/>
                      <a:pt x="3" y="32"/>
                      <a:pt x="3" y="34"/>
                    </a:cubicBezTo>
                    <a:cubicBezTo>
                      <a:pt x="4" y="34"/>
                      <a:pt x="3" y="35"/>
                      <a:pt x="3" y="35"/>
                    </a:cubicBezTo>
                    <a:cubicBezTo>
                      <a:pt x="4" y="36"/>
                      <a:pt x="4" y="36"/>
                      <a:pt x="4" y="36"/>
                    </a:cubicBezTo>
                    <a:cubicBezTo>
                      <a:pt x="4" y="36"/>
                      <a:pt x="4" y="36"/>
                      <a:pt x="3" y="36"/>
                    </a:cubicBezTo>
                    <a:cubicBezTo>
                      <a:pt x="3" y="36"/>
                      <a:pt x="3" y="37"/>
                      <a:pt x="3" y="37"/>
                    </a:cubicBezTo>
                    <a:cubicBezTo>
                      <a:pt x="3" y="38"/>
                      <a:pt x="3" y="38"/>
                      <a:pt x="3" y="38"/>
                    </a:cubicBezTo>
                    <a:cubicBezTo>
                      <a:pt x="4" y="40"/>
                      <a:pt x="4" y="40"/>
                      <a:pt x="4" y="39"/>
                    </a:cubicBezTo>
                    <a:cubicBezTo>
                      <a:pt x="4" y="39"/>
                      <a:pt x="4" y="39"/>
                      <a:pt x="4" y="40"/>
                    </a:cubicBezTo>
                    <a:cubicBezTo>
                      <a:pt x="5" y="39"/>
                      <a:pt x="5" y="40"/>
                      <a:pt x="5" y="40"/>
                    </a:cubicBezTo>
                    <a:cubicBezTo>
                      <a:pt x="5" y="40"/>
                      <a:pt x="5" y="41"/>
                      <a:pt x="5" y="41"/>
                    </a:cubicBezTo>
                    <a:cubicBezTo>
                      <a:pt x="6" y="41"/>
                      <a:pt x="5" y="41"/>
                      <a:pt x="6" y="41"/>
                    </a:cubicBezTo>
                    <a:cubicBezTo>
                      <a:pt x="7" y="41"/>
                      <a:pt x="6" y="43"/>
                      <a:pt x="7" y="41"/>
                    </a:cubicBezTo>
                    <a:cubicBezTo>
                      <a:pt x="8" y="41"/>
                      <a:pt x="7" y="40"/>
                      <a:pt x="8" y="40"/>
                    </a:cubicBezTo>
                    <a:cubicBezTo>
                      <a:pt x="8" y="40"/>
                      <a:pt x="9" y="41"/>
                      <a:pt x="8" y="40"/>
                    </a:cubicBezTo>
                    <a:cubicBezTo>
                      <a:pt x="9" y="39"/>
                      <a:pt x="8" y="38"/>
                      <a:pt x="8" y="38"/>
                    </a:cubicBezTo>
                    <a:cubicBezTo>
                      <a:pt x="7" y="39"/>
                      <a:pt x="8" y="38"/>
                      <a:pt x="8" y="38"/>
                    </a:cubicBezTo>
                    <a:cubicBezTo>
                      <a:pt x="8" y="37"/>
                      <a:pt x="8" y="38"/>
                      <a:pt x="9" y="38"/>
                    </a:cubicBezTo>
                    <a:cubicBezTo>
                      <a:pt x="7" y="38"/>
                      <a:pt x="7" y="39"/>
                      <a:pt x="8" y="39"/>
                    </a:cubicBezTo>
                    <a:cubicBezTo>
                      <a:pt x="8" y="39"/>
                      <a:pt x="8" y="39"/>
                      <a:pt x="8" y="37"/>
                    </a:cubicBezTo>
                    <a:cubicBezTo>
                      <a:pt x="8" y="37"/>
                      <a:pt x="10" y="35"/>
                      <a:pt x="9" y="36"/>
                    </a:cubicBezTo>
                    <a:cubicBezTo>
                      <a:pt x="9" y="36"/>
                      <a:pt x="9" y="34"/>
                      <a:pt x="9" y="35"/>
                    </a:cubicBezTo>
                    <a:cubicBezTo>
                      <a:pt x="9" y="35"/>
                      <a:pt x="8" y="34"/>
                      <a:pt x="10" y="34"/>
                    </a:cubicBezTo>
                    <a:cubicBezTo>
                      <a:pt x="11" y="34"/>
                      <a:pt x="11" y="36"/>
                      <a:pt x="11" y="35"/>
                    </a:cubicBezTo>
                    <a:cubicBezTo>
                      <a:pt x="11" y="37"/>
                      <a:pt x="11" y="35"/>
                      <a:pt x="12" y="36"/>
                    </a:cubicBezTo>
                    <a:cubicBezTo>
                      <a:pt x="11" y="35"/>
                      <a:pt x="12" y="35"/>
                      <a:pt x="11" y="36"/>
                    </a:cubicBezTo>
                    <a:cubicBezTo>
                      <a:pt x="11" y="37"/>
                      <a:pt x="12" y="35"/>
                      <a:pt x="12" y="36"/>
                    </a:cubicBezTo>
                    <a:cubicBezTo>
                      <a:pt x="11" y="35"/>
                      <a:pt x="12" y="36"/>
                      <a:pt x="13" y="36"/>
                    </a:cubicBezTo>
                    <a:cubicBezTo>
                      <a:pt x="12" y="35"/>
                      <a:pt x="13" y="36"/>
                      <a:pt x="13" y="35"/>
                    </a:cubicBezTo>
                    <a:cubicBezTo>
                      <a:pt x="13" y="36"/>
                      <a:pt x="12" y="34"/>
                      <a:pt x="12" y="33"/>
                    </a:cubicBezTo>
                    <a:cubicBezTo>
                      <a:pt x="13" y="32"/>
                      <a:pt x="12" y="33"/>
                      <a:pt x="13" y="33"/>
                    </a:cubicBezTo>
                    <a:cubicBezTo>
                      <a:pt x="13" y="31"/>
                      <a:pt x="14" y="31"/>
                      <a:pt x="14" y="31"/>
                    </a:cubicBezTo>
                    <a:cubicBezTo>
                      <a:pt x="14" y="32"/>
                      <a:pt x="14" y="32"/>
                      <a:pt x="13" y="32"/>
                    </a:cubicBezTo>
                    <a:cubicBezTo>
                      <a:pt x="13" y="31"/>
                      <a:pt x="13" y="30"/>
                      <a:pt x="13" y="30"/>
                    </a:cubicBezTo>
                    <a:cubicBezTo>
                      <a:pt x="12" y="30"/>
                      <a:pt x="13" y="30"/>
                      <a:pt x="12" y="28"/>
                    </a:cubicBezTo>
                    <a:cubicBezTo>
                      <a:pt x="12" y="29"/>
                      <a:pt x="13" y="27"/>
                      <a:pt x="12" y="27"/>
                    </a:cubicBezTo>
                    <a:cubicBezTo>
                      <a:pt x="12" y="25"/>
                      <a:pt x="13" y="26"/>
                      <a:pt x="12" y="25"/>
                    </a:cubicBezTo>
                    <a:cubicBezTo>
                      <a:pt x="12" y="24"/>
                      <a:pt x="12" y="25"/>
                      <a:pt x="12" y="25"/>
                    </a:cubicBezTo>
                    <a:cubicBezTo>
                      <a:pt x="11" y="23"/>
                      <a:pt x="13" y="25"/>
                      <a:pt x="11" y="23"/>
                    </a:cubicBezTo>
                    <a:cubicBezTo>
                      <a:pt x="11" y="22"/>
                      <a:pt x="12" y="22"/>
                      <a:pt x="12" y="22"/>
                    </a:cubicBezTo>
                    <a:cubicBezTo>
                      <a:pt x="12" y="22"/>
                      <a:pt x="11" y="21"/>
                      <a:pt x="11" y="22"/>
                    </a:cubicBezTo>
                    <a:cubicBezTo>
                      <a:pt x="11" y="22"/>
                      <a:pt x="11" y="22"/>
                      <a:pt x="13" y="22"/>
                    </a:cubicBezTo>
                    <a:cubicBezTo>
                      <a:pt x="13" y="21"/>
                      <a:pt x="13" y="21"/>
                      <a:pt x="14" y="21"/>
                    </a:cubicBezTo>
                    <a:cubicBezTo>
                      <a:pt x="14" y="19"/>
                      <a:pt x="14" y="20"/>
                      <a:pt x="14" y="20"/>
                    </a:cubicBezTo>
                    <a:cubicBezTo>
                      <a:pt x="13" y="19"/>
                      <a:pt x="14" y="22"/>
                      <a:pt x="14" y="20"/>
                    </a:cubicBezTo>
                    <a:cubicBezTo>
                      <a:pt x="14" y="19"/>
                      <a:pt x="13" y="19"/>
                      <a:pt x="14" y="18"/>
                    </a:cubicBezTo>
                    <a:cubicBezTo>
                      <a:pt x="14" y="18"/>
                      <a:pt x="14" y="18"/>
                      <a:pt x="14" y="18"/>
                    </a:cubicBezTo>
                    <a:cubicBezTo>
                      <a:pt x="13" y="17"/>
                      <a:pt x="14" y="17"/>
                      <a:pt x="14" y="17"/>
                    </a:cubicBezTo>
                    <a:cubicBezTo>
                      <a:pt x="14" y="16"/>
                      <a:pt x="14" y="16"/>
                      <a:pt x="14" y="16"/>
                    </a:cubicBezTo>
                    <a:cubicBezTo>
                      <a:pt x="12" y="16"/>
                      <a:pt x="14" y="17"/>
                      <a:pt x="14" y="16"/>
                    </a:cubicBezTo>
                    <a:cubicBezTo>
                      <a:pt x="14" y="16"/>
                      <a:pt x="14" y="16"/>
                      <a:pt x="14" y="14"/>
                    </a:cubicBezTo>
                    <a:cubicBezTo>
                      <a:pt x="14" y="14"/>
                      <a:pt x="13" y="15"/>
                      <a:pt x="14" y="13"/>
                    </a:cubicBezTo>
                    <a:cubicBezTo>
                      <a:pt x="14" y="12"/>
                      <a:pt x="15" y="13"/>
                      <a:pt x="14" y="12"/>
                    </a:cubicBezTo>
                    <a:cubicBezTo>
                      <a:pt x="13" y="13"/>
                      <a:pt x="14" y="14"/>
                      <a:pt x="14" y="13"/>
                    </a:cubicBezTo>
                    <a:cubicBezTo>
                      <a:pt x="15" y="14"/>
                      <a:pt x="15" y="12"/>
                      <a:pt x="15" y="13"/>
                    </a:cubicBezTo>
                    <a:cubicBezTo>
                      <a:pt x="15" y="13"/>
                      <a:pt x="14" y="12"/>
                      <a:pt x="15" y="11"/>
                    </a:cubicBezTo>
                    <a:cubicBezTo>
                      <a:pt x="15" y="12"/>
                      <a:pt x="16" y="12"/>
                      <a:pt x="15" y="11"/>
                    </a:cubicBezTo>
                    <a:cubicBezTo>
                      <a:pt x="15" y="11"/>
                      <a:pt x="15" y="10"/>
                      <a:pt x="16" y="10"/>
                    </a:cubicBezTo>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1" name="Freeform 184">
                <a:extLst>
                  <a:ext uri="{FF2B5EF4-FFF2-40B4-BE49-F238E27FC236}">
                    <a16:creationId xmlns:a16="http://schemas.microsoft.com/office/drawing/2014/main" id="{8D57D224-3703-4EA6-89BC-5FED2586AA6B}"/>
                  </a:ext>
                </a:extLst>
              </p:cNvPr>
              <p:cNvSpPr>
                <a:spLocks/>
              </p:cNvSpPr>
              <p:nvPr/>
            </p:nvSpPr>
            <p:spPr bwMode="auto">
              <a:xfrm>
                <a:off x="4828" y="2596"/>
                <a:ext cx="36" cy="99"/>
              </a:xfrm>
              <a:custGeom>
                <a:avLst/>
                <a:gdLst>
                  <a:gd name="T0" fmla="*/ 14 w 15"/>
                  <a:gd name="T1" fmla="*/ 11 h 42"/>
                  <a:gd name="T2" fmla="*/ 13 w 15"/>
                  <a:gd name="T3" fmla="*/ 9 h 42"/>
                  <a:gd name="T4" fmla="*/ 12 w 15"/>
                  <a:gd name="T5" fmla="*/ 8 h 42"/>
                  <a:gd name="T6" fmla="*/ 10 w 15"/>
                  <a:gd name="T7" fmla="*/ 7 h 42"/>
                  <a:gd name="T8" fmla="*/ 10 w 15"/>
                  <a:gd name="T9" fmla="*/ 5 h 42"/>
                  <a:gd name="T10" fmla="*/ 10 w 15"/>
                  <a:gd name="T11" fmla="*/ 7 h 42"/>
                  <a:gd name="T12" fmla="*/ 11 w 15"/>
                  <a:gd name="T13" fmla="*/ 5 h 42"/>
                  <a:gd name="T14" fmla="*/ 10 w 15"/>
                  <a:gd name="T15" fmla="*/ 3 h 42"/>
                  <a:gd name="T16" fmla="*/ 10 w 15"/>
                  <a:gd name="T17" fmla="*/ 1 h 42"/>
                  <a:gd name="T18" fmla="*/ 11 w 15"/>
                  <a:gd name="T19" fmla="*/ 1 h 42"/>
                  <a:gd name="T20" fmla="*/ 10 w 15"/>
                  <a:gd name="T21" fmla="*/ 2 h 42"/>
                  <a:gd name="T22" fmla="*/ 8 w 15"/>
                  <a:gd name="T23" fmla="*/ 4 h 42"/>
                  <a:gd name="T24" fmla="*/ 9 w 15"/>
                  <a:gd name="T25" fmla="*/ 5 h 42"/>
                  <a:gd name="T26" fmla="*/ 8 w 15"/>
                  <a:gd name="T27" fmla="*/ 6 h 42"/>
                  <a:gd name="T28" fmla="*/ 8 w 15"/>
                  <a:gd name="T29" fmla="*/ 6 h 42"/>
                  <a:gd name="T30" fmla="*/ 7 w 15"/>
                  <a:gd name="T31" fmla="*/ 6 h 42"/>
                  <a:gd name="T32" fmla="*/ 7 w 15"/>
                  <a:gd name="T33" fmla="*/ 6 h 42"/>
                  <a:gd name="T34" fmla="*/ 6 w 15"/>
                  <a:gd name="T35" fmla="*/ 7 h 42"/>
                  <a:gd name="T36" fmla="*/ 6 w 15"/>
                  <a:gd name="T37" fmla="*/ 6 h 42"/>
                  <a:gd name="T38" fmla="*/ 5 w 15"/>
                  <a:gd name="T39" fmla="*/ 5 h 42"/>
                  <a:gd name="T40" fmla="*/ 5 w 15"/>
                  <a:gd name="T41" fmla="*/ 6 h 42"/>
                  <a:gd name="T42" fmla="*/ 3 w 15"/>
                  <a:gd name="T43" fmla="*/ 9 h 42"/>
                  <a:gd name="T44" fmla="*/ 3 w 15"/>
                  <a:gd name="T45" fmla="*/ 10 h 42"/>
                  <a:gd name="T46" fmla="*/ 2 w 15"/>
                  <a:gd name="T47" fmla="*/ 11 h 42"/>
                  <a:gd name="T48" fmla="*/ 2 w 15"/>
                  <a:gd name="T49" fmla="*/ 14 h 42"/>
                  <a:gd name="T50" fmla="*/ 2 w 15"/>
                  <a:gd name="T51" fmla="*/ 15 h 42"/>
                  <a:gd name="T52" fmla="*/ 3 w 15"/>
                  <a:gd name="T53" fmla="*/ 16 h 42"/>
                  <a:gd name="T54" fmla="*/ 2 w 15"/>
                  <a:gd name="T55" fmla="*/ 18 h 42"/>
                  <a:gd name="T56" fmla="*/ 2 w 15"/>
                  <a:gd name="T57" fmla="*/ 20 h 42"/>
                  <a:gd name="T58" fmla="*/ 1 w 15"/>
                  <a:gd name="T59" fmla="*/ 22 h 42"/>
                  <a:gd name="T60" fmla="*/ 1 w 15"/>
                  <a:gd name="T61" fmla="*/ 25 h 42"/>
                  <a:gd name="T62" fmla="*/ 2 w 15"/>
                  <a:gd name="T63" fmla="*/ 27 h 42"/>
                  <a:gd name="T64" fmla="*/ 3 w 15"/>
                  <a:gd name="T65" fmla="*/ 29 h 42"/>
                  <a:gd name="T66" fmla="*/ 2 w 15"/>
                  <a:gd name="T67" fmla="*/ 31 h 42"/>
                  <a:gd name="T68" fmla="*/ 3 w 15"/>
                  <a:gd name="T69" fmla="*/ 33 h 42"/>
                  <a:gd name="T70" fmla="*/ 3 w 15"/>
                  <a:gd name="T71" fmla="*/ 35 h 42"/>
                  <a:gd name="T72" fmla="*/ 2 w 15"/>
                  <a:gd name="T73" fmla="*/ 37 h 42"/>
                  <a:gd name="T74" fmla="*/ 3 w 15"/>
                  <a:gd name="T75" fmla="*/ 39 h 42"/>
                  <a:gd name="T76" fmla="*/ 5 w 15"/>
                  <a:gd name="T77" fmla="*/ 39 h 42"/>
                  <a:gd name="T78" fmla="*/ 5 w 15"/>
                  <a:gd name="T79" fmla="*/ 41 h 42"/>
                  <a:gd name="T80" fmla="*/ 7 w 15"/>
                  <a:gd name="T81" fmla="*/ 39 h 42"/>
                  <a:gd name="T82" fmla="*/ 8 w 15"/>
                  <a:gd name="T83" fmla="*/ 38 h 42"/>
                  <a:gd name="T84" fmla="*/ 8 w 15"/>
                  <a:gd name="T85" fmla="*/ 38 h 42"/>
                  <a:gd name="T86" fmla="*/ 8 w 15"/>
                  <a:gd name="T87" fmla="*/ 37 h 42"/>
                  <a:gd name="T88" fmla="*/ 9 w 15"/>
                  <a:gd name="T89" fmla="*/ 35 h 42"/>
                  <a:gd name="T90" fmla="*/ 10 w 15"/>
                  <a:gd name="T91" fmla="*/ 35 h 42"/>
                  <a:gd name="T92" fmla="*/ 11 w 15"/>
                  <a:gd name="T93" fmla="*/ 35 h 42"/>
                  <a:gd name="T94" fmla="*/ 12 w 15"/>
                  <a:gd name="T95" fmla="*/ 35 h 42"/>
                  <a:gd name="T96" fmla="*/ 12 w 15"/>
                  <a:gd name="T97" fmla="*/ 33 h 42"/>
                  <a:gd name="T98" fmla="*/ 13 w 15"/>
                  <a:gd name="T99" fmla="*/ 31 h 42"/>
                  <a:gd name="T100" fmla="*/ 12 w 15"/>
                  <a:gd name="T101" fmla="*/ 30 h 42"/>
                  <a:gd name="T102" fmla="*/ 12 w 15"/>
                  <a:gd name="T103" fmla="*/ 26 h 42"/>
                  <a:gd name="T104" fmla="*/ 11 w 15"/>
                  <a:gd name="T105" fmla="*/ 24 h 42"/>
                  <a:gd name="T106" fmla="*/ 11 w 15"/>
                  <a:gd name="T107" fmla="*/ 21 h 42"/>
                  <a:gd name="T108" fmla="*/ 12 w 15"/>
                  <a:gd name="T109" fmla="*/ 22 h 42"/>
                  <a:gd name="T110" fmla="*/ 13 w 15"/>
                  <a:gd name="T111" fmla="*/ 20 h 42"/>
                  <a:gd name="T112" fmla="*/ 13 w 15"/>
                  <a:gd name="T113" fmla="*/ 18 h 42"/>
                  <a:gd name="T114" fmla="*/ 14 w 15"/>
                  <a:gd name="T115" fmla="*/ 17 h 42"/>
                  <a:gd name="T116" fmla="*/ 13 w 15"/>
                  <a:gd name="T117" fmla="*/ 15 h 42"/>
                  <a:gd name="T118" fmla="*/ 13 w 15"/>
                  <a:gd name="T119" fmla="*/ 13 h 42"/>
                  <a:gd name="T120" fmla="*/ 14 w 15"/>
                  <a:gd name="T121" fmla="*/ 13 h 42"/>
                  <a:gd name="T122" fmla="*/ 14 w 15"/>
                  <a:gd name="T123" fmla="*/ 11 h 42"/>
                  <a:gd name="T124" fmla="*/ 15 w 15"/>
                  <a:gd name="T125"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 h="42">
                    <a:moveTo>
                      <a:pt x="14" y="11"/>
                    </a:moveTo>
                    <a:cubicBezTo>
                      <a:pt x="15" y="12"/>
                      <a:pt x="14" y="10"/>
                      <a:pt x="14" y="11"/>
                    </a:cubicBezTo>
                    <a:cubicBezTo>
                      <a:pt x="13" y="12"/>
                      <a:pt x="14" y="10"/>
                      <a:pt x="13" y="10"/>
                    </a:cubicBezTo>
                    <a:cubicBezTo>
                      <a:pt x="14" y="10"/>
                      <a:pt x="11" y="10"/>
                      <a:pt x="13" y="9"/>
                    </a:cubicBezTo>
                    <a:cubicBezTo>
                      <a:pt x="12" y="8"/>
                      <a:pt x="12" y="7"/>
                      <a:pt x="13" y="8"/>
                    </a:cubicBezTo>
                    <a:cubicBezTo>
                      <a:pt x="13" y="8"/>
                      <a:pt x="11" y="8"/>
                      <a:pt x="12" y="8"/>
                    </a:cubicBezTo>
                    <a:cubicBezTo>
                      <a:pt x="11" y="8"/>
                      <a:pt x="11" y="7"/>
                      <a:pt x="11" y="7"/>
                    </a:cubicBezTo>
                    <a:cubicBezTo>
                      <a:pt x="10" y="7"/>
                      <a:pt x="10" y="7"/>
                      <a:pt x="10" y="7"/>
                    </a:cubicBezTo>
                    <a:cubicBezTo>
                      <a:pt x="10" y="7"/>
                      <a:pt x="10" y="6"/>
                      <a:pt x="11" y="6"/>
                    </a:cubicBezTo>
                    <a:cubicBezTo>
                      <a:pt x="11" y="6"/>
                      <a:pt x="10" y="5"/>
                      <a:pt x="10" y="5"/>
                    </a:cubicBezTo>
                    <a:cubicBezTo>
                      <a:pt x="11" y="4"/>
                      <a:pt x="11" y="4"/>
                      <a:pt x="11" y="5"/>
                    </a:cubicBezTo>
                    <a:cubicBezTo>
                      <a:pt x="11" y="5"/>
                      <a:pt x="11" y="6"/>
                      <a:pt x="10" y="7"/>
                    </a:cubicBezTo>
                    <a:cubicBezTo>
                      <a:pt x="10" y="7"/>
                      <a:pt x="10" y="7"/>
                      <a:pt x="11" y="6"/>
                    </a:cubicBezTo>
                    <a:cubicBezTo>
                      <a:pt x="11" y="4"/>
                      <a:pt x="11" y="5"/>
                      <a:pt x="11" y="5"/>
                    </a:cubicBezTo>
                    <a:cubicBezTo>
                      <a:pt x="11" y="5"/>
                      <a:pt x="11" y="3"/>
                      <a:pt x="10" y="4"/>
                    </a:cubicBezTo>
                    <a:cubicBezTo>
                      <a:pt x="11" y="3"/>
                      <a:pt x="10" y="3"/>
                      <a:pt x="10" y="3"/>
                    </a:cubicBezTo>
                    <a:cubicBezTo>
                      <a:pt x="10" y="3"/>
                      <a:pt x="11" y="2"/>
                      <a:pt x="10" y="2"/>
                    </a:cubicBezTo>
                    <a:cubicBezTo>
                      <a:pt x="10" y="0"/>
                      <a:pt x="11" y="1"/>
                      <a:pt x="10" y="1"/>
                    </a:cubicBezTo>
                    <a:cubicBezTo>
                      <a:pt x="10" y="1"/>
                      <a:pt x="10" y="4"/>
                      <a:pt x="11" y="1"/>
                    </a:cubicBezTo>
                    <a:cubicBezTo>
                      <a:pt x="10" y="1"/>
                      <a:pt x="11" y="1"/>
                      <a:pt x="11" y="1"/>
                    </a:cubicBezTo>
                    <a:cubicBezTo>
                      <a:pt x="11" y="0"/>
                      <a:pt x="10" y="1"/>
                      <a:pt x="10" y="1"/>
                    </a:cubicBezTo>
                    <a:cubicBezTo>
                      <a:pt x="10" y="1"/>
                      <a:pt x="11" y="3"/>
                      <a:pt x="10" y="2"/>
                    </a:cubicBezTo>
                    <a:cubicBezTo>
                      <a:pt x="9" y="1"/>
                      <a:pt x="8" y="4"/>
                      <a:pt x="9" y="3"/>
                    </a:cubicBezTo>
                    <a:cubicBezTo>
                      <a:pt x="8" y="3"/>
                      <a:pt x="8" y="3"/>
                      <a:pt x="8" y="4"/>
                    </a:cubicBezTo>
                    <a:cubicBezTo>
                      <a:pt x="9" y="5"/>
                      <a:pt x="8" y="4"/>
                      <a:pt x="8" y="3"/>
                    </a:cubicBezTo>
                    <a:cubicBezTo>
                      <a:pt x="8" y="3"/>
                      <a:pt x="8" y="4"/>
                      <a:pt x="9" y="5"/>
                    </a:cubicBezTo>
                    <a:cubicBezTo>
                      <a:pt x="9" y="4"/>
                      <a:pt x="9" y="6"/>
                      <a:pt x="8" y="4"/>
                    </a:cubicBezTo>
                    <a:cubicBezTo>
                      <a:pt x="8" y="5"/>
                      <a:pt x="8" y="6"/>
                      <a:pt x="8" y="6"/>
                    </a:cubicBezTo>
                    <a:cubicBezTo>
                      <a:pt x="7" y="6"/>
                      <a:pt x="8" y="6"/>
                      <a:pt x="8" y="6"/>
                    </a:cubicBezTo>
                    <a:cubicBezTo>
                      <a:pt x="9" y="6"/>
                      <a:pt x="9" y="7"/>
                      <a:pt x="8" y="6"/>
                    </a:cubicBezTo>
                    <a:cubicBezTo>
                      <a:pt x="9" y="6"/>
                      <a:pt x="9" y="7"/>
                      <a:pt x="8" y="7"/>
                    </a:cubicBezTo>
                    <a:cubicBezTo>
                      <a:pt x="8" y="6"/>
                      <a:pt x="8" y="7"/>
                      <a:pt x="7" y="6"/>
                    </a:cubicBezTo>
                    <a:cubicBezTo>
                      <a:pt x="6" y="7"/>
                      <a:pt x="6" y="7"/>
                      <a:pt x="6" y="7"/>
                    </a:cubicBezTo>
                    <a:cubicBezTo>
                      <a:pt x="6" y="7"/>
                      <a:pt x="7" y="7"/>
                      <a:pt x="7" y="6"/>
                    </a:cubicBezTo>
                    <a:cubicBezTo>
                      <a:pt x="6" y="6"/>
                      <a:pt x="5" y="6"/>
                      <a:pt x="6" y="7"/>
                    </a:cubicBezTo>
                    <a:cubicBezTo>
                      <a:pt x="6" y="7"/>
                      <a:pt x="5" y="8"/>
                      <a:pt x="6" y="7"/>
                    </a:cubicBezTo>
                    <a:cubicBezTo>
                      <a:pt x="5" y="8"/>
                      <a:pt x="6" y="7"/>
                      <a:pt x="6" y="8"/>
                    </a:cubicBezTo>
                    <a:cubicBezTo>
                      <a:pt x="6" y="8"/>
                      <a:pt x="5" y="8"/>
                      <a:pt x="6" y="6"/>
                    </a:cubicBezTo>
                    <a:cubicBezTo>
                      <a:pt x="6" y="5"/>
                      <a:pt x="5" y="3"/>
                      <a:pt x="5" y="5"/>
                    </a:cubicBezTo>
                    <a:cubicBezTo>
                      <a:pt x="4" y="6"/>
                      <a:pt x="4" y="5"/>
                      <a:pt x="5" y="5"/>
                    </a:cubicBezTo>
                    <a:cubicBezTo>
                      <a:pt x="5" y="6"/>
                      <a:pt x="5" y="6"/>
                      <a:pt x="4" y="6"/>
                    </a:cubicBezTo>
                    <a:cubicBezTo>
                      <a:pt x="4" y="6"/>
                      <a:pt x="4" y="6"/>
                      <a:pt x="5" y="6"/>
                    </a:cubicBezTo>
                    <a:cubicBezTo>
                      <a:pt x="5" y="6"/>
                      <a:pt x="4" y="7"/>
                      <a:pt x="4" y="8"/>
                    </a:cubicBezTo>
                    <a:cubicBezTo>
                      <a:pt x="3" y="8"/>
                      <a:pt x="3" y="9"/>
                      <a:pt x="3" y="9"/>
                    </a:cubicBezTo>
                    <a:cubicBezTo>
                      <a:pt x="4" y="10"/>
                      <a:pt x="4" y="10"/>
                      <a:pt x="4" y="9"/>
                    </a:cubicBezTo>
                    <a:cubicBezTo>
                      <a:pt x="4" y="10"/>
                      <a:pt x="4" y="9"/>
                      <a:pt x="3" y="10"/>
                    </a:cubicBezTo>
                    <a:cubicBezTo>
                      <a:pt x="3" y="10"/>
                      <a:pt x="2" y="11"/>
                      <a:pt x="2" y="11"/>
                    </a:cubicBezTo>
                    <a:cubicBezTo>
                      <a:pt x="3" y="10"/>
                      <a:pt x="3" y="11"/>
                      <a:pt x="2" y="11"/>
                    </a:cubicBezTo>
                    <a:cubicBezTo>
                      <a:pt x="2" y="13"/>
                      <a:pt x="1" y="12"/>
                      <a:pt x="2" y="13"/>
                    </a:cubicBezTo>
                    <a:cubicBezTo>
                      <a:pt x="1" y="13"/>
                      <a:pt x="2" y="14"/>
                      <a:pt x="2" y="14"/>
                    </a:cubicBezTo>
                    <a:cubicBezTo>
                      <a:pt x="1" y="14"/>
                      <a:pt x="1" y="14"/>
                      <a:pt x="1" y="14"/>
                    </a:cubicBezTo>
                    <a:cubicBezTo>
                      <a:pt x="2" y="14"/>
                      <a:pt x="2" y="15"/>
                      <a:pt x="2" y="15"/>
                    </a:cubicBezTo>
                    <a:cubicBezTo>
                      <a:pt x="2" y="13"/>
                      <a:pt x="3" y="14"/>
                      <a:pt x="3" y="14"/>
                    </a:cubicBezTo>
                    <a:cubicBezTo>
                      <a:pt x="2" y="14"/>
                      <a:pt x="3" y="15"/>
                      <a:pt x="3" y="16"/>
                    </a:cubicBezTo>
                    <a:cubicBezTo>
                      <a:pt x="3" y="17"/>
                      <a:pt x="4" y="18"/>
                      <a:pt x="3" y="17"/>
                    </a:cubicBezTo>
                    <a:cubicBezTo>
                      <a:pt x="2" y="17"/>
                      <a:pt x="2" y="18"/>
                      <a:pt x="2" y="18"/>
                    </a:cubicBezTo>
                    <a:cubicBezTo>
                      <a:pt x="1" y="18"/>
                      <a:pt x="3" y="20"/>
                      <a:pt x="2" y="18"/>
                    </a:cubicBezTo>
                    <a:cubicBezTo>
                      <a:pt x="2" y="19"/>
                      <a:pt x="3" y="19"/>
                      <a:pt x="2" y="20"/>
                    </a:cubicBezTo>
                    <a:cubicBezTo>
                      <a:pt x="2" y="23"/>
                      <a:pt x="2" y="22"/>
                      <a:pt x="1" y="21"/>
                    </a:cubicBezTo>
                    <a:cubicBezTo>
                      <a:pt x="2" y="22"/>
                      <a:pt x="1" y="21"/>
                      <a:pt x="1" y="22"/>
                    </a:cubicBezTo>
                    <a:cubicBezTo>
                      <a:pt x="1" y="23"/>
                      <a:pt x="1" y="23"/>
                      <a:pt x="1" y="23"/>
                    </a:cubicBezTo>
                    <a:cubicBezTo>
                      <a:pt x="2" y="25"/>
                      <a:pt x="2" y="26"/>
                      <a:pt x="1" y="25"/>
                    </a:cubicBezTo>
                    <a:cubicBezTo>
                      <a:pt x="2" y="26"/>
                      <a:pt x="0" y="24"/>
                      <a:pt x="1" y="26"/>
                    </a:cubicBezTo>
                    <a:cubicBezTo>
                      <a:pt x="0" y="27"/>
                      <a:pt x="2" y="27"/>
                      <a:pt x="2" y="27"/>
                    </a:cubicBezTo>
                    <a:cubicBezTo>
                      <a:pt x="1" y="29"/>
                      <a:pt x="2" y="29"/>
                      <a:pt x="2" y="30"/>
                    </a:cubicBezTo>
                    <a:cubicBezTo>
                      <a:pt x="2" y="29"/>
                      <a:pt x="3" y="29"/>
                      <a:pt x="3" y="29"/>
                    </a:cubicBezTo>
                    <a:cubicBezTo>
                      <a:pt x="3" y="30"/>
                      <a:pt x="3" y="30"/>
                      <a:pt x="3" y="31"/>
                    </a:cubicBezTo>
                    <a:cubicBezTo>
                      <a:pt x="2" y="30"/>
                      <a:pt x="2" y="30"/>
                      <a:pt x="2" y="31"/>
                    </a:cubicBezTo>
                    <a:cubicBezTo>
                      <a:pt x="2" y="31"/>
                      <a:pt x="2" y="31"/>
                      <a:pt x="3" y="32"/>
                    </a:cubicBezTo>
                    <a:cubicBezTo>
                      <a:pt x="3" y="32"/>
                      <a:pt x="2" y="32"/>
                      <a:pt x="3" y="33"/>
                    </a:cubicBezTo>
                    <a:cubicBezTo>
                      <a:pt x="3" y="34"/>
                      <a:pt x="2" y="35"/>
                      <a:pt x="3" y="34"/>
                    </a:cubicBezTo>
                    <a:cubicBezTo>
                      <a:pt x="3" y="35"/>
                      <a:pt x="3" y="35"/>
                      <a:pt x="3" y="35"/>
                    </a:cubicBezTo>
                    <a:cubicBezTo>
                      <a:pt x="3" y="35"/>
                      <a:pt x="3" y="36"/>
                      <a:pt x="2" y="36"/>
                    </a:cubicBezTo>
                    <a:cubicBezTo>
                      <a:pt x="3" y="36"/>
                      <a:pt x="3" y="36"/>
                      <a:pt x="2" y="37"/>
                    </a:cubicBezTo>
                    <a:cubicBezTo>
                      <a:pt x="2" y="37"/>
                      <a:pt x="2" y="38"/>
                      <a:pt x="3" y="37"/>
                    </a:cubicBezTo>
                    <a:cubicBezTo>
                      <a:pt x="4" y="39"/>
                      <a:pt x="3" y="39"/>
                      <a:pt x="3" y="39"/>
                    </a:cubicBezTo>
                    <a:cubicBezTo>
                      <a:pt x="3" y="39"/>
                      <a:pt x="3" y="39"/>
                      <a:pt x="4" y="39"/>
                    </a:cubicBezTo>
                    <a:cubicBezTo>
                      <a:pt x="4" y="38"/>
                      <a:pt x="5" y="40"/>
                      <a:pt x="5" y="39"/>
                    </a:cubicBezTo>
                    <a:cubicBezTo>
                      <a:pt x="5" y="39"/>
                      <a:pt x="4" y="40"/>
                      <a:pt x="5" y="41"/>
                    </a:cubicBezTo>
                    <a:cubicBezTo>
                      <a:pt x="6" y="40"/>
                      <a:pt x="5" y="40"/>
                      <a:pt x="5" y="41"/>
                    </a:cubicBezTo>
                    <a:cubicBezTo>
                      <a:pt x="7" y="40"/>
                      <a:pt x="6" y="42"/>
                      <a:pt x="7" y="40"/>
                    </a:cubicBezTo>
                    <a:cubicBezTo>
                      <a:pt x="7" y="40"/>
                      <a:pt x="7" y="40"/>
                      <a:pt x="7" y="39"/>
                    </a:cubicBezTo>
                    <a:cubicBezTo>
                      <a:pt x="8" y="40"/>
                      <a:pt x="9" y="40"/>
                      <a:pt x="8" y="39"/>
                    </a:cubicBezTo>
                    <a:cubicBezTo>
                      <a:pt x="8" y="39"/>
                      <a:pt x="8" y="38"/>
                      <a:pt x="8" y="38"/>
                    </a:cubicBezTo>
                    <a:cubicBezTo>
                      <a:pt x="7" y="38"/>
                      <a:pt x="7" y="37"/>
                      <a:pt x="7" y="37"/>
                    </a:cubicBezTo>
                    <a:cubicBezTo>
                      <a:pt x="8" y="37"/>
                      <a:pt x="8" y="37"/>
                      <a:pt x="8" y="38"/>
                    </a:cubicBezTo>
                    <a:cubicBezTo>
                      <a:pt x="7" y="38"/>
                      <a:pt x="7" y="38"/>
                      <a:pt x="7" y="38"/>
                    </a:cubicBezTo>
                    <a:cubicBezTo>
                      <a:pt x="7" y="38"/>
                      <a:pt x="8" y="38"/>
                      <a:pt x="8" y="37"/>
                    </a:cubicBezTo>
                    <a:cubicBezTo>
                      <a:pt x="7" y="36"/>
                      <a:pt x="10" y="35"/>
                      <a:pt x="9" y="36"/>
                    </a:cubicBezTo>
                    <a:cubicBezTo>
                      <a:pt x="9" y="36"/>
                      <a:pt x="9" y="34"/>
                      <a:pt x="9" y="35"/>
                    </a:cubicBezTo>
                    <a:cubicBezTo>
                      <a:pt x="9" y="34"/>
                      <a:pt x="7" y="33"/>
                      <a:pt x="9" y="34"/>
                    </a:cubicBezTo>
                    <a:cubicBezTo>
                      <a:pt x="10" y="34"/>
                      <a:pt x="10" y="36"/>
                      <a:pt x="10" y="35"/>
                    </a:cubicBezTo>
                    <a:cubicBezTo>
                      <a:pt x="10" y="36"/>
                      <a:pt x="11" y="35"/>
                      <a:pt x="11" y="35"/>
                    </a:cubicBezTo>
                    <a:cubicBezTo>
                      <a:pt x="11" y="35"/>
                      <a:pt x="11" y="35"/>
                      <a:pt x="11" y="35"/>
                    </a:cubicBezTo>
                    <a:cubicBezTo>
                      <a:pt x="11" y="37"/>
                      <a:pt x="12" y="35"/>
                      <a:pt x="11" y="35"/>
                    </a:cubicBezTo>
                    <a:cubicBezTo>
                      <a:pt x="10" y="34"/>
                      <a:pt x="11" y="36"/>
                      <a:pt x="12" y="35"/>
                    </a:cubicBezTo>
                    <a:cubicBezTo>
                      <a:pt x="12" y="35"/>
                      <a:pt x="12" y="36"/>
                      <a:pt x="12" y="34"/>
                    </a:cubicBezTo>
                    <a:cubicBezTo>
                      <a:pt x="12" y="35"/>
                      <a:pt x="12" y="33"/>
                      <a:pt x="12" y="33"/>
                    </a:cubicBezTo>
                    <a:cubicBezTo>
                      <a:pt x="12" y="31"/>
                      <a:pt x="12" y="32"/>
                      <a:pt x="12" y="32"/>
                    </a:cubicBezTo>
                    <a:cubicBezTo>
                      <a:pt x="13" y="31"/>
                      <a:pt x="13" y="30"/>
                      <a:pt x="13" y="31"/>
                    </a:cubicBezTo>
                    <a:cubicBezTo>
                      <a:pt x="13" y="31"/>
                      <a:pt x="14" y="31"/>
                      <a:pt x="13" y="31"/>
                    </a:cubicBezTo>
                    <a:cubicBezTo>
                      <a:pt x="12" y="31"/>
                      <a:pt x="12" y="30"/>
                      <a:pt x="12" y="30"/>
                    </a:cubicBezTo>
                    <a:cubicBezTo>
                      <a:pt x="11" y="29"/>
                      <a:pt x="13" y="30"/>
                      <a:pt x="12" y="28"/>
                    </a:cubicBezTo>
                    <a:cubicBezTo>
                      <a:pt x="12" y="28"/>
                      <a:pt x="12" y="27"/>
                      <a:pt x="12" y="26"/>
                    </a:cubicBezTo>
                    <a:cubicBezTo>
                      <a:pt x="12" y="24"/>
                      <a:pt x="12" y="25"/>
                      <a:pt x="12" y="24"/>
                    </a:cubicBezTo>
                    <a:cubicBezTo>
                      <a:pt x="12" y="24"/>
                      <a:pt x="12" y="25"/>
                      <a:pt x="11" y="24"/>
                    </a:cubicBezTo>
                    <a:cubicBezTo>
                      <a:pt x="11" y="23"/>
                      <a:pt x="12" y="25"/>
                      <a:pt x="11" y="22"/>
                    </a:cubicBezTo>
                    <a:cubicBezTo>
                      <a:pt x="11" y="22"/>
                      <a:pt x="11" y="22"/>
                      <a:pt x="11" y="21"/>
                    </a:cubicBezTo>
                    <a:cubicBezTo>
                      <a:pt x="12" y="21"/>
                      <a:pt x="10" y="21"/>
                      <a:pt x="11" y="21"/>
                    </a:cubicBezTo>
                    <a:cubicBezTo>
                      <a:pt x="11" y="21"/>
                      <a:pt x="11" y="22"/>
                      <a:pt x="12" y="22"/>
                    </a:cubicBezTo>
                    <a:cubicBezTo>
                      <a:pt x="12" y="21"/>
                      <a:pt x="13" y="21"/>
                      <a:pt x="14" y="21"/>
                    </a:cubicBezTo>
                    <a:cubicBezTo>
                      <a:pt x="14" y="19"/>
                      <a:pt x="13" y="19"/>
                      <a:pt x="13" y="20"/>
                    </a:cubicBezTo>
                    <a:cubicBezTo>
                      <a:pt x="13" y="19"/>
                      <a:pt x="13" y="21"/>
                      <a:pt x="14" y="19"/>
                    </a:cubicBezTo>
                    <a:cubicBezTo>
                      <a:pt x="14" y="19"/>
                      <a:pt x="13" y="19"/>
                      <a:pt x="13" y="18"/>
                    </a:cubicBezTo>
                    <a:cubicBezTo>
                      <a:pt x="14" y="18"/>
                      <a:pt x="14" y="18"/>
                      <a:pt x="14" y="18"/>
                    </a:cubicBezTo>
                    <a:cubicBezTo>
                      <a:pt x="13" y="17"/>
                      <a:pt x="13" y="17"/>
                      <a:pt x="14" y="17"/>
                    </a:cubicBezTo>
                    <a:cubicBezTo>
                      <a:pt x="14" y="15"/>
                      <a:pt x="14" y="15"/>
                      <a:pt x="13" y="16"/>
                    </a:cubicBezTo>
                    <a:cubicBezTo>
                      <a:pt x="12" y="16"/>
                      <a:pt x="13" y="17"/>
                      <a:pt x="13" y="15"/>
                    </a:cubicBezTo>
                    <a:cubicBezTo>
                      <a:pt x="13" y="16"/>
                      <a:pt x="13" y="15"/>
                      <a:pt x="13" y="14"/>
                    </a:cubicBezTo>
                    <a:cubicBezTo>
                      <a:pt x="14" y="14"/>
                      <a:pt x="12" y="14"/>
                      <a:pt x="13" y="13"/>
                    </a:cubicBezTo>
                    <a:cubicBezTo>
                      <a:pt x="14" y="12"/>
                      <a:pt x="14" y="12"/>
                      <a:pt x="14" y="12"/>
                    </a:cubicBezTo>
                    <a:cubicBezTo>
                      <a:pt x="13" y="13"/>
                      <a:pt x="14" y="13"/>
                      <a:pt x="14" y="13"/>
                    </a:cubicBezTo>
                    <a:cubicBezTo>
                      <a:pt x="14" y="13"/>
                      <a:pt x="14" y="12"/>
                      <a:pt x="14" y="12"/>
                    </a:cubicBezTo>
                    <a:cubicBezTo>
                      <a:pt x="15" y="13"/>
                      <a:pt x="14" y="12"/>
                      <a:pt x="14" y="11"/>
                    </a:cubicBezTo>
                    <a:cubicBezTo>
                      <a:pt x="15" y="11"/>
                      <a:pt x="15" y="11"/>
                      <a:pt x="15" y="11"/>
                    </a:cubicBezTo>
                    <a:cubicBezTo>
                      <a:pt x="15" y="10"/>
                      <a:pt x="15" y="10"/>
                      <a:pt x="15" y="9"/>
                    </a:cubicBezTo>
                  </a:path>
                </a:pathLst>
              </a:custGeom>
              <a:solidFill>
                <a:srgbClr val="24AC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2" name="Freeform 185">
                <a:extLst>
                  <a:ext uri="{FF2B5EF4-FFF2-40B4-BE49-F238E27FC236}">
                    <a16:creationId xmlns:a16="http://schemas.microsoft.com/office/drawing/2014/main" id="{074EFFD8-E7AA-4B01-B635-7D56ABEB9A65}"/>
                  </a:ext>
                </a:extLst>
              </p:cNvPr>
              <p:cNvSpPr>
                <a:spLocks/>
              </p:cNvSpPr>
              <p:nvPr/>
            </p:nvSpPr>
            <p:spPr bwMode="auto">
              <a:xfrm>
                <a:off x="4862" y="2607"/>
                <a:ext cx="45" cy="93"/>
              </a:xfrm>
              <a:custGeom>
                <a:avLst/>
                <a:gdLst>
                  <a:gd name="T0" fmla="*/ 11 w 19"/>
                  <a:gd name="T1" fmla="*/ 6 h 39"/>
                  <a:gd name="T2" fmla="*/ 9 w 19"/>
                  <a:gd name="T3" fmla="*/ 6 h 39"/>
                  <a:gd name="T4" fmla="*/ 8 w 19"/>
                  <a:gd name="T5" fmla="*/ 6 h 39"/>
                  <a:gd name="T6" fmla="*/ 6 w 19"/>
                  <a:gd name="T7" fmla="*/ 6 h 39"/>
                  <a:gd name="T8" fmla="*/ 6 w 19"/>
                  <a:gd name="T9" fmla="*/ 4 h 39"/>
                  <a:gd name="T10" fmla="*/ 6 w 19"/>
                  <a:gd name="T11" fmla="*/ 6 h 39"/>
                  <a:gd name="T12" fmla="*/ 6 w 19"/>
                  <a:gd name="T13" fmla="*/ 4 h 39"/>
                  <a:gd name="T14" fmla="*/ 4 w 19"/>
                  <a:gd name="T15" fmla="*/ 3 h 39"/>
                  <a:gd name="T16" fmla="*/ 4 w 19"/>
                  <a:gd name="T17" fmla="*/ 1 h 39"/>
                  <a:gd name="T18" fmla="*/ 4 w 19"/>
                  <a:gd name="T19" fmla="*/ 1 h 39"/>
                  <a:gd name="T20" fmla="*/ 4 w 19"/>
                  <a:gd name="T21" fmla="*/ 3 h 39"/>
                  <a:gd name="T22" fmla="*/ 4 w 19"/>
                  <a:gd name="T23" fmla="*/ 5 h 39"/>
                  <a:gd name="T24" fmla="*/ 4 w 19"/>
                  <a:gd name="T25" fmla="*/ 5 h 39"/>
                  <a:gd name="T26" fmla="*/ 4 w 19"/>
                  <a:gd name="T27" fmla="*/ 7 h 39"/>
                  <a:gd name="T28" fmla="*/ 4 w 19"/>
                  <a:gd name="T29" fmla="*/ 7 h 39"/>
                  <a:gd name="T30" fmla="*/ 3 w 19"/>
                  <a:gd name="T31" fmla="*/ 8 h 39"/>
                  <a:gd name="T32" fmla="*/ 3 w 19"/>
                  <a:gd name="T33" fmla="*/ 8 h 39"/>
                  <a:gd name="T34" fmla="*/ 2 w 19"/>
                  <a:gd name="T35" fmla="*/ 10 h 39"/>
                  <a:gd name="T36" fmla="*/ 2 w 19"/>
                  <a:gd name="T37" fmla="*/ 9 h 39"/>
                  <a:gd name="T38" fmla="*/ 1 w 19"/>
                  <a:gd name="T39" fmla="*/ 9 h 39"/>
                  <a:gd name="T40" fmla="*/ 1 w 19"/>
                  <a:gd name="T41" fmla="*/ 10 h 39"/>
                  <a:gd name="T42" fmla="*/ 1 w 19"/>
                  <a:gd name="T43" fmla="*/ 14 h 39"/>
                  <a:gd name="T44" fmla="*/ 2 w 19"/>
                  <a:gd name="T45" fmla="*/ 14 h 39"/>
                  <a:gd name="T46" fmla="*/ 1 w 19"/>
                  <a:gd name="T47" fmla="*/ 17 h 39"/>
                  <a:gd name="T48" fmla="*/ 2 w 19"/>
                  <a:gd name="T49" fmla="*/ 19 h 39"/>
                  <a:gd name="T50" fmla="*/ 3 w 19"/>
                  <a:gd name="T51" fmla="*/ 19 h 39"/>
                  <a:gd name="T52" fmla="*/ 3 w 19"/>
                  <a:gd name="T53" fmla="*/ 20 h 39"/>
                  <a:gd name="T54" fmla="*/ 4 w 19"/>
                  <a:gd name="T55" fmla="*/ 22 h 39"/>
                  <a:gd name="T56" fmla="*/ 4 w 19"/>
                  <a:gd name="T57" fmla="*/ 24 h 39"/>
                  <a:gd name="T58" fmla="*/ 5 w 19"/>
                  <a:gd name="T59" fmla="*/ 26 h 39"/>
                  <a:gd name="T60" fmla="*/ 5 w 19"/>
                  <a:gd name="T61" fmla="*/ 28 h 39"/>
                  <a:gd name="T62" fmla="*/ 7 w 19"/>
                  <a:gd name="T63" fmla="*/ 30 h 39"/>
                  <a:gd name="T64" fmla="*/ 8 w 19"/>
                  <a:gd name="T65" fmla="*/ 31 h 39"/>
                  <a:gd name="T66" fmla="*/ 8 w 19"/>
                  <a:gd name="T67" fmla="*/ 33 h 39"/>
                  <a:gd name="T68" fmla="*/ 10 w 19"/>
                  <a:gd name="T69" fmla="*/ 34 h 39"/>
                  <a:gd name="T70" fmla="*/ 11 w 19"/>
                  <a:gd name="T71" fmla="*/ 35 h 39"/>
                  <a:gd name="T72" fmla="*/ 11 w 19"/>
                  <a:gd name="T73" fmla="*/ 37 h 39"/>
                  <a:gd name="T74" fmla="*/ 12 w 19"/>
                  <a:gd name="T75" fmla="*/ 38 h 39"/>
                  <a:gd name="T76" fmla="*/ 14 w 19"/>
                  <a:gd name="T77" fmla="*/ 38 h 39"/>
                  <a:gd name="T78" fmla="*/ 15 w 19"/>
                  <a:gd name="T79" fmla="*/ 38 h 39"/>
                  <a:gd name="T80" fmla="*/ 16 w 19"/>
                  <a:gd name="T81" fmla="*/ 35 h 39"/>
                  <a:gd name="T82" fmla="*/ 16 w 19"/>
                  <a:gd name="T83" fmla="*/ 34 h 39"/>
                  <a:gd name="T84" fmla="*/ 16 w 19"/>
                  <a:gd name="T85" fmla="*/ 33 h 39"/>
                  <a:gd name="T86" fmla="*/ 15 w 19"/>
                  <a:gd name="T87" fmla="*/ 33 h 39"/>
                  <a:gd name="T88" fmla="*/ 15 w 19"/>
                  <a:gd name="T89" fmla="*/ 30 h 39"/>
                  <a:gd name="T90" fmla="*/ 16 w 19"/>
                  <a:gd name="T91" fmla="*/ 29 h 39"/>
                  <a:gd name="T92" fmla="*/ 18 w 19"/>
                  <a:gd name="T93" fmla="*/ 29 h 39"/>
                  <a:gd name="T94" fmla="*/ 18 w 19"/>
                  <a:gd name="T95" fmla="*/ 28 h 39"/>
                  <a:gd name="T96" fmla="*/ 17 w 19"/>
                  <a:gd name="T97" fmla="*/ 26 h 39"/>
                  <a:gd name="T98" fmla="*/ 18 w 19"/>
                  <a:gd name="T99" fmla="*/ 23 h 39"/>
                  <a:gd name="T100" fmla="*/ 16 w 19"/>
                  <a:gd name="T101" fmla="*/ 23 h 39"/>
                  <a:gd name="T102" fmla="*/ 15 w 19"/>
                  <a:gd name="T103" fmla="*/ 21 h 39"/>
                  <a:gd name="T104" fmla="*/ 14 w 19"/>
                  <a:gd name="T105" fmla="*/ 20 h 39"/>
                  <a:gd name="T106" fmla="*/ 12 w 19"/>
                  <a:gd name="T107" fmla="*/ 17 h 39"/>
                  <a:gd name="T108" fmla="*/ 13 w 19"/>
                  <a:gd name="T109" fmla="*/ 16 h 39"/>
                  <a:gd name="T110" fmla="*/ 14 w 19"/>
                  <a:gd name="T111" fmla="*/ 14 h 39"/>
                  <a:gd name="T112" fmla="*/ 13 w 19"/>
                  <a:gd name="T113" fmla="*/ 12 h 39"/>
                  <a:gd name="T114" fmla="*/ 13 w 19"/>
                  <a:gd name="T115" fmla="*/ 11 h 39"/>
                  <a:gd name="T116" fmla="*/ 12 w 19"/>
                  <a:gd name="T117" fmla="*/ 10 h 39"/>
                  <a:gd name="T118" fmla="*/ 11 w 19"/>
                  <a:gd name="T119" fmla="*/ 9 h 39"/>
                  <a:gd name="T120" fmla="*/ 11 w 19"/>
                  <a:gd name="T121" fmla="*/ 8 h 39"/>
                  <a:gd name="T122" fmla="*/ 11 w 19"/>
                  <a:gd name="T123" fmla="*/ 6 h 39"/>
                  <a:gd name="T124" fmla="*/ 11 w 19"/>
                  <a:gd name="T125"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 h="39">
                    <a:moveTo>
                      <a:pt x="11" y="6"/>
                    </a:moveTo>
                    <a:cubicBezTo>
                      <a:pt x="12" y="6"/>
                      <a:pt x="10" y="5"/>
                      <a:pt x="11" y="6"/>
                    </a:cubicBezTo>
                    <a:cubicBezTo>
                      <a:pt x="11" y="7"/>
                      <a:pt x="10" y="6"/>
                      <a:pt x="10" y="6"/>
                    </a:cubicBezTo>
                    <a:cubicBezTo>
                      <a:pt x="11" y="6"/>
                      <a:pt x="8" y="7"/>
                      <a:pt x="9" y="6"/>
                    </a:cubicBezTo>
                    <a:cubicBezTo>
                      <a:pt x="8" y="5"/>
                      <a:pt x="8" y="5"/>
                      <a:pt x="8" y="5"/>
                    </a:cubicBezTo>
                    <a:cubicBezTo>
                      <a:pt x="9" y="5"/>
                      <a:pt x="7" y="6"/>
                      <a:pt x="8" y="6"/>
                    </a:cubicBezTo>
                    <a:cubicBezTo>
                      <a:pt x="7" y="6"/>
                      <a:pt x="7" y="5"/>
                      <a:pt x="6" y="6"/>
                    </a:cubicBezTo>
                    <a:cubicBezTo>
                      <a:pt x="6" y="6"/>
                      <a:pt x="6" y="6"/>
                      <a:pt x="6" y="6"/>
                    </a:cubicBezTo>
                    <a:cubicBezTo>
                      <a:pt x="6" y="6"/>
                      <a:pt x="6" y="5"/>
                      <a:pt x="6" y="5"/>
                    </a:cubicBezTo>
                    <a:cubicBezTo>
                      <a:pt x="7" y="4"/>
                      <a:pt x="5" y="5"/>
                      <a:pt x="6" y="4"/>
                    </a:cubicBezTo>
                    <a:cubicBezTo>
                      <a:pt x="6" y="4"/>
                      <a:pt x="6" y="3"/>
                      <a:pt x="6" y="4"/>
                    </a:cubicBezTo>
                    <a:cubicBezTo>
                      <a:pt x="6" y="4"/>
                      <a:pt x="6" y="5"/>
                      <a:pt x="6" y="6"/>
                    </a:cubicBezTo>
                    <a:cubicBezTo>
                      <a:pt x="6" y="6"/>
                      <a:pt x="6" y="6"/>
                      <a:pt x="6" y="5"/>
                    </a:cubicBezTo>
                    <a:cubicBezTo>
                      <a:pt x="6" y="3"/>
                      <a:pt x="6" y="4"/>
                      <a:pt x="6" y="4"/>
                    </a:cubicBezTo>
                    <a:cubicBezTo>
                      <a:pt x="6" y="3"/>
                      <a:pt x="5" y="3"/>
                      <a:pt x="5" y="3"/>
                    </a:cubicBezTo>
                    <a:cubicBezTo>
                      <a:pt x="6" y="2"/>
                      <a:pt x="4" y="3"/>
                      <a:pt x="4" y="3"/>
                    </a:cubicBezTo>
                    <a:cubicBezTo>
                      <a:pt x="5" y="2"/>
                      <a:pt x="5" y="1"/>
                      <a:pt x="4" y="2"/>
                    </a:cubicBezTo>
                    <a:cubicBezTo>
                      <a:pt x="3" y="0"/>
                      <a:pt x="4" y="0"/>
                      <a:pt x="4" y="1"/>
                    </a:cubicBezTo>
                    <a:cubicBezTo>
                      <a:pt x="4" y="1"/>
                      <a:pt x="5" y="3"/>
                      <a:pt x="4" y="1"/>
                    </a:cubicBezTo>
                    <a:cubicBezTo>
                      <a:pt x="4" y="1"/>
                      <a:pt x="5" y="1"/>
                      <a:pt x="4" y="1"/>
                    </a:cubicBezTo>
                    <a:cubicBezTo>
                      <a:pt x="4" y="0"/>
                      <a:pt x="4" y="1"/>
                      <a:pt x="4" y="1"/>
                    </a:cubicBezTo>
                    <a:cubicBezTo>
                      <a:pt x="4" y="1"/>
                      <a:pt x="5" y="2"/>
                      <a:pt x="4" y="3"/>
                    </a:cubicBezTo>
                    <a:cubicBezTo>
                      <a:pt x="3" y="3"/>
                      <a:pt x="3" y="5"/>
                      <a:pt x="3" y="4"/>
                    </a:cubicBezTo>
                    <a:cubicBezTo>
                      <a:pt x="2" y="5"/>
                      <a:pt x="3" y="5"/>
                      <a:pt x="4" y="5"/>
                    </a:cubicBezTo>
                    <a:cubicBezTo>
                      <a:pt x="4" y="6"/>
                      <a:pt x="3" y="5"/>
                      <a:pt x="3" y="4"/>
                    </a:cubicBezTo>
                    <a:cubicBezTo>
                      <a:pt x="3" y="5"/>
                      <a:pt x="3" y="5"/>
                      <a:pt x="4" y="5"/>
                    </a:cubicBezTo>
                    <a:cubicBezTo>
                      <a:pt x="4" y="5"/>
                      <a:pt x="4" y="6"/>
                      <a:pt x="3" y="6"/>
                    </a:cubicBezTo>
                    <a:cubicBezTo>
                      <a:pt x="4" y="7"/>
                      <a:pt x="4" y="7"/>
                      <a:pt x="4" y="7"/>
                    </a:cubicBezTo>
                    <a:cubicBezTo>
                      <a:pt x="4" y="8"/>
                      <a:pt x="4" y="8"/>
                      <a:pt x="4" y="7"/>
                    </a:cubicBezTo>
                    <a:cubicBezTo>
                      <a:pt x="5" y="6"/>
                      <a:pt x="5" y="6"/>
                      <a:pt x="4" y="7"/>
                    </a:cubicBezTo>
                    <a:cubicBezTo>
                      <a:pt x="5" y="6"/>
                      <a:pt x="5" y="7"/>
                      <a:pt x="5" y="8"/>
                    </a:cubicBezTo>
                    <a:cubicBezTo>
                      <a:pt x="4" y="7"/>
                      <a:pt x="4" y="8"/>
                      <a:pt x="3" y="8"/>
                    </a:cubicBezTo>
                    <a:cubicBezTo>
                      <a:pt x="3" y="10"/>
                      <a:pt x="3" y="10"/>
                      <a:pt x="3" y="9"/>
                    </a:cubicBezTo>
                    <a:cubicBezTo>
                      <a:pt x="2" y="10"/>
                      <a:pt x="4" y="9"/>
                      <a:pt x="3" y="8"/>
                    </a:cubicBezTo>
                    <a:cubicBezTo>
                      <a:pt x="3" y="9"/>
                      <a:pt x="2" y="9"/>
                      <a:pt x="2" y="9"/>
                    </a:cubicBezTo>
                    <a:cubicBezTo>
                      <a:pt x="3" y="9"/>
                      <a:pt x="2" y="11"/>
                      <a:pt x="2" y="10"/>
                    </a:cubicBezTo>
                    <a:cubicBezTo>
                      <a:pt x="2" y="11"/>
                      <a:pt x="3" y="10"/>
                      <a:pt x="2" y="10"/>
                    </a:cubicBezTo>
                    <a:cubicBezTo>
                      <a:pt x="3" y="10"/>
                      <a:pt x="2" y="11"/>
                      <a:pt x="2" y="9"/>
                    </a:cubicBezTo>
                    <a:cubicBezTo>
                      <a:pt x="2" y="9"/>
                      <a:pt x="0" y="7"/>
                      <a:pt x="1" y="9"/>
                    </a:cubicBezTo>
                    <a:cubicBezTo>
                      <a:pt x="1" y="10"/>
                      <a:pt x="0" y="9"/>
                      <a:pt x="1" y="9"/>
                    </a:cubicBezTo>
                    <a:cubicBezTo>
                      <a:pt x="1" y="10"/>
                      <a:pt x="1" y="10"/>
                      <a:pt x="1" y="10"/>
                    </a:cubicBezTo>
                    <a:cubicBezTo>
                      <a:pt x="0" y="10"/>
                      <a:pt x="0" y="10"/>
                      <a:pt x="1" y="10"/>
                    </a:cubicBezTo>
                    <a:cubicBezTo>
                      <a:pt x="1" y="9"/>
                      <a:pt x="1" y="12"/>
                      <a:pt x="1" y="12"/>
                    </a:cubicBezTo>
                    <a:cubicBezTo>
                      <a:pt x="0" y="13"/>
                      <a:pt x="1" y="14"/>
                      <a:pt x="1" y="14"/>
                    </a:cubicBezTo>
                    <a:cubicBezTo>
                      <a:pt x="2" y="14"/>
                      <a:pt x="2" y="14"/>
                      <a:pt x="2" y="13"/>
                    </a:cubicBezTo>
                    <a:cubicBezTo>
                      <a:pt x="2" y="14"/>
                      <a:pt x="2" y="13"/>
                      <a:pt x="2" y="14"/>
                    </a:cubicBezTo>
                    <a:cubicBezTo>
                      <a:pt x="2" y="15"/>
                      <a:pt x="0" y="16"/>
                      <a:pt x="1" y="16"/>
                    </a:cubicBezTo>
                    <a:cubicBezTo>
                      <a:pt x="1" y="15"/>
                      <a:pt x="2" y="15"/>
                      <a:pt x="1" y="17"/>
                    </a:cubicBezTo>
                    <a:cubicBezTo>
                      <a:pt x="2" y="17"/>
                      <a:pt x="0" y="18"/>
                      <a:pt x="2" y="18"/>
                    </a:cubicBezTo>
                    <a:cubicBezTo>
                      <a:pt x="1" y="19"/>
                      <a:pt x="2" y="19"/>
                      <a:pt x="2" y="19"/>
                    </a:cubicBezTo>
                    <a:cubicBezTo>
                      <a:pt x="1" y="20"/>
                      <a:pt x="1" y="20"/>
                      <a:pt x="1" y="20"/>
                    </a:cubicBezTo>
                    <a:cubicBezTo>
                      <a:pt x="2" y="19"/>
                      <a:pt x="2" y="20"/>
                      <a:pt x="3" y="19"/>
                    </a:cubicBezTo>
                    <a:cubicBezTo>
                      <a:pt x="2" y="18"/>
                      <a:pt x="3" y="18"/>
                      <a:pt x="3" y="19"/>
                    </a:cubicBezTo>
                    <a:cubicBezTo>
                      <a:pt x="2" y="19"/>
                      <a:pt x="3" y="19"/>
                      <a:pt x="3" y="20"/>
                    </a:cubicBezTo>
                    <a:cubicBezTo>
                      <a:pt x="4" y="20"/>
                      <a:pt x="5" y="20"/>
                      <a:pt x="4" y="21"/>
                    </a:cubicBezTo>
                    <a:cubicBezTo>
                      <a:pt x="3" y="21"/>
                      <a:pt x="4" y="21"/>
                      <a:pt x="4" y="22"/>
                    </a:cubicBezTo>
                    <a:cubicBezTo>
                      <a:pt x="3" y="23"/>
                      <a:pt x="5" y="23"/>
                      <a:pt x="4" y="22"/>
                    </a:cubicBezTo>
                    <a:cubicBezTo>
                      <a:pt x="4" y="23"/>
                      <a:pt x="5" y="23"/>
                      <a:pt x="4" y="24"/>
                    </a:cubicBezTo>
                    <a:cubicBezTo>
                      <a:pt x="5" y="26"/>
                      <a:pt x="5" y="26"/>
                      <a:pt x="4" y="25"/>
                    </a:cubicBezTo>
                    <a:cubicBezTo>
                      <a:pt x="5" y="25"/>
                      <a:pt x="4" y="26"/>
                      <a:pt x="5" y="26"/>
                    </a:cubicBezTo>
                    <a:cubicBezTo>
                      <a:pt x="4" y="27"/>
                      <a:pt x="5" y="26"/>
                      <a:pt x="5" y="27"/>
                    </a:cubicBezTo>
                    <a:cubicBezTo>
                      <a:pt x="6" y="28"/>
                      <a:pt x="6" y="29"/>
                      <a:pt x="5" y="28"/>
                    </a:cubicBezTo>
                    <a:cubicBezTo>
                      <a:pt x="6" y="29"/>
                      <a:pt x="4" y="29"/>
                      <a:pt x="6" y="29"/>
                    </a:cubicBezTo>
                    <a:cubicBezTo>
                      <a:pt x="6" y="31"/>
                      <a:pt x="7" y="29"/>
                      <a:pt x="7" y="30"/>
                    </a:cubicBezTo>
                    <a:cubicBezTo>
                      <a:pt x="7" y="31"/>
                      <a:pt x="8" y="31"/>
                      <a:pt x="8" y="32"/>
                    </a:cubicBezTo>
                    <a:cubicBezTo>
                      <a:pt x="8" y="31"/>
                      <a:pt x="8" y="30"/>
                      <a:pt x="8" y="31"/>
                    </a:cubicBezTo>
                    <a:cubicBezTo>
                      <a:pt x="9" y="31"/>
                      <a:pt x="9" y="31"/>
                      <a:pt x="9" y="32"/>
                    </a:cubicBezTo>
                    <a:cubicBezTo>
                      <a:pt x="8" y="32"/>
                      <a:pt x="8" y="32"/>
                      <a:pt x="8" y="33"/>
                    </a:cubicBezTo>
                    <a:cubicBezTo>
                      <a:pt x="8" y="33"/>
                      <a:pt x="8" y="33"/>
                      <a:pt x="9" y="33"/>
                    </a:cubicBezTo>
                    <a:cubicBezTo>
                      <a:pt x="10" y="33"/>
                      <a:pt x="9" y="33"/>
                      <a:pt x="10" y="34"/>
                    </a:cubicBezTo>
                    <a:cubicBezTo>
                      <a:pt x="10" y="34"/>
                      <a:pt x="10" y="35"/>
                      <a:pt x="10" y="35"/>
                    </a:cubicBezTo>
                    <a:cubicBezTo>
                      <a:pt x="11" y="35"/>
                      <a:pt x="11" y="35"/>
                      <a:pt x="11" y="35"/>
                    </a:cubicBezTo>
                    <a:cubicBezTo>
                      <a:pt x="11" y="35"/>
                      <a:pt x="11" y="36"/>
                      <a:pt x="11" y="36"/>
                    </a:cubicBezTo>
                    <a:cubicBezTo>
                      <a:pt x="11" y="36"/>
                      <a:pt x="11" y="37"/>
                      <a:pt x="11" y="37"/>
                    </a:cubicBezTo>
                    <a:cubicBezTo>
                      <a:pt x="11" y="38"/>
                      <a:pt x="11" y="38"/>
                      <a:pt x="12" y="37"/>
                    </a:cubicBezTo>
                    <a:cubicBezTo>
                      <a:pt x="13" y="38"/>
                      <a:pt x="12" y="39"/>
                      <a:pt x="12" y="38"/>
                    </a:cubicBezTo>
                    <a:cubicBezTo>
                      <a:pt x="12" y="38"/>
                      <a:pt x="12" y="38"/>
                      <a:pt x="13" y="38"/>
                    </a:cubicBezTo>
                    <a:cubicBezTo>
                      <a:pt x="13" y="37"/>
                      <a:pt x="14" y="38"/>
                      <a:pt x="14" y="38"/>
                    </a:cubicBezTo>
                    <a:cubicBezTo>
                      <a:pt x="14" y="38"/>
                      <a:pt x="14" y="39"/>
                      <a:pt x="14" y="38"/>
                    </a:cubicBezTo>
                    <a:cubicBezTo>
                      <a:pt x="15" y="37"/>
                      <a:pt x="14" y="38"/>
                      <a:pt x="15" y="38"/>
                    </a:cubicBezTo>
                    <a:cubicBezTo>
                      <a:pt x="16" y="36"/>
                      <a:pt x="16" y="39"/>
                      <a:pt x="16" y="37"/>
                    </a:cubicBezTo>
                    <a:cubicBezTo>
                      <a:pt x="16" y="36"/>
                      <a:pt x="16" y="36"/>
                      <a:pt x="16" y="35"/>
                    </a:cubicBezTo>
                    <a:cubicBezTo>
                      <a:pt x="17" y="35"/>
                      <a:pt x="17" y="35"/>
                      <a:pt x="16" y="35"/>
                    </a:cubicBezTo>
                    <a:cubicBezTo>
                      <a:pt x="16" y="34"/>
                      <a:pt x="16" y="33"/>
                      <a:pt x="16" y="34"/>
                    </a:cubicBezTo>
                    <a:cubicBezTo>
                      <a:pt x="15" y="35"/>
                      <a:pt x="15" y="34"/>
                      <a:pt x="15" y="34"/>
                    </a:cubicBezTo>
                    <a:cubicBezTo>
                      <a:pt x="15" y="33"/>
                      <a:pt x="16" y="33"/>
                      <a:pt x="16" y="33"/>
                    </a:cubicBezTo>
                    <a:cubicBezTo>
                      <a:pt x="15" y="34"/>
                      <a:pt x="15" y="35"/>
                      <a:pt x="15" y="34"/>
                    </a:cubicBezTo>
                    <a:cubicBezTo>
                      <a:pt x="16" y="34"/>
                      <a:pt x="16" y="34"/>
                      <a:pt x="15" y="33"/>
                    </a:cubicBezTo>
                    <a:cubicBezTo>
                      <a:pt x="15" y="33"/>
                      <a:pt x="16" y="30"/>
                      <a:pt x="16" y="31"/>
                    </a:cubicBezTo>
                    <a:cubicBezTo>
                      <a:pt x="16" y="31"/>
                      <a:pt x="15" y="29"/>
                      <a:pt x="15" y="30"/>
                    </a:cubicBezTo>
                    <a:cubicBezTo>
                      <a:pt x="15" y="30"/>
                      <a:pt x="14" y="31"/>
                      <a:pt x="15" y="29"/>
                    </a:cubicBezTo>
                    <a:cubicBezTo>
                      <a:pt x="16" y="28"/>
                      <a:pt x="17" y="30"/>
                      <a:pt x="16" y="29"/>
                    </a:cubicBezTo>
                    <a:cubicBezTo>
                      <a:pt x="17" y="30"/>
                      <a:pt x="17" y="28"/>
                      <a:pt x="17" y="29"/>
                    </a:cubicBezTo>
                    <a:cubicBezTo>
                      <a:pt x="17" y="29"/>
                      <a:pt x="18" y="28"/>
                      <a:pt x="18" y="29"/>
                    </a:cubicBezTo>
                    <a:cubicBezTo>
                      <a:pt x="18" y="30"/>
                      <a:pt x="18" y="28"/>
                      <a:pt x="18" y="28"/>
                    </a:cubicBezTo>
                    <a:cubicBezTo>
                      <a:pt x="17" y="29"/>
                      <a:pt x="18" y="29"/>
                      <a:pt x="18" y="28"/>
                    </a:cubicBezTo>
                    <a:cubicBezTo>
                      <a:pt x="18" y="28"/>
                      <a:pt x="19" y="28"/>
                      <a:pt x="18" y="27"/>
                    </a:cubicBezTo>
                    <a:cubicBezTo>
                      <a:pt x="19" y="28"/>
                      <a:pt x="17" y="26"/>
                      <a:pt x="17" y="26"/>
                    </a:cubicBezTo>
                    <a:cubicBezTo>
                      <a:pt x="17" y="25"/>
                      <a:pt x="17" y="26"/>
                      <a:pt x="17" y="25"/>
                    </a:cubicBezTo>
                    <a:cubicBezTo>
                      <a:pt x="17" y="24"/>
                      <a:pt x="17" y="23"/>
                      <a:pt x="18" y="23"/>
                    </a:cubicBezTo>
                    <a:cubicBezTo>
                      <a:pt x="18" y="24"/>
                      <a:pt x="18" y="23"/>
                      <a:pt x="17" y="24"/>
                    </a:cubicBezTo>
                    <a:cubicBezTo>
                      <a:pt x="17" y="24"/>
                      <a:pt x="16" y="23"/>
                      <a:pt x="16" y="23"/>
                    </a:cubicBezTo>
                    <a:cubicBezTo>
                      <a:pt x="15" y="24"/>
                      <a:pt x="17" y="23"/>
                      <a:pt x="16" y="22"/>
                    </a:cubicBezTo>
                    <a:cubicBezTo>
                      <a:pt x="15" y="23"/>
                      <a:pt x="15" y="21"/>
                      <a:pt x="15" y="21"/>
                    </a:cubicBezTo>
                    <a:cubicBezTo>
                      <a:pt x="14" y="19"/>
                      <a:pt x="15" y="19"/>
                      <a:pt x="14" y="19"/>
                    </a:cubicBezTo>
                    <a:cubicBezTo>
                      <a:pt x="14" y="19"/>
                      <a:pt x="14" y="20"/>
                      <a:pt x="14" y="20"/>
                    </a:cubicBezTo>
                    <a:cubicBezTo>
                      <a:pt x="12" y="18"/>
                      <a:pt x="15" y="19"/>
                      <a:pt x="13" y="18"/>
                    </a:cubicBezTo>
                    <a:cubicBezTo>
                      <a:pt x="12" y="18"/>
                      <a:pt x="12" y="18"/>
                      <a:pt x="12" y="17"/>
                    </a:cubicBezTo>
                    <a:cubicBezTo>
                      <a:pt x="13" y="17"/>
                      <a:pt x="12" y="17"/>
                      <a:pt x="12" y="17"/>
                    </a:cubicBezTo>
                    <a:cubicBezTo>
                      <a:pt x="12" y="17"/>
                      <a:pt x="12" y="18"/>
                      <a:pt x="13" y="16"/>
                    </a:cubicBezTo>
                    <a:cubicBezTo>
                      <a:pt x="13" y="16"/>
                      <a:pt x="13" y="15"/>
                      <a:pt x="14" y="15"/>
                    </a:cubicBezTo>
                    <a:cubicBezTo>
                      <a:pt x="13" y="13"/>
                      <a:pt x="13" y="13"/>
                      <a:pt x="14" y="14"/>
                    </a:cubicBezTo>
                    <a:cubicBezTo>
                      <a:pt x="13" y="13"/>
                      <a:pt x="14" y="15"/>
                      <a:pt x="14" y="13"/>
                    </a:cubicBezTo>
                    <a:cubicBezTo>
                      <a:pt x="14" y="13"/>
                      <a:pt x="13" y="14"/>
                      <a:pt x="13" y="12"/>
                    </a:cubicBezTo>
                    <a:cubicBezTo>
                      <a:pt x="13" y="12"/>
                      <a:pt x="13" y="12"/>
                      <a:pt x="13" y="12"/>
                    </a:cubicBezTo>
                    <a:cubicBezTo>
                      <a:pt x="12" y="12"/>
                      <a:pt x="12" y="12"/>
                      <a:pt x="13" y="11"/>
                    </a:cubicBezTo>
                    <a:cubicBezTo>
                      <a:pt x="12" y="10"/>
                      <a:pt x="12" y="10"/>
                      <a:pt x="12" y="11"/>
                    </a:cubicBezTo>
                    <a:cubicBezTo>
                      <a:pt x="11" y="12"/>
                      <a:pt x="12" y="11"/>
                      <a:pt x="12" y="10"/>
                    </a:cubicBezTo>
                    <a:cubicBezTo>
                      <a:pt x="12" y="10"/>
                      <a:pt x="12" y="10"/>
                      <a:pt x="11" y="9"/>
                    </a:cubicBezTo>
                    <a:cubicBezTo>
                      <a:pt x="12" y="9"/>
                      <a:pt x="10" y="10"/>
                      <a:pt x="11" y="9"/>
                    </a:cubicBezTo>
                    <a:cubicBezTo>
                      <a:pt x="11" y="7"/>
                      <a:pt x="11" y="7"/>
                      <a:pt x="11" y="7"/>
                    </a:cubicBezTo>
                    <a:cubicBezTo>
                      <a:pt x="11" y="8"/>
                      <a:pt x="12" y="8"/>
                      <a:pt x="11" y="8"/>
                    </a:cubicBezTo>
                    <a:cubicBezTo>
                      <a:pt x="12" y="8"/>
                      <a:pt x="11" y="6"/>
                      <a:pt x="12" y="7"/>
                    </a:cubicBezTo>
                    <a:cubicBezTo>
                      <a:pt x="12" y="7"/>
                      <a:pt x="11" y="7"/>
                      <a:pt x="11" y="6"/>
                    </a:cubicBezTo>
                    <a:cubicBezTo>
                      <a:pt x="12" y="6"/>
                      <a:pt x="12" y="6"/>
                      <a:pt x="12" y="5"/>
                    </a:cubicBezTo>
                    <a:cubicBezTo>
                      <a:pt x="11" y="5"/>
                      <a:pt x="11" y="4"/>
                      <a:pt x="11" y="4"/>
                    </a:cubicBezTo>
                  </a:path>
                </a:pathLst>
              </a:custGeom>
              <a:solidFill>
                <a:srgbClr val="24AC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3" name="Freeform 186">
                <a:extLst>
                  <a:ext uri="{FF2B5EF4-FFF2-40B4-BE49-F238E27FC236}">
                    <a16:creationId xmlns:a16="http://schemas.microsoft.com/office/drawing/2014/main" id="{D5F7C16F-DEA6-4AA4-AFD1-8BAA580518DB}"/>
                  </a:ext>
                </a:extLst>
              </p:cNvPr>
              <p:cNvSpPr>
                <a:spLocks/>
              </p:cNvSpPr>
              <p:nvPr/>
            </p:nvSpPr>
            <p:spPr bwMode="auto">
              <a:xfrm>
                <a:off x="4845" y="2565"/>
                <a:ext cx="43" cy="92"/>
              </a:xfrm>
              <a:custGeom>
                <a:avLst/>
                <a:gdLst>
                  <a:gd name="T0" fmla="*/ 10 w 18"/>
                  <a:gd name="T1" fmla="*/ 6 h 39"/>
                  <a:gd name="T2" fmla="*/ 8 w 18"/>
                  <a:gd name="T3" fmla="*/ 6 h 39"/>
                  <a:gd name="T4" fmla="*/ 7 w 18"/>
                  <a:gd name="T5" fmla="*/ 6 h 39"/>
                  <a:gd name="T6" fmla="*/ 5 w 18"/>
                  <a:gd name="T7" fmla="*/ 6 h 39"/>
                  <a:gd name="T8" fmla="*/ 5 w 18"/>
                  <a:gd name="T9" fmla="*/ 5 h 39"/>
                  <a:gd name="T10" fmla="*/ 5 w 18"/>
                  <a:gd name="T11" fmla="*/ 6 h 39"/>
                  <a:gd name="T12" fmla="*/ 5 w 18"/>
                  <a:gd name="T13" fmla="*/ 4 h 39"/>
                  <a:gd name="T14" fmla="*/ 4 w 18"/>
                  <a:gd name="T15" fmla="*/ 3 h 39"/>
                  <a:gd name="T16" fmla="*/ 3 w 18"/>
                  <a:gd name="T17" fmla="*/ 2 h 39"/>
                  <a:gd name="T18" fmla="*/ 4 w 18"/>
                  <a:gd name="T19" fmla="*/ 1 h 39"/>
                  <a:gd name="T20" fmla="*/ 3 w 18"/>
                  <a:gd name="T21" fmla="*/ 3 h 39"/>
                  <a:gd name="T22" fmla="*/ 3 w 18"/>
                  <a:gd name="T23" fmla="*/ 6 h 39"/>
                  <a:gd name="T24" fmla="*/ 3 w 18"/>
                  <a:gd name="T25" fmla="*/ 5 h 39"/>
                  <a:gd name="T26" fmla="*/ 3 w 18"/>
                  <a:gd name="T27" fmla="*/ 7 h 39"/>
                  <a:gd name="T28" fmla="*/ 3 w 18"/>
                  <a:gd name="T29" fmla="*/ 7 h 39"/>
                  <a:gd name="T30" fmla="*/ 3 w 18"/>
                  <a:gd name="T31" fmla="*/ 8 h 39"/>
                  <a:gd name="T32" fmla="*/ 2 w 18"/>
                  <a:gd name="T33" fmla="*/ 8 h 39"/>
                  <a:gd name="T34" fmla="*/ 2 w 18"/>
                  <a:gd name="T35" fmla="*/ 10 h 39"/>
                  <a:gd name="T36" fmla="*/ 1 w 18"/>
                  <a:gd name="T37" fmla="*/ 9 h 39"/>
                  <a:gd name="T38" fmla="*/ 0 w 18"/>
                  <a:gd name="T39" fmla="*/ 9 h 39"/>
                  <a:gd name="T40" fmla="*/ 1 w 18"/>
                  <a:gd name="T41" fmla="*/ 10 h 39"/>
                  <a:gd name="T42" fmla="*/ 1 w 18"/>
                  <a:gd name="T43" fmla="*/ 14 h 39"/>
                  <a:gd name="T44" fmla="*/ 1 w 18"/>
                  <a:gd name="T45" fmla="*/ 14 h 39"/>
                  <a:gd name="T46" fmla="*/ 0 w 18"/>
                  <a:gd name="T47" fmla="*/ 17 h 39"/>
                  <a:gd name="T48" fmla="*/ 1 w 18"/>
                  <a:gd name="T49" fmla="*/ 19 h 39"/>
                  <a:gd name="T50" fmla="*/ 2 w 18"/>
                  <a:gd name="T51" fmla="*/ 19 h 39"/>
                  <a:gd name="T52" fmla="*/ 3 w 18"/>
                  <a:gd name="T53" fmla="*/ 20 h 39"/>
                  <a:gd name="T54" fmla="*/ 3 w 18"/>
                  <a:gd name="T55" fmla="*/ 22 h 39"/>
                  <a:gd name="T56" fmla="*/ 3 w 18"/>
                  <a:gd name="T57" fmla="*/ 24 h 39"/>
                  <a:gd name="T58" fmla="*/ 4 w 18"/>
                  <a:gd name="T59" fmla="*/ 26 h 39"/>
                  <a:gd name="T60" fmla="*/ 5 w 18"/>
                  <a:gd name="T61" fmla="*/ 29 h 39"/>
                  <a:gd name="T62" fmla="*/ 6 w 18"/>
                  <a:gd name="T63" fmla="*/ 30 h 39"/>
                  <a:gd name="T64" fmla="*/ 8 w 18"/>
                  <a:gd name="T65" fmla="*/ 31 h 39"/>
                  <a:gd name="T66" fmla="*/ 8 w 18"/>
                  <a:gd name="T67" fmla="*/ 33 h 39"/>
                  <a:gd name="T68" fmla="*/ 9 w 18"/>
                  <a:gd name="T69" fmla="*/ 34 h 39"/>
                  <a:gd name="T70" fmla="*/ 10 w 18"/>
                  <a:gd name="T71" fmla="*/ 35 h 39"/>
                  <a:gd name="T72" fmla="*/ 10 w 18"/>
                  <a:gd name="T73" fmla="*/ 37 h 39"/>
                  <a:gd name="T74" fmla="*/ 12 w 18"/>
                  <a:gd name="T75" fmla="*/ 38 h 39"/>
                  <a:gd name="T76" fmla="*/ 13 w 18"/>
                  <a:gd name="T77" fmla="*/ 38 h 39"/>
                  <a:gd name="T78" fmla="*/ 14 w 18"/>
                  <a:gd name="T79" fmla="*/ 38 h 39"/>
                  <a:gd name="T80" fmla="*/ 15 w 18"/>
                  <a:gd name="T81" fmla="*/ 35 h 39"/>
                  <a:gd name="T82" fmla="*/ 15 w 18"/>
                  <a:gd name="T83" fmla="*/ 34 h 39"/>
                  <a:gd name="T84" fmla="*/ 15 w 18"/>
                  <a:gd name="T85" fmla="*/ 33 h 39"/>
                  <a:gd name="T86" fmla="*/ 15 w 18"/>
                  <a:gd name="T87" fmla="*/ 33 h 39"/>
                  <a:gd name="T88" fmla="*/ 15 w 18"/>
                  <a:gd name="T89" fmla="*/ 30 h 39"/>
                  <a:gd name="T90" fmla="*/ 16 w 18"/>
                  <a:gd name="T91" fmla="*/ 29 h 39"/>
                  <a:gd name="T92" fmla="*/ 17 w 18"/>
                  <a:gd name="T93" fmla="*/ 29 h 39"/>
                  <a:gd name="T94" fmla="*/ 18 w 18"/>
                  <a:gd name="T95" fmla="*/ 28 h 39"/>
                  <a:gd name="T96" fmla="*/ 17 w 18"/>
                  <a:gd name="T97" fmla="*/ 26 h 39"/>
                  <a:gd name="T98" fmla="*/ 17 w 18"/>
                  <a:gd name="T99" fmla="*/ 23 h 39"/>
                  <a:gd name="T100" fmla="*/ 16 w 18"/>
                  <a:gd name="T101" fmla="*/ 23 h 39"/>
                  <a:gd name="T102" fmla="*/ 14 w 18"/>
                  <a:gd name="T103" fmla="*/ 21 h 39"/>
                  <a:gd name="T104" fmla="*/ 13 w 18"/>
                  <a:gd name="T105" fmla="*/ 20 h 39"/>
                  <a:gd name="T106" fmla="*/ 12 w 18"/>
                  <a:gd name="T107" fmla="*/ 17 h 39"/>
                  <a:gd name="T108" fmla="*/ 13 w 18"/>
                  <a:gd name="T109" fmla="*/ 17 h 39"/>
                  <a:gd name="T110" fmla="*/ 13 w 18"/>
                  <a:gd name="T111" fmla="*/ 14 h 39"/>
                  <a:gd name="T112" fmla="*/ 12 w 18"/>
                  <a:gd name="T113" fmla="*/ 13 h 39"/>
                  <a:gd name="T114" fmla="*/ 12 w 18"/>
                  <a:gd name="T115" fmla="*/ 11 h 39"/>
                  <a:gd name="T116" fmla="*/ 11 w 18"/>
                  <a:gd name="T117" fmla="*/ 11 h 39"/>
                  <a:gd name="T118" fmla="*/ 10 w 18"/>
                  <a:gd name="T119" fmla="*/ 9 h 39"/>
                  <a:gd name="T120" fmla="*/ 11 w 18"/>
                  <a:gd name="T121" fmla="*/ 8 h 39"/>
                  <a:gd name="T122" fmla="*/ 10 w 18"/>
                  <a:gd name="T123" fmla="*/ 6 h 39"/>
                  <a:gd name="T124" fmla="*/ 11 w 18"/>
                  <a:gd name="T125"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9">
                    <a:moveTo>
                      <a:pt x="10" y="6"/>
                    </a:moveTo>
                    <a:cubicBezTo>
                      <a:pt x="11" y="7"/>
                      <a:pt x="10" y="5"/>
                      <a:pt x="10" y="6"/>
                    </a:cubicBezTo>
                    <a:cubicBezTo>
                      <a:pt x="10" y="8"/>
                      <a:pt x="10" y="6"/>
                      <a:pt x="9" y="6"/>
                    </a:cubicBezTo>
                    <a:cubicBezTo>
                      <a:pt x="10" y="6"/>
                      <a:pt x="7" y="7"/>
                      <a:pt x="8" y="6"/>
                    </a:cubicBezTo>
                    <a:cubicBezTo>
                      <a:pt x="7" y="6"/>
                      <a:pt x="7" y="5"/>
                      <a:pt x="8" y="5"/>
                    </a:cubicBezTo>
                    <a:cubicBezTo>
                      <a:pt x="8" y="5"/>
                      <a:pt x="7" y="7"/>
                      <a:pt x="7" y="6"/>
                    </a:cubicBezTo>
                    <a:cubicBezTo>
                      <a:pt x="6" y="7"/>
                      <a:pt x="6" y="5"/>
                      <a:pt x="6" y="6"/>
                    </a:cubicBezTo>
                    <a:cubicBezTo>
                      <a:pt x="6" y="7"/>
                      <a:pt x="5" y="7"/>
                      <a:pt x="5" y="6"/>
                    </a:cubicBezTo>
                    <a:cubicBezTo>
                      <a:pt x="5" y="6"/>
                      <a:pt x="5" y="6"/>
                      <a:pt x="6" y="5"/>
                    </a:cubicBezTo>
                    <a:cubicBezTo>
                      <a:pt x="6" y="4"/>
                      <a:pt x="5" y="5"/>
                      <a:pt x="5" y="5"/>
                    </a:cubicBezTo>
                    <a:cubicBezTo>
                      <a:pt x="5" y="4"/>
                      <a:pt x="5" y="4"/>
                      <a:pt x="5" y="4"/>
                    </a:cubicBezTo>
                    <a:cubicBezTo>
                      <a:pt x="5" y="4"/>
                      <a:pt x="5" y="5"/>
                      <a:pt x="5" y="6"/>
                    </a:cubicBezTo>
                    <a:cubicBezTo>
                      <a:pt x="5" y="7"/>
                      <a:pt x="6" y="7"/>
                      <a:pt x="5" y="5"/>
                    </a:cubicBezTo>
                    <a:cubicBezTo>
                      <a:pt x="5" y="3"/>
                      <a:pt x="5" y="4"/>
                      <a:pt x="5" y="4"/>
                    </a:cubicBezTo>
                    <a:cubicBezTo>
                      <a:pt x="6" y="3"/>
                      <a:pt x="5" y="3"/>
                      <a:pt x="5" y="4"/>
                    </a:cubicBezTo>
                    <a:cubicBezTo>
                      <a:pt x="5" y="3"/>
                      <a:pt x="4" y="3"/>
                      <a:pt x="4" y="3"/>
                    </a:cubicBezTo>
                    <a:cubicBezTo>
                      <a:pt x="4" y="3"/>
                      <a:pt x="4" y="1"/>
                      <a:pt x="4" y="2"/>
                    </a:cubicBezTo>
                    <a:cubicBezTo>
                      <a:pt x="2" y="1"/>
                      <a:pt x="3" y="1"/>
                      <a:pt x="3" y="2"/>
                    </a:cubicBezTo>
                    <a:cubicBezTo>
                      <a:pt x="3" y="1"/>
                      <a:pt x="4" y="3"/>
                      <a:pt x="4" y="1"/>
                    </a:cubicBezTo>
                    <a:cubicBezTo>
                      <a:pt x="3" y="1"/>
                      <a:pt x="4" y="1"/>
                      <a:pt x="4" y="1"/>
                    </a:cubicBezTo>
                    <a:cubicBezTo>
                      <a:pt x="3" y="0"/>
                      <a:pt x="3" y="1"/>
                      <a:pt x="3" y="1"/>
                    </a:cubicBezTo>
                    <a:cubicBezTo>
                      <a:pt x="3" y="2"/>
                      <a:pt x="4" y="2"/>
                      <a:pt x="3" y="3"/>
                    </a:cubicBezTo>
                    <a:cubicBezTo>
                      <a:pt x="2" y="3"/>
                      <a:pt x="3" y="5"/>
                      <a:pt x="3" y="4"/>
                    </a:cubicBezTo>
                    <a:cubicBezTo>
                      <a:pt x="2" y="5"/>
                      <a:pt x="2" y="5"/>
                      <a:pt x="3" y="6"/>
                    </a:cubicBezTo>
                    <a:cubicBezTo>
                      <a:pt x="4" y="6"/>
                      <a:pt x="2" y="5"/>
                      <a:pt x="3" y="5"/>
                    </a:cubicBezTo>
                    <a:cubicBezTo>
                      <a:pt x="2" y="5"/>
                      <a:pt x="3" y="5"/>
                      <a:pt x="3" y="5"/>
                    </a:cubicBezTo>
                    <a:cubicBezTo>
                      <a:pt x="3" y="5"/>
                      <a:pt x="4" y="6"/>
                      <a:pt x="3" y="6"/>
                    </a:cubicBezTo>
                    <a:cubicBezTo>
                      <a:pt x="3" y="7"/>
                      <a:pt x="3" y="7"/>
                      <a:pt x="3" y="7"/>
                    </a:cubicBezTo>
                    <a:cubicBezTo>
                      <a:pt x="3" y="8"/>
                      <a:pt x="3" y="8"/>
                      <a:pt x="4" y="7"/>
                    </a:cubicBezTo>
                    <a:cubicBezTo>
                      <a:pt x="4" y="7"/>
                      <a:pt x="5" y="7"/>
                      <a:pt x="3" y="7"/>
                    </a:cubicBezTo>
                    <a:cubicBezTo>
                      <a:pt x="4" y="7"/>
                      <a:pt x="4" y="7"/>
                      <a:pt x="4" y="8"/>
                    </a:cubicBezTo>
                    <a:cubicBezTo>
                      <a:pt x="4" y="7"/>
                      <a:pt x="4" y="8"/>
                      <a:pt x="3" y="8"/>
                    </a:cubicBezTo>
                    <a:cubicBezTo>
                      <a:pt x="2" y="10"/>
                      <a:pt x="2" y="10"/>
                      <a:pt x="2" y="9"/>
                    </a:cubicBezTo>
                    <a:cubicBezTo>
                      <a:pt x="2" y="10"/>
                      <a:pt x="3" y="9"/>
                      <a:pt x="2" y="8"/>
                    </a:cubicBezTo>
                    <a:cubicBezTo>
                      <a:pt x="2" y="9"/>
                      <a:pt x="1" y="9"/>
                      <a:pt x="2" y="10"/>
                    </a:cubicBezTo>
                    <a:cubicBezTo>
                      <a:pt x="2" y="9"/>
                      <a:pt x="2" y="11"/>
                      <a:pt x="2" y="10"/>
                    </a:cubicBezTo>
                    <a:cubicBezTo>
                      <a:pt x="2" y="11"/>
                      <a:pt x="2" y="10"/>
                      <a:pt x="2" y="11"/>
                    </a:cubicBezTo>
                    <a:cubicBezTo>
                      <a:pt x="2" y="10"/>
                      <a:pt x="2" y="11"/>
                      <a:pt x="1" y="9"/>
                    </a:cubicBezTo>
                    <a:cubicBezTo>
                      <a:pt x="1" y="9"/>
                      <a:pt x="0" y="7"/>
                      <a:pt x="0" y="9"/>
                    </a:cubicBezTo>
                    <a:cubicBezTo>
                      <a:pt x="0" y="10"/>
                      <a:pt x="0" y="9"/>
                      <a:pt x="0" y="9"/>
                    </a:cubicBezTo>
                    <a:cubicBezTo>
                      <a:pt x="0" y="10"/>
                      <a:pt x="1" y="10"/>
                      <a:pt x="0" y="11"/>
                    </a:cubicBezTo>
                    <a:cubicBezTo>
                      <a:pt x="0" y="11"/>
                      <a:pt x="0" y="10"/>
                      <a:pt x="1" y="10"/>
                    </a:cubicBezTo>
                    <a:cubicBezTo>
                      <a:pt x="0" y="10"/>
                      <a:pt x="0" y="12"/>
                      <a:pt x="1" y="12"/>
                    </a:cubicBezTo>
                    <a:cubicBezTo>
                      <a:pt x="0" y="13"/>
                      <a:pt x="1" y="14"/>
                      <a:pt x="1" y="14"/>
                    </a:cubicBezTo>
                    <a:cubicBezTo>
                      <a:pt x="1" y="14"/>
                      <a:pt x="1" y="14"/>
                      <a:pt x="1" y="13"/>
                    </a:cubicBezTo>
                    <a:cubicBezTo>
                      <a:pt x="1" y="14"/>
                      <a:pt x="2" y="13"/>
                      <a:pt x="1" y="14"/>
                    </a:cubicBezTo>
                    <a:cubicBezTo>
                      <a:pt x="1" y="15"/>
                      <a:pt x="0" y="16"/>
                      <a:pt x="0" y="16"/>
                    </a:cubicBezTo>
                    <a:cubicBezTo>
                      <a:pt x="0" y="15"/>
                      <a:pt x="1" y="15"/>
                      <a:pt x="0" y="17"/>
                    </a:cubicBezTo>
                    <a:cubicBezTo>
                      <a:pt x="1" y="18"/>
                      <a:pt x="0" y="18"/>
                      <a:pt x="1" y="18"/>
                    </a:cubicBezTo>
                    <a:cubicBezTo>
                      <a:pt x="0" y="19"/>
                      <a:pt x="1" y="19"/>
                      <a:pt x="1" y="19"/>
                    </a:cubicBezTo>
                    <a:cubicBezTo>
                      <a:pt x="1" y="20"/>
                      <a:pt x="0" y="20"/>
                      <a:pt x="1" y="20"/>
                    </a:cubicBezTo>
                    <a:cubicBezTo>
                      <a:pt x="1" y="19"/>
                      <a:pt x="2" y="20"/>
                      <a:pt x="2" y="19"/>
                    </a:cubicBezTo>
                    <a:cubicBezTo>
                      <a:pt x="1" y="18"/>
                      <a:pt x="2" y="18"/>
                      <a:pt x="2" y="19"/>
                    </a:cubicBezTo>
                    <a:cubicBezTo>
                      <a:pt x="2" y="19"/>
                      <a:pt x="2" y="19"/>
                      <a:pt x="3" y="20"/>
                    </a:cubicBezTo>
                    <a:cubicBezTo>
                      <a:pt x="3" y="20"/>
                      <a:pt x="5" y="20"/>
                      <a:pt x="3" y="21"/>
                    </a:cubicBezTo>
                    <a:cubicBezTo>
                      <a:pt x="3" y="21"/>
                      <a:pt x="3" y="22"/>
                      <a:pt x="3" y="22"/>
                    </a:cubicBezTo>
                    <a:cubicBezTo>
                      <a:pt x="2" y="23"/>
                      <a:pt x="4" y="23"/>
                      <a:pt x="3" y="22"/>
                    </a:cubicBezTo>
                    <a:cubicBezTo>
                      <a:pt x="3" y="23"/>
                      <a:pt x="4" y="23"/>
                      <a:pt x="3" y="24"/>
                    </a:cubicBezTo>
                    <a:cubicBezTo>
                      <a:pt x="4" y="26"/>
                      <a:pt x="4" y="26"/>
                      <a:pt x="4" y="25"/>
                    </a:cubicBezTo>
                    <a:cubicBezTo>
                      <a:pt x="5" y="26"/>
                      <a:pt x="3" y="26"/>
                      <a:pt x="4" y="26"/>
                    </a:cubicBezTo>
                    <a:cubicBezTo>
                      <a:pt x="4" y="27"/>
                      <a:pt x="4" y="27"/>
                      <a:pt x="4" y="27"/>
                    </a:cubicBezTo>
                    <a:cubicBezTo>
                      <a:pt x="5" y="28"/>
                      <a:pt x="6" y="29"/>
                      <a:pt x="5" y="29"/>
                    </a:cubicBezTo>
                    <a:cubicBezTo>
                      <a:pt x="5" y="29"/>
                      <a:pt x="3" y="29"/>
                      <a:pt x="5" y="29"/>
                    </a:cubicBezTo>
                    <a:cubicBezTo>
                      <a:pt x="5" y="31"/>
                      <a:pt x="6" y="29"/>
                      <a:pt x="6" y="30"/>
                    </a:cubicBezTo>
                    <a:cubicBezTo>
                      <a:pt x="6" y="31"/>
                      <a:pt x="7" y="31"/>
                      <a:pt x="7" y="32"/>
                    </a:cubicBezTo>
                    <a:cubicBezTo>
                      <a:pt x="7" y="31"/>
                      <a:pt x="8" y="31"/>
                      <a:pt x="8" y="31"/>
                    </a:cubicBezTo>
                    <a:cubicBezTo>
                      <a:pt x="8" y="31"/>
                      <a:pt x="8" y="32"/>
                      <a:pt x="8" y="32"/>
                    </a:cubicBezTo>
                    <a:cubicBezTo>
                      <a:pt x="8" y="32"/>
                      <a:pt x="8" y="32"/>
                      <a:pt x="8" y="33"/>
                    </a:cubicBezTo>
                    <a:cubicBezTo>
                      <a:pt x="8" y="33"/>
                      <a:pt x="8" y="33"/>
                      <a:pt x="9" y="33"/>
                    </a:cubicBezTo>
                    <a:cubicBezTo>
                      <a:pt x="9" y="33"/>
                      <a:pt x="8" y="34"/>
                      <a:pt x="9" y="34"/>
                    </a:cubicBezTo>
                    <a:cubicBezTo>
                      <a:pt x="10" y="34"/>
                      <a:pt x="9" y="36"/>
                      <a:pt x="10" y="35"/>
                    </a:cubicBezTo>
                    <a:cubicBezTo>
                      <a:pt x="10" y="35"/>
                      <a:pt x="10" y="35"/>
                      <a:pt x="10" y="35"/>
                    </a:cubicBezTo>
                    <a:cubicBezTo>
                      <a:pt x="11" y="35"/>
                      <a:pt x="11" y="36"/>
                      <a:pt x="10" y="36"/>
                    </a:cubicBezTo>
                    <a:cubicBezTo>
                      <a:pt x="10" y="36"/>
                      <a:pt x="10" y="37"/>
                      <a:pt x="10" y="37"/>
                    </a:cubicBezTo>
                    <a:cubicBezTo>
                      <a:pt x="10" y="38"/>
                      <a:pt x="10" y="38"/>
                      <a:pt x="11" y="37"/>
                    </a:cubicBezTo>
                    <a:cubicBezTo>
                      <a:pt x="12" y="38"/>
                      <a:pt x="12" y="39"/>
                      <a:pt x="12" y="38"/>
                    </a:cubicBezTo>
                    <a:cubicBezTo>
                      <a:pt x="12" y="38"/>
                      <a:pt x="12" y="39"/>
                      <a:pt x="12" y="38"/>
                    </a:cubicBezTo>
                    <a:cubicBezTo>
                      <a:pt x="12" y="37"/>
                      <a:pt x="13" y="38"/>
                      <a:pt x="13" y="38"/>
                    </a:cubicBezTo>
                    <a:cubicBezTo>
                      <a:pt x="13" y="38"/>
                      <a:pt x="13" y="39"/>
                      <a:pt x="14" y="39"/>
                    </a:cubicBezTo>
                    <a:cubicBezTo>
                      <a:pt x="14" y="38"/>
                      <a:pt x="14" y="38"/>
                      <a:pt x="14" y="38"/>
                    </a:cubicBezTo>
                    <a:cubicBezTo>
                      <a:pt x="15" y="37"/>
                      <a:pt x="15" y="39"/>
                      <a:pt x="15" y="37"/>
                    </a:cubicBezTo>
                    <a:cubicBezTo>
                      <a:pt x="16" y="36"/>
                      <a:pt x="15" y="36"/>
                      <a:pt x="15" y="35"/>
                    </a:cubicBezTo>
                    <a:cubicBezTo>
                      <a:pt x="16" y="36"/>
                      <a:pt x="17" y="35"/>
                      <a:pt x="15" y="35"/>
                    </a:cubicBezTo>
                    <a:cubicBezTo>
                      <a:pt x="16" y="34"/>
                      <a:pt x="15" y="34"/>
                      <a:pt x="15" y="34"/>
                    </a:cubicBezTo>
                    <a:cubicBezTo>
                      <a:pt x="15" y="35"/>
                      <a:pt x="14" y="34"/>
                      <a:pt x="14" y="34"/>
                    </a:cubicBezTo>
                    <a:cubicBezTo>
                      <a:pt x="15" y="33"/>
                      <a:pt x="15" y="33"/>
                      <a:pt x="15" y="33"/>
                    </a:cubicBezTo>
                    <a:cubicBezTo>
                      <a:pt x="14" y="34"/>
                      <a:pt x="14" y="35"/>
                      <a:pt x="15" y="35"/>
                    </a:cubicBezTo>
                    <a:cubicBezTo>
                      <a:pt x="15" y="35"/>
                      <a:pt x="15" y="34"/>
                      <a:pt x="15" y="33"/>
                    </a:cubicBezTo>
                    <a:cubicBezTo>
                      <a:pt x="14" y="33"/>
                      <a:pt x="16" y="30"/>
                      <a:pt x="15" y="31"/>
                    </a:cubicBezTo>
                    <a:cubicBezTo>
                      <a:pt x="15" y="31"/>
                      <a:pt x="14" y="30"/>
                      <a:pt x="15" y="30"/>
                    </a:cubicBezTo>
                    <a:cubicBezTo>
                      <a:pt x="15" y="30"/>
                      <a:pt x="13" y="31"/>
                      <a:pt x="15" y="29"/>
                    </a:cubicBezTo>
                    <a:cubicBezTo>
                      <a:pt x="16" y="29"/>
                      <a:pt x="17" y="30"/>
                      <a:pt x="16" y="29"/>
                    </a:cubicBezTo>
                    <a:cubicBezTo>
                      <a:pt x="16" y="31"/>
                      <a:pt x="16" y="29"/>
                      <a:pt x="17" y="29"/>
                    </a:cubicBezTo>
                    <a:cubicBezTo>
                      <a:pt x="17" y="29"/>
                      <a:pt x="17" y="28"/>
                      <a:pt x="17" y="29"/>
                    </a:cubicBezTo>
                    <a:cubicBezTo>
                      <a:pt x="17" y="30"/>
                      <a:pt x="17" y="28"/>
                      <a:pt x="17" y="29"/>
                    </a:cubicBezTo>
                    <a:cubicBezTo>
                      <a:pt x="16" y="29"/>
                      <a:pt x="17" y="30"/>
                      <a:pt x="18" y="28"/>
                    </a:cubicBezTo>
                    <a:cubicBezTo>
                      <a:pt x="17" y="28"/>
                      <a:pt x="18" y="28"/>
                      <a:pt x="18" y="27"/>
                    </a:cubicBezTo>
                    <a:cubicBezTo>
                      <a:pt x="18" y="28"/>
                      <a:pt x="17" y="27"/>
                      <a:pt x="17" y="26"/>
                    </a:cubicBezTo>
                    <a:cubicBezTo>
                      <a:pt x="16" y="25"/>
                      <a:pt x="16" y="26"/>
                      <a:pt x="17" y="25"/>
                    </a:cubicBezTo>
                    <a:cubicBezTo>
                      <a:pt x="17" y="24"/>
                      <a:pt x="17" y="23"/>
                      <a:pt x="17" y="23"/>
                    </a:cubicBezTo>
                    <a:cubicBezTo>
                      <a:pt x="17" y="24"/>
                      <a:pt x="17" y="23"/>
                      <a:pt x="17" y="24"/>
                    </a:cubicBezTo>
                    <a:cubicBezTo>
                      <a:pt x="16" y="24"/>
                      <a:pt x="16" y="24"/>
                      <a:pt x="16" y="23"/>
                    </a:cubicBezTo>
                    <a:cubicBezTo>
                      <a:pt x="15" y="24"/>
                      <a:pt x="16" y="23"/>
                      <a:pt x="15" y="22"/>
                    </a:cubicBezTo>
                    <a:cubicBezTo>
                      <a:pt x="15" y="23"/>
                      <a:pt x="15" y="21"/>
                      <a:pt x="14" y="21"/>
                    </a:cubicBezTo>
                    <a:cubicBezTo>
                      <a:pt x="13" y="20"/>
                      <a:pt x="14" y="20"/>
                      <a:pt x="13" y="19"/>
                    </a:cubicBezTo>
                    <a:cubicBezTo>
                      <a:pt x="13" y="19"/>
                      <a:pt x="13" y="20"/>
                      <a:pt x="13" y="20"/>
                    </a:cubicBezTo>
                    <a:cubicBezTo>
                      <a:pt x="12" y="19"/>
                      <a:pt x="14" y="19"/>
                      <a:pt x="12" y="18"/>
                    </a:cubicBezTo>
                    <a:cubicBezTo>
                      <a:pt x="12" y="18"/>
                      <a:pt x="12" y="18"/>
                      <a:pt x="12" y="17"/>
                    </a:cubicBezTo>
                    <a:cubicBezTo>
                      <a:pt x="12" y="17"/>
                      <a:pt x="11" y="18"/>
                      <a:pt x="12" y="17"/>
                    </a:cubicBezTo>
                    <a:cubicBezTo>
                      <a:pt x="11" y="17"/>
                      <a:pt x="12" y="18"/>
                      <a:pt x="13" y="17"/>
                    </a:cubicBezTo>
                    <a:cubicBezTo>
                      <a:pt x="12" y="16"/>
                      <a:pt x="13" y="16"/>
                      <a:pt x="13" y="15"/>
                    </a:cubicBezTo>
                    <a:cubicBezTo>
                      <a:pt x="13" y="13"/>
                      <a:pt x="13" y="14"/>
                      <a:pt x="13" y="14"/>
                    </a:cubicBezTo>
                    <a:cubicBezTo>
                      <a:pt x="12" y="14"/>
                      <a:pt x="13" y="16"/>
                      <a:pt x="13" y="13"/>
                    </a:cubicBezTo>
                    <a:cubicBezTo>
                      <a:pt x="13" y="13"/>
                      <a:pt x="12" y="14"/>
                      <a:pt x="12" y="13"/>
                    </a:cubicBezTo>
                    <a:cubicBezTo>
                      <a:pt x="12" y="12"/>
                      <a:pt x="12" y="12"/>
                      <a:pt x="12" y="12"/>
                    </a:cubicBezTo>
                    <a:cubicBezTo>
                      <a:pt x="11" y="12"/>
                      <a:pt x="12" y="12"/>
                      <a:pt x="12" y="11"/>
                    </a:cubicBezTo>
                    <a:cubicBezTo>
                      <a:pt x="11" y="10"/>
                      <a:pt x="12" y="10"/>
                      <a:pt x="11" y="11"/>
                    </a:cubicBezTo>
                    <a:cubicBezTo>
                      <a:pt x="10" y="12"/>
                      <a:pt x="12" y="12"/>
                      <a:pt x="11" y="11"/>
                    </a:cubicBezTo>
                    <a:cubicBezTo>
                      <a:pt x="11" y="11"/>
                      <a:pt x="11" y="10"/>
                      <a:pt x="10" y="9"/>
                    </a:cubicBezTo>
                    <a:cubicBezTo>
                      <a:pt x="11" y="9"/>
                      <a:pt x="10" y="11"/>
                      <a:pt x="10" y="9"/>
                    </a:cubicBezTo>
                    <a:cubicBezTo>
                      <a:pt x="10" y="7"/>
                      <a:pt x="11" y="7"/>
                      <a:pt x="10" y="7"/>
                    </a:cubicBezTo>
                    <a:cubicBezTo>
                      <a:pt x="10" y="9"/>
                      <a:pt x="11" y="8"/>
                      <a:pt x="11" y="8"/>
                    </a:cubicBezTo>
                    <a:cubicBezTo>
                      <a:pt x="11" y="8"/>
                      <a:pt x="11" y="7"/>
                      <a:pt x="11" y="7"/>
                    </a:cubicBezTo>
                    <a:cubicBezTo>
                      <a:pt x="11" y="7"/>
                      <a:pt x="10" y="7"/>
                      <a:pt x="10" y="6"/>
                    </a:cubicBezTo>
                    <a:cubicBezTo>
                      <a:pt x="11" y="6"/>
                      <a:pt x="11" y="6"/>
                      <a:pt x="11" y="5"/>
                    </a:cubicBezTo>
                    <a:cubicBezTo>
                      <a:pt x="11" y="5"/>
                      <a:pt x="10" y="5"/>
                      <a:pt x="11" y="4"/>
                    </a:cubicBezTo>
                  </a:path>
                </a:pathLst>
              </a:custGeom>
              <a:solidFill>
                <a:srgbClr val="34B3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4" name="Freeform 187">
                <a:extLst>
                  <a:ext uri="{FF2B5EF4-FFF2-40B4-BE49-F238E27FC236}">
                    <a16:creationId xmlns:a16="http://schemas.microsoft.com/office/drawing/2014/main" id="{C19FD1F8-39D1-4334-A0A7-2C56078AC306}"/>
                  </a:ext>
                </a:extLst>
              </p:cNvPr>
              <p:cNvSpPr>
                <a:spLocks/>
              </p:cNvSpPr>
              <p:nvPr/>
            </p:nvSpPr>
            <p:spPr bwMode="auto">
              <a:xfrm>
                <a:off x="4854" y="2553"/>
                <a:ext cx="43" cy="92"/>
              </a:xfrm>
              <a:custGeom>
                <a:avLst/>
                <a:gdLst>
                  <a:gd name="T0" fmla="*/ 11 w 18"/>
                  <a:gd name="T1" fmla="*/ 6 h 39"/>
                  <a:gd name="T2" fmla="*/ 9 w 18"/>
                  <a:gd name="T3" fmla="*/ 6 h 39"/>
                  <a:gd name="T4" fmla="*/ 7 w 18"/>
                  <a:gd name="T5" fmla="*/ 6 h 39"/>
                  <a:gd name="T6" fmla="*/ 5 w 18"/>
                  <a:gd name="T7" fmla="*/ 6 h 39"/>
                  <a:gd name="T8" fmla="*/ 5 w 18"/>
                  <a:gd name="T9" fmla="*/ 5 h 39"/>
                  <a:gd name="T10" fmla="*/ 6 w 18"/>
                  <a:gd name="T11" fmla="*/ 6 h 39"/>
                  <a:gd name="T12" fmla="*/ 6 w 18"/>
                  <a:gd name="T13" fmla="*/ 4 h 39"/>
                  <a:gd name="T14" fmla="*/ 4 w 18"/>
                  <a:gd name="T15" fmla="*/ 3 h 39"/>
                  <a:gd name="T16" fmla="*/ 3 w 18"/>
                  <a:gd name="T17" fmla="*/ 2 h 39"/>
                  <a:gd name="T18" fmla="*/ 4 w 18"/>
                  <a:gd name="T19" fmla="*/ 1 h 39"/>
                  <a:gd name="T20" fmla="*/ 3 w 18"/>
                  <a:gd name="T21" fmla="*/ 3 h 39"/>
                  <a:gd name="T22" fmla="*/ 3 w 18"/>
                  <a:gd name="T23" fmla="*/ 6 h 39"/>
                  <a:gd name="T24" fmla="*/ 3 w 18"/>
                  <a:gd name="T25" fmla="*/ 5 h 39"/>
                  <a:gd name="T26" fmla="*/ 3 w 18"/>
                  <a:gd name="T27" fmla="*/ 7 h 39"/>
                  <a:gd name="T28" fmla="*/ 3 w 18"/>
                  <a:gd name="T29" fmla="*/ 7 h 39"/>
                  <a:gd name="T30" fmla="*/ 3 w 18"/>
                  <a:gd name="T31" fmla="*/ 8 h 39"/>
                  <a:gd name="T32" fmla="*/ 2 w 18"/>
                  <a:gd name="T33" fmla="*/ 8 h 39"/>
                  <a:gd name="T34" fmla="*/ 2 w 18"/>
                  <a:gd name="T35" fmla="*/ 10 h 39"/>
                  <a:gd name="T36" fmla="*/ 1 w 18"/>
                  <a:gd name="T37" fmla="*/ 9 h 39"/>
                  <a:gd name="T38" fmla="*/ 0 w 18"/>
                  <a:gd name="T39" fmla="*/ 9 h 39"/>
                  <a:gd name="T40" fmla="*/ 1 w 18"/>
                  <a:gd name="T41" fmla="*/ 10 h 39"/>
                  <a:gd name="T42" fmla="*/ 1 w 18"/>
                  <a:gd name="T43" fmla="*/ 14 h 39"/>
                  <a:gd name="T44" fmla="*/ 1 w 18"/>
                  <a:gd name="T45" fmla="*/ 14 h 39"/>
                  <a:gd name="T46" fmla="*/ 0 w 18"/>
                  <a:gd name="T47" fmla="*/ 17 h 39"/>
                  <a:gd name="T48" fmla="*/ 1 w 18"/>
                  <a:gd name="T49" fmla="*/ 19 h 39"/>
                  <a:gd name="T50" fmla="*/ 2 w 18"/>
                  <a:gd name="T51" fmla="*/ 19 h 39"/>
                  <a:gd name="T52" fmla="*/ 3 w 18"/>
                  <a:gd name="T53" fmla="*/ 20 h 39"/>
                  <a:gd name="T54" fmla="*/ 3 w 18"/>
                  <a:gd name="T55" fmla="*/ 22 h 39"/>
                  <a:gd name="T56" fmla="*/ 4 w 18"/>
                  <a:gd name="T57" fmla="*/ 24 h 39"/>
                  <a:gd name="T58" fmla="*/ 4 w 18"/>
                  <a:gd name="T59" fmla="*/ 26 h 39"/>
                  <a:gd name="T60" fmla="*/ 5 w 18"/>
                  <a:gd name="T61" fmla="*/ 29 h 39"/>
                  <a:gd name="T62" fmla="*/ 6 w 18"/>
                  <a:gd name="T63" fmla="*/ 30 h 39"/>
                  <a:gd name="T64" fmla="*/ 8 w 18"/>
                  <a:gd name="T65" fmla="*/ 31 h 39"/>
                  <a:gd name="T66" fmla="*/ 8 w 18"/>
                  <a:gd name="T67" fmla="*/ 33 h 39"/>
                  <a:gd name="T68" fmla="*/ 9 w 18"/>
                  <a:gd name="T69" fmla="*/ 34 h 39"/>
                  <a:gd name="T70" fmla="*/ 11 w 18"/>
                  <a:gd name="T71" fmla="*/ 35 h 39"/>
                  <a:gd name="T72" fmla="*/ 11 w 18"/>
                  <a:gd name="T73" fmla="*/ 37 h 39"/>
                  <a:gd name="T74" fmla="*/ 12 w 18"/>
                  <a:gd name="T75" fmla="*/ 38 h 39"/>
                  <a:gd name="T76" fmla="*/ 13 w 18"/>
                  <a:gd name="T77" fmla="*/ 38 h 39"/>
                  <a:gd name="T78" fmla="*/ 14 w 18"/>
                  <a:gd name="T79" fmla="*/ 38 h 39"/>
                  <a:gd name="T80" fmla="*/ 16 w 18"/>
                  <a:gd name="T81" fmla="*/ 35 h 39"/>
                  <a:gd name="T82" fmla="*/ 15 w 18"/>
                  <a:gd name="T83" fmla="*/ 34 h 39"/>
                  <a:gd name="T84" fmla="*/ 16 w 18"/>
                  <a:gd name="T85" fmla="*/ 33 h 39"/>
                  <a:gd name="T86" fmla="*/ 15 w 18"/>
                  <a:gd name="T87" fmla="*/ 33 h 39"/>
                  <a:gd name="T88" fmla="*/ 15 w 18"/>
                  <a:gd name="T89" fmla="*/ 30 h 39"/>
                  <a:gd name="T90" fmla="*/ 16 w 18"/>
                  <a:gd name="T91" fmla="*/ 29 h 39"/>
                  <a:gd name="T92" fmla="*/ 17 w 18"/>
                  <a:gd name="T93" fmla="*/ 29 h 39"/>
                  <a:gd name="T94" fmla="*/ 18 w 18"/>
                  <a:gd name="T95" fmla="*/ 28 h 39"/>
                  <a:gd name="T96" fmla="*/ 17 w 18"/>
                  <a:gd name="T97" fmla="*/ 26 h 39"/>
                  <a:gd name="T98" fmla="*/ 17 w 18"/>
                  <a:gd name="T99" fmla="*/ 23 h 39"/>
                  <a:gd name="T100" fmla="*/ 16 w 18"/>
                  <a:gd name="T101" fmla="*/ 23 h 39"/>
                  <a:gd name="T102" fmla="*/ 14 w 18"/>
                  <a:gd name="T103" fmla="*/ 21 h 39"/>
                  <a:gd name="T104" fmla="*/ 13 w 18"/>
                  <a:gd name="T105" fmla="*/ 20 h 39"/>
                  <a:gd name="T106" fmla="*/ 12 w 18"/>
                  <a:gd name="T107" fmla="*/ 17 h 39"/>
                  <a:gd name="T108" fmla="*/ 13 w 18"/>
                  <a:gd name="T109" fmla="*/ 17 h 39"/>
                  <a:gd name="T110" fmla="*/ 13 w 18"/>
                  <a:gd name="T111" fmla="*/ 14 h 39"/>
                  <a:gd name="T112" fmla="*/ 12 w 18"/>
                  <a:gd name="T113" fmla="*/ 13 h 39"/>
                  <a:gd name="T114" fmla="*/ 12 w 18"/>
                  <a:gd name="T115" fmla="*/ 11 h 39"/>
                  <a:gd name="T116" fmla="*/ 11 w 18"/>
                  <a:gd name="T117" fmla="*/ 11 h 39"/>
                  <a:gd name="T118" fmla="*/ 10 w 18"/>
                  <a:gd name="T119" fmla="*/ 9 h 39"/>
                  <a:gd name="T120" fmla="*/ 11 w 18"/>
                  <a:gd name="T121" fmla="*/ 8 h 39"/>
                  <a:gd name="T122" fmla="*/ 11 w 18"/>
                  <a:gd name="T123" fmla="*/ 6 h 39"/>
                  <a:gd name="T124" fmla="*/ 11 w 18"/>
                  <a:gd name="T125"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 h="39">
                    <a:moveTo>
                      <a:pt x="10" y="6"/>
                    </a:moveTo>
                    <a:cubicBezTo>
                      <a:pt x="12" y="7"/>
                      <a:pt x="10" y="5"/>
                      <a:pt x="11" y="6"/>
                    </a:cubicBezTo>
                    <a:cubicBezTo>
                      <a:pt x="10" y="8"/>
                      <a:pt x="10" y="6"/>
                      <a:pt x="10" y="6"/>
                    </a:cubicBezTo>
                    <a:cubicBezTo>
                      <a:pt x="10" y="6"/>
                      <a:pt x="8" y="7"/>
                      <a:pt x="9" y="6"/>
                    </a:cubicBezTo>
                    <a:cubicBezTo>
                      <a:pt x="7" y="6"/>
                      <a:pt x="7" y="5"/>
                      <a:pt x="8" y="5"/>
                    </a:cubicBezTo>
                    <a:cubicBezTo>
                      <a:pt x="8" y="5"/>
                      <a:pt x="7" y="7"/>
                      <a:pt x="7" y="6"/>
                    </a:cubicBezTo>
                    <a:cubicBezTo>
                      <a:pt x="7" y="7"/>
                      <a:pt x="7" y="5"/>
                      <a:pt x="6" y="6"/>
                    </a:cubicBezTo>
                    <a:cubicBezTo>
                      <a:pt x="6" y="7"/>
                      <a:pt x="6" y="7"/>
                      <a:pt x="5" y="6"/>
                    </a:cubicBezTo>
                    <a:cubicBezTo>
                      <a:pt x="5" y="6"/>
                      <a:pt x="6" y="6"/>
                      <a:pt x="6" y="5"/>
                    </a:cubicBezTo>
                    <a:cubicBezTo>
                      <a:pt x="6" y="4"/>
                      <a:pt x="5" y="5"/>
                      <a:pt x="5" y="5"/>
                    </a:cubicBezTo>
                    <a:cubicBezTo>
                      <a:pt x="5" y="4"/>
                      <a:pt x="5" y="4"/>
                      <a:pt x="5" y="4"/>
                    </a:cubicBezTo>
                    <a:cubicBezTo>
                      <a:pt x="5" y="4"/>
                      <a:pt x="6" y="5"/>
                      <a:pt x="6" y="6"/>
                    </a:cubicBezTo>
                    <a:cubicBezTo>
                      <a:pt x="5" y="7"/>
                      <a:pt x="6" y="7"/>
                      <a:pt x="6" y="5"/>
                    </a:cubicBezTo>
                    <a:cubicBezTo>
                      <a:pt x="6" y="3"/>
                      <a:pt x="6" y="4"/>
                      <a:pt x="6" y="4"/>
                    </a:cubicBezTo>
                    <a:cubicBezTo>
                      <a:pt x="6" y="3"/>
                      <a:pt x="5" y="3"/>
                      <a:pt x="5" y="4"/>
                    </a:cubicBezTo>
                    <a:cubicBezTo>
                      <a:pt x="5" y="3"/>
                      <a:pt x="4" y="3"/>
                      <a:pt x="4" y="3"/>
                    </a:cubicBezTo>
                    <a:cubicBezTo>
                      <a:pt x="4" y="3"/>
                      <a:pt x="4" y="1"/>
                      <a:pt x="4" y="2"/>
                    </a:cubicBezTo>
                    <a:cubicBezTo>
                      <a:pt x="2" y="1"/>
                      <a:pt x="4" y="1"/>
                      <a:pt x="3" y="2"/>
                    </a:cubicBezTo>
                    <a:cubicBezTo>
                      <a:pt x="3" y="1"/>
                      <a:pt x="4" y="3"/>
                      <a:pt x="4" y="1"/>
                    </a:cubicBezTo>
                    <a:cubicBezTo>
                      <a:pt x="3" y="1"/>
                      <a:pt x="4" y="1"/>
                      <a:pt x="4" y="1"/>
                    </a:cubicBezTo>
                    <a:cubicBezTo>
                      <a:pt x="3" y="0"/>
                      <a:pt x="3" y="1"/>
                      <a:pt x="3" y="1"/>
                    </a:cubicBezTo>
                    <a:cubicBezTo>
                      <a:pt x="3" y="2"/>
                      <a:pt x="4" y="2"/>
                      <a:pt x="3" y="3"/>
                    </a:cubicBezTo>
                    <a:cubicBezTo>
                      <a:pt x="2" y="3"/>
                      <a:pt x="3" y="5"/>
                      <a:pt x="3" y="4"/>
                    </a:cubicBezTo>
                    <a:cubicBezTo>
                      <a:pt x="2" y="5"/>
                      <a:pt x="3" y="5"/>
                      <a:pt x="3" y="6"/>
                    </a:cubicBezTo>
                    <a:cubicBezTo>
                      <a:pt x="4" y="6"/>
                      <a:pt x="3" y="5"/>
                      <a:pt x="3" y="5"/>
                    </a:cubicBezTo>
                    <a:cubicBezTo>
                      <a:pt x="2" y="5"/>
                      <a:pt x="3" y="5"/>
                      <a:pt x="3" y="5"/>
                    </a:cubicBezTo>
                    <a:cubicBezTo>
                      <a:pt x="4" y="5"/>
                      <a:pt x="4" y="6"/>
                      <a:pt x="3" y="6"/>
                    </a:cubicBezTo>
                    <a:cubicBezTo>
                      <a:pt x="3" y="7"/>
                      <a:pt x="3" y="7"/>
                      <a:pt x="3" y="7"/>
                    </a:cubicBezTo>
                    <a:cubicBezTo>
                      <a:pt x="3" y="8"/>
                      <a:pt x="3" y="8"/>
                      <a:pt x="4" y="7"/>
                    </a:cubicBezTo>
                    <a:cubicBezTo>
                      <a:pt x="4" y="7"/>
                      <a:pt x="5" y="7"/>
                      <a:pt x="3" y="7"/>
                    </a:cubicBezTo>
                    <a:cubicBezTo>
                      <a:pt x="4" y="7"/>
                      <a:pt x="5" y="7"/>
                      <a:pt x="4" y="8"/>
                    </a:cubicBezTo>
                    <a:cubicBezTo>
                      <a:pt x="4" y="7"/>
                      <a:pt x="4" y="8"/>
                      <a:pt x="3" y="8"/>
                    </a:cubicBezTo>
                    <a:cubicBezTo>
                      <a:pt x="3" y="10"/>
                      <a:pt x="2" y="10"/>
                      <a:pt x="2" y="9"/>
                    </a:cubicBezTo>
                    <a:cubicBezTo>
                      <a:pt x="2" y="10"/>
                      <a:pt x="4" y="9"/>
                      <a:pt x="2" y="8"/>
                    </a:cubicBezTo>
                    <a:cubicBezTo>
                      <a:pt x="2" y="9"/>
                      <a:pt x="1" y="9"/>
                      <a:pt x="2" y="10"/>
                    </a:cubicBezTo>
                    <a:cubicBezTo>
                      <a:pt x="2" y="9"/>
                      <a:pt x="2" y="11"/>
                      <a:pt x="2" y="10"/>
                    </a:cubicBezTo>
                    <a:cubicBezTo>
                      <a:pt x="2" y="11"/>
                      <a:pt x="2" y="10"/>
                      <a:pt x="2" y="11"/>
                    </a:cubicBezTo>
                    <a:cubicBezTo>
                      <a:pt x="2" y="10"/>
                      <a:pt x="2" y="11"/>
                      <a:pt x="1" y="9"/>
                    </a:cubicBezTo>
                    <a:cubicBezTo>
                      <a:pt x="1" y="9"/>
                      <a:pt x="0" y="7"/>
                      <a:pt x="0" y="9"/>
                    </a:cubicBezTo>
                    <a:cubicBezTo>
                      <a:pt x="0" y="10"/>
                      <a:pt x="0" y="9"/>
                      <a:pt x="0" y="9"/>
                    </a:cubicBezTo>
                    <a:cubicBezTo>
                      <a:pt x="1" y="10"/>
                      <a:pt x="1" y="10"/>
                      <a:pt x="0" y="11"/>
                    </a:cubicBezTo>
                    <a:cubicBezTo>
                      <a:pt x="0" y="11"/>
                      <a:pt x="0" y="10"/>
                      <a:pt x="1" y="10"/>
                    </a:cubicBezTo>
                    <a:cubicBezTo>
                      <a:pt x="1" y="10"/>
                      <a:pt x="1" y="12"/>
                      <a:pt x="1" y="12"/>
                    </a:cubicBezTo>
                    <a:cubicBezTo>
                      <a:pt x="0" y="13"/>
                      <a:pt x="1" y="14"/>
                      <a:pt x="1" y="14"/>
                    </a:cubicBezTo>
                    <a:cubicBezTo>
                      <a:pt x="1" y="14"/>
                      <a:pt x="1" y="14"/>
                      <a:pt x="1" y="13"/>
                    </a:cubicBezTo>
                    <a:cubicBezTo>
                      <a:pt x="2" y="14"/>
                      <a:pt x="2" y="13"/>
                      <a:pt x="1" y="14"/>
                    </a:cubicBezTo>
                    <a:cubicBezTo>
                      <a:pt x="1" y="15"/>
                      <a:pt x="0" y="16"/>
                      <a:pt x="1" y="16"/>
                    </a:cubicBezTo>
                    <a:cubicBezTo>
                      <a:pt x="1" y="15"/>
                      <a:pt x="2" y="15"/>
                      <a:pt x="0" y="17"/>
                    </a:cubicBezTo>
                    <a:cubicBezTo>
                      <a:pt x="1" y="18"/>
                      <a:pt x="0" y="18"/>
                      <a:pt x="1" y="18"/>
                    </a:cubicBezTo>
                    <a:cubicBezTo>
                      <a:pt x="0" y="19"/>
                      <a:pt x="1" y="19"/>
                      <a:pt x="1" y="19"/>
                    </a:cubicBezTo>
                    <a:cubicBezTo>
                      <a:pt x="1" y="20"/>
                      <a:pt x="1" y="20"/>
                      <a:pt x="1" y="20"/>
                    </a:cubicBezTo>
                    <a:cubicBezTo>
                      <a:pt x="1" y="19"/>
                      <a:pt x="2" y="20"/>
                      <a:pt x="2" y="19"/>
                    </a:cubicBezTo>
                    <a:cubicBezTo>
                      <a:pt x="1" y="18"/>
                      <a:pt x="2" y="18"/>
                      <a:pt x="2" y="19"/>
                    </a:cubicBezTo>
                    <a:cubicBezTo>
                      <a:pt x="2" y="19"/>
                      <a:pt x="3" y="19"/>
                      <a:pt x="3" y="20"/>
                    </a:cubicBezTo>
                    <a:cubicBezTo>
                      <a:pt x="3" y="20"/>
                      <a:pt x="5" y="20"/>
                      <a:pt x="3" y="21"/>
                    </a:cubicBezTo>
                    <a:cubicBezTo>
                      <a:pt x="3" y="21"/>
                      <a:pt x="3" y="22"/>
                      <a:pt x="3" y="22"/>
                    </a:cubicBezTo>
                    <a:cubicBezTo>
                      <a:pt x="2" y="23"/>
                      <a:pt x="4" y="23"/>
                      <a:pt x="3" y="22"/>
                    </a:cubicBezTo>
                    <a:cubicBezTo>
                      <a:pt x="3" y="23"/>
                      <a:pt x="4" y="23"/>
                      <a:pt x="4" y="24"/>
                    </a:cubicBezTo>
                    <a:cubicBezTo>
                      <a:pt x="4" y="26"/>
                      <a:pt x="4" y="26"/>
                      <a:pt x="4" y="25"/>
                    </a:cubicBezTo>
                    <a:cubicBezTo>
                      <a:pt x="5" y="26"/>
                      <a:pt x="4" y="26"/>
                      <a:pt x="4" y="26"/>
                    </a:cubicBezTo>
                    <a:cubicBezTo>
                      <a:pt x="4" y="27"/>
                      <a:pt x="4" y="27"/>
                      <a:pt x="5" y="27"/>
                    </a:cubicBezTo>
                    <a:cubicBezTo>
                      <a:pt x="5" y="28"/>
                      <a:pt x="6" y="29"/>
                      <a:pt x="5" y="29"/>
                    </a:cubicBezTo>
                    <a:cubicBezTo>
                      <a:pt x="6" y="29"/>
                      <a:pt x="4" y="29"/>
                      <a:pt x="6" y="29"/>
                    </a:cubicBezTo>
                    <a:cubicBezTo>
                      <a:pt x="5" y="31"/>
                      <a:pt x="7" y="29"/>
                      <a:pt x="6" y="30"/>
                    </a:cubicBezTo>
                    <a:cubicBezTo>
                      <a:pt x="6" y="31"/>
                      <a:pt x="7" y="31"/>
                      <a:pt x="8" y="32"/>
                    </a:cubicBezTo>
                    <a:cubicBezTo>
                      <a:pt x="8" y="31"/>
                      <a:pt x="8" y="31"/>
                      <a:pt x="8" y="31"/>
                    </a:cubicBezTo>
                    <a:cubicBezTo>
                      <a:pt x="8" y="31"/>
                      <a:pt x="9" y="32"/>
                      <a:pt x="9" y="32"/>
                    </a:cubicBezTo>
                    <a:cubicBezTo>
                      <a:pt x="8" y="32"/>
                      <a:pt x="8" y="32"/>
                      <a:pt x="8" y="33"/>
                    </a:cubicBezTo>
                    <a:cubicBezTo>
                      <a:pt x="8" y="33"/>
                      <a:pt x="8" y="33"/>
                      <a:pt x="9" y="33"/>
                    </a:cubicBezTo>
                    <a:cubicBezTo>
                      <a:pt x="9" y="33"/>
                      <a:pt x="8" y="34"/>
                      <a:pt x="9" y="34"/>
                    </a:cubicBezTo>
                    <a:cubicBezTo>
                      <a:pt x="10" y="34"/>
                      <a:pt x="10" y="36"/>
                      <a:pt x="10" y="35"/>
                    </a:cubicBezTo>
                    <a:cubicBezTo>
                      <a:pt x="11" y="35"/>
                      <a:pt x="11" y="35"/>
                      <a:pt x="11" y="35"/>
                    </a:cubicBezTo>
                    <a:cubicBezTo>
                      <a:pt x="11" y="35"/>
                      <a:pt x="11" y="36"/>
                      <a:pt x="10" y="36"/>
                    </a:cubicBezTo>
                    <a:cubicBezTo>
                      <a:pt x="10" y="36"/>
                      <a:pt x="10" y="37"/>
                      <a:pt x="11" y="37"/>
                    </a:cubicBezTo>
                    <a:cubicBezTo>
                      <a:pt x="11" y="38"/>
                      <a:pt x="11" y="38"/>
                      <a:pt x="11" y="37"/>
                    </a:cubicBezTo>
                    <a:cubicBezTo>
                      <a:pt x="12" y="38"/>
                      <a:pt x="12" y="39"/>
                      <a:pt x="12" y="38"/>
                    </a:cubicBezTo>
                    <a:cubicBezTo>
                      <a:pt x="12" y="38"/>
                      <a:pt x="12" y="39"/>
                      <a:pt x="13" y="38"/>
                    </a:cubicBezTo>
                    <a:cubicBezTo>
                      <a:pt x="13" y="37"/>
                      <a:pt x="13" y="38"/>
                      <a:pt x="13" y="38"/>
                    </a:cubicBezTo>
                    <a:cubicBezTo>
                      <a:pt x="13" y="38"/>
                      <a:pt x="13" y="39"/>
                      <a:pt x="14" y="39"/>
                    </a:cubicBezTo>
                    <a:cubicBezTo>
                      <a:pt x="14" y="38"/>
                      <a:pt x="14" y="38"/>
                      <a:pt x="14" y="38"/>
                    </a:cubicBezTo>
                    <a:cubicBezTo>
                      <a:pt x="15" y="37"/>
                      <a:pt x="15" y="39"/>
                      <a:pt x="15" y="37"/>
                    </a:cubicBezTo>
                    <a:cubicBezTo>
                      <a:pt x="16" y="36"/>
                      <a:pt x="15" y="36"/>
                      <a:pt x="16" y="35"/>
                    </a:cubicBezTo>
                    <a:cubicBezTo>
                      <a:pt x="16" y="36"/>
                      <a:pt x="17" y="35"/>
                      <a:pt x="16" y="35"/>
                    </a:cubicBezTo>
                    <a:cubicBezTo>
                      <a:pt x="16" y="34"/>
                      <a:pt x="15" y="34"/>
                      <a:pt x="15" y="34"/>
                    </a:cubicBezTo>
                    <a:cubicBezTo>
                      <a:pt x="15" y="35"/>
                      <a:pt x="15" y="34"/>
                      <a:pt x="15" y="34"/>
                    </a:cubicBezTo>
                    <a:cubicBezTo>
                      <a:pt x="15" y="33"/>
                      <a:pt x="15" y="33"/>
                      <a:pt x="16" y="33"/>
                    </a:cubicBezTo>
                    <a:cubicBezTo>
                      <a:pt x="15" y="34"/>
                      <a:pt x="15" y="35"/>
                      <a:pt x="15" y="35"/>
                    </a:cubicBezTo>
                    <a:cubicBezTo>
                      <a:pt x="15" y="35"/>
                      <a:pt x="15" y="34"/>
                      <a:pt x="15" y="33"/>
                    </a:cubicBezTo>
                    <a:cubicBezTo>
                      <a:pt x="14" y="33"/>
                      <a:pt x="16" y="30"/>
                      <a:pt x="15" y="31"/>
                    </a:cubicBezTo>
                    <a:cubicBezTo>
                      <a:pt x="15" y="31"/>
                      <a:pt x="14" y="30"/>
                      <a:pt x="15" y="30"/>
                    </a:cubicBezTo>
                    <a:cubicBezTo>
                      <a:pt x="15" y="30"/>
                      <a:pt x="13" y="31"/>
                      <a:pt x="15" y="29"/>
                    </a:cubicBezTo>
                    <a:cubicBezTo>
                      <a:pt x="16" y="29"/>
                      <a:pt x="17" y="30"/>
                      <a:pt x="16" y="29"/>
                    </a:cubicBezTo>
                    <a:cubicBezTo>
                      <a:pt x="17" y="31"/>
                      <a:pt x="17" y="29"/>
                      <a:pt x="17" y="29"/>
                    </a:cubicBezTo>
                    <a:cubicBezTo>
                      <a:pt x="17" y="29"/>
                      <a:pt x="17" y="28"/>
                      <a:pt x="17" y="29"/>
                    </a:cubicBezTo>
                    <a:cubicBezTo>
                      <a:pt x="17" y="30"/>
                      <a:pt x="17" y="28"/>
                      <a:pt x="17" y="29"/>
                    </a:cubicBezTo>
                    <a:cubicBezTo>
                      <a:pt x="16" y="29"/>
                      <a:pt x="17" y="30"/>
                      <a:pt x="18" y="28"/>
                    </a:cubicBezTo>
                    <a:cubicBezTo>
                      <a:pt x="18" y="28"/>
                      <a:pt x="18" y="28"/>
                      <a:pt x="18" y="27"/>
                    </a:cubicBezTo>
                    <a:cubicBezTo>
                      <a:pt x="18" y="28"/>
                      <a:pt x="17" y="27"/>
                      <a:pt x="17" y="26"/>
                    </a:cubicBezTo>
                    <a:cubicBezTo>
                      <a:pt x="16" y="25"/>
                      <a:pt x="16" y="26"/>
                      <a:pt x="17" y="25"/>
                    </a:cubicBezTo>
                    <a:cubicBezTo>
                      <a:pt x="17" y="24"/>
                      <a:pt x="17" y="23"/>
                      <a:pt x="17" y="23"/>
                    </a:cubicBezTo>
                    <a:cubicBezTo>
                      <a:pt x="18" y="24"/>
                      <a:pt x="18" y="23"/>
                      <a:pt x="17" y="24"/>
                    </a:cubicBezTo>
                    <a:cubicBezTo>
                      <a:pt x="16" y="24"/>
                      <a:pt x="16" y="24"/>
                      <a:pt x="16" y="23"/>
                    </a:cubicBezTo>
                    <a:cubicBezTo>
                      <a:pt x="15" y="24"/>
                      <a:pt x="17" y="23"/>
                      <a:pt x="15" y="22"/>
                    </a:cubicBezTo>
                    <a:cubicBezTo>
                      <a:pt x="15" y="23"/>
                      <a:pt x="15" y="21"/>
                      <a:pt x="14" y="21"/>
                    </a:cubicBezTo>
                    <a:cubicBezTo>
                      <a:pt x="13" y="20"/>
                      <a:pt x="14" y="20"/>
                      <a:pt x="14" y="19"/>
                    </a:cubicBezTo>
                    <a:cubicBezTo>
                      <a:pt x="13" y="19"/>
                      <a:pt x="14" y="20"/>
                      <a:pt x="13" y="20"/>
                    </a:cubicBezTo>
                    <a:cubicBezTo>
                      <a:pt x="12" y="19"/>
                      <a:pt x="14" y="19"/>
                      <a:pt x="12" y="18"/>
                    </a:cubicBezTo>
                    <a:cubicBezTo>
                      <a:pt x="12" y="18"/>
                      <a:pt x="12" y="18"/>
                      <a:pt x="12" y="17"/>
                    </a:cubicBezTo>
                    <a:cubicBezTo>
                      <a:pt x="12" y="17"/>
                      <a:pt x="11" y="18"/>
                      <a:pt x="12" y="17"/>
                    </a:cubicBezTo>
                    <a:cubicBezTo>
                      <a:pt x="12" y="17"/>
                      <a:pt x="12" y="18"/>
                      <a:pt x="13" y="17"/>
                    </a:cubicBezTo>
                    <a:cubicBezTo>
                      <a:pt x="13" y="16"/>
                      <a:pt x="13" y="16"/>
                      <a:pt x="14" y="15"/>
                    </a:cubicBezTo>
                    <a:cubicBezTo>
                      <a:pt x="13" y="13"/>
                      <a:pt x="13" y="14"/>
                      <a:pt x="13" y="14"/>
                    </a:cubicBezTo>
                    <a:cubicBezTo>
                      <a:pt x="12" y="14"/>
                      <a:pt x="14" y="16"/>
                      <a:pt x="13" y="13"/>
                    </a:cubicBezTo>
                    <a:cubicBezTo>
                      <a:pt x="13" y="13"/>
                      <a:pt x="12" y="14"/>
                      <a:pt x="12" y="13"/>
                    </a:cubicBezTo>
                    <a:cubicBezTo>
                      <a:pt x="13" y="12"/>
                      <a:pt x="13" y="12"/>
                      <a:pt x="13" y="12"/>
                    </a:cubicBezTo>
                    <a:cubicBezTo>
                      <a:pt x="12" y="12"/>
                      <a:pt x="12" y="12"/>
                      <a:pt x="12" y="11"/>
                    </a:cubicBezTo>
                    <a:cubicBezTo>
                      <a:pt x="12" y="10"/>
                      <a:pt x="12" y="10"/>
                      <a:pt x="11" y="11"/>
                    </a:cubicBezTo>
                    <a:cubicBezTo>
                      <a:pt x="10" y="12"/>
                      <a:pt x="12" y="12"/>
                      <a:pt x="11" y="11"/>
                    </a:cubicBezTo>
                    <a:cubicBezTo>
                      <a:pt x="12" y="11"/>
                      <a:pt x="11" y="10"/>
                      <a:pt x="11" y="9"/>
                    </a:cubicBezTo>
                    <a:cubicBezTo>
                      <a:pt x="11" y="9"/>
                      <a:pt x="10" y="11"/>
                      <a:pt x="10" y="9"/>
                    </a:cubicBezTo>
                    <a:cubicBezTo>
                      <a:pt x="10" y="7"/>
                      <a:pt x="11" y="7"/>
                      <a:pt x="10" y="7"/>
                    </a:cubicBezTo>
                    <a:cubicBezTo>
                      <a:pt x="10" y="9"/>
                      <a:pt x="11" y="8"/>
                      <a:pt x="11" y="8"/>
                    </a:cubicBezTo>
                    <a:cubicBezTo>
                      <a:pt x="12" y="8"/>
                      <a:pt x="11" y="7"/>
                      <a:pt x="11" y="7"/>
                    </a:cubicBezTo>
                    <a:cubicBezTo>
                      <a:pt x="12" y="7"/>
                      <a:pt x="11" y="7"/>
                      <a:pt x="11" y="6"/>
                    </a:cubicBezTo>
                    <a:cubicBezTo>
                      <a:pt x="11" y="6"/>
                      <a:pt x="11" y="6"/>
                      <a:pt x="11" y="5"/>
                    </a:cubicBezTo>
                    <a:cubicBezTo>
                      <a:pt x="11" y="5"/>
                      <a:pt x="11" y="5"/>
                      <a:pt x="11" y="4"/>
                    </a:cubicBezTo>
                  </a:path>
                </a:pathLst>
              </a:custGeom>
              <a:solidFill>
                <a:srgbClr val="24AC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5" name="Freeform 188">
                <a:extLst>
                  <a:ext uri="{FF2B5EF4-FFF2-40B4-BE49-F238E27FC236}">
                    <a16:creationId xmlns:a16="http://schemas.microsoft.com/office/drawing/2014/main" id="{44551A8C-0B36-4811-9196-F0A0BB35FF60}"/>
                  </a:ext>
                </a:extLst>
              </p:cNvPr>
              <p:cNvSpPr>
                <a:spLocks/>
              </p:cNvSpPr>
              <p:nvPr/>
            </p:nvSpPr>
            <p:spPr bwMode="auto">
              <a:xfrm>
                <a:off x="4824" y="2887"/>
                <a:ext cx="92" cy="24"/>
              </a:xfrm>
              <a:custGeom>
                <a:avLst/>
                <a:gdLst>
                  <a:gd name="T0" fmla="*/ 17 w 39"/>
                  <a:gd name="T1" fmla="*/ 5 h 10"/>
                  <a:gd name="T2" fmla="*/ 11 w 39"/>
                  <a:gd name="T3" fmla="*/ 7 h 10"/>
                  <a:gd name="T4" fmla="*/ 4 w 39"/>
                  <a:gd name="T5" fmla="*/ 7 h 10"/>
                  <a:gd name="T6" fmla="*/ 1 w 39"/>
                  <a:gd name="T7" fmla="*/ 9 h 10"/>
                  <a:gd name="T8" fmla="*/ 9 w 39"/>
                  <a:gd name="T9" fmla="*/ 9 h 10"/>
                  <a:gd name="T10" fmla="*/ 13 w 39"/>
                  <a:gd name="T11" fmla="*/ 9 h 10"/>
                  <a:gd name="T12" fmla="*/ 18 w 39"/>
                  <a:gd name="T13" fmla="*/ 9 h 10"/>
                  <a:gd name="T14" fmla="*/ 24 w 39"/>
                  <a:gd name="T15" fmla="*/ 10 h 10"/>
                  <a:gd name="T16" fmla="*/ 32 w 39"/>
                  <a:gd name="T17" fmla="*/ 10 h 10"/>
                  <a:gd name="T18" fmla="*/ 35 w 39"/>
                  <a:gd name="T19" fmla="*/ 9 h 10"/>
                  <a:gd name="T20" fmla="*/ 39 w 39"/>
                  <a:gd name="T21" fmla="*/ 8 h 10"/>
                  <a:gd name="T22" fmla="*/ 30 w 39"/>
                  <a:gd name="T23" fmla="*/ 6 h 10"/>
                  <a:gd name="T24" fmla="*/ 24 w 39"/>
                  <a:gd name="T25" fmla="*/ 0 h 10"/>
                  <a:gd name="T26" fmla="*/ 19 w 39"/>
                  <a:gd name="T27" fmla="*/ 3 h 10"/>
                  <a:gd name="T28" fmla="*/ 17 w 39"/>
                  <a:gd name="T2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10">
                    <a:moveTo>
                      <a:pt x="17" y="5"/>
                    </a:moveTo>
                    <a:cubicBezTo>
                      <a:pt x="17" y="5"/>
                      <a:pt x="14" y="6"/>
                      <a:pt x="11" y="7"/>
                    </a:cubicBezTo>
                    <a:cubicBezTo>
                      <a:pt x="7" y="8"/>
                      <a:pt x="6" y="8"/>
                      <a:pt x="4" y="7"/>
                    </a:cubicBezTo>
                    <a:cubicBezTo>
                      <a:pt x="1" y="7"/>
                      <a:pt x="0" y="8"/>
                      <a:pt x="1" y="9"/>
                    </a:cubicBezTo>
                    <a:cubicBezTo>
                      <a:pt x="2" y="9"/>
                      <a:pt x="8" y="8"/>
                      <a:pt x="9" y="9"/>
                    </a:cubicBezTo>
                    <a:cubicBezTo>
                      <a:pt x="10" y="9"/>
                      <a:pt x="13" y="9"/>
                      <a:pt x="13" y="9"/>
                    </a:cubicBezTo>
                    <a:cubicBezTo>
                      <a:pt x="13" y="9"/>
                      <a:pt x="18" y="9"/>
                      <a:pt x="18" y="9"/>
                    </a:cubicBezTo>
                    <a:cubicBezTo>
                      <a:pt x="19" y="9"/>
                      <a:pt x="21" y="10"/>
                      <a:pt x="24" y="10"/>
                    </a:cubicBezTo>
                    <a:cubicBezTo>
                      <a:pt x="27" y="10"/>
                      <a:pt x="32" y="10"/>
                      <a:pt x="32" y="10"/>
                    </a:cubicBezTo>
                    <a:cubicBezTo>
                      <a:pt x="32" y="10"/>
                      <a:pt x="34" y="9"/>
                      <a:pt x="35" y="9"/>
                    </a:cubicBezTo>
                    <a:cubicBezTo>
                      <a:pt x="36" y="9"/>
                      <a:pt x="39" y="8"/>
                      <a:pt x="39" y="8"/>
                    </a:cubicBezTo>
                    <a:cubicBezTo>
                      <a:pt x="39" y="8"/>
                      <a:pt x="32" y="8"/>
                      <a:pt x="30" y="6"/>
                    </a:cubicBezTo>
                    <a:cubicBezTo>
                      <a:pt x="29" y="5"/>
                      <a:pt x="25" y="0"/>
                      <a:pt x="24" y="0"/>
                    </a:cubicBezTo>
                    <a:cubicBezTo>
                      <a:pt x="23" y="0"/>
                      <a:pt x="19" y="3"/>
                      <a:pt x="19" y="3"/>
                    </a:cubicBezTo>
                    <a:lnTo>
                      <a:pt x="17" y="5"/>
                    </a:lnTo>
                    <a:close/>
                  </a:path>
                </a:pathLst>
              </a:custGeom>
              <a:solidFill>
                <a:srgbClr val="1C1E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6" name="Freeform 189">
                <a:extLst>
                  <a:ext uri="{FF2B5EF4-FFF2-40B4-BE49-F238E27FC236}">
                    <a16:creationId xmlns:a16="http://schemas.microsoft.com/office/drawing/2014/main" id="{4D81AC23-E233-4955-ACA6-AFF5A231D6CD}"/>
                  </a:ext>
                </a:extLst>
              </p:cNvPr>
              <p:cNvSpPr>
                <a:spLocks/>
              </p:cNvSpPr>
              <p:nvPr/>
            </p:nvSpPr>
            <p:spPr bwMode="auto">
              <a:xfrm>
                <a:off x="4646" y="1054"/>
                <a:ext cx="50" cy="161"/>
              </a:xfrm>
              <a:custGeom>
                <a:avLst/>
                <a:gdLst>
                  <a:gd name="T0" fmla="*/ 21 w 21"/>
                  <a:gd name="T1" fmla="*/ 0 h 68"/>
                  <a:gd name="T2" fmla="*/ 18 w 21"/>
                  <a:gd name="T3" fmla="*/ 61 h 68"/>
                  <a:gd name="T4" fmla="*/ 0 w 21"/>
                  <a:gd name="T5" fmla="*/ 68 h 68"/>
                  <a:gd name="T6" fmla="*/ 2 w 21"/>
                  <a:gd name="T7" fmla="*/ 7 h 68"/>
                  <a:gd name="T8" fmla="*/ 21 w 21"/>
                  <a:gd name="T9" fmla="*/ 0 h 68"/>
                </a:gdLst>
                <a:ahLst/>
                <a:cxnLst>
                  <a:cxn ang="0">
                    <a:pos x="T0" y="T1"/>
                  </a:cxn>
                  <a:cxn ang="0">
                    <a:pos x="T2" y="T3"/>
                  </a:cxn>
                  <a:cxn ang="0">
                    <a:pos x="T4" y="T5"/>
                  </a:cxn>
                  <a:cxn ang="0">
                    <a:pos x="T6" y="T7"/>
                  </a:cxn>
                  <a:cxn ang="0">
                    <a:pos x="T8" y="T9"/>
                  </a:cxn>
                </a:cxnLst>
                <a:rect l="0" t="0" r="r" b="b"/>
                <a:pathLst>
                  <a:path w="21" h="68">
                    <a:moveTo>
                      <a:pt x="21" y="0"/>
                    </a:moveTo>
                    <a:cubicBezTo>
                      <a:pt x="20" y="20"/>
                      <a:pt x="19" y="40"/>
                      <a:pt x="18" y="61"/>
                    </a:cubicBezTo>
                    <a:cubicBezTo>
                      <a:pt x="12" y="63"/>
                      <a:pt x="6" y="66"/>
                      <a:pt x="0" y="68"/>
                    </a:cubicBezTo>
                    <a:cubicBezTo>
                      <a:pt x="1" y="48"/>
                      <a:pt x="1" y="27"/>
                      <a:pt x="2" y="7"/>
                    </a:cubicBezTo>
                    <a:cubicBezTo>
                      <a:pt x="9" y="4"/>
                      <a:pt x="15" y="2"/>
                      <a:pt x="21"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7" name="Freeform 190">
                <a:extLst>
                  <a:ext uri="{FF2B5EF4-FFF2-40B4-BE49-F238E27FC236}">
                    <a16:creationId xmlns:a16="http://schemas.microsoft.com/office/drawing/2014/main" id="{B2B812CA-FE9E-488A-ADDD-E6E2BC159D6C}"/>
                  </a:ext>
                </a:extLst>
              </p:cNvPr>
              <p:cNvSpPr>
                <a:spLocks/>
              </p:cNvSpPr>
              <p:nvPr/>
            </p:nvSpPr>
            <p:spPr bwMode="auto">
              <a:xfrm>
                <a:off x="4632" y="1315"/>
                <a:ext cx="52" cy="175"/>
              </a:xfrm>
              <a:custGeom>
                <a:avLst/>
                <a:gdLst>
                  <a:gd name="T0" fmla="*/ 22 w 22"/>
                  <a:gd name="T1" fmla="*/ 0 h 74"/>
                  <a:gd name="T2" fmla="*/ 19 w 22"/>
                  <a:gd name="T3" fmla="*/ 67 h 74"/>
                  <a:gd name="T4" fmla="*/ 0 w 22"/>
                  <a:gd name="T5" fmla="*/ 74 h 74"/>
                  <a:gd name="T6" fmla="*/ 3 w 22"/>
                  <a:gd name="T7" fmla="*/ 8 h 74"/>
                  <a:gd name="T8" fmla="*/ 22 w 22"/>
                  <a:gd name="T9" fmla="*/ 0 h 74"/>
                </a:gdLst>
                <a:ahLst/>
                <a:cxnLst>
                  <a:cxn ang="0">
                    <a:pos x="T0" y="T1"/>
                  </a:cxn>
                  <a:cxn ang="0">
                    <a:pos x="T2" y="T3"/>
                  </a:cxn>
                  <a:cxn ang="0">
                    <a:pos x="T4" y="T5"/>
                  </a:cxn>
                  <a:cxn ang="0">
                    <a:pos x="T6" y="T7"/>
                  </a:cxn>
                  <a:cxn ang="0">
                    <a:pos x="T8" y="T9"/>
                  </a:cxn>
                </a:cxnLst>
                <a:rect l="0" t="0" r="r" b="b"/>
                <a:pathLst>
                  <a:path w="22" h="74">
                    <a:moveTo>
                      <a:pt x="22" y="0"/>
                    </a:moveTo>
                    <a:cubicBezTo>
                      <a:pt x="21" y="23"/>
                      <a:pt x="20" y="45"/>
                      <a:pt x="19" y="67"/>
                    </a:cubicBezTo>
                    <a:cubicBezTo>
                      <a:pt x="12" y="70"/>
                      <a:pt x="6" y="72"/>
                      <a:pt x="0" y="74"/>
                    </a:cubicBezTo>
                    <a:cubicBezTo>
                      <a:pt x="1" y="52"/>
                      <a:pt x="2" y="30"/>
                      <a:pt x="3" y="8"/>
                    </a:cubicBezTo>
                    <a:cubicBezTo>
                      <a:pt x="10" y="5"/>
                      <a:pt x="16" y="3"/>
                      <a:pt x="22"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8" name="Freeform 191">
                <a:extLst>
                  <a:ext uri="{FF2B5EF4-FFF2-40B4-BE49-F238E27FC236}">
                    <a16:creationId xmlns:a16="http://schemas.microsoft.com/office/drawing/2014/main" id="{BC6FE783-1856-4FBF-A22B-ADF3E9AFA30C}"/>
                  </a:ext>
                </a:extLst>
              </p:cNvPr>
              <p:cNvSpPr>
                <a:spLocks/>
              </p:cNvSpPr>
              <p:nvPr/>
            </p:nvSpPr>
            <p:spPr bwMode="auto">
              <a:xfrm>
                <a:off x="4447" y="2203"/>
                <a:ext cx="50" cy="175"/>
              </a:xfrm>
              <a:custGeom>
                <a:avLst/>
                <a:gdLst>
                  <a:gd name="T0" fmla="*/ 0 w 21"/>
                  <a:gd name="T1" fmla="*/ 74 h 74"/>
                  <a:gd name="T2" fmla="*/ 3 w 21"/>
                  <a:gd name="T3" fmla="*/ 7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29"/>
                      <a:pt x="3" y="7"/>
                    </a:cubicBezTo>
                    <a:cubicBezTo>
                      <a:pt x="9" y="5"/>
                      <a:pt x="15" y="2"/>
                      <a:pt x="21" y="0"/>
                    </a:cubicBezTo>
                    <a:cubicBezTo>
                      <a:pt x="20" y="22"/>
                      <a:pt x="19" y="44"/>
                      <a:pt x="18" y="67"/>
                    </a:cubicBezTo>
                    <a:cubicBezTo>
                      <a:pt x="12" y="69"/>
                      <a:pt x="6" y="72"/>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69" name="Freeform 192">
                <a:extLst>
                  <a:ext uri="{FF2B5EF4-FFF2-40B4-BE49-F238E27FC236}">
                    <a16:creationId xmlns:a16="http://schemas.microsoft.com/office/drawing/2014/main" id="{38E22123-2444-465E-9618-933D7495A616}"/>
                  </a:ext>
                </a:extLst>
              </p:cNvPr>
              <p:cNvSpPr>
                <a:spLocks/>
              </p:cNvSpPr>
              <p:nvPr/>
            </p:nvSpPr>
            <p:spPr bwMode="auto">
              <a:xfrm>
                <a:off x="4533" y="1897"/>
                <a:ext cx="49" cy="175"/>
              </a:xfrm>
              <a:custGeom>
                <a:avLst/>
                <a:gdLst>
                  <a:gd name="T0" fmla="*/ 0 w 21"/>
                  <a:gd name="T1" fmla="*/ 74 h 74"/>
                  <a:gd name="T2" fmla="*/ 3 w 21"/>
                  <a:gd name="T3" fmla="*/ 7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29"/>
                      <a:pt x="3" y="7"/>
                    </a:cubicBezTo>
                    <a:cubicBezTo>
                      <a:pt x="9" y="5"/>
                      <a:pt x="15" y="2"/>
                      <a:pt x="21" y="0"/>
                    </a:cubicBezTo>
                    <a:cubicBezTo>
                      <a:pt x="20" y="22"/>
                      <a:pt x="19" y="44"/>
                      <a:pt x="18" y="67"/>
                    </a:cubicBezTo>
                    <a:cubicBezTo>
                      <a:pt x="12" y="69"/>
                      <a:pt x="6" y="71"/>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0" name="Freeform 193">
                <a:extLst>
                  <a:ext uri="{FF2B5EF4-FFF2-40B4-BE49-F238E27FC236}">
                    <a16:creationId xmlns:a16="http://schemas.microsoft.com/office/drawing/2014/main" id="{2E4955A5-C971-4843-8512-23FD8F909D10}"/>
                  </a:ext>
                </a:extLst>
              </p:cNvPr>
              <p:cNvSpPr>
                <a:spLocks/>
              </p:cNvSpPr>
              <p:nvPr/>
            </p:nvSpPr>
            <p:spPr bwMode="auto">
              <a:xfrm>
                <a:off x="4379" y="2231"/>
                <a:ext cx="47" cy="178"/>
              </a:xfrm>
              <a:custGeom>
                <a:avLst/>
                <a:gdLst>
                  <a:gd name="T0" fmla="*/ 0 w 20"/>
                  <a:gd name="T1" fmla="*/ 75 h 75"/>
                  <a:gd name="T2" fmla="*/ 2 w 20"/>
                  <a:gd name="T3" fmla="*/ 8 h 75"/>
                  <a:gd name="T4" fmla="*/ 20 w 20"/>
                  <a:gd name="T5" fmla="*/ 0 h 75"/>
                  <a:gd name="T6" fmla="*/ 17 w 20"/>
                  <a:gd name="T7" fmla="*/ 67 h 75"/>
                  <a:gd name="T8" fmla="*/ 0 w 20"/>
                  <a:gd name="T9" fmla="*/ 75 h 75"/>
                </a:gdLst>
                <a:ahLst/>
                <a:cxnLst>
                  <a:cxn ang="0">
                    <a:pos x="T0" y="T1"/>
                  </a:cxn>
                  <a:cxn ang="0">
                    <a:pos x="T2" y="T3"/>
                  </a:cxn>
                  <a:cxn ang="0">
                    <a:pos x="T4" y="T5"/>
                  </a:cxn>
                  <a:cxn ang="0">
                    <a:pos x="T6" y="T7"/>
                  </a:cxn>
                  <a:cxn ang="0">
                    <a:pos x="T8" y="T9"/>
                  </a:cxn>
                </a:cxnLst>
                <a:rect l="0" t="0" r="r" b="b"/>
                <a:pathLst>
                  <a:path w="20" h="75">
                    <a:moveTo>
                      <a:pt x="0" y="75"/>
                    </a:moveTo>
                    <a:cubicBezTo>
                      <a:pt x="1" y="52"/>
                      <a:pt x="1" y="30"/>
                      <a:pt x="2" y="8"/>
                    </a:cubicBezTo>
                    <a:cubicBezTo>
                      <a:pt x="8" y="5"/>
                      <a:pt x="14" y="3"/>
                      <a:pt x="20" y="0"/>
                    </a:cubicBezTo>
                    <a:cubicBezTo>
                      <a:pt x="19" y="23"/>
                      <a:pt x="18" y="45"/>
                      <a:pt x="17" y="67"/>
                    </a:cubicBezTo>
                    <a:cubicBezTo>
                      <a:pt x="11" y="70"/>
                      <a:pt x="5" y="72"/>
                      <a:pt x="0" y="75"/>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1" name="Freeform 194">
                <a:extLst>
                  <a:ext uri="{FF2B5EF4-FFF2-40B4-BE49-F238E27FC236}">
                    <a16:creationId xmlns:a16="http://schemas.microsoft.com/office/drawing/2014/main" id="{7B7A0211-0FB0-4C3D-A5A6-98B9C1F340F0}"/>
                  </a:ext>
                </a:extLst>
              </p:cNvPr>
              <p:cNvSpPr>
                <a:spLocks/>
              </p:cNvSpPr>
              <p:nvPr/>
            </p:nvSpPr>
            <p:spPr bwMode="auto">
              <a:xfrm>
                <a:off x="4388" y="1956"/>
                <a:ext cx="50" cy="176"/>
              </a:xfrm>
              <a:custGeom>
                <a:avLst/>
                <a:gdLst>
                  <a:gd name="T0" fmla="*/ 0 w 21"/>
                  <a:gd name="T1" fmla="*/ 74 h 74"/>
                  <a:gd name="T2" fmla="*/ 3 w 21"/>
                  <a:gd name="T3" fmla="*/ 8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30"/>
                      <a:pt x="3" y="8"/>
                    </a:cubicBezTo>
                    <a:cubicBezTo>
                      <a:pt x="9" y="5"/>
                      <a:pt x="15" y="3"/>
                      <a:pt x="21" y="0"/>
                    </a:cubicBezTo>
                    <a:cubicBezTo>
                      <a:pt x="20" y="22"/>
                      <a:pt x="19" y="45"/>
                      <a:pt x="18" y="67"/>
                    </a:cubicBezTo>
                    <a:cubicBezTo>
                      <a:pt x="12" y="69"/>
                      <a:pt x="6" y="72"/>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2" name="Freeform 195">
                <a:extLst>
                  <a:ext uri="{FF2B5EF4-FFF2-40B4-BE49-F238E27FC236}">
                    <a16:creationId xmlns:a16="http://schemas.microsoft.com/office/drawing/2014/main" id="{11D5B160-9F4A-4A19-905B-832E5249122E}"/>
                  </a:ext>
                </a:extLst>
              </p:cNvPr>
              <p:cNvSpPr>
                <a:spLocks/>
              </p:cNvSpPr>
              <p:nvPr/>
            </p:nvSpPr>
            <p:spPr bwMode="auto">
              <a:xfrm>
                <a:off x="4419" y="1144"/>
                <a:ext cx="47" cy="161"/>
              </a:xfrm>
              <a:custGeom>
                <a:avLst/>
                <a:gdLst>
                  <a:gd name="T0" fmla="*/ 0 w 20"/>
                  <a:gd name="T1" fmla="*/ 68 h 68"/>
                  <a:gd name="T2" fmla="*/ 2 w 20"/>
                  <a:gd name="T3" fmla="*/ 7 h 68"/>
                  <a:gd name="T4" fmla="*/ 20 w 20"/>
                  <a:gd name="T5" fmla="*/ 0 h 68"/>
                  <a:gd name="T6" fmla="*/ 18 w 20"/>
                  <a:gd name="T7" fmla="*/ 61 h 68"/>
                  <a:gd name="T8" fmla="*/ 0 w 20"/>
                  <a:gd name="T9" fmla="*/ 68 h 68"/>
                </a:gdLst>
                <a:ahLst/>
                <a:cxnLst>
                  <a:cxn ang="0">
                    <a:pos x="T0" y="T1"/>
                  </a:cxn>
                  <a:cxn ang="0">
                    <a:pos x="T2" y="T3"/>
                  </a:cxn>
                  <a:cxn ang="0">
                    <a:pos x="T4" y="T5"/>
                  </a:cxn>
                  <a:cxn ang="0">
                    <a:pos x="T6" y="T7"/>
                  </a:cxn>
                  <a:cxn ang="0">
                    <a:pos x="T8" y="T9"/>
                  </a:cxn>
                </a:cxnLst>
                <a:rect l="0" t="0" r="r" b="b"/>
                <a:pathLst>
                  <a:path w="20" h="68">
                    <a:moveTo>
                      <a:pt x="0" y="68"/>
                    </a:moveTo>
                    <a:cubicBezTo>
                      <a:pt x="0" y="48"/>
                      <a:pt x="1" y="27"/>
                      <a:pt x="2" y="7"/>
                    </a:cubicBezTo>
                    <a:cubicBezTo>
                      <a:pt x="8" y="5"/>
                      <a:pt x="14" y="2"/>
                      <a:pt x="20" y="0"/>
                    </a:cubicBezTo>
                    <a:cubicBezTo>
                      <a:pt x="20" y="20"/>
                      <a:pt x="19" y="40"/>
                      <a:pt x="18" y="61"/>
                    </a:cubicBezTo>
                    <a:cubicBezTo>
                      <a:pt x="12" y="63"/>
                      <a:pt x="6" y="66"/>
                      <a:pt x="0" y="6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3" name="Freeform 196">
                <a:extLst>
                  <a:ext uri="{FF2B5EF4-FFF2-40B4-BE49-F238E27FC236}">
                    <a16:creationId xmlns:a16="http://schemas.microsoft.com/office/drawing/2014/main" id="{6E95D7DE-3C1F-4B0F-A4A3-FE763EDF027D}"/>
                  </a:ext>
                </a:extLst>
              </p:cNvPr>
              <p:cNvSpPr>
                <a:spLocks/>
              </p:cNvSpPr>
              <p:nvPr/>
            </p:nvSpPr>
            <p:spPr bwMode="auto">
              <a:xfrm>
                <a:off x="4604" y="1866"/>
                <a:ext cx="52" cy="176"/>
              </a:xfrm>
              <a:custGeom>
                <a:avLst/>
                <a:gdLst>
                  <a:gd name="T0" fmla="*/ 4 w 22"/>
                  <a:gd name="T1" fmla="*/ 7 h 74"/>
                  <a:gd name="T2" fmla="*/ 22 w 22"/>
                  <a:gd name="T3" fmla="*/ 0 h 74"/>
                  <a:gd name="T4" fmla="*/ 18 w 22"/>
                  <a:gd name="T5" fmla="*/ 67 h 74"/>
                  <a:gd name="T6" fmla="*/ 0 w 22"/>
                  <a:gd name="T7" fmla="*/ 74 h 74"/>
                  <a:gd name="T8" fmla="*/ 4 w 22"/>
                  <a:gd name="T9" fmla="*/ 7 h 74"/>
                </a:gdLst>
                <a:ahLst/>
                <a:cxnLst>
                  <a:cxn ang="0">
                    <a:pos x="T0" y="T1"/>
                  </a:cxn>
                  <a:cxn ang="0">
                    <a:pos x="T2" y="T3"/>
                  </a:cxn>
                  <a:cxn ang="0">
                    <a:pos x="T4" y="T5"/>
                  </a:cxn>
                  <a:cxn ang="0">
                    <a:pos x="T6" y="T7"/>
                  </a:cxn>
                  <a:cxn ang="0">
                    <a:pos x="T8" y="T9"/>
                  </a:cxn>
                </a:cxnLst>
                <a:rect l="0" t="0" r="r" b="b"/>
                <a:pathLst>
                  <a:path w="22" h="74">
                    <a:moveTo>
                      <a:pt x="4" y="7"/>
                    </a:moveTo>
                    <a:cubicBezTo>
                      <a:pt x="10" y="5"/>
                      <a:pt x="16" y="3"/>
                      <a:pt x="22" y="0"/>
                    </a:cubicBezTo>
                    <a:cubicBezTo>
                      <a:pt x="21" y="22"/>
                      <a:pt x="19" y="45"/>
                      <a:pt x="18" y="67"/>
                    </a:cubicBezTo>
                    <a:cubicBezTo>
                      <a:pt x="12" y="69"/>
                      <a:pt x="6" y="72"/>
                      <a:pt x="0" y="74"/>
                    </a:cubicBezTo>
                    <a:cubicBezTo>
                      <a:pt x="2" y="52"/>
                      <a:pt x="3" y="30"/>
                      <a:pt x="4"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4" name="Freeform 197">
                <a:extLst>
                  <a:ext uri="{FF2B5EF4-FFF2-40B4-BE49-F238E27FC236}">
                    <a16:creationId xmlns:a16="http://schemas.microsoft.com/office/drawing/2014/main" id="{492A8D0A-695F-4F96-981E-247A16BBC71B}"/>
                  </a:ext>
                </a:extLst>
              </p:cNvPr>
              <p:cNvSpPr>
                <a:spLocks/>
              </p:cNvSpPr>
              <p:nvPr/>
            </p:nvSpPr>
            <p:spPr bwMode="auto">
              <a:xfrm>
                <a:off x="4618" y="1592"/>
                <a:ext cx="52" cy="175"/>
              </a:xfrm>
              <a:custGeom>
                <a:avLst/>
                <a:gdLst>
                  <a:gd name="T0" fmla="*/ 4 w 22"/>
                  <a:gd name="T1" fmla="*/ 7 h 74"/>
                  <a:gd name="T2" fmla="*/ 22 w 22"/>
                  <a:gd name="T3" fmla="*/ 0 h 74"/>
                  <a:gd name="T4" fmla="*/ 19 w 22"/>
                  <a:gd name="T5" fmla="*/ 66 h 74"/>
                  <a:gd name="T6" fmla="*/ 0 w 22"/>
                  <a:gd name="T7" fmla="*/ 74 h 74"/>
                  <a:gd name="T8" fmla="*/ 4 w 22"/>
                  <a:gd name="T9" fmla="*/ 7 h 74"/>
                </a:gdLst>
                <a:ahLst/>
                <a:cxnLst>
                  <a:cxn ang="0">
                    <a:pos x="T0" y="T1"/>
                  </a:cxn>
                  <a:cxn ang="0">
                    <a:pos x="T2" y="T3"/>
                  </a:cxn>
                  <a:cxn ang="0">
                    <a:pos x="T4" y="T5"/>
                  </a:cxn>
                  <a:cxn ang="0">
                    <a:pos x="T6" y="T7"/>
                  </a:cxn>
                  <a:cxn ang="0">
                    <a:pos x="T8" y="T9"/>
                  </a:cxn>
                </a:cxnLst>
                <a:rect l="0" t="0" r="r" b="b"/>
                <a:pathLst>
                  <a:path w="22" h="74">
                    <a:moveTo>
                      <a:pt x="4" y="7"/>
                    </a:moveTo>
                    <a:cubicBezTo>
                      <a:pt x="10" y="5"/>
                      <a:pt x="16" y="2"/>
                      <a:pt x="22" y="0"/>
                    </a:cubicBezTo>
                    <a:cubicBezTo>
                      <a:pt x="21" y="22"/>
                      <a:pt x="20" y="44"/>
                      <a:pt x="19" y="66"/>
                    </a:cubicBezTo>
                    <a:cubicBezTo>
                      <a:pt x="13" y="69"/>
                      <a:pt x="6" y="71"/>
                      <a:pt x="0" y="74"/>
                    </a:cubicBezTo>
                    <a:cubicBezTo>
                      <a:pt x="1" y="52"/>
                      <a:pt x="3" y="29"/>
                      <a:pt x="4"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5" name="Freeform 198">
                <a:extLst>
                  <a:ext uri="{FF2B5EF4-FFF2-40B4-BE49-F238E27FC236}">
                    <a16:creationId xmlns:a16="http://schemas.microsoft.com/office/drawing/2014/main" id="{A9C28269-DEBF-4997-9963-12E4DF77DD6E}"/>
                  </a:ext>
                </a:extLst>
              </p:cNvPr>
              <p:cNvSpPr>
                <a:spLocks/>
              </p:cNvSpPr>
              <p:nvPr/>
            </p:nvSpPr>
            <p:spPr bwMode="auto">
              <a:xfrm>
                <a:off x="4398" y="1682"/>
                <a:ext cx="49" cy="175"/>
              </a:xfrm>
              <a:custGeom>
                <a:avLst/>
                <a:gdLst>
                  <a:gd name="T0" fmla="*/ 0 w 21"/>
                  <a:gd name="T1" fmla="*/ 74 h 74"/>
                  <a:gd name="T2" fmla="*/ 3 w 21"/>
                  <a:gd name="T3" fmla="*/ 7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29"/>
                      <a:pt x="3" y="7"/>
                    </a:cubicBezTo>
                    <a:cubicBezTo>
                      <a:pt x="9" y="5"/>
                      <a:pt x="15" y="2"/>
                      <a:pt x="21" y="0"/>
                    </a:cubicBezTo>
                    <a:cubicBezTo>
                      <a:pt x="20" y="22"/>
                      <a:pt x="19" y="44"/>
                      <a:pt x="18" y="67"/>
                    </a:cubicBezTo>
                    <a:cubicBezTo>
                      <a:pt x="12" y="69"/>
                      <a:pt x="6" y="71"/>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6" name="Freeform 199">
                <a:extLst>
                  <a:ext uri="{FF2B5EF4-FFF2-40B4-BE49-F238E27FC236}">
                    <a16:creationId xmlns:a16="http://schemas.microsoft.com/office/drawing/2014/main" id="{82163326-7756-432B-9EB4-A4D4831F6274}"/>
                  </a:ext>
                </a:extLst>
              </p:cNvPr>
              <p:cNvSpPr>
                <a:spLocks/>
              </p:cNvSpPr>
              <p:nvPr/>
            </p:nvSpPr>
            <p:spPr bwMode="auto">
              <a:xfrm>
                <a:off x="4471" y="1651"/>
                <a:ext cx="50" cy="175"/>
              </a:xfrm>
              <a:custGeom>
                <a:avLst/>
                <a:gdLst>
                  <a:gd name="T0" fmla="*/ 0 w 21"/>
                  <a:gd name="T1" fmla="*/ 74 h 74"/>
                  <a:gd name="T2" fmla="*/ 3 w 21"/>
                  <a:gd name="T3" fmla="*/ 7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30"/>
                      <a:pt x="3" y="7"/>
                    </a:cubicBezTo>
                    <a:cubicBezTo>
                      <a:pt x="9" y="5"/>
                      <a:pt x="15" y="3"/>
                      <a:pt x="21" y="0"/>
                    </a:cubicBezTo>
                    <a:cubicBezTo>
                      <a:pt x="20" y="22"/>
                      <a:pt x="19" y="45"/>
                      <a:pt x="18" y="67"/>
                    </a:cubicBezTo>
                    <a:cubicBezTo>
                      <a:pt x="12" y="69"/>
                      <a:pt x="6" y="72"/>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7" name="Freeform 200">
                <a:extLst>
                  <a:ext uri="{FF2B5EF4-FFF2-40B4-BE49-F238E27FC236}">
                    <a16:creationId xmlns:a16="http://schemas.microsoft.com/office/drawing/2014/main" id="{EDD67B30-93B0-4F2E-B50D-84E5C0DBF568}"/>
                  </a:ext>
                </a:extLst>
              </p:cNvPr>
              <p:cNvSpPr>
                <a:spLocks/>
              </p:cNvSpPr>
              <p:nvPr/>
            </p:nvSpPr>
            <p:spPr bwMode="auto">
              <a:xfrm>
                <a:off x="4589" y="2141"/>
                <a:ext cx="50" cy="178"/>
              </a:xfrm>
              <a:custGeom>
                <a:avLst/>
                <a:gdLst>
                  <a:gd name="T0" fmla="*/ 4 w 21"/>
                  <a:gd name="T1" fmla="*/ 8 h 75"/>
                  <a:gd name="T2" fmla="*/ 21 w 21"/>
                  <a:gd name="T3" fmla="*/ 0 h 75"/>
                  <a:gd name="T4" fmla="*/ 18 w 21"/>
                  <a:gd name="T5" fmla="*/ 67 h 75"/>
                  <a:gd name="T6" fmla="*/ 0 w 21"/>
                  <a:gd name="T7" fmla="*/ 75 h 75"/>
                  <a:gd name="T8" fmla="*/ 4 w 21"/>
                  <a:gd name="T9" fmla="*/ 8 h 75"/>
                </a:gdLst>
                <a:ahLst/>
                <a:cxnLst>
                  <a:cxn ang="0">
                    <a:pos x="T0" y="T1"/>
                  </a:cxn>
                  <a:cxn ang="0">
                    <a:pos x="T2" y="T3"/>
                  </a:cxn>
                  <a:cxn ang="0">
                    <a:pos x="T4" y="T5"/>
                  </a:cxn>
                  <a:cxn ang="0">
                    <a:pos x="T6" y="T7"/>
                  </a:cxn>
                  <a:cxn ang="0">
                    <a:pos x="T8" y="T9"/>
                  </a:cxn>
                </a:cxnLst>
                <a:rect l="0" t="0" r="r" b="b"/>
                <a:pathLst>
                  <a:path w="21" h="75">
                    <a:moveTo>
                      <a:pt x="4" y="8"/>
                    </a:moveTo>
                    <a:cubicBezTo>
                      <a:pt x="10" y="5"/>
                      <a:pt x="16" y="3"/>
                      <a:pt x="21" y="0"/>
                    </a:cubicBezTo>
                    <a:cubicBezTo>
                      <a:pt x="20" y="23"/>
                      <a:pt x="19" y="45"/>
                      <a:pt x="18" y="67"/>
                    </a:cubicBezTo>
                    <a:cubicBezTo>
                      <a:pt x="12" y="70"/>
                      <a:pt x="6" y="72"/>
                      <a:pt x="0" y="75"/>
                    </a:cubicBezTo>
                    <a:cubicBezTo>
                      <a:pt x="1" y="52"/>
                      <a:pt x="2" y="30"/>
                      <a:pt x="4" y="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8" name="Freeform 201">
                <a:extLst>
                  <a:ext uri="{FF2B5EF4-FFF2-40B4-BE49-F238E27FC236}">
                    <a16:creationId xmlns:a16="http://schemas.microsoft.com/office/drawing/2014/main" id="{7A9950DA-DA40-4E68-9596-AA195F710C80}"/>
                  </a:ext>
                </a:extLst>
              </p:cNvPr>
              <p:cNvSpPr>
                <a:spLocks/>
              </p:cNvSpPr>
              <p:nvPr/>
            </p:nvSpPr>
            <p:spPr bwMode="auto">
              <a:xfrm>
                <a:off x="4518" y="2172"/>
                <a:ext cx="50" cy="175"/>
              </a:xfrm>
              <a:custGeom>
                <a:avLst/>
                <a:gdLst>
                  <a:gd name="T0" fmla="*/ 0 w 21"/>
                  <a:gd name="T1" fmla="*/ 74 h 74"/>
                  <a:gd name="T2" fmla="*/ 3 w 21"/>
                  <a:gd name="T3" fmla="*/ 8 h 74"/>
                  <a:gd name="T4" fmla="*/ 21 w 21"/>
                  <a:gd name="T5" fmla="*/ 0 h 74"/>
                  <a:gd name="T6" fmla="*/ 18 w 21"/>
                  <a:gd name="T7" fmla="*/ 67 h 74"/>
                  <a:gd name="T8" fmla="*/ 0 w 21"/>
                  <a:gd name="T9" fmla="*/ 74 h 74"/>
                </a:gdLst>
                <a:ahLst/>
                <a:cxnLst>
                  <a:cxn ang="0">
                    <a:pos x="T0" y="T1"/>
                  </a:cxn>
                  <a:cxn ang="0">
                    <a:pos x="T2" y="T3"/>
                  </a:cxn>
                  <a:cxn ang="0">
                    <a:pos x="T4" y="T5"/>
                  </a:cxn>
                  <a:cxn ang="0">
                    <a:pos x="T6" y="T7"/>
                  </a:cxn>
                  <a:cxn ang="0">
                    <a:pos x="T8" y="T9"/>
                  </a:cxn>
                </a:cxnLst>
                <a:rect l="0" t="0" r="r" b="b"/>
                <a:pathLst>
                  <a:path w="21" h="74">
                    <a:moveTo>
                      <a:pt x="0" y="74"/>
                    </a:moveTo>
                    <a:cubicBezTo>
                      <a:pt x="1" y="52"/>
                      <a:pt x="2" y="30"/>
                      <a:pt x="3" y="8"/>
                    </a:cubicBezTo>
                    <a:cubicBezTo>
                      <a:pt x="9" y="5"/>
                      <a:pt x="15" y="3"/>
                      <a:pt x="21" y="0"/>
                    </a:cubicBezTo>
                    <a:cubicBezTo>
                      <a:pt x="20" y="22"/>
                      <a:pt x="19" y="45"/>
                      <a:pt x="18" y="67"/>
                    </a:cubicBezTo>
                    <a:cubicBezTo>
                      <a:pt x="12" y="69"/>
                      <a:pt x="6" y="72"/>
                      <a:pt x="0"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79" name="Freeform 202">
                <a:extLst>
                  <a:ext uri="{FF2B5EF4-FFF2-40B4-BE49-F238E27FC236}">
                    <a16:creationId xmlns:a16="http://schemas.microsoft.com/office/drawing/2014/main" id="{C265216A-A8BB-467D-B0FF-0812C8BAB7F0}"/>
                  </a:ext>
                </a:extLst>
              </p:cNvPr>
              <p:cNvSpPr>
                <a:spLocks/>
              </p:cNvSpPr>
              <p:nvPr/>
            </p:nvSpPr>
            <p:spPr bwMode="auto">
              <a:xfrm>
                <a:off x="4544" y="1620"/>
                <a:ext cx="52" cy="178"/>
              </a:xfrm>
              <a:custGeom>
                <a:avLst/>
                <a:gdLst>
                  <a:gd name="T0" fmla="*/ 0 w 22"/>
                  <a:gd name="T1" fmla="*/ 75 h 75"/>
                  <a:gd name="T2" fmla="*/ 3 w 22"/>
                  <a:gd name="T3" fmla="*/ 8 h 75"/>
                  <a:gd name="T4" fmla="*/ 22 w 22"/>
                  <a:gd name="T5" fmla="*/ 0 h 75"/>
                  <a:gd name="T6" fmla="*/ 18 w 22"/>
                  <a:gd name="T7" fmla="*/ 67 h 75"/>
                  <a:gd name="T8" fmla="*/ 0 w 22"/>
                  <a:gd name="T9" fmla="*/ 75 h 75"/>
                </a:gdLst>
                <a:ahLst/>
                <a:cxnLst>
                  <a:cxn ang="0">
                    <a:pos x="T0" y="T1"/>
                  </a:cxn>
                  <a:cxn ang="0">
                    <a:pos x="T2" y="T3"/>
                  </a:cxn>
                  <a:cxn ang="0">
                    <a:pos x="T4" y="T5"/>
                  </a:cxn>
                  <a:cxn ang="0">
                    <a:pos x="T6" y="T7"/>
                  </a:cxn>
                  <a:cxn ang="0">
                    <a:pos x="T8" y="T9"/>
                  </a:cxn>
                </a:cxnLst>
                <a:rect l="0" t="0" r="r" b="b"/>
                <a:pathLst>
                  <a:path w="22" h="75">
                    <a:moveTo>
                      <a:pt x="0" y="75"/>
                    </a:moveTo>
                    <a:cubicBezTo>
                      <a:pt x="1" y="52"/>
                      <a:pt x="2" y="30"/>
                      <a:pt x="3" y="8"/>
                    </a:cubicBezTo>
                    <a:cubicBezTo>
                      <a:pt x="9" y="5"/>
                      <a:pt x="16" y="3"/>
                      <a:pt x="22" y="0"/>
                    </a:cubicBezTo>
                    <a:cubicBezTo>
                      <a:pt x="21" y="23"/>
                      <a:pt x="19" y="45"/>
                      <a:pt x="18" y="67"/>
                    </a:cubicBezTo>
                    <a:cubicBezTo>
                      <a:pt x="12" y="70"/>
                      <a:pt x="6" y="72"/>
                      <a:pt x="0" y="75"/>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80" name="Freeform 203">
                <a:extLst>
                  <a:ext uri="{FF2B5EF4-FFF2-40B4-BE49-F238E27FC236}">
                    <a16:creationId xmlns:a16="http://schemas.microsoft.com/office/drawing/2014/main" id="{F95B7D11-CC9B-41FD-8D77-FA55B3F62EAA}"/>
                  </a:ext>
                </a:extLst>
              </p:cNvPr>
              <p:cNvSpPr>
                <a:spLocks/>
              </p:cNvSpPr>
              <p:nvPr/>
            </p:nvSpPr>
            <p:spPr bwMode="auto">
              <a:xfrm>
                <a:off x="4495" y="1113"/>
                <a:ext cx="49" cy="161"/>
              </a:xfrm>
              <a:custGeom>
                <a:avLst/>
                <a:gdLst>
                  <a:gd name="T0" fmla="*/ 0 w 21"/>
                  <a:gd name="T1" fmla="*/ 68 h 68"/>
                  <a:gd name="T2" fmla="*/ 2 w 21"/>
                  <a:gd name="T3" fmla="*/ 7 h 68"/>
                  <a:gd name="T4" fmla="*/ 21 w 21"/>
                  <a:gd name="T5" fmla="*/ 0 h 68"/>
                  <a:gd name="T6" fmla="*/ 18 w 21"/>
                  <a:gd name="T7" fmla="*/ 61 h 68"/>
                  <a:gd name="T8" fmla="*/ 0 w 21"/>
                  <a:gd name="T9" fmla="*/ 68 h 68"/>
                </a:gdLst>
                <a:ahLst/>
                <a:cxnLst>
                  <a:cxn ang="0">
                    <a:pos x="T0" y="T1"/>
                  </a:cxn>
                  <a:cxn ang="0">
                    <a:pos x="T2" y="T3"/>
                  </a:cxn>
                  <a:cxn ang="0">
                    <a:pos x="T4" y="T5"/>
                  </a:cxn>
                  <a:cxn ang="0">
                    <a:pos x="T6" y="T7"/>
                  </a:cxn>
                  <a:cxn ang="0">
                    <a:pos x="T8" y="T9"/>
                  </a:cxn>
                </a:cxnLst>
                <a:rect l="0" t="0" r="r" b="b"/>
                <a:pathLst>
                  <a:path w="21" h="68">
                    <a:moveTo>
                      <a:pt x="0" y="68"/>
                    </a:moveTo>
                    <a:cubicBezTo>
                      <a:pt x="0" y="48"/>
                      <a:pt x="1" y="28"/>
                      <a:pt x="2" y="7"/>
                    </a:cubicBezTo>
                    <a:cubicBezTo>
                      <a:pt x="8" y="5"/>
                      <a:pt x="14" y="2"/>
                      <a:pt x="21" y="0"/>
                    </a:cubicBezTo>
                    <a:cubicBezTo>
                      <a:pt x="20" y="20"/>
                      <a:pt x="19" y="41"/>
                      <a:pt x="18" y="61"/>
                    </a:cubicBezTo>
                    <a:cubicBezTo>
                      <a:pt x="12" y="64"/>
                      <a:pt x="6" y="66"/>
                      <a:pt x="0" y="6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581" name="Freeform 204">
                <a:extLst>
                  <a:ext uri="{FF2B5EF4-FFF2-40B4-BE49-F238E27FC236}">
                    <a16:creationId xmlns:a16="http://schemas.microsoft.com/office/drawing/2014/main" id="{6B024033-B0D2-4E81-A0E8-37B6C9086266}"/>
                  </a:ext>
                </a:extLst>
              </p:cNvPr>
              <p:cNvSpPr>
                <a:spLocks/>
              </p:cNvSpPr>
              <p:nvPr/>
            </p:nvSpPr>
            <p:spPr bwMode="auto">
              <a:xfrm>
                <a:off x="4570" y="1083"/>
                <a:ext cx="50" cy="163"/>
              </a:xfrm>
              <a:custGeom>
                <a:avLst/>
                <a:gdLst>
                  <a:gd name="T0" fmla="*/ 0 w 21"/>
                  <a:gd name="T1" fmla="*/ 69 h 69"/>
                  <a:gd name="T2" fmla="*/ 2 w 21"/>
                  <a:gd name="T3" fmla="*/ 8 h 69"/>
                  <a:gd name="T4" fmla="*/ 21 w 21"/>
                  <a:gd name="T5" fmla="*/ 0 h 69"/>
                  <a:gd name="T6" fmla="*/ 18 w 21"/>
                  <a:gd name="T7" fmla="*/ 61 h 69"/>
                  <a:gd name="T8" fmla="*/ 0 w 21"/>
                  <a:gd name="T9" fmla="*/ 69 h 69"/>
                </a:gdLst>
                <a:ahLst/>
                <a:cxnLst>
                  <a:cxn ang="0">
                    <a:pos x="T0" y="T1"/>
                  </a:cxn>
                  <a:cxn ang="0">
                    <a:pos x="T2" y="T3"/>
                  </a:cxn>
                  <a:cxn ang="0">
                    <a:pos x="T4" y="T5"/>
                  </a:cxn>
                  <a:cxn ang="0">
                    <a:pos x="T6" y="T7"/>
                  </a:cxn>
                  <a:cxn ang="0">
                    <a:pos x="T8" y="T9"/>
                  </a:cxn>
                </a:cxnLst>
                <a:rect l="0" t="0" r="r" b="b"/>
                <a:pathLst>
                  <a:path w="21" h="69">
                    <a:moveTo>
                      <a:pt x="0" y="69"/>
                    </a:moveTo>
                    <a:cubicBezTo>
                      <a:pt x="0" y="48"/>
                      <a:pt x="1" y="28"/>
                      <a:pt x="2" y="8"/>
                    </a:cubicBezTo>
                    <a:cubicBezTo>
                      <a:pt x="8" y="5"/>
                      <a:pt x="15" y="3"/>
                      <a:pt x="21" y="0"/>
                    </a:cubicBezTo>
                    <a:cubicBezTo>
                      <a:pt x="20" y="21"/>
                      <a:pt x="19" y="41"/>
                      <a:pt x="18" y="61"/>
                    </a:cubicBezTo>
                    <a:cubicBezTo>
                      <a:pt x="12" y="64"/>
                      <a:pt x="6" y="66"/>
                      <a:pt x="0" y="69"/>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sp>
          <p:nvSpPr>
            <p:cNvPr id="302" name="Freeform 206">
              <a:extLst>
                <a:ext uri="{FF2B5EF4-FFF2-40B4-BE49-F238E27FC236}">
                  <a16:creationId xmlns:a16="http://schemas.microsoft.com/office/drawing/2014/main" id="{9E075DF5-C131-44DF-89F8-77F8D97B2B44}"/>
                </a:ext>
              </a:extLst>
            </p:cNvPr>
            <p:cNvSpPr>
              <a:spLocks/>
            </p:cNvSpPr>
            <p:nvPr/>
          </p:nvSpPr>
          <p:spPr bwMode="auto">
            <a:xfrm>
              <a:off x="4559" y="1345"/>
              <a:ext cx="49" cy="176"/>
            </a:xfrm>
            <a:custGeom>
              <a:avLst/>
              <a:gdLst>
                <a:gd name="T0" fmla="*/ 21 w 21"/>
                <a:gd name="T1" fmla="*/ 0 h 74"/>
                <a:gd name="T2" fmla="*/ 18 w 21"/>
                <a:gd name="T3" fmla="*/ 67 h 74"/>
                <a:gd name="T4" fmla="*/ 0 w 21"/>
                <a:gd name="T5" fmla="*/ 74 h 74"/>
                <a:gd name="T6" fmla="*/ 2 w 21"/>
                <a:gd name="T7" fmla="*/ 7 h 74"/>
                <a:gd name="T8" fmla="*/ 21 w 21"/>
                <a:gd name="T9" fmla="*/ 0 h 74"/>
              </a:gdLst>
              <a:ahLst/>
              <a:cxnLst>
                <a:cxn ang="0">
                  <a:pos x="T0" y="T1"/>
                </a:cxn>
                <a:cxn ang="0">
                  <a:pos x="T2" y="T3"/>
                </a:cxn>
                <a:cxn ang="0">
                  <a:pos x="T4" y="T5"/>
                </a:cxn>
                <a:cxn ang="0">
                  <a:pos x="T6" y="T7"/>
                </a:cxn>
                <a:cxn ang="0">
                  <a:pos x="T8" y="T9"/>
                </a:cxn>
              </a:cxnLst>
              <a:rect l="0" t="0" r="r" b="b"/>
              <a:pathLst>
                <a:path w="21" h="74">
                  <a:moveTo>
                    <a:pt x="21" y="0"/>
                  </a:moveTo>
                  <a:cubicBezTo>
                    <a:pt x="20" y="22"/>
                    <a:pt x="19" y="45"/>
                    <a:pt x="18" y="67"/>
                  </a:cubicBezTo>
                  <a:cubicBezTo>
                    <a:pt x="12" y="69"/>
                    <a:pt x="6" y="72"/>
                    <a:pt x="0" y="74"/>
                  </a:cubicBezTo>
                  <a:cubicBezTo>
                    <a:pt x="0" y="52"/>
                    <a:pt x="1" y="30"/>
                    <a:pt x="2" y="7"/>
                  </a:cubicBezTo>
                  <a:cubicBezTo>
                    <a:pt x="9" y="5"/>
                    <a:pt x="15" y="2"/>
                    <a:pt x="21"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3" name="Freeform 207">
              <a:extLst>
                <a:ext uri="{FF2B5EF4-FFF2-40B4-BE49-F238E27FC236}">
                  <a16:creationId xmlns:a16="http://schemas.microsoft.com/office/drawing/2014/main" id="{EA38BE34-AD5F-4D1D-B10C-333CE3B8B358}"/>
                </a:ext>
              </a:extLst>
            </p:cNvPr>
            <p:cNvSpPr>
              <a:spLocks/>
            </p:cNvSpPr>
            <p:nvPr/>
          </p:nvSpPr>
          <p:spPr bwMode="auto">
            <a:xfrm>
              <a:off x="4483" y="1376"/>
              <a:ext cx="50" cy="175"/>
            </a:xfrm>
            <a:custGeom>
              <a:avLst/>
              <a:gdLst>
                <a:gd name="T0" fmla="*/ 21 w 21"/>
                <a:gd name="T1" fmla="*/ 0 h 74"/>
                <a:gd name="T2" fmla="*/ 18 w 21"/>
                <a:gd name="T3" fmla="*/ 66 h 74"/>
                <a:gd name="T4" fmla="*/ 0 w 21"/>
                <a:gd name="T5" fmla="*/ 74 h 74"/>
                <a:gd name="T6" fmla="*/ 3 w 21"/>
                <a:gd name="T7" fmla="*/ 7 h 74"/>
                <a:gd name="T8" fmla="*/ 21 w 21"/>
                <a:gd name="T9" fmla="*/ 0 h 74"/>
              </a:gdLst>
              <a:ahLst/>
              <a:cxnLst>
                <a:cxn ang="0">
                  <a:pos x="T0" y="T1"/>
                </a:cxn>
                <a:cxn ang="0">
                  <a:pos x="T2" y="T3"/>
                </a:cxn>
                <a:cxn ang="0">
                  <a:pos x="T4" y="T5"/>
                </a:cxn>
                <a:cxn ang="0">
                  <a:pos x="T6" y="T7"/>
                </a:cxn>
                <a:cxn ang="0">
                  <a:pos x="T8" y="T9"/>
                </a:cxn>
              </a:cxnLst>
              <a:rect l="0" t="0" r="r" b="b"/>
              <a:pathLst>
                <a:path w="21" h="74">
                  <a:moveTo>
                    <a:pt x="21" y="0"/>
                  </a:moveTo>
                  <a:cubicBezTo>
                    <a:pt x="20" y="22"/>
                    <a:pt x="19" y="44"/>
                    <a:pt x="18" y="66"/>
                  </a:cubicBezTo>
                  <a:cubicBezTo>
                    <a:pt x="12" y="69"/>
                    <a:pt x="6" y="71"/>
                    <a:pt x="0" y="74"/>
                  </a:cubicBezTo>
                  <a:cubicBezTo>
                    <a:pt x="1" y="52"/>
                    <a:pt x="2" y="29"/>
                    <a:pt x="3" y="7"/>
                  </a:cubicBezTo>
                  <a:cubicBezTo>
                    <a:pt x="9" y="5"/>
                    <a:pt x="15" y="2"/>
                    <a:pt x="21"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4" name="Freeform 208">
              <a:extLst>
                <a:ext uri="{FF2B5EF4-FFF2-40B4-BE49-F238E27FC236}">
                  <a16:creationId xmlns:a16="http://schemas.microsoft.com/office/drawing/2014/main" id="{FB42170A-2E8D-4462-B7D6-D6E1CFA1014F}"/>
                </a:ext>
              </a:extLst>
            </p:cNvPr>
            <p:cNvSpPr>
              <a:spLocks/>
            </p:cNvSpPr>
            <p:nvPr/>
          </p:nvSpPr>
          <p:spPr bwMode="auto">
            <a:xfrm>
              <a:off x="4409" y="1405"/>
              <a:ext cx="48" cy="177"/>
            </a:xfrm>
            <a:custGeom>
              <a:avLst/>
              <a:gdLst>
                <a:gd name="T0" fmla="*/ 20 w 20"/>
                <a:gd name="T1" fmla="*/ 0 h 75"/>
                <a:gd name="T2" fmla="*/ 18 w 20"/>
                <a:gd name="T3" fmla="*/ 67 h 75"/>
                <a:gd name="T4" fmla="*/ 0 w 20"/>
                <a:gd name="T5" fmla="*/ 75 h 75"/>
                <a:gd name="T6" fmla="*/ 2 w 20"/>
                <a:gd name="T7" fmla="*/ 8 h 75"/>
                <a:gd name="T8" fmla="*/ 20 w 20"/>
                <a:gd name="T9" fmla="*/ 0 h 75"/>
              </a:gdLst>
              <a:ahLst/>
              <a:cxnLst>
                <a:cxn ang="0">
                  <a:pos x="T0" y="T1"/>
                </a:cxn>
                <a:cxn ang="0">
                  <a:pos x="T2" y="T3"/>
                </a:cxn>
                <a:cxn ang="0">
                  <a:pos x="T4" y="T5"/>
                </a:cxn>
                <a:cxn ang="0">
                  <a:pos x="T6" y="T7"/>
                </a:cxn>
                <a:cxn ang="0">
                  <a:pos x="T8" y="T9"/>
                </a:cxn>
              </a:cxnLst>
              <a:rect l="0" t="0" r="r" b="b"/>
              <a:pathLst>
                <a:path w="20" h="75">
                  <a:moveTo>
                    <a:pt x="20" y="0"/>
                  </a:moveTo>
                  <a:cubicBezTo>
                    <a:pt x="20" y="23"/>
                    <a:pt x="19" y="45"/>
                    <a:pt x="18" y="67"/>
                  </a:cubicBezTo>
                  <a:cubicBezTo>
                    <a:pt x="12" y="70"/>
                    <a:pt x="6" y="72"/>
                    <a:pt x="0" y="75"/>
                  </a:cubicBezTo>
                  <a:cubicBezTo>
                    <a:pt x="0" y="52"/>
                    <a:pt x="1" y="30"/>
                    <a:pt x="2" y="8"/>
                  </a:cubicBezTo>
                  <a:cubicBezTo>
                    <a:pt x="8" y="5"/>
                    <a:pt x="14" y="3"/>
                    <a:pt x="20"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5" name="Freeform 209">
              <a:extLst>
                <a:ext uri="{FF2B5EF4-FFF2-40B4-BE49-F238E27FC236}">
                  <a16:creationId xmlns:a16="http://schemas.microsoft.com/office/drawing/2014/main" id="{A538668E-87A1-45DE-9780-F5BD79DE84E0}"/>
                </a:ext>
              </a:extLst>
            </p:cNvPr>
            <p:cNvSpPr>
              <a:spLocks/>
            </p:cNvSpPr>
            <p:nvPr/>
          </p:nvSpPr>
          <p:spPr bwMode="auto">
            <a:xfrm>
              <a:off x="4459" y="1926"/>
              <a:ext cx="50" cy="177"/>
            </a:xfrm>
            <a:custGeom>
              <a:avLst/>
              <a:gdLst>
                <a:gd name="T0" fmla="*/ 0 w 21"/>
                <a:gd name="T1" fmla="*/ 75 h 75"/>
                <a:gd name="T2" fmla="*/ 3 w 21"/>
                <a:gd name="T3" fmla="*/ 8 h 75"/>
                <a:gd name="T4" fmla="*/ 21 w 21"/>
                <a:gd name="T5" fmla="*/ 0 h 75"/>
                <a:gd name="T6" fmla="*/ 18 w 21"/>
                <a:gd name="T7" fmla="*/ 67 h 75"/>
                <a:gd name="T8" fmla="*/ 0 w 21"/>
                <a:gd name="T9" fmla="*/ 75 h 75"/>
              </a:gdLst>
              <a:ahLst/>
              <a:cxnLst>
                <a:cxn ang="0">
                  <a:pos x="T0" y="T1"/>
                </a:cxn>
                <a:cxn ang="0">
                  <a:pos x="T2" y="T3"/>
                </a:cxn>
                <a:cxn ang="0">
                  <a:pos x="T4" y="T5"/>
                </a:cxn>
                <a:cxn ang="0">
                  <a:pos x="T6" y="T7"/>
                </a:cxn>
                <a:cxn ang="0">
                  <a:pos x="T8" y="T9"/>
                </a:cxn>
              </a:cxnLst>
              <a:rect l="0" t="0" r="r" b="b"/>
              <a:pathLst>
                <a:path w="21" h="75">
                  <a:moveTo>
                    <a:pt x="0" y="75"/>
                  </a:moveTo>
                  <a:cubicBezTo>
                    <a:pt x="1" y="52"/>
                    <a:pt x="2" y="30"/>
                    <a:pt x="3" y="8"/>
                  </a:cubicBezTo>
                  <a:cubicBezTo>
                    <a:pt x="9" y="5"/>
                    <a:pt x="15" y="3"/>
                    <a:pt x="21" y="0"/>
                  </a:cubicBezTo>
                  <a:cubicBezTo>
                    <a:pt x="20" y="23"/>
                    <a:pt x="19" y="45"/>
                    <a:pt x="18" y="67"/>
                  </a:cubicBezTo>
                  <a:cubicBezTo>
                    <a:pt x="12" y="70"/>
                    <a:pt x="6" y="72"/>
                    <a:pt x="0" y="75"/>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6" name="Freeform 210">
              <a:extLst>
                <a:ext uri="{FF2B5EF4-FFF2-40B4-BE49-F238E27FC236}">
                  <a16:creationId xmlns:a16="http://schemas.microsoft.com/office/drawing/2014/main" id="{A692FE81-94E0-4CC1-B914-35A752A3DDE7}"/>
                </a:ext>
              </a:extLst>
            </p:cNvPr>
            <p:cNvSpPr>
              <a:spLocks/>
            </p:cNvSpPr>
            <p:nvPr/>
          </p:nvSpPr>
          <p:spPr bwMode="auto">
            <a:xfrm>
              <a:off x="4563" y="1227"/>
              <a:ext cx="50" cy="135"/>
            </a:xfrm>
            <a:custGeom>
              <a:avLst/>
              <a:gdLst>
                <a:gd name="T0" fmla="*/ 19 w 21"/>
                <a:gd name="T1" fmla="*/ 50 h 57"/>
                <a:gd name="T2" fmla="*/ 0 w 21"/>
                <a:gd name="T3" fmla="*/ 57 h 57"/>
                <a:gd name="T4" fmla="*/ 3 w 21"/>
                <a:gd name="T5" fmla="*/ 8 h 57"/>
                <a:gd name="T6" fmla="*/ 21 w 21"/>
                <a:gd name="T7" fmla="*/ 0 h 57"/>
                <a:gd name="T8" fmla="*/ 19 w 21"/>
                <a:gd name="T9" fmla="*/ 50 h 57"/>
              </a:gdLst>
              <a:ahLst/>
              <a:cxnLst>
                <a:cxn ang="0">
                  <a:pos x="T0" y="T1"/>
                </a:cxn>
                <a:cxn ang="0">
                  <a:pos x="T2" y="T3"/>
                </a:cxn>
                <a:cxn ang="0">
                  <a:pos x="T4" y="T5"/>
                </a:cxn>
                <a:cxn ang="0">
                  <a:pos x="T6" y="T7"/>
                </a:cxn>
                <a:cxn ang="0">
                  <a:pos x="T8" y="T9"/>
                </a:cxn>
              </a:cxnLst>
              <a:rect l="0" t="0" r="r" b="b"/>
              <a:pathLst>
                <a:path w="21" h="57">
                  <a:moveTo>
                    <a:pt x="19" y="50"/>
                  </a:moveTo>
                  <a:cubicBezTo>
                    <a:pt x="13" y="52"/>
                    <a:pt x="7" y="55"/>
                    <a:pt x="0" y="57"/>
                  </a:cubicBezTo>
                  <a:cubicBezTo>
                    <a:pt x="1" y="41"/>
                    <a:pt x="2" y="24"/>
                    <a:pt x="3" y="8"/>
                  </a:cubicBezTo>
                  <a:cubicBezTo>
                    <a:pt x="9" y="5"/>
                    <a:pt x="15" y="3"/>
                    <a:pt x="21" y="0"/>
                  </a:cubicBezTo>
                  <a:cubicBezTo>
                    <a:pt x="21" y="17"/>
                    <a:pt x="20" y="33"/>
                    <a:pt x="19" y="50"/>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7" name="Freeform 211">
              <a:extLst>
                <a:ext uri="{FF2B5EF4-FFF2-40B4-BE49-F238E27FC236}">
                  <a16:creationId xmlns:a16="http://schemas.microsoft.com/office/drawing/2014/main" id="{710D9D2F-5566-4853-AA7C-1C2790DDB106}"/>
                </a:ext>
              </a:extLst>
            </p:cNvPr>
            <p:cNvSpPr>
              <a:spLocks/>
            </p:cNvSpPr>
            <p:nvPr/>
          </p:nvSpPr>
          <p:spPr bwMode="auto">
            <a:xfrm>
              <a:off x="4414" y="1289"/>
              <a:ext cx="47" cy="135"/>
            </a:xfrm>
            <a:custGeom>
              <a:avLst/>
              <a:gdLst>
                <a:gd name="T0" fmla="*/ 18 w 20"/>
                <a:gd name="T1" fmla="*/ 49 h 57"/>
                <a:gd name="T2" fmla="*/ 0 w 20"/>
                <a:gd name="T3" fmla="*/ 57 h 57"/>
                <a:gd name="T4" fmla="*/ 2 w 20"/>
                <a:gd name="T5" fmla="*/ 7 h 57"/>
                <a:gd name="T6" fmla="*/ 20 w 20"/>
                <a:gd name="T7" fmla="*/ 0 h 57"/>
                <a:gd name="T8" fmla="*/ 18 w 20"/>
                <a:gd name="T9" fmla="*/ 49 h 57"/>
              </a:gdLst>
              <a:ahLst/>
              <a:cxnLst>
                <a:cxn ang="0">
                  <a:pos x="T0" y="T1"/>
                </a:cxn>
                <a:cxn ang="0">
                  <a:pos x="T2" y="T3"/>
                </a:cxn>
                <a:cxn ang="0">
                  <a:pos x="T4" y="T5"/>
                </a:cxn>
                <a:cxn ang="0">
                  <a:pos x="T6" y="T7"/>
                </a:cxn>
                <a:cxn ang="0">
                  <a:pos x="T8" y="T9"/>
                </a:cxn>
              </a:cxnLst>
              <a:rect l="0" t="0" r="r" b="b"/>
              <a:pathLst>
                <a:path w="20" h="57">
                  <a:moveTo>
                    <a:pt x="18" y="49"/>
                  </a:moveTo>
                  <a:cubicBezTo>
                    <a:pt x="12" y="52"/>
                    <a:pt x="6" y="54"/>
                    <a:pt x="0" y="57"/>
                  </a:cubicBezTo>
                  <a:cubicBezTo>
                    <a:pt x="1" y="40"/>
                    <a:pt x="1" y="24"/>
                    <a:pt x="2" y="7"/>
                  </a:cubicBezTo>
                  <a:cubicBezTo>
                    <a:pt x="8" y="5"/>
                    <a:pt x="14" y="2"/>
                    <a:pt x="20" y="0"/>
                  </a:cubicBezTo>
                  <a:cubicBezTo>
                    <a:pt x="20" y="16"/>
                    <a:pt x="19" y="33"/>
                    <a:pt x="18" y="49"/>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8" name="Freeform 212">
              <a:extLst>
                <a:ext uri="{FF2B5EF4-FFF2-40B4-BE49-F238E27FC236}">
                  <a16:creationId xmlns:a16="http://schemas.microsoft.com/office/drawing/2014/main" id="{EA7BD825-2708-401D-A39A-5E866C268BA0}"/>
                </a:ext>
              </a:extLst>
            </p:cNvPr>
            <p:cNvSpPr>
              <a:spLocks/>
            </p:cNvSpPr>
            <p:nvPr/>
          </p:nvSpPr>
          <p:spPr bwMode="auto">
            <a:xfrm>
              <a:off x="4490" y="1258"/>
              <a:ext cx="47" cy="135"/>
            </a:xfrm>
            <a:custGeom>
              <a:avLst/>
              <a:gdLst>
                <a:gd name="T0" fmla="*/ 18 w 20"/>
                <a:gd name="T1" fmla="*/ 50 h 57"/>
                <a:gd name="T2" fmla="*/ 0 w 20"/>
                <a:gd name="T3" fmla="*/ 57 h 57"/>
                <a:gd name="T4" fmla="*/ 2 w 20"/>
                <a:gd name="T5" fmla="*/ 7 h 57"/>
                <a:gd name="T6" fmla="*/ 20 w 20"/>
                <a:gd name="T7" fmla="*/ 0 h 57"/>
                <a:gd name="T8" fmla="*/ 18 w 20"/>
                <a:gd name="T9" fmla="*/ 50 h 57"/>
              </a:gdLst>
              <a:ahLst/>
              <a:cxnLst>
                <a:cxn ang="0">
                  <a:pos x="T0" y="T1"/>
                </a:cxn>
                <a:cxn ang="0">
                  <a:pos x="T2" y="T3"/>
                </a:cxn>
                <a:cxn ang="0">
                  <a:pos x="T4" y="T5"/>
                </a:cxn>
                <a:cxn ang="0">
                  <a:pos x="T6" y="T7"/>
                </a:cxn>
                <a:cxn ang="0">
                  <a:pos x="T8" y="T9"/>
                </a:cxn>
              </a:cxnLst>
              <a:rect l="0" t="0" r="r" b="b"/>
              <a:pathLst>
                <a:path w="20" h="57">
                  <a:moveTo>
                    <a:pt x="18" y="50"/>
                  </a:moveTo>
                  <a:cubicBezTo>
                    <a:pt x="12" y="52"/>
                    <a:pt x="6" y="55"/>
                    <a:pt x="0" y="57"/>
                  </a:cubicBezTo>
                  <a:cubicBezTo>
                    <a:pt x="0" y="41"/>
                    <a:pt x="1" y="24"/>
                    <a:pt x="2" y="7"/>
                  </a:cubicBezTo>
                  <a:cubicBezTo>
                    <a:pt x="8" y="5"/>
                    <a:pt x="14" y="3"/>
                    <a:pt x="20" y="0"/>
                  </a:cubicBezTo>
                  <a:cubicBezTo>
                    <a:pt x="20" y="17"/>
                    <a:pt x="19" y="33"/>
                    <a:pt x="18" y="50"/>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09" name="Freeform 213">
              <a:extLst>
                <a:ext uri="{FF2B5EF4-FFF2-40B4-BE49-F238E27FC236}">
                  <a16:creationId xmlns:a16="http://schemas.microsoft.com/office/drawing/2014/main" id="{E06D91D5-4397-4E99-8D2A-0A89BA7447F0}"/>
                </a:ext>
              </a:extLst>
            </p:cNvPr>
            <p:cNvSpPr>
              <a:spLocks/>
            </p:cNvSpPr>
            <p:nvPr/>
          </p:nvSpPr>
          <p:spPr bwMode="auto">
            <a:xfrm>
              <a:off x="4587" y="1608"/>
              <a:ext cx="40" cy="171"/>
            </a:xfrm>
            <a:custGeom>
              <a:avLst/>
              <a:gdLst>
                <a:gd name="T0" fmla="*/ 0 w 17"/>
                <a:gd name="T1" fmla="*/ 72 h 72"/>
                <a:gd name="T2" fmla="*/ 4 w 17"/>
                <a:gd name="T3" fmla="*/ 5 h 72"/>
                <a:gd name="T4" fmla="*/ 8 w 17"/>
                <a:gd name="T5" fmla="*/ 4 h 72"/>
                <a:gd name="T6" fmla="*/ 17 w 17"/>
                <a:gd name="T7" fmla="*/ 0 h 72"/>
                <a:gd name="T8" fmla="*/ 13 w 17"/>
                <a:gd name="T9" fmla="*/ 67 h 72"/>
                <a:gd name="T10" fmla="*/ 0 w 17"/>
                <a:gd name="T11" fmla="*/ 72 h 72"/>
              </a:gdLst>
              <a:ahLst/>
              <a:cxnLst>
                <a:cxn ang="0">
                  <a:pos x="T0" y="T1"/>
                </a:cxn>
                <a:cxn ang="0">
                  <a:pos x="T2" y="T3"/>
                </a:cxn>
                <a:cxn ang="0">
                  <a:pos x="T4" y="T5"/>
                </a:cxn>
                <a:cxn ang="0">
                  <a:pos x="T6" y="T7"/>
                </a:cxn>
                <a:cxn ang="0">
                  <a:pos x="T8" y="T9"/>
                </a:cxn>
                <a:cxn ang="0">
                  <a:pos x="T10" y="T11"/>
                </a:cxn>
              </a:cxnLst>
              <a:rect l="0" t="0" r="r" b="b"/>
              <a:pathLst>
                <a:path w="17" h="72">
                  <a:moveTo>
                    <a:pt x="0" y="72"/>
                  </a:moveTo>
                  <a:cubicBezTo>
                    <a:pt x="1" y="50"/>
                    <a:pt x="3" y="28"/>
                    <a:pt x="4" y="5"/>
                  </a:cubicBezTo>
                  <a:cubicBezTo>
                    <a:pt x="5" y="5"/>
                    <a:pt x="6" y="4"/>
                    <a:pt x="8" y="4"/>
                  </a:cubicBezTo>
                  <a:cubicBezTo>
                    <a:pt x="11" y="2"/>
                    <a:pt x="14" y="1"/>
                    <a:pt x="17" y="0"/>
                  </a:cubicBezTo>
                  <a:cubicBezTo>
                    <a:pt x="16" y="22"/>
                    <a:pt x="14" y="45"/>
                    <a:pt x="13" y="67"/>
                  </a:cubicBezTo>
                  <a:cubicBezTo>
                    <a:pt x="9" y="69"/>
                    <a:pt x="5"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0" name="Freeform 214">
              <a:extLst>
                <a:ext uri="{FF2B5EF4-FFF2-40B4-BE49-F238E27FC236}">
                  <a16:creationId xmlns:a16="http://schemas.microsoft.com/office/drawing/2014/main" id="{0F7B52F4-D755-449B-9E60-83861A09E52F}"/>
                </a:ext>
              </a:extLst>
            </p:cNvPr>
            <p:cNvSpPr>
              <a:spLocks/>
            </p:cNvSpPr>
            <p:nvPr/>
          </p:nvSpPr>
          <p:spPr bwMode="auto">
            <a:xfrm>
              <a:off x="4561" y="2160"/>
              <a:ext cx="38" cy="170"/>
            </a:xfrm>
            <a:custGeom>
              <a:avLst/>
              <a:gdLst>
                <a:gd name="T0" fmla="*/ 0 w 16"/>
                <a:gd name="T1" fmla="*/ 72 h 72"/>
                <a:gd name="T2" fmla="*/ 3 w 16"/>
                <a:gd name="T3" fmla="*/ 5 h 72"/>
                <a:gd name="T4" fmla="*/ 7 w 16"/>
                <a:gd name="T5" fmla="*/ 3 h 72"/>
                <a:gd name="T6" fmla="*/ 16 w 16"/>
                <a:gd name="T7" fmla="*/ 0 h 72"/>
                <a:gd name="T8" fmla="*/ 12 w 16"/>
                <a:gd name="T9" fmla="*/ 67 h 72"/>
                <a:gd name="T10" fmla="*/ 0 w 16"/>
                <a:gd name="T11" fmla="*/ 72 h 72"/>
              </a:gdLst>
              <a:ahLst/>
              <a:cxnLst>
                <a:cxn ang="0">
                  <a:pos x="T0" y="T1"/>
                </a:cxn>
                <a:cxn ang="0">
                  <a:pos x="T2" y="T3"/>
                </a:cxn>
                <a:cxn ang="0">
                  <a:pos x="T4" y="T5"/>
                </a:cxn>
                <a:cxn ang="0">
                  <a:pos x="T6" y="T7"/>
                </a:cxn>
                <a:cxn ang="0">
                  <a:pos x="T8" y="T9"/>
                </a:cxn>
                <a:cxn ang="0">
                  <a:pos x="T10" y="T11"/>
                </a:cxn>
              </a:cxnLst>
              <a:rect l="0" t="0" r="r" b="b"/>
              <a:pathLst>
                <a:path w="16" h="72">
                  <a:moveTo>
                    <a:pt x="0" y="72"/>
                  </a:moveTo>
                  <a:cubicBezTo>
                    <a:pt x="1" y="50"/>
                    <a:pt x="2" y="27"/>
                    <a:pt x="3" y="5"/>
                  </a:cubicBezTo>
                  <a:cubicBezTo>
                    <a:pt x="4" y="5"/>
                    <a:pt x="6" y="4"/>
                    <a:pt x="7" y="3"/>
                  </a:cubicBezTo>
                  <a:cubicBezTo>
                    <a:pt x="10" y="2"/>
                    <a:pt x="13" y="1"/>
                    <a:pt x="16" y="0"/>
                  </a:cubicBezTo>
                  <a:cubicBezTo>
                    <a:pt x="14" y="22"/>
                    <a:pt x="13" y="44"/>
                    <a:pt x="12" y="67"/>
                  </a:cubicBezTo>
                  <a:cubicBezTo>
                    <a:pt x="8" y="68"/>
                    <a:pt x="4"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1" name="Freeform 215">
              <a:extLst>
                <a:ext uri="{FF2B5EF4-FFF2-40B4-BE49-F238E27FC236}">
                  <a16:creationId xmlns:a16="http://schemas.microsoft.com/office/drawing/2014/main" id="{38EE4E48-0625-46B8-ADCF-579D639E95C3}"/>
                </a:ext>
              </a:extLst>
            </p:cNvPr>
            <p:cNvSpPr>
              <a:spLocks/>
            </p:cNvSpPr>
            <p:nvPr/>
          </p:nvSpPr>
          <p:spPr bwMode="auto">
            <a:xfrm>
              <a:off x="4575" y="1883"/>
              <a:ext cx="38" cy="173"/>
            </a:xfrm>
            <a:custGeom>
              <a:avLst/>
              <a:gdLst>
                <a:gd name="T0" fmla="*/ 0 w 16"/>
                <a:gd name="T1" fmla="*/ 73 h 73"/>
                <a:gd name="T2" fmla="*/ 3 w 16"/>
                <a:gd name="T3" fmla="*/ 6 h 73"/>
                <a:gd name="T4" fmla="*/ 7 w 16"/>
                <a:gd name="T5" fmla="*/ 4 h 73"/>
                <a:gd name="T6" fmla="*/ 16 w 16"/>
                <a:gd name="T7" fmla="*/ 0 h 73"/>
                <a:gd name="T8" fmla="*/ 12 w 16"/>
                <a:gd name="T9" fmla="*/ 67 h 73"/>
                <a:gd name="T10" fmla="*/ 0 w 16"/>
                <a:gd name="T11" fmla="*/ 73 h 73"/>
              </a:gdLst>
              <a:ahLst/>
              <a:cxnLst>
                <a:cxn ang="0">
                  <a:pos x="T0" y="T1"/>
                </a:cxn>
                <a:cxn ang="0">
                  <a:pos x="T2" y="T3"/>
                </a:cxn>
                <a:cxn ang="0">
                  <a:pos x="T4" y="T5"/>
                </a:cxn>
                <a:cxn ang="0">
                  <a:pos x="T6" y="T7"/>
                </a:cxn>
                <a:cxn ang="0">
                  <a:pos x="T8" y="T9"/>
                </a:cxn>
                <a:cxn ang="0">
                  <a:pos x="T10" y="T11"/>
                </a:cxn>
              </a:cxnLst>
              <a:rect l="0" t="0" r="r" b="b"/>
              <a:pathLst>
                <a:path w="16" h="73">
                  <a:moveTo>
                    <a:pt x="0" y="73"/>
                  </a:moveTo>
                  <a:cubicBezTo>
                    <a:pt x="1" y="50"/>
                    <a:pt x="2" y="28"/>
                    <a:pt x="3" y="6"/>
                  </a:cubicBezTo>
                  <a:cubicBezTo>
                    <a:pt x="4" y="5"/>
                    <a:pt x="6" y="5"/>
                    <a:pt x="7" y="4"/>
                  </a:cubicBezTo>
                  <a:cubicBezTo>
                    <a:pt x="10" y="3"/>
                    <a:pt x="13" y="2"/>
                    <a:pt x="16" y="0"/>
                  </a:cubicBezTo>
                  <a:cubicBezTo>
                    <a:pt x="15" y="23"/>
                    <a:pt x="14" y="45"/>
                    <a:pt x="12" y="67"/>
                  </a:cubicBezTo>
                  <a:cubicBezTo>
                    <a:pt x="8" y="69"/>
                    <a:pt x="4" y="71"/>
                    <a:pt x="0" y="73"/>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2" name="Freeform 216">
              <a:extLst>
                <a:ext uri="{FF2B5EF4-FFF2-40B4-BE49-F238E27FC236}">
                  <a16:creationId xmlns:a16="http://schemas.microsoft.com/office/drawing/2014/main" id="{F4A344A8-DA90-4576-9F90-40A6F951157D}"/>
                </a:ext>
              </a:extLst>
            </p:cNvPr>
            <p:cNvSpPr>
              <a:spLocks/>
            </p:cNvSpPr>
            <p:nvPr/>
          </p:nvSpPr>
          <p:spPr bwMode="auto">
            <a:xfrm>
              <a:off x="4601" y="1054"/>
              <a:ext cx="52" cy="450"/>
            </a:xfrm>
            <a:custGeom>
              <a:avLst/>
              <a:gdLst>
                <a:gd name="T0" fmla="*/ 5 w 22"/>
                <a:gd name="T1" fmla="*/ 73 h 190"/>
                <a:gd name="T2" fmla="*/ 8 w 22"/>
                <a:gd name="T3" fmla="*/ 12 h 190"/>
                <a:gd name="T4" fmla="*/ 8 w 22"/>
                <a:gd name="T5" fmla="*/ 4 h 190"/>
                <a:gd name="T6" fmla="*/ 22 w 22"/>
                <a:gd name="T7" fmla="*/ 0 h 190"/>
                <a:gd name="T8" fmla="*/ 21 w 22"/>
                <a:gd name="T9" fmla="*/ 7 h 190"/>
                <a:gd name="T10" fmla="*/ 19 w 22"/>
                <a:gd name="T11" fmla="*/ 68 h 190"/>
                <a:gd name="T12" fmla="*/ 16 w 22"/>
                <a:gd name="T13" fmla="*/ 118 h 190"/>
                <a:gd name="T14" fmla="*/ 13 w 22"/>
                <a:gd name="T15" fmla="*/ 184 h 190"/>
                <a:gd name="T16" fmla="*/ 0 w 22"/>
                <a:gd name="T17" fmla="*/ 190 h 190"/>
                <a:gd name="T18" fmla="*/ 3 w 22"/>
                <a:gd name="T19" fmla="*/ 123 h 190"/>
                <a:gd name="T20" fmla="*/ 5 w 22"/>
                <a:gd name="T21" fmla="*/ 7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190">
                  <a:moveTo>
                    <a:pt x="5" y="73"/>
                  </a:moveTo>
                  <a:cubicBezTo>
                    <a:pt x="6" y="53"/>
                    <a:pt x="7" y="33"/>
                    <a:pt x="8" y="12"/>
                  </a:cubicBezTo>
                  <a:cubicBezTo>
                    <a:pt x="8" y="9"/>
                    <a:pt x="8" y="7"/>
                    <a:pt x="8" y="4"/>
                  </a:cubicBezTo>
                  <a:cubicBezTo>
                    <a:pt x="13" y="2"/>
                    <a:pt x="17" y="1"/>
                    <a:pt x="22" y="0"/>
                  </a:cubicBezTo>
                  <a:cubicBezTo>
                    <a:pt x="22" y="2"/>
                    <a:pt x="22" y="5"/>
                    <a:pt x="21" y="7"/>
                  </a:cubicBezTo>
                  <a:cubicBezTo>
                    <a:pt x="20" y="27"/>
                    <a:pt x="20" y="48"/>
                    <a:pt x="19" y="68"/>
                  </a:cubicBezTo>
                  <a:cubicBezTo>
                    <a:pt x="18" y="85"/>
                    <a:pt x="17" y="101"/>
                    <a:pt x="16" y="118"/>
                  </a:cubicBezTo>
                  <a:cubicBezTo>
                    <a:pt x="15" y="140"/>
                    <a:pt x="14" y="162"/>
                    <a:pt x="13" y="184"/>
                  </a:cubicBezTo>
                  <a:cubicBezTo>
                    <a:pt x="9" y="186"/>
                    <a:pt x="4" y="188"/>
                    <a:pt x="0" y="190"/>
                  </a:cubicBezTo>
                  <a:cubicBezTo>
                    <a:pt x="1" y="168"/>
                    <a:pt x="2" y="145"/>
                    <a:pt x="3" y="123"/>
                  </a:cubicBezTo>
                  <a:cubicBezTo>
                    <a:pt x="4" y="106"/>
                    <a:pt x="5" y="90"/>
                    <a:pt x="5" y="73"/>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3" name="Freeform 217">
              <a:extLst>
                <a:ext uri="{FF2B5EF4-FFF2-40B4-BE49-F238E27FC236}">
                  <a16:creationId xmlns:a16="http://schemas.microsoft.com/office/drawing/2014/main" id="{57305CD4-831E-46A9-9CBF-43211B7BDC84}"/>
                </a:ext>
              </a:extLst>
            </p:cNvPr>
            <p:cNvSpPr>
              <a:spLocks/>
            </p:cNvSpPr>
            <p:nvPr/>
          </p:nvSpPr>
          <p:spPr bwMode="auto">
            <a:xfrm>
              <a:off x="4490" y="2191"/>
              <a:ext cx="35" cy="170"/>
            </a:xfrm>
            <a:custGeom>
              <a:avLst/>
              <a:gdLst>
                <a:gd name="T0" fmla="*/ 0 w 15"/>
                <a:gd name="T1" fmla="*/ 72 h 72"/>
                <a:gd name="T2" fmla="*/ 3 w 15"/>
                <a:gd name="T3" fmla="*/ 5 h 72"/>
                <a:gd name="T4" fmla="*/ 15 w 15"/>
                <a:gd name="T5" fmla="*/ 0 h 72"/>
                <a:gd name="T6" fmla="*/ 12 w 15"/>
                <a:gd name="T7" fmla="*/ 66 h 72"/>
                <a:gd name="T8" fmla="*/ 0 w 15"/>
                <a:gd name="T9" fmla="*/ 72 h 72"/>
              </a:gdLst>
              <a:ahLst/>
              <a:cxnLst>
                <a:cxn ang="0">
                  <a:pos x="T0" y="T1"/>
                </a:cxn>
                <a:cxn ang="0">
                  <a:pos x="T2" y="T3"/>
                </a:cxn>
                <a:cxn ang="0">
                  <a:pos x="T4" y="T5"/>
                </a:cxn>
                <a:cxn ang="0">
                  <a:pos x="T6" y="T7"/>
                </a:cxn>
                <a:cxn ang="0">
                  <a:pos x="T8" y="T9"/>
                </a:cxn>
              </a:cxnLst>
              <a:rect l="0" t="0" r="r" b="b"/>
              <a:pathLst>
                <a:path w="15" h="72">
                  <a:moveTo>
                    <a:pt x="0" y="72"/>
                  </a:moveTo>
                  <a:cubicBezTo>
                    <a:pt x="1" y="49"/>
                    <a:pt x="2" y="27"/>
                    <a:pt x="3" y="5"/>
                  </a:cubicBezTo>
                  <a:cubicBezTo>
                    <a:pt x="7" y="3"/>
                    <a:pt x="11" y="1"/>
                    <a:pt x="15" y="0"/>
                  </a:cubicBezTo>
                  <a:cubicBezTo>
                    <a:pt x="14" y="22"/>
                    <a:pt x="13" y="44"/>
                    <a:pt x="12" y="66"/>
                  </a:cubicBezTo>
                  <a:cubicBezTo>
                    <a:pt x="8" y="68"/>
                    <a:pt x="4"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4" name="Freeform 218">
              <a:extLst>
                <a:ext uri="{FF2B5EF4-FFF2-40B4-BE49-F238E27FC236}">
                  <a16:creationId xmlns:a16="http://schemas.microsoft.com/office/drawing/2014/main" id="{10AD7DE2-65D2-485E-910B-6FB6B0A06C75}"/>
                </a:ext>
              </a:extLst>
            </p:cNvPr>
            <p:cNvSpPr>
              <a:spLocks/>
            </p:cNvSpPr>
            <p:nvPr/>
          </p:nvSpPr>
          <p:spPr bwMode="auto">
            <a:xfrm>
              <a:off x="4502" y="1914"/>
              <a:ext cx="38" cy="170"/>
            </a:xfrm>
            <a:custGeom>
              <a:avLst/>
              <a:gdLst>
                <a:gd name="T0" fmla="*/ 0 w 16"/>
                <a:gd name="T1" fmla="*/ 72 h 72"/>
                <a:gd name="T2" fmla="*/ 3 w 16"/>
                <a:gd name="T3" fmla="*/ 5 h 72"/>
                <a:gd name="T4" fmla="*/ 16 w 16"/>
                <a:gd name="T5" fmla="*/ 0 h 72"/>
                <a:gd name="T6" fmla="*/ 13 w 16"/>
                <a:gd name="T7" fmla="*/ 67 h 72"/>
                <a:gd name="T8" fmla="*/ 0 w 16"/>
                <a:gd name="T9" fmla="*/ 72 h 72"/>
              </a:gdLst>
              <a:ahLst/>
              <a:cxnLst>
                <a:cxn ang="0">
                  <a:pos x="T0" y="T1"/>
                </a:cxn>
                <a:cxn ang="0">
                  <a:pos x="T2" y="T3"/>
                </a:cxn>
                <a:cxn ang="0">
                  <a:pos x="T4" y="T5"/>
                </a:cxn>
                <a:cxn ang="0">
                  <a:pos x="T6" y="T7"/>
                </a:cxn>
                <a:cxn ang="0">
                  <a:pos x="T8" y="T9"/>
                </a:cxn>
              </a:cxnLst>
              <a:rect l="0" t="0" r="r" b="b"/>
              <a:pathLst>
                <a:path w="16" h="72">
                  <a:moveTo>
                    <a:pt x="0" y="72"/>
                  </a:moveTo>
                  <a:cubicBezTo>
                    <a:pt x="1" y="50"/>
                    <a:pt x="2" y="28"/>
                    <a:pt x="3" y="5"/>
                  </a:cubicBezTo>
                  <a:cubicBezTo>
                    <a:pt x="7" y="4"/>
                    <a:pt x="12" y="2"/>
                    <a:pt x="16" y="0"/>
                  </a:cubicBezTo>
                  <a:cubicBezTo>
                    <a:pt x="15" y="22"/>
                    <a:pt x="14" y="45"/>
                    <a:pt x="13" y="67"/>
                  </a:cubicBezTo>
                  <a:cubicBezTo>
                    <a:pt x="9" y="69"/>
                    <a:pt x="4"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5" name="Freeform 219">
              <a:extLst>
                <a:ext uri="{FF2B5EF4-FFF2-40B4-BE49-F238E27FC236}">
                  <a16:creationId xmlns:a16="http://schemas.microsoft.com/office/drawing/2014/main" id="{3A441520-33A9-44F6-8FD2-89AFA8E027AC}"/>
                </a:ext>
              </a:extLst>
            </p:cNvPr>
            <p:cNvSpPr>
              <a:spLocks/>
            </p:cNvSpPr>
            <p:nvPr/>
          </p:nvSpPr>
          <p:spPr bwMode="auto">
            <a:xfrm>
              <a:off x="4514" y="1639"/>
              <a:ext cx="37" cy="171"/>
            </a:xfrm>
            <a:custGeom>
              <a:avLst/>
              <a:gdLst>
                <a:gd name="T0" fmla="*/ 0 w 16"/>
                <a:gd name="T1" fmla="*/ 72 h 72"/>
                <a:gd name="T2" fmla="*/ 3 w 16"/>
                <a:gd name="T3" fmla="*/ 5 h 72"/>
                <a:gd name="T4" fmla="*/ 16 w 16"/>
                <a:gd name="T5" fmla="*/ 0 h 72"/>
                <a:gd name="T6" fmla="*/ 13 w 16"/>
                <a:gd name="T7" fmla="*/ 67 h 72"/>
                <a:gd name="T8" fmla="*/ 0 w 16"/>
                <a:gd name="T9" fmla="*/ 72 h 72"/>
              </a:gdLst>
              <a:ahLst/>
              <a:cxnLst>
                <a:cxn ang="0">
                  <a:pos x="T0" y="T1"/>
                </a:cxn>
                <a:cxn ang="0">
                  <a:pos x="T2" y="T3"/>
                </a:cxn>
                <a:cxn ang="0">
                  <a:pos x="T4" y="T5"/>
                </a:cxn>
                <a:cxn ang="0">
                  <a:pos x="T6" y="T7"/>
                </a:cxn>
                <a:cxn ang="0">
                  <a:pos x="T8" y="T9"/>
                </a:cxn>
              </a:cxnLst>
              <a:rect l="0" t="0" r="r" b="b"/>
              <a:pathLst>
                <a:path w="16" h="72">
                  <a:moveTo>
                    <a:pt x="0" y="72"/>
                  </a:moveTo>
                  <a:cubicBezTo>
                    <a:pt x="1" y="50"/>
                    <a:pt x="2" y="27"/>
                    <a:pt x="3" y="5"/>
                  </a:cubicBezTo>
                  <a:cubicBezTo>
                    <a:pt x="8" y="3"/>
                    <a:pt x="12" y="2"/>
                    <a:pt x="16" y="0"/>
                  </a:cubicBezTo>
                  <a:cubicBezTo>
                    <a:pt x="15" y="22"/>
                    <a:pt x="14" y="44"/>
                    <a:pt x="13" y="67"/>
                  </a:cubicBezTo>
                  <a:cubicBezTo>
                    <a:pt x="9" y="68"/>
                    <a:pt x="5"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6" name="Freeform 220">
              <a:extLst>
                <a:ext uri="{FF2B5EF4-FFF2-40B4-BE49-F238E27FC236}">
                  <a16:creationId xmlns:a16="http://schemas.microsoft.com/office/drawing/2014/main" id="{8670DB32-2BA5-4A3E-8F8B-D86DB069AEB8}"/>
                </a:ext>
              </a:extLst>
            </p:cNvPr>
            <p:cNvSpPr>
              <a:spLocks/>
            </p:cNvSpPr>
            <p:nvPr/>
          </p:nvSpPr>
          <p:spPr bwMode="auto">
            <a:xfrm>
              <a:off x="4525" y="1080"/>
              <a:ext cx="50" cy="453"/>
            </a:xfrm>
            <a:custGeom>
              <a:avLst/>
              <a:gdLst>
                <a:gd name="T0" fmla="*/ 5 w 21"/>
                <a:gd name="T1" fmla="*/ 75 h 191"/>
                <a:gd name="T2" fmla="*/ 8 w 21"/>
                <a:gd name="T3" fmla="*/ 14 h 191"/>
                <a:gd name="T4" fmla="*/ 8 w 21"/>
                <a:gd name="T5" fmla="*/ 4 h 191"/>
                <a:gd name="T6" fmla="*/ 21 w 21"/>
                <a:gd name="T7" fmla="*/ 0 h 191"/>
                <a:gd name="T8" fmla="*/ 21 w 21"/>
                <a:gd name="T9" fmla="*/ 9 h 191"/>
                <a:gd name="T10" fmla="*/ 19 w 21"/>
                <a:gd name="T11" fmla="*/ 70 h 191"/>
                <a:gd name="T12" fmla="*/ 16 w 21"/>
                <a:gd name="T13" fmla="*/ 119 h 191"/>
                <a:gd name="T14" fmla="*/ 14 w 21"/>
                <a:gd name="T15" fmla="*/ 186 h 191"/>
                <a:gd name="T16" fmla="*/ 0 w 21"/>
                <a:gd name="T17" fmla="*/ 191 h 191"/>
                <a:gd name="T18" fmla="*/ 3 w 21"/>
                <a:gd name="T19" fmla="*/ 125 h 191"/>
                <a:gd name="T20" fmla="*/ 5 w 21"/>
                <a:gd name="T21" fmla="*/ 75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91">
                  <a:moveTo>
                    <a:pt x="5" y="75"/>
                  </a:moveTo>
                  <a:cubicBezTo>
                    <a:pt x="6" y="55"/>
                    <a:pt x="7" y="34"/>
                    <a:pt x="8" y="14"/>
                  </a:cubicBezTo>
                  <a:cubicBezTo>
                    <a:pt x="8" y="11"/>
                    <a:pt x="8" y="7"/>
                    <a:pt x="8" y="4"/>
                  </a:cubicBezTo>
                  <a:cubicBezTo>
                    <a:pt x="12" y="3"/>
                    <a:pt x="17" y="2"/>
                    <a:pt x="21" y="0"/>
                  </a:cubicBezTo>
                  <a:cubicBezTo>
                    <a:pt x="21" y="3"/>
                    <a:pt x="21" y="6"/>
                    <a:pt x="21" y="9"/>
                  </a:cubicBezTo>
                  <a:cubicBezTo>
                    <a:pt x="20" y="29"/>
                    <a:pt x="19" y="49"/>
                    <a:pt x="19" y="70"/>
                  </a:cubicBezTo>
                  <a:cubicBezTo>
                    <a:pt x="18" y="86"/>
                    <a:pt x="17" y="103"/>
                    <a:pt x="16" y="119"/>
                  </a:cubicBezTo>
                  <a:cubicBezTo>
                    <a:pt x="15" y="142"/>
                    <a:pt x="14" y="164"/>
                    <a:pt x="14" y="186"/>
                  </a:cubicBezTo>
                  <a:cubicBezTo>
                    <a:pt x="9" y="188"/>
                    <a:pt x="5" y="190"/>
                    <a:pt x="0" y="191"/>
                  </a:cubicBezTo>
                  <a:cubicBezTo>
                    <a:pt x="1" y="169"/>
                    <a:pt x="2" y="147"/>
                    <a:pt x="3" y="125"/>
                  </a:cubicBezTo>
                  <a:cubicBezTo>
                    <a:pt x="4" y="108"/>
                    <a:pt x="5" y="92"/>
                    <a:pt x="5" y="75"/>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7" name="Freeform 221">
              <a:extLst>
                <a:ext uri="{FF2B5EF4-FFF2-40B4-BE49-F238E27FC236}">
                  <a16:creationId xmlns:a16="http://schemas.microsoft.com/office/drawing/2014/main" id="{F9E76892-570C-4121-90DB-98492BE45016}"/>
                </a:ext>
              </a:extLst>
            </p:cNvPr>
            <p:cNvSpPr>
              <a:spLocks/>
            </p:cNvSpPr>
            <p:nvPr/>
          </p:nvSpPr>
          <p:spPr bwMode="auto">
            <a:xfrm>
              <a:off x="4431" y="1944"/>
              <a:ext cx="35" cy="171"/>
            </a:xfrm>
            <a:custGeom>
              <a:avLst/>
              <a:gdLst>
                <a:gd name="T0" fmla="*/ 0 w 15"/>
                <a:gd name="T1" fmla="*/ 72 h 72"/>
                <a:gd name="T2" fmla="*/ 3 w 15"/>
                <a:gd name="T3" fmla="*/ 5 h 72"/>
                <a:gd name="T4" fmla="*/ 15 w 15"/>
                <a:gd name="T5" fmla="*/ 0 h 72"/>
                <a:gd name="T6" fmla="*/ 12 w 15"/>
                <a:gd name="T7" fmla="*/ 67 h 72"/>
                <a:gd name="T8" fmla="*/ 0 w 15"/>
                <a:gd name="T9" fmla="*/ 72 h 72"/>
              </a:gdLst>
              <a:ahLst/>
              <a:cxnLst>
                <a:cxn ang="0">
                  <a:pos x="T0" y="T1"/>
                </a:cxn>
                <a:cxn ang="0">
                  <a:pos x="T2" y="T3"/>
                </a:cxn>
                <a:cxn ang="0">
                  <a:pos x="T4" y="T5"/>
                </a:cxn>
                <a:cxn ang="0">
                  <a:pos x="T6" y="T7"/>
                </a:cxn>
                <a:cxn ang="0">
                  <a:pos x="T8" y="T9"/>
                </a:cxn>
              </a:cxnLst>
              <a:rect l="0" t="0" r="r" b="b"/>
              <a:pathLst>
                <a:path w="15" h="72">
                  <a:moveTo>
                    <a:pt x="0" y="72"/>
                  </a:moveTo>
                  <a:cubicBezTo>
                    <a:pt x="1" y="50"/>
                    <a:pt x="2" y="27"/>
                    <a:pt x="3" y="5"/>
                  </a:cubicBezTo>
                  <a:cubicBezTo>
                    <a:pt x="7" y="3"/>
                    <a:pt x="11" y="2"/>
                    <a:pt x="15" y="0"/>
                  </a:cubicBezTo>
                  <a:cubicBezTo>
                    <a:pt x="14" y="22"/>
                    <a:pt x="13" y="44"/>
                    <a:pt x="12" y="67"/>
                  </a:cubicBezTo>
                  <a:cubicBezTo>
                    <a:pt x="8" y="68"/>
                    <a:pt x="4" y="70"/>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8" name="Freeform 222">
              <a:extLst>
                <a:ext uri="{FF2B5EF4-FFF2-40B4-BE49-F238E27FC236}">
                  <a16:creationId xmlns:a16="http://schemas.microsoft.com/office/drawing/2014/main" id="{7171BF40-485F-423B-A1FE-E535DFD98CB5}"/>
                </a:ext>
              </a:extLst>
            </p:cNvPr>
            <p:cNvSpPr>
              <a:spLocks/>
            </p:cNvSpPr>
            <p:nvPr/>
          </p:nvSpPr>
          <p:spPr bwMode="auto">
            <a:xfrm>
              <a:off x="4440" y="1667"/>
              <a:ext cx="38" cy="173"/>
            </a:xfrm>
            <a:custGeom>
              <a:avLst/>
              <a:gdLst>
                <a:gd name="T0" fmla="*/ 0 w 16"/>
                <a:gd name="T1" fmla="*/ 73 h 73"/>
                <a:gd name="T2" fmla="*/ 3 w 16"/>
                <a:gd name="T3" fmla="*/ 6 h 73"/>
                <a:gd name="T4" fmla="*/ 16 w 16"/>
                <a:gd name="T5" fmla="*/ 0 h 73"/>
                <a:gd name="T6" fmla="*/ 13 w 16"/>
                <a:gd name="T7" fmla="*/ 67 h 73"/>
                <a:gd name="T8" fmla="*/ 0 w 16"/>
                <a:gd name="T9" fmla="*/ 73 h 73"/>
              </a:gdLst>
              <a:ahLst/>
              <a:cxnLst>
                <a:cxn ang="0">
                  <a:pos x="T0" y="T1"/>
                </a:cxn>
                <a:cxn ang="0">
                  <a:pos x="T2" y="T3"/>
                </a:cxn>
                <a:cxn ang="0">
                  <a:pos x="T4" y="T5"/>
                </a:cxn>
                <a:cxn ang="0">
                  <a:pos x="T6" y="T7"/>
                </a:cxn>
                <a:cxn ang="0">
                  <a:pos x="T8" y="T9"/>
                </a:cxn>
              </a:cxnLst>
              <a:rect l="0" t="0" r="r" b="b"/>
              <a:pathLst>
                <a:path w="16" h="73">
                  <a:moveTo>
                    <a:pt x="0" y="73"/>
                  </a:moveTo>
                  <a:cubicBezTo>
                    <a:pt x="1" y="50"/>
                    <a:pt x="2" y="28"/>
                    <a:pt x="3" y="6"/>
                  </a:cubicBezTo>
                  <a:cubicBezTo>
                    <a:pt x="7" y="4"/>
                    <a:pt x="12" y="2"/>
                    <a:pt x="16" y="0"/>
                  </a:cubicBezTo>
                  <a:cubicBezTo>
                    <a:pt x="15" y="23"/>
                    <a:pt x="14" y="45"/>
                    <a:pt x="13" y="67"/>
                  </a:cubicBezTo>
                  <a:cubicBezTo>
                    <a:pt x="9" y="69"/>
                    <a:pt x="5" y="71"/>
                    <a:pt x="0" y="73"/>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19" name="Freeform 223">
              <a:extLst>
                <a:ext uri="{FF2B5EF4-FFF2-40B4-BE49-F238E27FC236}">
                  <a16:creationId xmlns:a16="http://schemas.microsoft.com/office/drawing/2014/main" id="{A823B17F-BF5B-4B09-BC06-5F7B046E98A4}"/>
                </a:ext>
              </a:extLst>
            </p:cNvPr>
            <p:cNvSpPr>
              <a:spLocks/>
            </p:cNvSpPr>
            <p:nvPr/>
          </p:nvSpPr>
          <p:spPr bwMode="auto">
            <a:xfrm>
              <a:off x="4419" y="2219"/>
              <a:ext cx="35" cy="171"/>
            </a:xfrm>
            <a:custGeom>
              <a:avLst/>
              <a:gdLst>
                <a:gd name="T0" fmla="*/ 0 w 15"/>
                <a:gd name="T1" fmla="*/ 72 h 72"/>
                <a:gd name="T2" fmla="*/ 3 w 15"/>
                <a:gd name="T3" fmla="*/ 5 h 72"/>
                <a:gd name="T4" fmla="*/ 15 w 15"/>
                <a:gd name="T5" fmla="*/ 0 h 72"/>
                <a:gd name="T6" fmla="*/ 12 w 15"/>
                <a:gd name="T7" fmla="*/ 67 h 72"/>
                <a:gd name="T8" fmla="*/ 0 w 15"/>
                <a:gd name="T9" fmla="*/ 72 h 72"/>
              </a:gdLst>
              <a:ahLst/>
              <a:cxnLst>
                <a:cxn ang="0">
                  <a:pos x="T0" y="T1"/>
                </a:cxn>
                <a:cxn ang="0">
                  <a:pos x="T2" y="T3"/>
                </a:cxn>
                <a:cxn ang="0">
                  <a:pos x="T4" y="T5"/>
                </a:cxn>
                <a:cxn ang="0">
                  <a:pos x="T6" y="T7"/>
                </a:cxn>
                <a:cxn ang="0">
                  <a:pos x="T8" y="T9"/>
                </a:cxn>
              </a:cxnLst>
              <a:rect l="0" t="0" r="r" b="b"/>
              <a:pathLst>
                <a:path w="15" h="72">
                  <a:moveTo>
                    <a:pt x="0" y="72"/>
                  </a:moveTo>
                  <a:cubicBezTo>
                    <a:pt x="1" y="50"/>
                    <a:pt x="2" y="28"/>
                    <a:pt x="3" y="5"/>
                  </a:cubicBezTo>
                  <a:cubicBezTo>
                    <a:pt x="7" y="4"/>
                    <a:pt x="11" y="2"/>
                    <a:pt x="15" y="0"/>
                  </a:cubicBezTo>
                  <a:cubicBezTo>
                    <a:pt x="14" y="22"/>
                    <a:pt x="13" y="45"/>
                    <a:pt x="12" y="67"/>
                  </a:cubicBezTo>
                  <a:cubicBezTo>
                    <a:pt x="8" y="69"/>
                    <a:pt x="4" y="71"/>
                    <a:pt x="0" y="72"/>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0" name="Freeform 224">
              <a:extLst>
                <a:ext uri="{FF2B5EF4-FFF2-40B4-BE49-F238E27FC236}">
                  <a16:creationId xmlns:a16="http://schemas.microsoft.com/office/drawing/2014/main" id="{148114A5-46BE-4BF2-A5CA-79FC5CC4C1FE}"/>
                </a:ext>
              </a:extLst>
            </p:cNvPr>
            <p:cNvSpPr>
              <a:spLocks/>
            </p:cNvSpPr>
            <p:nvPr/>
          </p:nvSpPr>
          <p:spPr bwMode="auto">
            <a:xfrm>
              <a:off x="4452" y="1109"/>
              <a:ext cx="47" cy="454"/>
            </a:xfrm>
            <a:custGeom>
              <a:avLst/>
              <a:gdLst>
                <a:gd name="T0" fmla="*/ 4 w 20"/>
                <a:gd name="T1" fmla="*/ 76 h 192"/>
                <a:gd name="T2" fmla="*/ 6 w 20"/>
                <a:gd name="T3" fmla="*/ 15 h 192"/>
                <a:gd name="T4" fmla="*/ 7 w 20"/>
                <a:gd name="T5" fmla="*/ 4 h 192"/>
                <a:gd name="T6" fmla="*/ 20 w 20"/>
                <a:gd name="T7" fmla="*/ 0 h 192"/>
                <a:gd name="T8" fmla="*/ 20 w 20"/>
                <a:gd name="T9" fmla="*/ 9 h 192"/>
                <a:gd name="T10" fmla="*/ 18 w 20"/>
                <a:gd name="T11" fmla="*/ 70 h 192"/>
                <a:gd name="T12" fmla="*/ 16 w 20"/>
                <a:gd name="T13" fmla="*/ 120 h 192"/>
                <a:gd name="T14" fmla="*/ 13 w 20"/>
                <a:gd name="T15" fmla="*/ 187 h 192"/>
                <a:gd name="T16" fmla="*/ 0 w 20"/>
                <a:gd name="T17" fmla="*/ 192 h 192"/>
                <a:gd name="T18" fmla="*/ 2 w 20"/>
                <a:gd name="T19" fmla="*/ 125 h 192"/>
                <a:gd name="T20" fmla="*/ 4 w 20"/>
                <a:gd name="T21" fmla="*/ 7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192">
                  <a:moveTo>
                    <a:pt x="4" y="76"/>
                  </a:moveTo>
                  <a:cubicBezTo>
                    <a:pt x="5" y="55"/>
                    <a:pt x="6" y="35"/>
                    <a:pt x="6" y="15"/>
                  </a:cubicBezTo>
                  <a:cubicBezTo>
                    <a:pt x="7" y="11"/>
                    <a:pt x="7" y="7"/>
                    <a:pt x="7" y="4"/>
                  </a:cubicBezTo>
                  <a:cubicBezTo>
                    <a:pt x="11" y="2"/>
                    <a:pt x="16" y="1"/>
                    <a:pt x="20" y="0"/>
                  </a:cubicBezTo>
                  <a:cubicBezTo>
                    <a:pt x="20" y="3"/>
                    <a:pt x="20" y="6"/>
                    <a:pt x="20" y="9"/>
                  </a:cubicBezTo>
                  <a:cubicBezTo>
                    <a:pt x="19" y="30"/>
                    <a:pt x="18" y="50"/>
                    <a:pt x="18" y="70"/>
                  </a:cubicBezTo>
                  <a:cubicBezTo>
                    <a:pt x="17" y="87"/>
                    <a:pt x="16" y="104"/>
                    <a:pt x="16" y="120"/>
                  </a:cubicBezTo>
                  <a:cubicBezTo>
                    <a:pt x="15" y="142"/>
                    <a:pt x="14" y="165"/>
                    <a:pt x="13" y="187"/>
                  </a:cubicBezTo>
                  <a:cubicBezTo>
                    <a:pt x="9" y="189"/>
                    <a:pt x="4" y="190"/>
                    <a:pt x="0" y="192"/>
                  </a:cubicBezTo>
                  <a:cubicBezTo>
                    <a:pt x="1" y="170"/>
                    <a:pt x="2" y="148"/>
                    <a:pt x="2" y="125"/>
                  </a:cubicBezTo>
                  <a:cubicBezTo>
                    <a:pt x="3" y="109"/>
                    <a:pt x="4" y="92"/>
                    <a:pt x="4" y="76"/>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1" name="Freeform 225">
              <a:extLst>
                <a:ext uri="{FF2B5EF4-FFF2-40B4-BE49-F238E27FC236}">
                  <a16:creationId xmlns:a16="http://schemas.microsoft.com/office/drawing/2014/main" id="{F1E03B0B-68AF-4631-BD30-7CF62BAD3081}"/>
                </a:ext>
              </a:extLst>
            </p:cNvPr>
            <p:cNvSpPr>
              <a:spLocks/>
            </p:cNvSpPr>
            <p:nvPr/>
          </p:nvSpPr>
          <p:spPr bwMode="auto">
            <a:xfrm>
              <a:off x="4390" y="1135"/>
              <a:ext cx="34" cy="454"/>
            </a:xfrm>
            <a:custGeom>
              <a:avLst/>
              <a:gdLst>
                <a:gd name="T0" fmla="*/ 14 w 14"/>
                <a:gd name="T1" fmla="*/ 0 h 192"/>
                <a:gd name="T2" fmla="*/ 14 w 14"/>
                <a:gd name="T3" fmla="*/ 11 h 192"/>
                <a:gd name="T4" fmla="*/ 12 w 14"/>
                <a:gd name="T5" fmla="*/ 72 h 192"/>
                <a:gd name="T6" fmla="*/ 10 w 14"/>
                <a:gd name="T7" fmla="*/ 122 h 192"/>
                <a:gd name="T8" fmla="*/ 8 w 14"/>
                <a:gd name="T9" fmla="*/ 189 h 192"/>
                <a:gd name="T10" fmla="*/ 0 w 14"/>
                <a:gd name="T11" fmla="*/ 192 h 192"/>
                <a:gd name="T12" fmla="*/ 1 w 14"/>
                <a:gd name="T13" fmla="*/ 155 h 192"/>
                <a:gd name="T14" fmla="*/ 3 w 14"/>
                <a:gd name="T15" fmla="*/ 105 h 192"/>
                <a:gd name="T16" fmla="*/ 6 w 14"/>
                <a:gd name="T17" fmla="*/ 13 h 192"/>
                <a:gd name="T18" fmla="*/ 0 w 14"/>
                <a:gd name="T19" fmla="*/ 15 h 192"/>
                <a:gd name="T20" fmla="*/ 0 w 14"/>
                <a:gd name="T21" fmla="*/ 15 h 192"/>
                <a:gd name="T22" fmla="*/ 6 w 14"/>
                <a:gd name="T23" fmla="*/ 13 h 192"/>
                <a:gd name="T24" fmla="*/ 6 w 14"/>
                <a:gd name="T25" fmla="*/ 12 h 192"/>
                <a:gd name="T26" fmla="*/ 0 w 14"/>
                <a:gd name="T27" fmla="*/ 10 h 192"/>
                <a:gd name="T28" fmla="*/ 1 w 14"/>
                <a:gd name="T29" fmla="*/ 4 h 192"/>
                <a:gd name="T30" fmla="*/ 14 w 14"/>
                <a:gd name="T31"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92">
                  <a:moveTo>
                    <a:pt x="14" y="0"/>
                  </a:moveTo>
                  <a:cubicBezTo>
                    <a:pt x="14" y="4"/>
                    <a:pt x="14" y="7"/>
                    <a:pt x="14" y="11"/>
                  </a:cubicBezTo>
                  <a:cubicBezTo>
                    <a:pt x="13" y="31"/>
                    <a:pt x="12" y="52"/>
                    <a:pt x="12" y="72"/>
                  </a:cubicBezTo>
                  <a:cubicBezTo>
                    <a:pt x="11" y="89"/>
                    <a:pt x="11" y="105"/>
                    <a:pt x="10" y="122"/>
                  </a:cubicBezTo>
                  <a:cubicBezTo>
                    <a:pt x="9" y="144"/>
                    <a:pt x="8" y="166"/>
                    <a:pt x="8" y="189"/>
                  </a:cubicBezTo>
                  <a:cubicBezTo>
                    <a:pt x="5" y="190"/>
                    <a:pt x="3" y="191"/>
                    <a:pt x="0" y="192"/>
                  </a:cubicBezTo>
                  <a:cubicBezTo>
                    <a:pt x="0" y="179"/>
                    <a:pt x="1" y="167"/>
                    <a:pt x="1" y="155"/>
                  </a:cubicBezTo>
                  <a:cubicBezTo>
                    <a:pt x="2" y="138"/>
                    <a:pt x="2" y="122"/>
                    <a:pt x="3" y="105"/>
                  </a:cubicBezTo>
                  <a:cubicBezTo>
                    <a:pt x="4" y="74"/>
                    <a:pt x="5" y="44"/>
                    <a:pt x="6" y="13"/>
                  </a:cubicBezTo>
                  <a:cubicBezTo>
                    <a:pt x="4" y="13"/>
                    <a:pt x="2" y="14"/>
                    <a:pt x="0" y="15"/>
                  </a:cubicBezTo>
                  <a:cubicBezTo>
                    <a:pt x="0" y="15"/>
                    <a:pt x="0" y="15"/>
                    <a:pt x="0" y="15"/>
                  </a:cubicBezTo>
                  <a:cubicBezTo>
                    <a:pt x="2" y="14"/>
                    <a:pt x="4" y="13"/>
                    <a:pt x="6" y="13"/>
                  </a:cubicBezTo>
                  <a:cubicBezTo>
                    <a:pt x="6" y="12"/>
                    <a:pt x="6" y="12"/>
                    <a:pt x="6" y="12"/>
                  </a:cubicBezTo>
                  <a:cubicBezTo>
                    <a:pt x="4" y="12"/>
                    <a:pt x="2" y="11"/>
                    <a:pt x="0" y="10"/>
                  </a:cubicBezTo>
                  <a:cubicBezTo>
                    <a:pt x="1" y="8"/>
                    <a:pt x="1" y="6"/>
                    <a:pt x="1" y="4"/>
                  </a:cubicBezTo>
                  <a:cubicBezTo>
                    <a:pt x="5" y="3"/>
                    <a:pt x="10" y="2"/>
                    <a:pt x="14" y="0"/>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2" name="Freeform 226">
              <a:extLst>
                <a:ext uri="{FF2B5EF4-FFF2-40B4-BE49-F238E27FC236}">
                  <a16:creationId xmlns:a16="http://schemas.microsoft.com/office/drawing/2014/main" id="{BC6DA53E-C7AF-4FF7-8102-E25DF06FD7EB}"/>
                </a:ext>
              </a:extLst>
            </p:cNvPr>
            <p:cNvSpPr>
              <a:spLocks/>
            </p:cNvSpPr>
            <p:nvPr/>
          </p:nvSpPr>
          <p:spPr bwMode="auto">
            <a:xfrm>
              <a:off x="4372" y="1975"/>
              <a:ext cx="23" cy="164"/>
            </a:xfrm>
            <a:custGeom>
              <a:avLst/>
              <a:gdLst>
                <a:gd name="T0" fmla="*/ 0 w 10"/>
                <a:gd name="T1" fmla="*/ 69 h 69"/>
                <a:gd name="T2" fmla="*/ 1 w 10"/>
                <a:gd name="T3" fmla="*/ 33 h 69"/>
                <a:gd name="T4" fmla="*/ 2 w 10"/>
                <a:gd name="T5" fmla="*/ 3 h 69"/>
                <a:gd name="T6" fmla="*/ 6 w 10"/>
                <a:gd name="T7" fmla="*/ 1 h 69"/>
                <a:gd name="T8" fmla="*/ 10 w 10"/>
                <a:gd name="T9" fmla="*/ 0 h 69"/>
                <a:gd name="T10" fmla="*/ 7 w 10"/>
                <a:gd name="T11" fmla="*/ 66 h 69"/>
                <a:gd name="T12" fmla="*/ 0 w 10"/>
                <a:gd name="T13" fmla="*/ 69 h 69"/>
              </a:gdLst>
              <a:ahLst/>
              <a:cxnLst>
                <a:cxn ang="0">
                  <a:pos x="T0" y="T1"/>
                </a:cxn>
                <a:cxn ang="0">
                  <a:pos x="T2" y="T3"/>
                </a:cxn>
                <a:cxn ang="0">
                  <a:pos x="T4" y="T5"/>
                </a:cxn>
                <a:cxn ang="0">
                  <a:pos x="T6" y="T7"/>
                </a:cxn>
                <a:cxn ang="0">
                  <a:pos x="T8" y="T9"/>
                </a:cxn>
                <a:cxn ang="0">
                  <a:pos x="T10" y="T11"/>
                </a:cxn>
                <a:cxn ang="0">
                  <a:pos x="T12" y="T13"/>
                </a:cxn>
              </a:cxnLst>
              <a:rect l="0" t="0" r="r" b="b"/>
              <a:pathLst>
                <a:path w="10" h="69">
                  <a:moveTo>
                    <a:pt x="0" y="69"/>
                  </a:moveTo>
                  <a:cubicBezTo>
                    <a:pt x="0" y="57"/>
                    <a:pt x="1" y="45"/>
                    <a:pt x="1" y="33"/>
                  </a:cubicBezTo>
                  <a:cubicBezTo>
                    <a:pt x="1" y="23"/>
                    <a:pt x="2" y="13"/>
                    <a:pt x="2" y="3"/>
                  </a:cubicBezTo>
                  <a:cubicBezTo>
                    <a:pt x="3" y="2"/>
                    <a:pt x="5" y="2"/>
                    <a:pt x="6" y="1"/>
                  </a:cubicBezTo>
                  <a:cubicBezTo>
                    <a:pt x="7" y="1"/>
                    <a:pt x="8" y="0"/>
                    <a:pt x="10" y="0"/>
                  </a:cubicBezTo>
                  <a:cubicBezTo>
                    <a:pt x="9" y="22"/>
                    <a:pt x="8" y="44"/>
                    <a:pt x="7" y="66"/>
                  </a:cubicBezTo>
                  <a:cubicBezTo>
                    <a:pt x="5" y="67"/>
                    <a:pt x="2" y="68"/>
                    <a:pt x="0" y="69"/>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3" name="Freeform 227">
              <a:extLst>
                <a:ext uri="{FF2B5EF4-FFF2-40B4-BE49-F238E27FC236}">
                  <a16:creationId xmlns:a16="http://schemas.microsoft.com/office/drawing/2014/main" id="{B581C451-2C8D-4B09-B992-A372DF11A5A9}"/>
                </a:ext>
              </a:extLst>
            </p:cNvPr>
            <p:cNvSpPr>
              <a:spLocks/>
            </p:cNvSpPr>
            <p:nvPr/>
          </p:nvSpPr>
          <p:spPr bwMode="auto">
            <a:xfrm>
              <a:off x="4381" y="1698"/>
              <a:ext cx="24" cy="166"/>
            </a:xfrm>
            <a:custGeom>
              <a:avLst/>
              <a:gdLst>
                <a:gd name="T0" fmla="*/ 0 w 10"/>
                <a:gd name="T1" fmla="*/ 70 h 70"/>
                <a:gd name="T2" fmla="*/ 1 w 10"/>
                <a:gd name="T3" fmla="*/ 33 h 70"/>
                <a:gd name="T4" fmla="*/ 2 w 10"/>
                <a:gd name="T5" fmla="*/ 3 h 70"/>
                <a:gd name="T6" fmla="*/ 6 w 10"/>
                <a:gd name="T7" fmla="*/ 2 h 70"/>
                <a:gd name="T8" fmla="*/ 10 w 10"/>
                <a:gd name="T9" fmla="*/ 0 h 70"/>
                <a:gd name="T10" fmla="*/ 7 w 10"/>
                <a:gd name="T11" fmla="*/ 67 h 70"/>
                <a:gd name="T12" fmla="*/ 0 w 10"/>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10" h="70">
                  <a:moveTo>
                    <a:pt x="0" y="70"/>
                  </a:moveTo>
                  <a:cubicBezTo>
                    <a:pt x="0" y="58"/>
                    <a:pt x="1" y="45"/>
                    <a:pt x="1" y="33"/>
                  </a:cubicBezTo>
                  <a:cubicBezTo>
                    <a:pt x="2" y="23"/>
                    <a:pt x="2" y="13"/>
                    <a:pt x="2" y="3"/>
                  </a:cubicBezTo>
                  <a:cubicBezTo>
                    <a:pt x="3" y="3"/>
                    <a:pt x="5" y="2"/>
                    <a:pt x="6" y="2"/>
                  </a:cubicBezTo>
                  <a:cubicBezTo>
                    <a:pt x="7" y="1"/>
                    <a:pt x="9" y="1"/>
                    <a:pt x="10" y="0"/>
                  </a:cubicBezTo>
                  <a:cubicBezTo>
                    <a:pt x="9" y="22"/>
                    <a:pt x="8" y="45"/>
                    <a:pt x="7" y="67"/>
                  </a:cubicBezTo>
                  <a:cubicBezTo>
                    <a:pt x="5" y="68"/>
                    <a:pt x="2" y="69"/>
                    <a:pt x="0" y="70"/>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4" name="Freeform 228">
              <a:extLst>
                <a:ext uri="{FF2B5EF4-FFF2-40B4-BE49-F238E27FC236}">
                  <a16:creationId xmlns:a16="http://schemas.microsoft.com/office/drawing/2014/main" id="{6400CCA3-6ABC-4971-9B1F-3C56503E59AA}"/>
                </a:ext>
              </a:extLst>
            </p:cNvPr>
            <p:cNvSpPr>
              <a:spLocks/>
            </p:cNvSpPr>
            <p:nvPr/>
          </p:nvSpPr>
          <p:spPr bwMode="auto">
            <a:xfrm>
              <a:off x="4360" y="2250"/>
              <a:ext cx="23" cy="166"/>
            </a:xfrm>
            <a:custGeom>
              <a:avLst/>
              <a:gdLst>
                <a:gd name="T0" fmla="*/ 0 w 10"/>
                <a:gd name="T1" fmla="*/ 70 h 70"/>
                <a:gd name="T2" fmla="*/ 2 w 10"/>
                <a:gd name="T3" fmla="*/ 33 h 70"/>
                <a:gd name="T4" fmla="*/ 3 w 10"/>
                <a:gd name="T5" fmla="*/ 3 h 70"/>
                <a:gd name="T6" fmla="*/ 6 w 10"/>
                <a:gd name="T7" fmla="*/ 2 h 70"/>
                <a:gd name="T8" fmla="*/ 10 w 10"/>
                <a:gd name="T9" fmla="*/ 0 h 70"/>
                <a:gd name="T10" fmla="*/ 8 w 10"/>
                <a:gd name="T11" fmla="*/ 67 h 70"/>
                <a:gd name="T12" fmla="*/ 0 w 10"/>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10" h="70">
                  <a:moveTo>
                    <a:pt x="0" y="70"/>
                  </a:moveTo>
                  <a:cubicBezTo>
                    <a:pt x="1" y="58"/>
                    <a:pt x="1" y="45"/>
                    <a:pt x="2" y="33"/>
                  </a:cubicBezTo>
                  <a:cubicBezTo>
                    <a:pt x="2" y="23"/>
                    <a:pt x="2" y="13"/>
                    <a:pt x="3" y="3"/>
                  </a:cubicBezTo>
                  <a:cubicBezTo>
                    <a:pt x="4" y="3"/>
                    <a:pt x="5" y="2"/>
                    <a:pt x="6" y="2"/>
                  </a:cubicBezTo>
                  <a:cubicBezTo>
                    <a:pt x="8" y="1"/>
                    <a:pt x="9" y="0"/>
                    <a:pt x="10" y="0"/>
                  </a:cubicBezTo>
                  <a:cubicBezTo>
                    <a:pt x="9" y="22"/>
                    <a:pt x="9" y="44"/>
                    <a:pt x="8" y="67"/>
                  </a:cubicBezTo>
                  <a:cubicBezTo>
                    <a:pt x="5" y="68"/>
                    <a:pt x="3" y="69"/>
                    <a:pt x="0" y="70"/>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5" name="Freeform 229">
              <a:extLst>
                <a:ext uri="{FF2B5EF4-FFF2-40B4-BE49-F238E27FC236}">
                  <a16:creationId xmlns:a16="http://schemas.microsoft.com/office/drawing/2014/main" id="{6E39FF28-49FB-4099-9CE4-A8F78F54A58D}"/>
                </a:ext>
              </a:extLst>
            </p:cNvPr>
            <p:cNvSpPr>
              <a:spLocks/>
            </p:cNvSpPr>
            <p:nvPr/>
          </p:nvSpPr>
          <p:spPr bwMode="auto">
            <a:xfrm>
              <a:off x="3976" y="1220"/>
              <a:ext cx="287" cy="116"/>
            </a:xfrm>
            <a:custGeom>
              <a:avLst/>
              <a:gdLst>
                <a:gd name="T0" fmla="*/ 0 w 121"/>
                <a:gd name="T1" fmla="*/ 49 h 49"/>
                <a:gd name="T2" fmla="*/ 0 w 121"/>
                <a:gd name="T3" fmla="*/ 49 h 49"/>
                <a:gd name="T4" fmla="*/ 121 w 121"/>
                <a:gd name="T5" fmla="*/ 0 h 49"/>
                <a:gd name="T6" fmla="*/ 121 w 121"/>
                <a:gd name="T7" fmla="*/ 0 h 49"/>
                <a:gd name="T8" fmla="*/ 0 w 121"/>
                <a:gd name="T9" fmla="*/ 49 h 49"/>
              </a:gdLst>
              <a:ahLst/>
              <a:cxnLst>
                <a:cxn ang="0">
                  <a:pos x="T0" y="T1"/>
                </a:cxn>
                <a:cxn ang="0">
                  <a:pos x="T2" y="T3"/>
                </a:cxn>
                <a:cxn ang="0">
                  <a:pos x="T4" y="T5"/>
                </a:cxn>
                <a:cxn ang="0">
                  <a:pos x="T6" y="T7"/>
                </a:cxn>
                <a:cxn ang="0">
                  <a:pos x="T8" y="T9"/>
                </a:cxn>
              </a:cxnLst>
              <a:rect l="0" t="0" r="r" b="b"/>
              <a:pathLst>
                <a:path w="121" h="49">
                  <a:moveTo>
                    <a:pt x="0" y="49"/>
                  </a:moveTo>
                  <a:cubicBezTo>
                    <a:pt x="0" y="49"/>
                    <a:pt x="0" y="49"/>
                    <a:pt x="0" y="49"/>
                  </a:cubicBezTo>
                  <a:cubicBezTo>
                    <a:pt x="40" y="33"/>
                    <a:pt x="81" y="16"/>
                    <a:pt x="121" y="0"/>
                  </a:cubicBezTo>
                  <a:cubicBezTo>
                    <a:pt x="121" y="0"/>
                    <a:pt x="121" y="0"/>
                    <a:pt x="121" y="0"/>
                  </a:cubicBezTo>
                  <a:cubicBezTo>
                    <a:pt x="81" y="16"/>
                    <a:pt x="40" y="33"/>
                    <a:pt x="0" y="49"/>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6" name="Freeform 230">
              <a:extLst>
                <a:ext uri="{FF2B5EF4-FFF2-40B4-BE49-F238E27FC236}">
                  <a16:creationId xmlns:a16="http://schemas.microsoft.com/office/drawing/2014/main" id="{A619D737-2379-4973-841E-1D0B89B105AC}"/>
                </a:ext>
              </a:extLst>
            </p:cNvPr>
            <p:cNvSpPr>
              <a:spLocks noEditPoints="1"/>
            </p:cNvSpPr>
            <p:nvPr/>
          </p:nvSpPr>
          <p:spPr bwMode="auto">
            <a:xfrm>
              <a:off x="3962" y="962"/>
              <a:ext cx="781" cy="2200"/>
            </a:xfrm>
            <a:custGeom>
              <a:avLst/>
              <a:gdLst>
                <a:gd name="T0" fmla="*/ 39 w 330"/>
                <a:gd name="T1" fmla="*/ 911 h 929"/>
                <a:gd name="T2" fmla="*/ 112 w 330"/>
                <a:gd name="T3" fmla="*/ 724 h 929"/>
                <a:gd name="T4" fmla="*/ 159 w 330"/>
                <a:gd name="T5" fmla="*/ 857 h 929"/>
                <a:gd name="T6" fmla="*/ 245 w 330"/>
                <a:gd name="T7" fmla="*/ 790 h 929"/>
                <a:gd name="T8" fmla="*/ 299 w 330"/>
                <a:gd name="T9" fmla="*/ 558 h 929"/>
                <a:gd name="T10" fmla="*/ 310 w 330"/>
                <a:gd name="T11" fmla="*/ 375 h 929"/>
                <a:gd name="T12" fmla="*/ 319 w 330"/>
                <a:gd name="T13" fmla="*/ 209 h 929"/>
                <a:gd name="T14" fmla="*/ 330 w 330"/>
                <a:gd name="T15" fmla="*/ 0 h 929"/>
                <a:gd name="T16" fmla="*/ 182 w 330"/>
                <a:gd name="T17" fmla="*/ 77 h 929"/>
                <a:gd name="T18" fmla="*/ 213 w 330"/>
                <a:gd name="T19" fmla="*/ 77 h 929"/>
                <a:gd name="T20" fmla="*/ 227 w 330"/>
                <a:gd name="T21" fmla="*/ 71 h 929"/>
                <a:gd name="T22" fmla="*/ 259 w 330"/>
                <a:gd name="T23" fmla="*/ 50 h 929"/>
                <a:gd name="T24" fmla="*/ 278 w 330"/>
                <a:gd name="T25" fmla="*/ 43 h 929"/>
                <a:gd name="T26" fmla="*/ 310 w 330"/>
                <a:gd name="T27" fmla="*/ 39 h 929"/>
                <a:gd name="T28" fmla="*/ 286 w 330"/>
                <a:gd name="T29" fmla="*/ 157 h 929"/>
                <a:gd name="T30" fmla="*/ 283 w 330"/>
                <a:gd name="T31" fmla="*/ 223 h 929"/>
                <a:gd name="T32" fmla="*/ 238 w 330"/>
                <a:gd name="T33" fmla="*/ 241 h 929"/>
                <a:gd name="T34" fmla="*/ 189 w 330"/>
                <a:gd name="T35" fmla="*/ 262 h 929"/>
                <a:gd name="T36" fmla="*/ 184 w 330"/>
                <a:gd name="T37" fmla="*/ 178 h 929"/>
                <a:gd name="T38" fmla="*/ 181 w 330"/>
                <a:gd name="T39" fmla="*/ 88 h 929"/>
                <a:gd name="T40" fmla="*/ 6 w 330"/>
                <a:gd name="T41" fmla="*/ 158 h 929"/>
                <a:gd name="T42" fmla="*/ 5 w 330"/>
                <a:gd name="T43" fmla="*/ 367 h 929"/>
                <a:gd name="T44" fmla="*/ 3 w 330"/>
                <a:gd name="T45" fmla="*/ 533 h 929"/>
                <a:gd name="T46" fmla="*/ 2 w 330"/>
                <a:gd name="T47" fmla="*/ 716 h 929"/>
                <a:gd name="T48" fmla="*/ 19 w 330"/>
                <a:gd name="T49" fmla="*/ 642 h 929"/>
                <a:gd name="T50" fmla="*/ 153 w 330"/>
                <a:gd name="T51" fmla="*/ 584 h 929"/>
                <a:gd name="T52" fmla="*/ 19 w 330"/>
                <a:gd name="T53" fmla="*/ 642 h 929"/>
                <a:gd name="T54" fmla="*/ 131 w 330"/>
                <a:gd name="T55" fmla="*/ 479 h 929"/>
                <a:gd name="T56" fmla="*/ 19 w 330"/>
                <a:gd name="T57" fmla="*/ 592 h 929"/>
                <a:gd name="T58" fmla="*/ 47 w 330"/>
                <a:gd name="T59" fmla="*/ 398 h 929"/>
                <a:gd name="T60" fmla="*/ 159 w 330"/>
                <a:gd name="T61" fmla="*/ 418 h 929"/>
                <a:gd name="T62" fmla="*/ 22 w 330"/>
                <a:gd name="T63" fmla="*/ 293 h 929"/>
                <a:gd name="T64" fmla="*/ 165 w 330"/>
                <a:gd name="T65" fmla="*/ 235 h 929"/>
                <a:gd name="T66" fmla="*/ 22 w 330"/>
                <a:gd name="T67" fmla="*/ 293 h 929"/>
                <a:gd name="T68" fmla="*/ 23 w 330"/>
                <a:gd name="T69" fmla="*/ 243 h 929"/>
                <a:gd name="T70" fmla="*/ 296 w 330"/>
                <a:gd name="T71" fmla="*/ 332 h 929"/>
                <a:gd name="T72" fmla="*/ 246 w 330"/>
                <a:gd name="T73" fmla="*/ 353 h 929"/>
                <a:gd name="T74" fmla="*/ 202 w 330"/>
                <a:gd name="T75" fmla="*/ 371 h 929"/>
                <a:gd name="T76" fmla="*/ 178 w 330"/>
                <a:gd name="T77" fmla="*/ 344 h 929"/>
                <a:gd name="T78" fmla="*/ 187 w 330"/>
                <a:gd name="T79" fmla="*/ 311 h 929"/>
                <a:gd name="T80" fmla="*/ 236 w 330"/>
                <a:gd name="T81" fmla="*/ 291 h 929"/>
                <a:gd name="T82" fmla="*/ 272 w 330"/>
                <a:gd name="T83" fmla="*/ 277 h 929"/>
                <a:gd name="T84" fmla="*/ 296 w 330"/>
                <a:gd name="T85" fmla="*/ 332 h 929"/>
                <a:gd name="T86" fmla="*/ 259 w 330"/>
                <a:gd name="T87" fmla="*/ 462 h 929"/>
                <a:gd name="T88" fmla="*/ 210 w 330"/>
                <a:gd name="T89" fmla="*/ 482 h 929"/>
                <a:gd name="T90" fmla="*/ 173 w 330"/>
                <a:gd name="T91" fmla="*/ 497 h 929"/>
                <a:gd name="T92" fmla="*/ 179 w 330"/>
                <a:gd name="T93" fmla="*/ 429 h 929"/>
                <a:gd name="T94" fmla="*/ 213 w 330"/>
                <a:gd name="T95" fmla="*/ 415 h 929"/>
                <a:gd name="T96" fmla="*/ 262 w 330"/>
                <a:gd name="T97" fmla="*/ 395 h 929"/>
                <a:gd name="T98" fmla="*/ 293 w 330"/>
                <a:gd name="T99" fmla="*/ 382 h 929"/>
                <a:gd name="T100" fmla="*/ 265 w 330"/>
                <a:gd name="T101" fmla="*/ 573 h 929"/>
                <a:gd name="T102" fmla="*/ 223 w 330"/>
                <a:gd name="T103" fmla="*/ 591 h 929"/>
                <a:gd name="T104" fmla="*/ 176 w 330"/>
                <a:gd name="T105" fmla="*/ 611 h 929"/>
                <a:gd name="T106" fmla="*/ 171 w 330"/>
                <a:gd name="T107" fmla="*/ 547 h 929"/>
                <a:gd name="T108" fmla="*/ 196 w 330"/>
                <a:gd name="T109" fmla="*/ 536 h 929"/>
                <a:gd name="T110" fmla="*/ 238 w 330"/>
                <a:gd name="T111" fmla="*/ 519 h 929"/>
                <a:gd name="T112" fmla="*/ 269 w 330"/>
                <a:gd name="T113" fmla="*/ 506 h 929"/>
                <a:gd name="T114" fmla="*/ 182 w 330"/>
                <a:gd name="T115" fmla="*/ 665 h 929"/>
                <a:gd name="T116" fmla="*/ 179 w 330"/>
                <a:gd name="T117" fmla="*/ 731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30" h="929">
                  <a:moveTo>
                    <a:pt x="0" y="929"/>
                  </a:moveTo>
                  <a:cubicBezTo>
                    <a:pt x="0" y="929"/>
                    <a:pt x="0" y="929"/>
                    <a:pt x="0" y="929"/>
                  </a:cubicBezTo>
                  <a:cubicBezTo>
                    <a:pt x="13" y="923"/>
                    <a:pt x="26" y="917"/>
                    <a:pt x="39" y="911"/>
                  </a:cubicBezTo>
                  <a:cubicBezTo>
                    <a:pt x="43" y="909"/>
                    <a:pt x="47" y="908"/>
                    <a:pt x="51" y="906"/>
                  </a:cubicBezTo>
                  <a:cubicBezTo>
                    <a:pt x="52" y="854"/>
                    <a:pt x="53" y="802"/>
                    <a:pt x="54" y="750"/>
                  </a:cubicBezTo>
                  <a:cubicBezTo>
                    <a:pt x="73" y="741"/>
                    <a:pt x="92" y="733"/>
                    <a:pt x="112" y="724"/>
                  </a:cubicBezTo>
                  <a:cubicBezTo>
                    <a:pt x="110" y="776"/>
                    <a:pt x="108" y="828"/>
                    <a:pt x="107" y="880"/>
                  </a:cubicBezTo>
                  <a:cubicBezTo>
                    <a:pt x="111" y="879"/>
                    <a:pt x="115" y="877"/>
                    <a:pt x="119" y="875"/>
                  </a:cubicBezTo>
                  <a:cubicBezTo>
                    <a:pt x="132" y="869"/>
                    <a:pt x="145" y="863"/>
                    <a:pt x="159" y="857"/>
                  </a:cubicBezTo>
                  <a:cubicBezTo>
                    <a:pt x="159" y="847"/>
                    <a:pt x="159" y="837"/>
                    <a:pt x="160" y="827"/>
                  </a:cubicBezTo>
                  <a:cubicBezTo>
                    <a:pt x="161" y="827"/>
                    <a:pt x="162" y="826"/>
                    <a:pt x="163" y="826"/>
                  </a:cubicBezTo>
                  <a:cubicBezTo>
                    <a:pt x="190" y="814"/>
                    <a:pt x="217" y="802"/>
                    <a:pt x="245" y="790"/>
                  </a:cubicBezTo>
                  <a:cubicBezTo>
                    <a:pt x="258" y="784"/>
                    <a:pt x="272" y="778"/>
                    <a:pt x="286" y="772"/>
                  </a:cubicBezTo>
                  <a:cubicBezTo>
                    <a:pt x="289" y="717"/>
                    <a:pt x="293" y="662"/>
                    <a:pt x="296" y="608"/>
                  </a:cubicBezTo>
                  <a:cubicBezTo>
                    <a:pt x="297" y="591"/>
                    <a:pt x="298" y="575"/>
                    <a:pt x="299" y="558"/>
                  </a:cubicBezTo>
                  <a:cubicBezTo>
                    <a:pt x="301" y="536"/>
                    <a:pt x="302" y="514"/>
                    <a:pt x="303" y="491"/>
                  </a:cubicBezTo>
                  <a:cubicBezTo>
                    <a:pt x="304" y="475"/>
                    <a:pt x="305" y="458"/>
                    <a:pt x="306" y="442"/>
                  </a:cubicBezTo>
                  <a:cubicBezTo>
                    <a:pt x="308" y="420"/>
                    <a:pt x="309" y="397"/>
                    <a:pt x="310" y="375"/>
                  </a:cubicBezTo>
                  <a:cubicBezTo>
                    <a:pt x="311" y="359"/>
                    <a:pt x="312" y="342"/>
                    <a:pt x="313" y="325"/>
                  </a:cubicBezTo>
                  <a:cubicBezTo>
                    <a:pt x="314" y="303"/>
                    <a:pt x="315" y="281"/>
                    <a:pt x="317" y="259"/>
                  </a:cubicBezTo>
                  <a:cubicBezTo>
                    <a:pt x="317" y="242"/>
                    <a:pt x="318" y="226"/>
                    <a:pt x="319" y="209"/>
                  </a:cubicBezTo>
                  <a:cubicBezTo>
                    <a:pt x="320" y="187"/>
                    <a:pt x="322" y="165"/>
                    <a:pt x="323" y="142"/>
                  </a:cubicBezTo>
                  <a:cubicBezTo>
                    <a:pt x="324" y="126"/>
                    <a:pt x="324" y="109"/>
                    <a:pt x="325" y="93"/>
                  </a:cubicBezTo>
                  <a:cubicBezTo>
                    <a:pt x="327" y="62"/>
                    <a:pt x="328" y="31"/>
                    <a:pt x="330" y="0"/>
                  </a:cubicBezTo>
                  <a:cubicBezTo>
                    <a:pt x="269" y="24"/>
                    <a:pt x="210" y="47"/>
                    <a:pt x="150" y="71"/>
                  </a:cubicBezTo>
                  <a:cubicBezTo>
                    <a:pt x="161" y="75"/>
                    <a:pt x="171" y="79"/>
                    <a:pt x="181" y="83"/>
                  </a:cubicBezTo>
                  <a:cubicBezTo>
                    <a:pt x="182" y="81"/>
                    <a:pt x="182" y="79"/>
                    <a:pt x="182" y="77"/>
                  </a:cubicBezTo>
                  <a:cubicBezTo>
                    <a:pt x="186" y="76"/>
                    <a:pt x="191" y="75"/>
                    <a:pt x="195" y="73"/>
                  </a:cubicBezTo>
                  <a:cubicBezTo>
                    <a:pt x="195" y="77"/>
                    <a:pt x="195" y="80"/>
                    <a:pt x="195" y="84"/>
                  </a:cubicBezTo>
                  <a:cubicBezTo>
                    <a:pt x="201" y="82"/>
                    <a:pt x="207" y="79"/>
                    <a:pt x="213" y="77"/>
                  </a:cubicBezTo>
                  <a:cubicBezTo>
                    <a:pt x="214" y="73"/>
                    <a:pt x="214" y="69"/>
                    <a:pt x="214" y="66"/>
                  </a:cubicBezTo>
                  <a:cubicBezTo>
                    <a:pt x="218" y="64"/>
                    <a:pt x="223" y="63"/>
                    <a:pt x="227" y="62"/>
                  </a:cubicBezTo>
                  <a:cubicBezTo>
                    <a:pt x="227" y="65"/>
                    <a:pt x="227" y="68"/>
                    <a:pt x="227" y="71"/>
                  </a:cubicBezTo>
                  <a:cubicBezTo>
                    <a:pt x="233" y="69"/>
                    <a:pt x="239" y="66"/>
                    <a:pt x="246" y="64"/>
                  </a:cubicBezTo>
                  <a:cubicBezTo>
                    <a:pt x="246" y="61"/>
                    <a:pt x="246" y="57"/>
                    <a:pt x="246" y="54"/>
                  </a:cubicBezTo>
                  <a:cubicBezTo>
                    <a:pt x="250" y="53"/>
                    <a:pt x="255" y="52"/>
                    <a:pt x="259" y="50"/>
                  </a:cubicBezTo>
                  <a:cubicBezTo>
                    <a:pt x="259" y="53"/>
                    <a:pt x="259" y="56"/>
                    <a:pt x="259" y="59"/>
                  </a:cubicBezTo>
                  <a:cubicBezTo>
                    <a:pt x="265" y="56"/>
                    <a:pt x="272" y="54"/>
                    <a:pt x="278" y="51"/>
                  </a:cubicBezTo>
                  <a:cubicBezTo>
                    <a:pt x="278" y="48"/>
                    <a:pt x="278" y="46"/>
                    <a:pt x="278" y="43"/>
                  </a:cubicBezTo>
                  <a:cubicBezTo>
                    <a:pt x="283" y="41"/>
                    <a:pt x="287" y="40"/>
                    <a:pt x="292" y="39"/>
                  </a:cubicBezTo>
                  <a:cubicBezTo>
                    <a:pt x="292" y="41"/>
                    <a:pt x="292" y="44"/>
                    <a:pt x="291" y="46"/>
                  </a:cubicBezTo>
                  <a:cubicBezTo>
                    <a:pt x="298" y="43"/>
                    <a:pt x="304" y="41"/>
                    <a:pt x="310" y="39"/>
                  </a:cubicBezTo>
                  <a:cubicBezTo>
                    <a:pt x="309" y="59"/>
                    <a:pt x="308" y="79"/>
                    <a:pt x="307" y="100"/>
                  </a:cubicBezTo>
                  <a:cubicBezTo>
                    <a:pt x="301" y="102"/>
                    <a:pt x="295" y="105"/>
                    <a:pt x="289" y="107"/>
                  </a:cubicBezTo>
                  <a:cubicBezTo>
                    <a:pt x="288" y="124"/>
                    <a:pt x="287" y="140"/>
                    <a:pt x="286" y="157"/>
                  </a:cubicBezTo>
                  <a:cubicBezTo>
                    <a:pt x="293" y="154"/>
                    <a:pt x="299" y="152"/>
                    <a:pt x="305" y="149"/>
                  </a:cubicBezTo>
                  <a:cubicBezTo>
                    <a:pt x="304" y="172"/>
                    <a:pt x="303" y="194"/>
                    <a:pt x="302" y="216"/>
                  </a:cubicBezTo>
                  <a:cubicBezTo>
                    <a:pt x="295" y="219"/>
                    <a:pt x="289" y="221"/>
                    <a:pt x="283" y="223"/>
                  </a:cubicBezTo>
                  <a:cubicBezTo>
                    <a:pt x="279" y="225"/>
                    <a:pt x="274" y="227"/>
                    <a:pt x="270" y="229"/>
                  </a:cubicBezTo>
                  <a:cubicBezTo>
                    <a:pt x="264" y="231"/>
                    <a:pt x="258" y="234"/>
                    <a:pt x="252" y="236"/>
                  </a:cubicBezTo>
                  <a:cubicBezTo>
                    <a:pt x="247" y="238"/>
                    <a:pt x="243" y="240"/>
                    <a:pt x="238" y="241"/>
                  </a:cubicBezTo>
                  <a:cubicBezTo>
                    <a:pt x="232" y="244"/>
                    <a:pt x="226" y="246"/>
                    <a:pt x="220" y="249"/>
                  </a:cubicBezTo>
                  <a:cubicBezTo>
                    <a:pt x="216" y="251"/>
                    <a:pt x="211" y="252"/>
                    <a:pt x="207" y="254"/>
                  </a:cubicBezTo>
                  <a:cubicBezTo>
                    <a:pt x="201" y="257"/>
                    <a:pt x="195" y="259"/>
                    <a:pt x="189" y="262"/>
                  </a:cubicBezTo>
                  <a:cubicBezTo>
                    <a:pt x="186" y="263"/>
                    <a:pt x="184" y="264"/>
                    <a:pt x="181" y="265"/>
                  </a:cubicBezTo>
                  <a:cubicBezTo>
                    <a:pt x="181" y="252"/>
                    <a:pt x="182" y="240"/>
                    <a:pt x="182" y="228"/>
                  </a:cubicBezTo>
                  <a:cubicBezTo>
                    <a:pt x="183" y="211"/>
                    <a:pt x="183" y="195"/>
                    <a:pt x="184" y="178"/>
                  </a:cubicBezTo>
                  <a:cubicBezTo>
                    <a:pt x="185" y="147"/>
                    <a:pt x="186" y="117"/>
                    <a:pt x="187" y="86"/>
                  </a:cubicBezTo>
                  <a:cubicBezTo>
                    <a:pt x="185" y="86"/>
                    <a:pt x="183" y="87"/>
                    <a:pt x="181" y="88"/>
                  </a:cubicBezTo>
                  <a:cubicBezTo>
                    <a:pt x="181" y="88"/>
                    <a:pt x="181" y="88"/>
                    <a:pt x="181" y="88"/>
                  </a:cubicBezTo>
                  <a:cubicBezTo>
                    <a:pt x="163" y="95"/>
                    <a:pt x="145" y="102"/>
                    <a:pt x="127" y="109"/>
                  </a:cubicBezTo>
                  <a:cubicBezTo>
                    <a:pt x="127" y="109"/>
                    <a:pt x="127" y="109"/>
                    <a:pt x="127" y="109"/>
                  </a:cubicBezTo>
                  <a:cubicBezTo>
                    <a:pt x="87" y="125"/>
                    <a:pt x="46" y="142"/>
                    <a:pt x="6" y="158"/>
                  </a:cubicBezTo>
                  <a:cubicBezTo>
                    <a:pt x="6" y="189"/>
                    <a:pt x="6" y="220"/>
                    <a:pt x="5" y="250"/>
                  </a:cubicBezTo>
                  <a:cubicBezTo>
                    <a:pt x="5" y="267"/>
                    <a:pt x="5" y="283"/>
                    <a:pt x="5" y="300"/>
                  </a:cubicBezTo>
                  <a:cubicBezTo>
                    <a:pt x="5" y="322"/>
                    <a:pt x="5" y="344"/>
                    <a:pt x="5" y="367"/>
                  </a:cubicBezTo>
                  <a:cubicBezTo>
                    <a:pt x="4" y="383"/>
                    <a:pt x="4" y="400"/>
                    <a:pt x="4" y="416"/>
                  </a:cubicBezTo>
                  <a:cubicBezTo>
                    <a:pt x="4" y="439"/>
                    <a:pt x="4" y="461"/>
                    <a:pt x="4" y="483"/>
                  </a:cubicBezTo>
                  <a:cubicBezTo>
                    <a:pt x="4" y="500"/>
                    <a:pt x="4" y="516"/>
                    <a:pt x="3" y="533"/>
                  </a:cubicBezTo>
                  <a:cubicBezTo>
                    <a:pt x="3" y="555"/>
                    <a:pt x="3" y="577"/>
                    <a:pt x="3" y="600"/>
                  </a:cubicBezTo>
                  <a:cubicBezTo>
                    <a:pt x="3" y="616"/>
                    <a:pt x="3" y="633"/>
                    <a:pt x="2" y="649"/>
                  </a:cubicBezTo>
                  <a:cubicBezTo>
                    <a:pt x="2" y="671"/>
                    <a:pt x="2" y="694"/>
                    <a:pt x="2" y="716"/>
                  </a:cubicBezTo>
                  <a:cubicBezTo>
                    <a:pt x="2" y="732"/>
                    <a:pt x="2" y="749"/>
                    <a:pt x="2" y="765"/>
                  </a:cubicBezTo>
                  <a:cubicBezTo>
                    <a:pt x="1" y="820"/>
                    <a:pt x="1" y="875"/>
                    <a:pt x="0" y="929"/>
                  </a:cubicBezTo>
                  <a:close/>
                  <a:moveTo>
                    <a:pt x="19" y="642"/>
                  </a:moveTo>
                  <a:cubicBezTo>
                    <a:pt x="27" y="638"/>
                    <a:pt x="35" y="635"/>
                    <a:pt x="44" y="631"/>
                  </a:cubicBezTo>
                  <a:cubicBezTo>
                    <a:pt x="72" y="619"/>
                    <a:pt x="99" y="607"/>
                    <a:pt x="127" y="595"/>
                  </a:cubicBezTo>
                  <a:cubicBezTo>
                    <a:pt x="136" y="591"/>
                    <a:pt x="145" y="588"/>
                    <a:pt x="153" y="584"/>
                  </a:cubicBezTo>
                  <a:cubicBezTo>
                    <a:pt x="152" y="606"/>
                    <a:pt x="152" y="628"/>
                    <a:pt x="151" y="651"/>
                  </a:cubicBezTo>
                  <a:cubicBezTo>
                    <a:pt x="106" y="670"/>
                    <a:pt x="62" y="690"/>
                    <a:pt x="18" y="709"/>
                  </a:cubicBezTo>
                  <a:cubicBezTo>
                    <a:pt x="18" y="687"/>
                    <a:pt x="18" y="664"/>
                    <a:pt x="19" y="642"/>
                  </a:cubicBezTo>
                  <a:close/>
                  <a:moveTo>
                    <a:pt x="20" y="526"/>
                  </a:moveTo>
                  <a:cubicBezTo>
                    <a:pt x="28" y="522"/>
                    <a:pt x="37" y="518"/>
                    <a:pt x="46" y="515"/>
                  </a:cubicBezTo>
                  <a:cubicBezTo>
                    <a:pt x="74" y="503"/>
                    <a:pt x="102" y="491"/>
                    <a:pt x="131" y="479"/>
                  </a:cubicBezTo>
                  <a:cubicBezTo>
                    <a:pt x="140" y="475"/>
                    <a:pt x="149" y="471"/>
                    <a:pt x="157" y="468"/>
                  </a:cubicBezTo>
                  <a:cubicBezTo>
                    <a:pt x="157" y="490"/>
                    <a:pt x="156" y="512"/>
                    <a:pt x="155" y="534"/>
                  </a:cubicBezTo>
                  <a:cubicBezTo>
                    <a:pt x="109" y="554"/>
                    <a:pt x="64" y="573"/>
                    <a:pt x="19" y="592"/>
                  </a:cubicBezTo>
                  <a:cubicBezTo>
                    <a:pt x="19" y="570"/>
                    <a:pt x="20" y="548"/>
                    <a:pt x="20" y="526"/>
                  </a:cubicBezTo>
                  <a:close/>
                  <a:moveTo>
                    <a:pt x="21" y="409"/>
                  </a:moveTo>
                  <a:cubicBezTo>
                    <a:pt x="30" y="406"/>
                    <a:pt x="39" y="402"/>
                    <a:pt x="47" y="398"/>
                  </a:cubicBezTo>
                  <a:cubicBezTo>
                    <a:pt x="76" y="386"/>
                    <a:pt x="105" y="374"/>
                    <a:pt x="134" y="362"/>
                  </a:cubicBezTo>
                  <a:cubicBezTo>
                    <a:pt x="143" y="359"/>
                    <a:pt x="152" y="355"/>
                    <a:pt x="161" y="351"/>
                  </a:cubicBezTo>
                  <a:cubicBezTo>
                    <a:pt x="160" y="373"/>
                    <a:pt x="160" y="396"/>
                    <a:pt x="159" y="418"/>
                  </a:cubicBezTo>
                  <a:cubicBezTo>
                    <a:pt x="112" y="437"/>
                    <a:pt x="66" y="457"/>
                    <a:pt x="20" y="476"/>
                  </a:cubicBezTo>
                  <a:cubicBezTo>
                    <a:pt x="21" y="454"/>
                    <a:pt x="21" y="432"/>
                    <a:pt x="21" y="409"/>
                  </a:cubicBezTo>
                  <a:close/>
                  <a:moveTo>
                    <a:pt x="22" y="293"/>
                  </a:moveTo>
                  <a:cubicBezTo>
                    <a:pt x="31" y="289"/>
                    <a:pt x="40" y="286"/>
                    <a:pt x="49" y="282"/>
                  </a:cubicBezTo>
                  <a:cubicBezTo>
                    <a:pt x="78" y="270"/>
                    <a:pt x="108" y="258"/>
                    <a:pt x="138" y="246"/>
                  </a:cubicBezTo>
                  <a:cubicBezTo>
                    <a:pt x="147" y="242"/>
                    <a:pt x="156" y="238"/>
                    <a:pt x="165" y="235"/>
                  </a:cubicBezTo>
                  <a:cubicBezTo>
                    <a:pt x="164" y="257"/>
                    <a:pt x="163" y="279"/>
                    <a:pt x="163" y="302"/>
                  </a:cubicBezTo>
                  <a:cubicBezTo>
                    <a:pt x="115" y="321"/>
                    <a:pt x="68" y="340"/>
                    <a:pt x="21" y="360"/>
                  </a:cubicBezTo>
                  <a:cubicBezTo>
                    <a:pt x="22" y="337"/>
                    <a:pt x="22" y="315"/>
                    <a:pt x="22" y="293"/>
                  </a:cubicBezTo>
                  <a:close/>
                  <a:moveTo>
                    <a:pt x="168" y="124"/>
                  </a:moveTo>
                  <a:cubicBezTo>
                    <a:pt x="168" y="144"/>
                    <a:pt x="167" y="165"/>
                    <a:pt x="166" y="185"/>
                  </a:cubicBezTo>
                  <a:cubicBezTo>
                    <a:pt x="118" y="205"/>
                    <a:pt x="70" y="224"/>
                    <a:pt x="23" y="243"/>
                  </a:cubicBezTo>
                  <a:cubicBezTo>
                    <a:pt x="23" y="223"/>
                    <a:pt x="23" y="203"/>
                    <a:pt x="23" y="182"/>
                  </a:cubicBezTo>
                  <a:cubicBezTo>
                    <a:pt x="71" y="163"/>
                    <a:pt x="119" y="143"/>
                    <a:pt x="168" y="124"/>
                  </a:cubicBezTo>
                  <a:close/>
                  <a:moveTo>
                    <a:pt x="296" y="332"/>
                  </a:moveTo>
                  <a:cubicBezTo>
                    <a:pt x="290" y="335"/>
                    <a:pt x="283" y="337"/>
                    <a:pt x="277" y="340"/>
                  </a:cubicBezTo>
                  <a:cubicBezTo>
                    <a:pt x="273" y="342"/>
                    <a:pt x="269" y="343"/>
                    <a:pt x="264" y="345"/>
                  </a:cubicBezTo>
                  <a:cubicBezTo>
                    <a:pt x="258" y="348"/>
                    <a:pt x="252" y="350"/>
                    <a:pt x="246" y="353"/>
                  </a:cubicBezTo>
                  <a:cubicBezTo>
                    <a:pt x="242" y="354"/>
                    <a:pt x="238" y="356"/>
                    <a:pt x="233" y="358"/>
                  </a:cubicBezTo>
                  <a:cubicBezTo>
                    <a:pt x="227" y="360"/>
                    <a:pt x="221" y="363"/>
                    <a:pt x="215" y="365"/>
                  </a:cubicBezTo>
                  <a:cubicBezTo>
                    <a:pt x="211" y="367"/>
                    <a:pt x="207" y="369"/>
                    <a:pt x="202" y="371"/>
                  </a:cubicBezTo>
                  <a:cubicBezTo>
                    <a:pt x="196" y="373"/>
                    <a:pt x="190" y="375"/>
                    <a:pt x="184" y="378"/>
                  </a:cubicBezTo>
                  <a:cubicBezTo>
                    <a:pt x="182" y="379"/>
                    <a:pt x="179" y="380"/>
                    <a:pt x="177" y="381"/>
                  </a:cubicBezTo>
                  <a:cubicBezTo>
                    <a:pt x="177" y="369"/>
                    <a:pt x="178" y="356"/>
                    <a:pt x="178" y="344"/>
                  </a:cubicBezTo>
                  <a:cubicBezTo>
                    <a:pt x="179" y="334"/>
                    <a:pt x="179" y="324"/>
                    <a:pt x="179" y="314"/>
                  </a:cubicBezTo>
                  <a:cubicBezTo>
                    <a:pt x="180" y="314"/>
                    <a:pt x="182" y="313"/>
                    <a:pt x="183" y="313"/>
                  </a:cubicBezTo>
                  <a:cubicBezTo>
                    <a:pt x="184" y="312"/>
                    <a:pt x="186" y="312"/>
                    <a:pt x="187" y="311"/>
                  </a:cubicBezTo>
                  <a:cubicBezTo>
                    <a:pt x="193" y="309"/>
                    <a:pt x="199" y="306"/>
                    <a:pt x="205" y="304"/>
                  </a:cubicBezTo>
                  <a:cubicBezTo>
                    <a:pt x="209" y="302"/>
                    <a:pt x="214" y="300"/>
                    <a:pt x="218" y="298"/>
                  </a:cubicBezTo>
                  <a:cubicBezTo>
                    <a:pt x="224" y="296"/>
                    <a:pt x="230" y="294"/>
                    <a:pt x="236" y="291"/>
                  </a:cubicBezTo>
                  <a:cubicBezTo>
                    <a:pt x="241" y="289"/>
                    <a:pt x="245" y="288"/>
                    <a:pt x="249" y="286"/>
                  </a:cubicBezTo>
                  <a:cubicBezTo>
                    <a:pt x="255" y="283"/>
                    <a:pt x="262" y="281"/>
                    <a:pt x="268" y="278"/>
                  </a:cubicBezTo>
                  <a:cubicBezTo>
                    <a:pt x="269" y="278"/>
                    <a:pt x="270" y="277"/>
                    <a:pt x="272" y="277"/>
                  </a:cubicBezTo>
                  <a:cubicBezTo>
                    <a:pt x="275" y="275"/>
                    <a:pt x="278" y="274"/>
                    <a:pt x="281" y="273"/>
                  </a:cubicBezTo>
                  <a:cubicBezTo>
                    <a:pt x="287" y="271"/>
                    <a:pt x="293" y="268"/>
                    <a:pt x="299" y="266"/>
                  </a:cubicBezTo>
                  <a:cubicBezTo>
                    <a:pt x="298" y="288"/>
                    <a:pt x="297" y="310"/>
                    <a:pt x="296" y="332"/>
                  </a:cubicBezTo>
                  <a:close/>
                  <a:moveTo>
                    <a:pt x="289" y="449"/>
                  </a:moveTo>
                  <a:cubicBezTo>
                    <a:pt x="283" y="451"/>
                    <a:pt x="277" y="454"/>
                    <a:pt x="271" y="456"/>
                  </a:cubicBezTo>
                  <a:cubicBezTo>
                    <a:pt x="267" y="458"/>
                    <a:pt x="263" y="460"/>
                    <a:pt x="259" y="462"/>
                  </a:cubicBezTo>
                  <a:cubicBezTo>
                    <a:pt x="253" y="464"/>
                    <a:pt x="247" y="466"/>
                    <a:pt x="241" y="469"/>
                  </a:cubicBezTo>
                  <a:cubicBezTo>
                    <a:pt x="237" y="471"/>
                    <a:pt x="232" y="472"/>
                    <a:pt x="228" y="474"/>
                  </a:cubicBezTo>
                  <a:cubicBezTo>
                    <a:pt x="222" y="477"/>
                    <a:pt x="216" y="479"/>
                    <a:pt x="210" y="482"/>
                  </a:cubicBezTo>
                  <a:cubicBezTo>
                    <a:pt x="206" y="483"/>
                    <a:pt x="202" y="485"/>
                    <a:pt x="198" y="487"/>
                  </a:cubicBezTo>
                  <a:cubicBezTo>
                    <a:pt x="192" y="489"/>
                    <a:pt x="186" y="492"/>
                    <a:pt x="180" y="494"/>
                  </a:cubicBezTo>
                  <a:cubicBezTo>
                    <a:pt x="178" y="495"/>
                    <a:pt x="175" y="496"/>
                    <a:pt x="173" y="497"/>
                  </a:cubicBezTo>
                  <a:cubicBezTo>
                    <a:pt x="173" y="485"/>
                    <a:pt x="174" y="473"/>
                    <a:pt x="174" y="461"/>
                  </a:cubicBezTo>
                  <a:cubicBezTo>
                    <a:pt x="174" y="451"/>
                    <a:pt x="175" y="441"/>
                    <a:pt x="175" y="431"/>
                  </a:cubicBezTo>
                  <a:cubicBezTo>
                    <a:pt x="176" y="430"/>
                    <a:pt x="178" y="430"/>
                    <a:pt x="179" y="429"/>
                  </a:cubicBezTo>
                  <a:cubicBezTo>
                    <a:pt x="180" y="429"/>
                    <a:pt x="181" y="428"/>
                    <a:pt x="183" y="428"/>
                  </a:cubicBezTo>
                  <a:cubicBezTo>
                    <a:pt x="189" y="425"/>
                    <a:pt x="195" y="423"/>
                    <a:pt x="201" y="420"/>
                  </a:cubicBezTo>
                  <a:cubicBezTo>
                    <a:pt x="205" y="418"/>
                    <a:pt x="209" y="417"/>
                    <a:pt x="213" y="415"/>
                  </a:cubicBezTo>
                  <a:cubicBezTo>
                    <a:pt x="219" y="412"/>
                    <a:pt x="225" y="410"/>
                    <a:pt x="231" y="407"/>
                  </a:cubicBezTo>
                  <a:cubicBezTo>
                    <a:pt x="235" y="406"/>
                    <a:pt x="240" y="404"/>
                    <a:pt x="244" y="402"/>
                  </a:cubicBezTo>
                  <a:cubicBezTo>
                    <a:pt x="250" y="400"/>
                    <a:pt x="256" y="397"/>
                    <a:pt x="262" y="395"/>
                  </a:cubicBezTo>
                  <a:cubicBezTo>
                    <a:pt x="263" y="394"/>
                    <a:pt x="265" y="394"/>
                    <a:pt x="266" y="393"/>
                  </a:cubicBezTo>
                  <a:cubicBezTo>
                    <a:pt x="269" y="392"/>
                    <a:pt x="272" y="391"/>
                    <a:pt x="275" y="389"/>
                  </a:cubicBezTo>
                  <a:cubicBezTo>
                    <a:pt x="281" y="387"/>
                    <a:pt x="287" y="385"/>
                    <a:pt x="293" y="382"/>
                  </a:cubicBezTo>
                  <a:cubicBezTo>
                    <a:pt x="292" y="404"/>
                    <a:pt x="290" y="427"/>
                    <a:pt x="289" y="449"/>
                  </a:cubicBezTo>
                  <a:close/>
                  <a:moveTo>
                    <a:pt x="283" y="565"/>
                  </a:moveTo>
                  <a:cubicBezTo>
                    <a:pt x="277" y="568"/>
                    <a:pt x="271" y="570"/>
                    <a:pt x="265" y="573"/>
                  </a:cubicBezTo>
                  <a:cubicBezTo>
                    <a:pt x="261" y="574"/>
                    <a:pt x="257" y="576"/>
                    <a:pt x="253" y="578"/>
                  </a:cubicBezTo>
                  <a:cubicBezTo>
                    <a:pt x="247" y="580"/>
                    <a:pt x="241" y="583"/>
                    <a:pt x="235" y="585"/>
                  </a:cubicBezTo>
                  <a:cubicBezTo>
                    <a:pt x="231" y="587"/>
                    <a:pt x="227" y="589"/>
                    <a:pt x="223" y="591"/>
                  </a:cubicBezTo>
                  <a:cubicBezTo>
                    <a:pt x="217" y="593"/>
                    <a:pt x="211" y="596"/>
                    <a:pt x="205" y="598"/>
                  </a:cubicBezTo>
                  <a:cubicBezTo>
                    <a:pt x="201" y="600"/>
                    <a:pt x="197" y="602"/>
                    <a:pt x="193" y="603"/>
                  </a:cubicBezTo>
                  <a:cubicBezTo>
                    <a:pt x="187" y="606"/>
                    <a:pt x="181" y="608"/>
                    <a:pt x="176" y="611"/>
                  </a:cubicBezTo>
                  <a:cubicBezTo>
                    <a:pt x="173" y="612"/>
                    <a:pt x="171" y="613"/>
                    <a:pt x="168" y="614"/>
                  </a:cubicBezTo>
                  <a:cubicBezTo>
                    <a:pt x="169" y="602"/>
                    <a:pt x="169" y="589"/>
                    <a:pt x="170" y="577"/>
                  </a:cubicBezTo>
                  <a:cubicBezTo>
                    <a:pt x="170" y="567"/>
                    <a:pt x="170" y="557"/>
                    <a:pt x="171" y="547"/>
                  </a:cubicBezTo>
                  <a:cubicBezTo>
                    <a:pt x="172" y="547"/>
                    <a:pt x="173" y="546"/>
                    <a:pt x="174" y="546"/>
                  </a:cubicBezTo>
                  <a:cubicBezTo>
                    <a:pt x="176" y="545"/>
                    <a:pt x="177" y="544"/>
                    <a:pt x="178" y="544"/>
                  </a:cubicBezTo>
                  <a:cubicBezTo>
                    <a:pt x="184" y="541"/>
                    <a:pt x="190" y="539"/>
                    <a:pt x="196" y="536"/>
                  </a:cubicBezTo>
                  <a:cubicBezTo>
                    <a:pt x="200" y="535"/>
                    <a:pt x="204" y="533"/>
                    <a:pt x="208" y="531"/>
                  </a:cubicBezTo>
                  <a:cubicBezTo>
                    <a:pt x="214" y="529"/>
                    <a:pt x="220" y="526"/>
                    <a:pt x="226" y="524"/>
                  </a:cubicBezTo>
                  <a:cubicBezTo>
                    <a:pt x="230" y="522"/>
                    <a:pt x="234" y="520"/>
                    <a:pt x="238" y="519"/>
                  </a:cubicBezTo>
                  <a:cubicBezTo>
                    <a:pt x="244" y="516"/>
                    <a:pt x="250" y="514"/>
                    <a:pt x="256" y="511"/>
                  </a:cubicBezTo>
                  <a:cubicBezTo>
                    <a:pt x="257" y="511"/>
                    <a:pt x="259" y="510"/>
                    <a:pt x="260" y="509"/>
                  </a:cubicBezTo>
                  <a:cubicBezTo>
                    <a:pt x="263" y="508"/>
                    <a:pt x="266" y="507"/>
                    <a:pt x="269" y="506"/>
                  </a:cubicBezTo>
                  <a:cubicBezTo>
                    <a:pt x="275" y="503"/>
                    <a:pt x="281" y="501"/>
                    <a:pt x="286" y="498"/>
                  </a:cubicBezTo>
                  <a:cubicBezTo>
                    <a:pt x="285" y="521"/>
                    <a:pt x="284" y="543"/>
                    <a:pt x="283" y="565"/>
                  </a:cubicBezTo>
                  <a:close/>
                  <a:moveTo>
                    <a:pt x="182" y="665"/>
                  </a:moveTo>
                  <a:cubicBezTo>
                    <a:pt x="201" y="656"/>
                    <a:pt x="221" y="648"/>
                    <a:pt x="241" y="639"/>
                  </a:cubicBezTo>
                  <a:cubicBezTo>
                    <a:pt x="240" y="661"/>
                    <a:pt x="239" y="683"/>
                    <a:pt x="237" y="706"/>
                  </a:cubicBezTo>
                  <a:cubicBezTo>
                    <a:pt x="218" y="714"/>
                    <a:pt x="198" y="723"/>
                    <a:pt x="179" y="731"/>
                  </a:cubicBezTo>
                  <a:cubicBezTo>
                    <a:pt x="180" y="709"/>
                    <a:pt x="181" y="687"/>
                    <a:pt x="182" y="665"/>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7" name="Freeform 231">
              <a:extLst>
                <a:ext uri="{FF2B5EF4-FFF2-40B4-BE49-F238E27FC236}">
                  <a16:creationId xmlns:a16="http://schemas.microsoft.com/office/drawing/2014/main" id="{7103DB9E-947E-4DC6-B334-E8CB9DEF8D88}"/>
                </a:ext>
              </a:extLst>
            </p:cNvPr>
            <p:cNvSpPr>
              <a:spLocks/>
            </p:cNvSpPr>
            <p:nvPr/>
          </p:nvSpPr>
          <p:spPr bwMode="auto">
            <a:xfrm>
              <a:off x="3879" y="1298"/>
              <a:ext cx="97" cy="1864"/>
            </a:xfrm>
            <a:custGeom>
              <a:avLst/>
              <a:gdLst>
                <a:gd name="T0" fmla="*/ 0 w 41"/>
                <a:gd name="T1" fmla="*/ 608 h 787"/>
                <a:gd name="T2" fmla="*/ 0 w 41"/>
                <a:gd name="T3" fmla="*/ 558 h 787"/>
                <a:gd name="T4" fmla="*/ 0 w 41"/>
                <a:gd name="T5" fmla="*/ 491 h 787"/>
                <a:gd name="T6" fmla="*/ 0 w 41"/>
                <a:gd name="T7" fmla="*/ 442 h 787"/>
                <a:gd name="T8" fmla="*/ 0 w 41"/>
                <a:gd name="T9" fmla="*/ 375 h 787"/>
                <a:gd name="T10" fmla="*/ 0 w 41"/>
                <a:gd name="T11" fmla="*/ 325 h 787"/>
                <a:gd name="T12" fmla="*/ 0 w 41"/>
                <a:gd name="T13" fmla="*/ 258 h 787"/>
                <a:gd name="T14" fmla="*/ 0 w 41"/>
                <a:gd name="T15" fmla="*/ 209 h 787"/>
                <a:gd name="T16" fmla="*/ 0 w 41"/>
                <a:gd name="T17" fmla="*/ 142 h 787"/>
                <a:gd name="T18" fmla="*/ 0 w 41"/>
                <a:gd name="T19" fmla="*/ 92 h 787"/>
                <a:gd name="T20" fmla="*/ 0 w 41"/>
                <a:gd name="T21" fmla="*/ 1 h 787"/>
                <a:gd name="T22" fmla="*/ 2 w 41"/>
                <a:gd name="T23" fmla="*/ 0 h 787"/>
                <a:gd name="T24" fmla="*/ 41 w 41"/>
                <a:gd name="T25" fmla="*/ 16 h 787"/>
                <a:gd name="T26" fmla="*/ 41 w 41"/>
                <a:gd name="T27" fmla="*/ 16 h 787"/>
                <a:gd name="T28" fmla="*/ 40 w 41"/>
                <a:gd name="T29" fmla="*/ 108 h 787"/>
                <a:gd name="T30" fmla="*/ 40 w 41"/>
                <a:gd name="T31" fmla="*/ 158 h 787"/>
                <a:gd name="T32" fmla="*/ 40 w 41"/>
                <a:gd name="T33" fmla="*/ 225 h 787"/>
                <a:gd name="T34" fmla="*/ 39 w 41"/>
                <a:gd name="T35" fmla="*/ 274 h 787"/>
                <a:gd name="T36" fmla="*/ 39 w 41"/>
                <a:gd name="T37" fmla="*/ 341 h 787"/>
                <a:gd name="T38" fmla="*/ 38 w 41"/>
                <a:gd name="T39" fmla="*/ 391 h 787"/>
                <a:gd name="T40" fmla="*/ 38 w 41"/>
                <a:gd name="T41" fmla="*/ 458 h 787"/>
                <a:gd name="T42" fmla="*/ 37 w 41"/>
                <a:gd name="T43" fmla="*/ 507 h 787"/>
                <a:gd name="T44" fmla="*/ 37 w 41"/>
                <a:gd name="T45" fmla="*/ 574 h 787"/>
                <a:gd name="T46" fmla="*/ 37 w 41"/>
                <a:gd name="T47" fmla="*/ 623 h 787"/>
                <a:gd name="T48" fmla="*/ 35 w 41"/>
                <a:gd name="T49" fmla="*/ 787 h 787"/>
                <a:gd name="T50" fmla="*/ 0 w 41"/>
                <a:gd name="T51" fmla="*/ 771 h 787"/>
                <a:gd name="T52" fmla="*/ 0 w 41"/>
                <a:gd name="T53" fmla="*/ 608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787">
                  <a:moveTo>
                    <a:pt x="0" y="608"/>
                  </a:moveTo>
                  <a:cubicBezTo>
                    <a:pt x="0" y="591"/>
                    <a:pt x="0" y="574"/>
                    <a:pt x="0" y="558"/>
                  </a:cubicBezTo>
                  <a:cubicBezTo>
                    <a:pt x="0" y="536"/>
                    <a:pt x="0" y="513"/>
                    <a:pt x="0" y="491"/>
                  </a:cubicBezTo>
                  <a:cubicBezTo>
                    <a:pt x="0" y="475"/>
                    <a:pt x="0" y="458"/>
                    <a:pt x="0" y="442"/>
                  </a:cubicBezTo>
                  <a:cubicBezTo>
                    <a:pt x="0" y="419"/>
                    <a:pt x="0" y="397"/>
                    <a:pt x="0" y="375"/>
                  </a:cubicBezTo>
                  <a:cubicBezTo>
                    <a:pt x="0" y="358"/>
                    <a:pt x="0" y="342"/>
                    <a:pt x="0" y="325"/>
                  </a:cubicBezTo>
                  <a:cubicBezTo>
                    <a:pt x="0" y="303"/>
                    <a:pt x="0" y="281"/>
                    <a:pt x="0" y="258"/>
                  </a:cubicBezTo>
                  <a:cubicBezTo>
                    <a:pt x="0" y="242"/>
                    <a:pt x="0" y="225"/>
                    <a:pt x="0" y="209"/>
                  </a:cubicBezTo>
                  <a:cubicBezTo>
                    <a:pt x="0" y="187"/>
                    <a:pt x="0" y="164"/>
                    <a:pt x="0" y="142"/>
                  </a:cubicBezTo>
                  <a:cubicBezTo>
                    <a:pt x="0" y="125"/>
                    <a:pt x="0" y="109"/>
                    <a:pt x="0" y="92"/>
                  </a:cubicBezTo>
                  <a:cubicBezTo>
                    <a:pt x="0" y="62"/>
                    <a:pt x="0" y="31"/>
                    <a:pt x="0" y="1"/>
                  </a:cubicBezTo>
                  <a:cubicBezTo>
                    <a:pt x="1" y="1"/>
                    <a:pt x="2" y="0"/>
                    <a:pt x="2" y="0"/>
                  </a:cubicBezTo>
                  <a:cubicBezTo>
                    <a:pt x="15" y="5"/>
                    <a:pt x="28" y="11"/>
                    <a:pt x="41" y="16"/>
                  </a:cubicBezTo>
                  <a:cubicBezTo>
                    <a:pt x="41" y="16"/>
                    <a:pt x="41" y="16"/>
                    <a:pt x="41" y="16"/>
                  </a:cubicBezTo>
                  <a:cubicBezTo>
                    <a:pt x="41" y="47"/>
                    <a:pt x="41" y="78"/>
                    <a:pt x="40" y="108"/>
                  </a:cubicBezTo>
                  <a:cubicBezTo>
                    <a:pt x="40" y="125"/>
                    <a:pt x="40" y="141"/>
                    <a:pt x="40" y="158"/>
                  </a:cubicBezTo>
                  <a:cubicBezTo>
                    <a:pt x="40" y="180"/>
                    <a:pt x="40" y="202"/>
                    <a:pt x="40" y="225"/>
                  </a:cubicBezTo>
                  <a:cubicBezTo>
                    <a:pt x="39" y="241"/>
                    <a:pt x="39" y="258"/>
                    <a:pt x="39" y="274"/>
                  </a:cubicBezTo>
                  <a:cubicBezTo>
                    <a:pt x="39" y="297"/>
                    <a:pt x="39" y="319"/>
                    <a:pt x="39" y="341"/>
                  </a:cubicBezTo>
                  <a:cubicBezTo>
                    <a:pt x="39" y="358"/>
                    <a:pt x="39" y="374"/>
                    <a:pt x="38" y="391"/>
                  </a:cubicBezTo>
                  <a:cubicBezTo>
                    <a:pt x="38" y="413"/>
                    <a:pt x="38" y="435"/>
                    <a:pt x="38" y="458"/>
                  </a:cubicBezTo>
                  <a:cubicBezTo>
                    <a:pt x="38" y="474"/>
                    <a:pt x="38" y="491"/>
                    <a:pt x="37" y="507"/>
                  </a:cubicBezTo>
                  <a:cubicBezTo>
                    <a:pt x="37" y="529"/>
                    <a:pt x="37" y="552"/>
                    <a:pt x="37" y="574"/>
                  </a:cubicBezTo>
                  <a:cubicBezTo>
                    <a:pt x="37" y="590"/>
                    <a:pt x="37" y="607"/>
                    <a:pt x="37" y="623"/>
                  </a:cubicBezTo>
                  <a:cubicBezTo>
                    <a:pt x="36" y="678"/>
                    <a:pt x="36" y="733"/>
                    <a:pt x="35" y="787"/>
                  </a:cubicBezTo>
                  <a:cubicBezTo>
                    <a:pt x="23" y="782"/>
                    <a:pt x="11" y="776"/>
                    <a:pt x="0" y="771"/>
                  </a:cubicBezTo>
                  <a:cubicBezTo>
                    <a:pt x="0" y="716"/>
                    <a:pt x="0" y="662"/>
                    <a:pt x="0" y="608"/>
                  </a:cubicBezTo>
                  <a:close/>
                </a:path>
              </a:pathLst>
            </a:custGeom>
            <a:solidFill>
              <a:srgbClr val="357F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8" name="Freeform 232">
              <a:extLst>
                <a:ext uri="{FF2B5EF4-FFF2-40B4-BE49-F238E27FC236}">
                  <a16:creationId xmlns:a16="http://schemas.microsoft.com/office/drawing/2014/main" id="{77BC29DF-53E7-4E21-9CE6-433614ED1A90}"/>
                </a:ext>
              </a:extLst>
            </p:cNvPr>
            <p:cNvSpPr>
              <a:spLocks/>
            </p:cNvSpPr>
            <p:nvPr/>
          </p:nvSpPr>
          <p:spPr bwMode="auto">
            <a:xfrm>
              <a:off x="4005" y="2345"/>
              <a:ext cx="319" cy="296"/>
            </a:xfrm>
            <a:custGeom>
              <a:avLst/>
              <a:gdLst>
                <a:gd name="T0" fmla="*/ 109 w 135"/>
                <a:gd name="T1" fmla="*/ 11 h 125"/>
                <a:gd name="T2" fmla="*/ 135 w 135"/>
                <a:gd name="T3" fmla="*/ 0 h 125"/>
                <a:gd name="T4" fmla="*/ 133 w 135"/>
                <a:gd name="T5" fmla="*/ 67 h 125"/>
                <a:gd name="T6" fmla="*/ 0 w 135"/>
                <a:gd name="T7" fmla="*/ 125 h 125"/>
                <a:gd name="T8" fmla="*/ 1 w 135"/>
                <a:gd name="T9" fmla="*/ 58 h 125"/>
                <a:gd name="T10" fmla="*/ 26 w 135"/>
                <a:gd name="T11" fmla="*/ 47 h 125"/>
                <a:gd name="T12" fmla="*/ 109 w 135"/>
                <a:gd name="T13" fmla="*/ 11 h 125"/>
              </a:gdLst>
              <a:ahLst/>
              <a:cxnLst>
                <a:cxn ang="0">
                  <a:pos x="T0" y="T1"/>
                </a:cxn>
                <a:cxn ang="0">
                  <a:pos x="T2" y="T3"/>
                </a:cxn>
                <a:cxn ang="0">
                  <a:pos x="T4" y="T5"/>
                </a:cxn>
                <a:cxn ang="0">
                  <a:pos x="T6" y="T7"/>
                </a:cxn>
                <a:cxn ang="0">
                  <a:pos x="T8" y="T9"/>
                </a:cxn>
                <a:cxn ang="0">
                  <a:pos x="T10" y="T11"/>
                </a:cxn>
                <a:cxn ang="0">
                  <a:pos x="T12" y="T13"/>
                </a:cxn>
              </a:cxnLst>
              <a:rect l="0" t="0" r="r" b="b"/>
              <a:pathLst>
                <a:path w="135" h="125">
                  <a:moveTo>
                    <a:pt x="109" y="11"/>
                  </a:moveTo>
                  <a:cubicBezTo>
                    <a:pt x="118" y="7"/>
                    <a:pt x="127" y="4"/>
                    <a:pt x="135" y="0"/>
                  </a:cubicBezTo>
                  <a:cubicBezTo>
                    <a:pt x="134" y="22"/>
                    <a:pt x="134" y="44"/>
                    <a:pt x="133" y="67"/>
                  </a:cubicBezTo>
                  <a:cubicBezTo>
                    <a:pt x="88" y="86"/>
                    <a:pt x="44" y="106"/>
                    <a:pt x="0" y="125"/>
                  </a:cubicBezTo>
                  <a:cubicBezTo>
                    <a:pt x="0" y="103"/>
                    <a:pt x="0" y="80"/>
                    <a:pt x="1" y="58"/>
                  </a:cubicBezTo>
                  <a:cubicBezTo>
                    <a:pt x="9" y="54"/>
                    <a:pt x="17" y="51"/>
                    <a:pt x="26" y="47"/>
                  </a:cubicBezTo>
                  <a:cubicBezTo>
                    <a:pt x="54" y="35"/>
                    <a:pt x="81" y="23"/>
                    <a:pt x="109" y="11"/>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29" name="Freeform 233">
              <a:extLst>
                <a:ext uri="{FF2B5EF4-FFF2-40B4-BE49-F238E27FC236}">
                  <a16:creationId xmlns:a16="http://schemas.microsoft.com/office/drawing/2014/main" id="{946CA750-F3E0-423D-9790-068F96E2E340}"/>
                </a:ext>
              </a:extLst>
            </p:cNvPr>
            <p:cNvSpPr>
              <a:spLocks/>
            </p:cNvSpPr>
            <p:nvPr/>
          </p:nvSpPr>
          <p:spPr bwMode="auto">
            <a:xfrm>
              <a:off x="4016" y="1255"/>
              <a:ext cx="344" cy="282"/>
            </a:xfrm>
            <a:custGeom>
              <a:avLst/>
              <a:gdLst>
                <a:gd name="T0" fmla="*/ 145 w 145"/>
                <a:gd name="T1" fmla="*/ 0 h 119"/>
                <a:gd name="T2" fmla="*/ 143 w 145"/>
                <a:gd name="T3" fmla="*/ 61 h 119"/>
                <a:gd name="T4" fmla="*/ 0 w 145"/>
                <a:gd name="T5" fmla="*/ 119 h 119"/>
                <a:gd name="T6" fmla="*/ 0 w 145"/>
                <a:gd name="T7" fmla="*/ 58 h 119"/>
                <a:gd name="T8" fmla="*/ 145 w 145"/>
                <a:gd name="T9" fmla="*/ 0 h 119"/>
              </a:gdLst>
              <a:ahLst/>
              <a:cxnLst>
                <a:cxn ang="0">
                  <a:pos x="T0" y="T1"/>
                </a:cxn>
                <a:cxn ang="0">
                  <a:pos x="T2" y="T3"/>
                </a:cxn>
                <a:cxn ang="0">
                  <a:pos x="T4" y="T5"/>
                </a:cxn>
                <a:cxn ang="0">
                  <a:pos x="T6" y="T7"/>
                </a:cxn>
                <a:cxn ang="0">
                  <a:pos x="T8" y="T9"/>
                </a:cxn>
              </a:cxnLst>
              <a:rect l="0" t="0" r="r" b="b"/>
              <a:pathLst>
                <a:path w="145" h="119">
                  <a:moveTo>
                    <a:pt x="145" y="0"/>
                  </a:moveTo>
                  <a:cubicBezTo>
                    <a:pt x="145" y="20"/>
                    <a:pt x="144" y="41"/>
                    <a:pt x="143" y="61"/>
                  </a:cubicBezTo>
                  <a:cubicBezTo>
                    <a:pt x="95" y="81"/>
                    <a:pt x="47" y="100"/>
                    <a:pt x="0" y="119"/>
                  </a:cubicBezTo>
                  <a:cubicBezTo>
                    <a:pt x="0" y="99"/>
                    <a:pt x="0" y="79"/>
                    <a:pt x="0" y="58"/>
                  </a:cubicBezTo>
                  <a:cubicBezTo>
                    <a:pt x="48" y="39"/>
                    <a:pt x="96" y="19"/>
                    <a:pt x="145"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0" name="Freeform 234">
              <a:extLst>
                <a:ext uri="{FF2B5EF4-FFF2-40B4-BE49-F238E27FC236}">
                  <a16:creationId xmlns:a16="http://schemas.microsoft.com/office/drawing/2014/main" id="{D5C901CB-AECF-410F-8445-B35C57E4A33E}"/>
                </a:ext>
              </a:extLst>
            </p:cNvPr>
            <p:cNvSpPr>
              <a:spLocks/>
            </p:cNvSpPr>
            <p:nvPr/>
          </p:nvSpPr>
          <p:spPr bwMode="auto">
            <a:xfrm>
              <a:off x="4007" y="2070"/>
              <a:ext cx="327" cy="294"/>
            </a:xfrm>
            <a:custGeom>
              <a:avLst/>
              <a:gdLst>
                <a:gd name="T0" fmla="*/ 112 w 138"/>
                <a:gd name="T1" fmla="*/ 11 h 124"/>
                <a:gd name="T2" fmla="*/ 138 w 138"/>
                <a:gd name="T3" fmla="*/ 0 h 124"/>
                <a:gd name="T4" fmla="*/ 136 w 138"/>
                <a:gd name="T5" fmla="*/ 66 h 124"/>
                <a:gd name="T6" fmla="*/ 0 w 138"/>
                <a:gd name="T7" fmla="*/ 124 h 124"/>
                <a:gd name="T8" fmla="*/ 1 w 138"/>
                <a:gd name="T9" fmla="*/ 58 h 124"/>
                <a:gd name="T10" fmla="*/ 27 w 138"/>
                <a:gd name="T11" fmla="*/ 47 h 124"/>
                <a:gd name="T12" fmla="*/ 112 w 138"/>
                <a:gd name="T13" fmla="*/ 11 h 124"/>
              </a:gdLst>
              <a:ahLst/>
              <a:cxnLst>
                <a:cxn ang="0">
                  <a:pos x="T0" y="T1"/>
                </a:cxn>
                <a:cxn ang="0">
                  <a:pos x="T2" y="T3"/>
                </a:cxn>
                <a:cxn ang="0">
                  <a:pos x="T4" y="T5"/>
                </a:cxn>
                <a:cxn ang="0">
                  <a:pos x="T6" y="T7"/>
                </a:cxn>
                <a:cxn ang="0">
                  <a:pos x="T8" y="T9"/>
                </a:cxn>
                <a:cxn ang="0">
                  <a:pos x="T10" y="T11"/>
                </a:cxn>
                <a:cxn ang="0">
                  <a:pos x="T12" y="T13"/>
                </a:cxn>
              </a:cxnLst>
              <a:rect l="0" t="0" r="r" b="b"/>
              <a:pathLst>
                <a:path w="138" h="124">
                  <a:moveTo>
                    <a:pt x="112" y="11"/>
                  </a:moveTo>
                  <a:cubicBezTo>
                    <a:pt x="121" y="7"/>
                    <a:pt x="130" y="3"/>
                    <a:pt x="138" y="0"/>
                  </a:cubicBezTo>
                  <a:cubicBezTo>
                    <a:pt x="138" y="22"/>
                    <a:pt x="137" y="44"/>
                    <a:pt x="136" y="66"/>
                  </a:cubicBezTo>
                  <a:cubicBezTo>
                    <a:pt x="90" y="86"/>
                    <a:pt x="45" y="105"/>
                    <a:pt x="0" y="124"/>
                  </a:cubicBezTo>
                  <a:cubicBezTo>
                    <a:pt x="0" y="102"/>
                    <a:pt x="1" y="80"/>
                    <a:pt x="1" y="58"/>
                  </a:cubicBezTo>
                  <a:cubicBezTo>
                    <a:pt x="9" y="54"/>
                    <a:pt x="18" y="50"/>
                    <a:pt x="27" y="47"/>
                  </a:cubicBezTo>
                  <a:cubicBezTo>
                    <a:pt x="55" y="35"/>
                    <a:pt x="83" y="23"/>
                    <a:pt x="112" y="11"/>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1" name="Freeform 235">
              <a:extLst>
                <a:ext uri="{FF2B5EF4-FFF2-40B4-BE49-F238E27FC236}">
                  <a16:creationId xmlns:a16="http://schemas.microsoft.com/office/drawing/2014/main" id="{2B6AEDEF-915D-4F74-ADA4-56F87ECC57A0}"/>
                </a:ext>
              </a:extLst>
            </p:cNvPr>
            <p:cNvSpPr>
              <a:spLocks/>
            </p:cNvSpPr>
            <p:nvPr/>
          </p:nvSpPr>
          <p:spPr bwMode="auto">
            <a:xfrm>
              <a:off x="4012" y="1518"/>
              <a:ext cx="341" cy="296"/>
            </a:xfrm>
            <a:custGeom>
              <a:avLst/>
              <a:gdLst>
                <a:gd name="T0" fmla="*/ 117 w 144"/>
                <a:gd name="T1" fmla="*/ 11 h 125"/>
                <a:gd name="T2" fmla="*/ 144 w 144"/>
                <a:gd name="T3" fmla="*/ 0 h 125"/>
                <a:gd name="T4" fmla="*/ 142 w 144"/>
                <a:gd name="T5" fmla="*/ 67 h 125"/>
                <a:gd name="T6" fmla="*/ 0 w 144"/>
                <a:gd name="T7" fmla="*/ 125 h 125"/>
                <a:gd name="T8" fmla="*/ 1 w 144"/>
                <a:gd name="T9" fmla="*/ 58 h 125"/>
                <a:gd name="T10" fmla="*/ 28 w 144"/>
                <a:gd name="T11" fmla="*/ 47 h 125"/>
                <a:gd name="T12" fmla="*/ 117 w 144"/>
                <a:gd name="T13" fmla="*/ 11 h 125"/>
              </a:gdLst>
              <a:ahLst/>
              <a:cxnLst>
                <a:cxn ang="0">
                  <a:pos x="T0" y="T1"/>
                </a:cxn>
                <a:cxn ang="0">
                  <a:pos x="T2" y="T3"/>
                </a:cxn>
                <a:cxn ang="0">
                  <a:pos x="T4" y="T5"/>
                </a:cxn>
                <a:cxn ang="0">
                  <a:pos x="T6" y="T7"/>
                </a:cxn>
                <a:cxn ang="0">
                  <a:pos x="T8" y="T9"/>
                </a:cxn>
                <a:cxn ang="0">
                  <a:pos x="T10" y="T11"/>
                </a:cxn>
                <a:cxn ang="0">
                  <a:pos x="T12" y="T13"/>
                </a:cxn>
              </a:cxnLst>
              <a:rect l="0" t="0" r="r" b="b"/>
              <a:pathLst>
                <a:path w="144" h="125">
                  <a:moveTo>
                    <a:pt x="117" y="11"/>
                  </a:moveTo>
                  <a:cubicBezTo>
                    <a:pt x="126" y="7"/>
                    <a:pt x="135" y="3"/>
                    <a:pt x="144" y="0"/>
                  </a:cubicBezTo>
                  <a:cubicBezTo>
                    <a:pt x="143" y="22"/>
                    <a:pt x="142" y="44"/>
                    <a:pt x="142" y="67"/>
                  </a:cubicBezTo>
                  <a:cubicBezTo>
                    <a:pt x="94" y="86"/>
                    <a:pt x="47" y="105"/>
                    <a:pt x="0" y="125"/>
                  </a:cubicBezTo>
                  <a:cubicBezTo>
                    <a:pt x="1" y="102"/>
                    <a:pt x="1" y="80"/>
                    <a:pt x="1" y="58"/>
                  </a:cubicBezTo>
                  <a:cubicBezTo>
                    <a:pt x="10" y="54"/>
                    <a:pt x="19" y="51"/>
                    <a:pt x="28" y="47"/>
                  </a:cubicBezTo>
                  <a:cubicBezTo>
                    <a:pt x="57" y="35"/>
                    <a:pt x="87" y="23"/>
                    <a:pt x="117" y="11"/>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2" name="Freeform 236">
              <a:extLst>
                <a:ext uri="{FF2B5EF4-FFF2-40B4-BE49-F238E27FC236}">
                  <a16:creationId xmlns:a16="http://schemas.microsoft.com/office/drawing/2014/main" id="{80295DE1-6662-4EFE-8F59-E0ECA1CC2F93}"/>
                </a:ext>
              </a:extLst>
            </p:cNvPr>
            <p:cNvSpPr>
              <a:spLocks/>
            </p:cNvSpPr>
            <p:nvPr/>
          </p:nvSpPr>
          <p:spPr bwMode="auto">
            <a:xfrm>
              <a:off x="4009" y="1793"/>
              <a:ext cx="334" cy="296"/>
            </a:xfrm>
            <a:custGeom>
              <a:avLst/>
              <a:gdLst>
                <a:gd name="T0" fmla="*/ 114 w 141"/>
                <a:gd name="T1" fmla="*/ 11 h 125"/>
                <a:gd name="T2" fmla="*/ 141 w 141"/>
                <a:gd name="T3" fmla="*/ 0 h 125"/>
                <a:gd name="T4" fmla="*/ 139 w 141"/>
                <a:gd name="T5" fmla="*/ 67 h 125"/>
                <a:gd name="T6" fmla="*/ 0 w 141"/>
                <a:gd name="T7" fmla="*/ 125 h 125"/>
                <a:gd name="T8" fmla="*/ 1 w 141"/>
                <a:gd name="T9" fmla="*/ 58 h 125"/>
                <a:gd name="T10" fmla="*/ 27 w 141"/>
                <a:gd name="T11" fmla="*/ 47 h 125"/>
                <a:gd name="T12" fmla="*/ 114 w 141"/>
                <a:gd name="T13" fmla="*/ 11 h 125"/>
              </a:gdLst>
              <a:ahLst/>
              <a:cxnLst>
                <a:cxn ang="0">
                  <a:pos x="T0" y="T1"/>
                </a:cxn>
                <a:cxn ang="0">
                  <a:pos x="T2" y="T3"/>
                </a:cxn>
                <a:cxn ang="0">
                  <a:pos x="T4" y="T5"/>
                </a:cxn>
                <a:cxn ang="0">
                  <a:pos x="T6" y="T7"/>
                </a:cxn>
                <a:cxn ang="0">
                  <a:pos x="T8" y="T9"/>
                </a:cxn>
                <a:cxn ang="0">
                  <a:pos x="T10" y="T11"/>
                </a:cxn>
                <a:cxn ang="0">
                  <a:pos x="T12" y="T13"/>
                </a:cxn>
              </a:cxnLst>
              <a:rect l="0" t="0" r="r" b="b"/>
              <a:pathLst>
                <a:path w="141" h="125">
                  <a:moveTo>
                    <a:pt x="114" y="11"/>
                  </a:moveTo>
                  <a:cubicBezTo>
                    <a:pt x="123" y="8"/>
                    <a:pt x="132" y="4"/>
                    <a:pt x="141" y="0"/>
                  </a:cubicBezTo>
                  <a:cubicBezTo>
                    <a:pt x="140" y="22"/>
                    <a:pt x="140" y="45"/>
                    <a:pt x="139" y="67"/>
                  </a:cubicBezTo>
                  <a:cubicBezTo>
                    <a:pt x="92" y="86"/>
                    <a:pt x="46" y="106"/>
                    <a:pt x="0" y="125"/>
                  </a:cubicBezTo>
                  <a:cubicBezTo>
                    <a:pt x="1" y="103"/>
                    <a:pt x="1" y="81"/>
                    <a:pt x="1" y="58"/>
                  </a:cubicBezTo>
                  <a:cubicBezTo>
                    <a:pt x="10" y="55"/>
                    <a:pt x="19" y="51"/>
                    <a:pt x="27" y="47"/>
                  </a:cubicBezTo>
                  <a:cubicBezTo>
                    <a:pt x="56" y="35"/>
                    <a:pt x="85" y="23"/>
                    <a:pt x="114" y="11"/>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3" name="Freeform 237">
              <a:extLst>
                <a:ext uri="{FF2B5EF4-FFF2-40B4-BE49-F238E27FC236}">
                  <a16:creationId xmlns:a16="http://schemas.microsoft.com/office/drawing/2014/main" id="{AAD3807C-399E-4812-B6C5-C2140F988DFD}"/>
                </a:ext>
              </a:extLst>
            </p:cNvPr>
            <p:cNvSpPr>
              <a:spLocks noEditPoints="1"/>
            </p:cNvSpPr>
            <p:nvPr/>
          </p:nvSpPr>
          <p:spPr bwMode="auto">
            <a:xfrm>
              <a:off x="3032" y="791"/>
              <a:ext cx="1711" cy="678"/>
            </a:xfrm>
            <a:custGeom>
              <a:avLst/>
              <a:gdLst>
                <a:gd name="T0" fmla="*/ 0 w 723"/>
                <a:gd name="T1" fmla="*/ 213 h 286"/>
                <a:gd name="T2" fmla="*/ 0 w 723"/>
                <a:gd name="T3" fmla="*/ 214 h 286"/>
                <a:gd name="T4" fmla="*/ 0 w 723"/>
                <a:gd name="T5" fmla="*/ 214 h 286"/>
                <a:gd name="T6" fmla="*/ 181 w 723"/>
                <a:gd name="T7" fmla="*/ 286 h 286"/>
                <a:gd name="T8" fmla="*/ 358 w 723"/>
                <a:gd name="T9" fmla="*/ 215 h 286"/>
                <a:gd name="T10" fmla="*/ 360 w 723"/>
                <a:gd name="T11" fmla="*/ 214 h 286"/>
                <a:gd name="T12" fmla="*/ 399 w 723"/>
                <a:gd name="T13" fmla="*/ 230 h 286"/>
                <a:gd name="T14" fmla="*/ 520 w 723"/>
                <a:gd name="T15" fmla="*/ 181 h 286"/>
                <a:gd name="T16" fmla="*/ 574 w 723"/>
                <a:gd name="T17" fmla="*/ 160 h 286"/>
                <a:gd name="T18" fmla="*/ 580 w 723"/>
                <a:gd name="T19" fmla="*/ 158 h 286"/>
                <a:gd name="T20" fmla="*/ 580 w 723"/>
                <a:gd name="T21" fmla="*/ 157 h 286"/>
                <a:gd name="T22" fmla="*/ 574 w 723"/>
                <a:gd name="T23" fmla="*/ 155 h 286"/>
                <a:gd name="T24" fmla="*/ 543 w 723"/>
                <a:gd name="T25" fmla="*/ 143 h 286"/>
                <a:gd name="T26" fmla="*/ 542 w 723"/>
                <a:gd name="T27" fmla="*/ 142 h 286"/>
                <a:gd name="T28" fmla="*/ 723 w 723"/>
                <a:gd name="T29" fmla="*/ 72 h 286"/>
                <a:gd name="T30" fmla="*/ 723 w 723"/>
                <a:gd name="T31" fmla="*/ 72 h 286"/>
                <a:gd name="T32" fmla="*/ 542 w 723"/>
                <a:gd name="T33" fmla="*/ 0 h 286"/>
                <a:gd name="T34" fmla="*/ 179 w 723"/>
                <a:gd name="T35" fmla="*/ 142 h 286"/>
                <a:gd name="T36" fmla="*/ 178 w 723"/>
                <a:gd name="T37" fmla="*/ 141 h 286"/>
                <a:gd name="T38" fmla="*/ 0 w 723"/>
                <a:gd name="T39" fmla="*/ 213 h 286"/>
                <a:gd name="T40" fmla="*/ 105 w 723"/>
                <a:gd name="T41" fmla="*/ 226 h 286"/>
                <a:gd name="T42" fmla="*/ 95 w 723"/>
                <a:gd name="T43" fmla="*/ 222 h 286"/>
                <a:gd name="T44" fmla="*/ 80 w 723"/>
                <a:gd name="T45" fmla="*/ 216 h 286"/>
                <a:gd name="T46" fmla="*/ 70 w 723"/>
                <a:gd name="T47" fmla="*/ 212 h 286"/>
                <a:gd name="T48" fmla="*/ 70 w 723"/>
                <a:gd name="T49" fmla="*/ 212 h 286"/>
                <a:gd name="T50" fmla="*/ 540 w 723"/>
                <a:gd name="T51" fmla="*/ 20 h 286"/>
                <a:gd name="T52" fmla="*/ 668 w 723"/>
                <a:gd name="T53" fmla="*/ 72 h 286"/>
                <a:gd name="T54" fmla="*/ 667 w 723"/>
                <a:gd name="T55" fmla="*/ 72 h 286"/>
                <a:gd name="T56" fmla="*/ 658 w 723"/>
                <a:gd name="T57" fmla="*/ 76 h 286"/>
                <a:gd name="T58" fmla="*/ 642 w 723"/>
                <a:gd name="T59" fmla="*/ 82 h 286"/>
                <a:gd name="T60" fmla="*/ 632 w 723"/>
                <a:gd name="T61" fmla="*/ 86 h 286"/>
                <a:gd name="T62" fmla="*/ 540 w 723"/>
                <a:gd name="T63" fmla="*/ 48 h 286"/>
                <a:gd name="T64" fmla="*/ 105 w 723"/>
                <a:gd name="T65" fmla="*/ 2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23" h="286">
                  <a:moveTo>
                    <a:pt x="0" y="213"/>
                  </a:moveTo>
                  <a:cubicBezTo>
                    <a:pt x="0" y="214"/>
                    <a:pt x="0" y="214"/>
                    <a:pt x="0" y="214"/>
                  </a:cubicBezTo>
                  <a:cubicBezTo>
                    <a:pt x="0" y="214"/>
                    <a:pt x="0" y="214"/>
                    <a:pt x="0" y="214"/>
                  </a:cubicBezTo>
                  <a:cubicBezTo>
                    <a:pt x="61" y="238"/>
                    <a:pt x="122" y="262"/>
                    <a:pt x="181" y="286"/>
                  </a:cubicBezTo>
                  <a:cubicBezTo>
                    <a:pt x="239" y="263"/>
                    <a:pt x="298" y="239"/>
                    <a:pt x="358" y="215"/>
                  </a:cubicBezTo>
                  <a:cubicBezTo>
                    <a:pt x="359" y="215"/>
                    <a:pt x="360" y="214"/>
                    <a:pt x="360" y="214"/>
                  </a:cubicBezTo>
                  <a:cubicBezTo>
                    <a:pt x="373" y="219"/>
                    <a:pt x="386" y="225"/>
                    <a:pt x="399" y="230"/>
                  </a:cubicBezTo>
                  <a:cubicBezTo>
                    <a:pt x="439" y="214"/>
                    <a:pt x="480" y="197"/>
                    <a:pt x="520" y="181"/>
                  </a:cubicBezTo>
                  <a:cubicBezTo>
                    <a:pt x="538" y="174"/>
                    <a:pt x="556" y="167"/>
                    <a:pt x="574" y="160"/>
                  </a:cubicBezTo>
                  <a:cubicBezTo>
                    <a:pt x="576" y="159"/>
                    <a:pt x="578" y="158"/>
                    <a:pt x="580" y="158"/>
                  </a:cubicBezTo>
                  <a:cubicBezTo>
                    <a:pt x="580" y="157"/>
                    <a:pt x="580" y="157"/>
                    <a:pt x="580" y="157"/>
                  </a:cubicBezTo>
                  <a:cubicBezTo>
                    <a:pt x="578" y="157"/>
                    <a:pt x="576" y="156"/>
                    <a:pt x="574" y="155"/>
                  </a:cubicBezTo>
                  <a:cubicBezTo>
                    <a:pt x="564" y="151"/>
                    <a:pt x="554" y="147"/>
                    <a:pt x="543" y="143"/>
                  </a:cubicBezTo>
                  <a:cubicBezTo>
                    <a:pt x="542" y="142"/>
                    <a:pt x="542" y="142"/>
                    <a:pt x="542" y="142"/>
                  </a:cubicBezTo>
                  <a:cubicBezTo>
                    <a:pt x="602" y="119"/>
                    <a:pt x="662" y="96"/>
                    <a:pt x="723" y="72"/>
                  </a:cubicBezTo>
                  <a:cubicBezTo>
                    <a:pt x="723" y="72"/>
                    <a:pt x="723" y="72"/>
                    <a:pt x="723" y="72"/>
                  </a:cubicBezTo>
                  <a:cubicBezTo>
                    <a:pt x="663" y="48"/>
                    <a:pt x="603" y="24"/>
                    <a:pt x="542" y="0"/>
                  </a:cubicBezTo>
                  <a:cubicBezTo>
                    <a:pt x="419" y="47"/>
                    <a:pt x="298" y="94"/>
                    <a:pt x="179" y="142"/>
                  </a:cubicBezTo>
                  <a:cubicBezTo>
                    <a:pt x="179" y="142"/>
                    <a:pt x="178" y="142"/>
                    <a:pt x="178" y="141"/>
                  </a:cubicBezTo>
                  <a:cubicBezTo>
                    <a:pt x="118" y="165"/>
                    <a:pt x="59" y="189"/>
                    <a:pt x="0" y="213"/>
                  </a:cubicBezTo>
                  <a:close/>
                  <a:moveTo>
                    <a:pt x="105" y="226"/>
                  </a:moveTo>
                  <a:cubicBezTo>
                    <a:pt x="101" y="225"/>
                    <a:pt x="98" y="224"/>
                    <a:pt x="95" y="222"/>
                  </a:cubicBezTo>
                  <a:cubicBezTo>
                    <a:pt x="90" y="220"/>
                    <a:pt x="85" y="218"/>
                    <a:pt x="80" y="216"/>
                  </a:cubicBezTo>
                  <a:cubicBezTo>
                    <a:pt x="76" y="215"/>
                    <a:pt x="73" y="214"/>
                    <a:pt x="70" y="212"/>
                  </a:cubicBezTo>
                  <a:cubicBezTo>
                    <a:pt x="70" y="212"/>
                    <a:pt x="70" y="212"/>
                    <a:pt x="70" y="212"/>
                  </a:cubicBezTo>
                  <a:cubicBezTo>
                    <a:pt x="223" y="148"/>
                    <a:pt x="379" y="84"/>
                    <a:pt x="540" y="20"/>
                  </a:cubicBezTo>
                  <a:cubicBezTo>
                    <a:pt x="583" y="37"/>
                    <a:pt x="625" y="54"/>
                    <a:pt x="668" y="72"/>
                  </a:cubicBezTo>
                  <a:cubicBezTo>
                    <a:pt x="667" y="72"/>
                    <a:pt x="667" y="72"/>
                    <a:pt x="667" y="72"/>
                  </a:cubicBezTo>
                  <a:cubicBezTo>
                    <a:pt x="664" y="73"/>
                    <a:pt x="661" y="75"/>
                    <a:pt x="658" y="76"/>
                  </a:cubicBezTo>
                  <a:cubicBezTo>
                    <a:pt x="653" y="78"/>
                    <a:pt x="647" y="80"/>
                    <a:pt x="642" y="82"/>
                  </a:cubicBezTo>
                  <a:cubicBezTo>
                    <a:pt x="639" y="83"/>
                    <a:pt x="635" y="85"/>
                    <a:pt x="632" y="86"/>
                  </a:cubicBezTo>
                  <a:cubicBezTo>
                    <a:pt x="601" y="73"/>
                    <a:pt x="571" y="61"/>
                    <a:pt x="540" y="48"/>
                  </a:cubicBezTo>
                  <a:cubicBezTo>
                    <a:pt x="391" y="108"/>
                    <a:pt x="246" y="167"/>
                    <a:pt x="105" y="226"/>
                  </a:cubicBezTo>
                  <a:close/>
                </a:path>
              </a:pathLst>
            </a:custGeom>
            <a:solidFill>
              <a:srgbClr val="CDF7E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4" name="Freeform 238">
              <a:extLst>
                <a:ext uri="{FF2B5EF4-FFF2-40B4-BE49-F238E27FC236}">
                  <a16:creationId xmlns:a16="http://schemas.microsoft.com/office/drawing/2014/main" id="{3B65FE2E-BECF-4FAE-AF36-0C5335DB1D28}"/>
                </a:ext>
              </a:extLst>
            </p:cNvPr>
            <p:cNvSpPr>
              <a:spLocks noEditPoints="1"/>
            </p:cNvSpPr>
            <p:nvPr/>
          </p:nvSpPr>
          <p:spPr bwMode="auto">
            <a:xfrm>
              <a:off x="3460" y="1300"/>
              <a:ext cx="419" cy="1996"/>
            </a:xfrm>
            <a:custGeom>
              <a:avLst/>
              <a:gdLst>
                <a:gd name="T0" fmla="*/ 23 w 177"/>
                <a:gd name="T1" fmla="*/ 843 h 843"/>
                <a:gd name="T2" fmla="*/ 61 w 177"/>
                <a:gd name="T3" fmla="*/ 825 h 843"/>
                <a:gd name="T4" fmla="*/ 177 w 177"/>
                <a:gd name="T5" fmla="*/ 770 h 843"/>
                <a:gd name="T6" fmla="*/ 177 w 177"/>
                <a:gd name="T7" fmla="*/ 607 h 843"/>
                <a:gd name="T8" fmla="*/ 177 w 177"/>
                <a:gd name="T9" fmla="*/ 490 h 843"/>
                <a:gd name="T10" fmla="*/ 177 w 177"/>
                <a:gd name="T11" fmla="*/ 374 h 843"/>
                <a:gd name="T12" fmla="*/ 177 w 177"/>
                <a:gd name="T13" fmla="*/ 257 h 843"/>
                <a:gd name="T14" fmla="*/ 177 w 177"/>
                <a:gd name="T15" fmla="*/ 141 h 843"/>
                <a:gd name="T16" fmla="*/ 177 w 177"/>
                <a:gd name="T17" fmla="*/ 0 h 843"/>
                <a:gd name="T18" fmla="*/ 3 w 177"/>
                <a:gd name="T19" fmla="*/ 164 h 843"/>
                <a:gd name="T20" fmla="*/ 6 w 177"/>
                <a:gd name="T21" fmla="*/ 280 h 843"/>
                <a:gd name="T22" fmla="*/ 9 w 177"/>
                <a:gd name="T23" fmla="*/ 396 h 843"/>
                <a:gd name="T24" fmla="*/ 12 w 177"/>
                <a:gd name="T25" fmla="*/ 513 h 843"/>
                <a:gd name="T26" fmla="*/ 16 w 177"/>
                <a:gd name="T27" fmla="*/ 629 h 843"/>
                <a:gd name="T28" fmla="*/ 23 w 177"/>
                <a:gd name="T29" fmla="*/ 843 h 843"/>
                <a:gd name="T30" fmla="*/ 160 w 177"/>
                <a:gd name="T31" fmla="*/ 37 h 843"/>
                <a:gd name="T32" fmla="*/ 142 w 177"/>
                <a:gd name="T33" fmla="*/ 106 h 843"/>
                <a:gd name="T34" fmla="*/ 160 w 177"/>
                <a:gd name="T35" fmla="*/ 148 h 843"/>
                <a:gd name="T36" fmla="*/ 142 w 177"/>
                <a:gd name="T37" fmla="*/ 222 h 843"/>
                <a:gd name="T38" fmla="*/ 160 w 177"/>
                <a:gd name="T39" fmla="*/ 264 h 843"/>
                <a:gd name="T40" fmla="*/ 143 w 177"/>
                <a:gd name="T41" fmla="*/ 339 h 843"/>
                <a:gd name="T42" fmla="*/ 160 w 177"/>
                <a:gd name="T43" fmla="*/ 381 h 843"/>
                <a:gd name="T44" fmla="*/ 144 w 177"/>
                <a:gd name="T45" fmla="*/ 455 h 843"/>
                <a:gd name="T46" fmla="*/ 161 w 177"/>
                <a:gd name="T47" fmla="*/ 497 h 843"/>
                <a:gd name="T48" fmla="*/ 144 w 177"/>
                <a:gd name="T49" fmla="*/ 571 h 843"/>
                <a:gd name="T50" fmla="*/ 132 w 177"/>
                <a:gd name="T51" fmla="*/ 587 h 843"/>
                <a:gd name="T52" fmla="*/ 116 w 177"/>
                <a:gd name="T53" fmla="*/ 584 h 843"/>
                <a:gd name="T54" fmla="*/ 104 w 177"/>
                <a:gd name="T55" fmla="*/ 598 h 843"/>
                <a:gd name="T56" fmla="*/ 88 w 177"/>
                <a:gd name="T57" fmla="*/ 597 h 843"/>
                <a:gd name="T58" fmla="*/ 76 w 177"/>
                <a:gd name="T59" fmla="*/ 610 h 843"/>
                <a:gd name="T60" fmla="*/ 59 w 177"/>
                <a:gd name="T61" fmla="*/ 609 h 843"/>
                <a:gd name="T62" fmla="*/ 48 w 177"/>
                <a:gd name="T63" fmla="*/ 621 h 843"/>
                <a:gd name="T64" fmla="*/ 31 w 177"/>
                <a:gd name="T65" fmla="*/ 622 h 843"/>
                <a:gd name="T66" fmla="*/ 46 w 177"/>
                <a:gd name="T67" fmla="*/ 548 h 843"/>
                <a:gd name="T68" fmla="*/ 28 w 177"/>
                <a:gd name="T69" fmla="*/ 506 h 843"/>
                <a:gd name="T70" fmla="*/ 43 w 177"/>
                <a:gd name="T71" fmla="*/ 431 h 843"/>
                <a:gd name="T72" fmla="*/ 25 w 177"/>
                <a:gd name="T73" fmla="*/ 389 h 843"/>
                <a:gd name="T74" fmla="*/ 41 w 177"/>
                <a:gd name="T75" fmla="*/ 315 h 843"/>
                <a:gd name="T76" fmla="*/ 22 w 177"/>
                <a:gd name="T77" fmla="*/ 273 h 843"/>
                <a:gd name="T78" fmla="*/ 38 w 177"/>
                <a:gd name="T79" fmla="*/ 199 h 843"/>
                <a:gd name="T80" fmla="*/ 19 w 177"/>
                <a:gd name="T81" fmla="*/ 157 h 843"/>
                <a:gd name="T82" fmla="*/ 36 w 177"/>
                <a:gd name="T83" fmla="*/ 88 h 843"/>
                <a:gd name="T84" fmla="*/ 48 w 177"/>
                <a:gd name="T85" fmla="*/ 65 h 843"/>
                <a:gd name="T86" fmla="*/ 67 w 177"/>
                <a:gd name="T87" fmla="*/ 75 h 843"/>
                <a:gd name="T88" fmla="*/ 79 w 177"/>
                <a:gd name="T89" fmla="*/ 53 h 843"/>
                <a:gd name="T90" fmla="*/ 98 w 177"/>
                <a:gd name="T91" fmla="*/ 63 h 843"/>
                <a:gd name="T92" fmla="*/ 110 w 177"/>
                <a:gd name="T93" fmla="*/ 42 h 843"/>
                <a:gd name="T94" fmla="*/ 129 w 177"/>
                <a:gd name="T95" fmla="*/ 50 h 843"/>
                <a:gd name="T96" fmla="*/ 142 w 177"/>
                <a:gd name="T97" fmla="*/ 30 h 843"/>
                <a:gd name="T98" fmla="*/ 70 w 177"/>
                <a:gd name="T99" fmla="*/ 729 h 843"/>
                <a:gd name="T100" fmla="*/ 125 w 177"/>
                <a:gd name="T101" fmla="*/ 637 h 843"/>
                <a:gd name="T102" fmla="*/ 70 w 177"/>
                <a:gd name="T103" fmla="*/ 729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7" h="843">
                  <a:moveTo>
                    <a:pt x="23" y="843"/>
                  </a:moveTo>
                  <a:cubicBezTo>
                    <a:pt x="23" y="843"/>
                    <a:pt x="23" y="843"/>
                    <a:pt x="23" y="843"/>
                  </a:cubicBezTo>
                  <a:cubicBezTo>
                    <a:pt x="23" y="843"/>
                    <a:pt x="23" y="843"/>
                    <a:pt x="23" y="843"/>
                  </a:cubicBezTo>
                  <a:cubicBezTo>
                    <a:pt x="36" y="837"/>
                    <a:pt x="48" y="831"/>
                    <a:pt x="61" y="825"/>
                  </a:cubicBezTo>
                  <a:cubicBezTo>
                    <a:pt x="86" y="812"/>
                    <a:pt x="112" y="800"/>
                    <a:pt x="138" y="788"/>
                  </a:cubicBezTo>
                  <a:cubicBezTo>
                    <a:pt x="151" y="782"/>
                    <a:pt x="164" y="776"/>
                    <a:pt x="177" y="770"/>
                  </a:cubicBezTo>
                  <a:cubicBezTo>
                    <a:pt x="177" y="770"/>
                    <a:pt x="177" y="770"/>
                    <a:pt x="177" y="770"/>
                  </a:cubicBezTo>
                  <a:cubicBezTo>
                    <a:pt x="177" y="715"/>
                    <a:pt x="177" y="661"/>
                    <a:pt x="177" y="607"/>
                  </a:cubicBezTo>
                  <a:cubicBezTo>
                    <a:pt x="177" y="590"/>
                    <a:pt x="177" y="573"/>
                    <a:pt x="177" y="557"/>
                  </a:cubicBezTo>
                  <a:cubicBezTo>
                    <a:pt x="177" y="535"/>
                    <a:pt x="177" y="512"/>
                    <a:pt x="177" y="490"/>
                  </a:cubicBezTo>
                  <a:cubicBezTo>
                    <a:pt x="177" y="474"/>
                    <a:pt x="177" y="457"/>
                    <a:pt x="177" y="441"/>
                  </a:cubicBezTo>
                  <a:cubicBezTo>
                    <a:pt x="177" y="418"/>
                    <a:pt x="177" y="396"/>
                    <a:pt x="177" y="374"/>
                  </a:cubicBezTo>
                  <a:cubicBezTo>
                    <a:pt x="177" y="357"/>
                    <a:pt x="177" y="341"/>
                    <a:pt x="177" y="324"/>
                  </a:cubicBezTo>
                  <a:cubicBezTo>
                    <a:pt x="177" y="302"/>
                    <a:pt x="177" y="280"/>
                    <a:pt x="177" y="257"/>
                  </a:cubicBezTo>
                  <a:cubicBezTo>
                    <a:pt x="177" y="241"/>
                    <a:pt x="177" y="224"/>
                    <a:pt x="177" y="208"/>
                  </a:cubicBezTo>
                  <a:cubicBezTo>
                    <a:pt x="177" y="186"/>
                    <a:pt x="177" y="163"/>
                    <a:pt x="177" y="141"/>
                  </a:cubicBezTo>
                  <a:cubicBezTo>
                    <a:pt x="177" y="124"/>
                    <a:pt x="177" y="108"/>
                    <a:pt x="177" y="91"/>
                  </a:cubicBezTo>
                  <a:cubicBezTo>
                    <a:pt x="177" y="61"/>
                    <a:pt x="177" y="30"/>
                    <a:pt x="177" y="0"/>
                  </a:cubicBezTo>
                  <a:cubicBezTo>
                    <a:pt x="117" y="24"/>
                    <a:pt x="58" y="48"/>
                    <a:pt x="0" y="71"/>
                  </a:cubicBezTo>
                  <a:cubicBezTo>
                    <a:pt x="1" y="102"/>
                    <a:pt x="2" y="133"/>
                    <a:pt x="3" y="164"/>
                  </a:cubicBezTo>
                  <a:cubicBezTo>
                    <a:pt x="3" y="180"/>
                    <a:pt x="3" y="197"/>
                    <a:pt x="4" y="213"/>
                  </a:cubicBezTo>
                  <a:cubicBezTo>
                    <a:pt x="4" y="235"/>
                    <a:pt x="5" y="258"/>
                    <a:pt x="6" y="280"/>
                  </a:cubicBezTo>
                  <a:cubicBezTo>
                    <a:pt x="6" y="296"/>
                    <a:pt x="7" y="313"/>
                    <a:pt x="7" y="330"/>
                  </a:cubicBezTo>
                  <a:cubicBezTo>
                    <a:pt x="8" y="352"/>
                    <a:pt x="8" y="374"/>
                    <a:pt x="9" y="396"/>
                  </a:cubicBezTo>
                  <a:cubicBezTo>
                    <a:pt x="9" y="413"/>
                    <a:pt x="10" y="429"/>
                    <a:pt x="10" y="446"/>
                  </a:cubicBezTo>
                  <a:cubicBezTo>
                    <a:pt x="11" y="468"/>
                    <a:pt x="12" y="490"/>
                    <a:pt x="12" y="513"/>
                  </a:cubicBezTo>
                  <a:cubicBezTo>
                    <a:pt x="13" y="529"/>
                    <a:pt x="13" y="546"/>
                    <a:pt x="14" y="562"/>
                  </a:cubicBezTo>
                  <a:cubicBezTo>
                    <a:pt x="15" y="585"/>
                    <a:pt x="15" y="607"/>
                    <a:pt x="16" y="629"/>
                  </a:cubicBezTo>
                  <a:cubicBezTo>
                    <a:pt x="17" y="646"/>
                    <a:pt x="17" y="662"/>
                    <a:pt x="18" y="679"/>
                  </a:cubicBezTo>
                  <a:cubicBezTo>
                    <a:pt x="19" y="733"/>
                    <a:pt x="21" y="788"/>
                    <a:pt x="23" y="843"/>
                  </a:cubicBezTo>
                  <a:close/>
                  <a:moveTo>
                    <a:pt x="142" y="45"/>
                  </a:moveTo>
                  <a:cubicBezTo>
                    <a:pt x="148" y="42"/>
                    <a:pt x="154" y="40"/>
                    <a:pt x="160" y="37"/>
                  </a:cubicBezTo>
                  <a:cubicBezTo>
                    <a:pt x="160" y="58"/>
                    <a:pt x="160" y="78"/>
                    <a:pt x="160" y="98"/>
                  </a:cubicBezTo>
                  <a:cubicBezTo>
                    <a:pt x="154" y="101"/>
                    <a:pt x="148" y="103"/>
                    <a:pt x="142" y="106"/>
                  </a:cubicBezTo>
                  <a:cubicBezTo>
                    <a:pt x="142" y="122"/>
                    <a:pt x="142" y="139"/>
                    <a:pt x="142" y="155"/>
                  </a:cubicBezTo>
                  <a:cubicBezTo>
                    <a:pt x="148" y="153"/>
                    <a:pt x="154" y="150"/>
                    <a:pt x="160" y="148"/>
                  </a:cubicBezTo>
                  <a:cubicBezTo>
                    <a:pt x="160" y="170"/>
                    <a:pt x="160" y="193"/>
                    <a:pt x="160" y="215"/>
                  </a:cubicBezTo>
                  <a:cubicBezTo>
                    <a:pt x="154" y="217"/>
                    <a:pt x="148" y="220"/>
                    <a:pt x="142" y="222"/>
                  </a:cubicBezTo>
                  <a:cubicBezTo>
                    <a:pt x="142" y="239"/>
                    <a:pt x="143" y="255"/>
                    <a:pt x="143" y="272"/>
                  </a:cubicBezTo>
                  <a:cubicBezTo>
                    <a:pt x="148" y="269"/>
                    <a:pt x="154" y="267"/>
                    <a:pt x="160" y="264"/>
                  </a:cubicBezTo>
                  <a:cubicBezTo>
                    <a:pt x="160" y="287"/>
                    <a:pt x="160" y="309"/>
                    <a:pt x="160" y="331"/>
                  </a:cubicBezTo>
                  <a:cubicBezTo>
                    <a:pt x="155" y="334"/>
                    <a:pt x="149" y="336"/>
                    <a:pt x="143" y="339"/>
                  </a:cubicBezTo>
                  <a:cubicBezTo>
                    <a:pt x="143" y="355"/>
                    <a:pt x="143" y="372"/>
                    <a:pt x="143" y="388"/>
                  </a:cubicBezTo>
                  <a:cubicBezTo>
                    <a:pt x="149" y="386"/>
                    <a:pt x="155" y="383"/>
                    <a:pt x="160" y="381"/>
                  </a:cubicBezTo>
                  <a:cubicBezTo>
                    <a:pt x="161" y="403"/>
                    <a:pt x="161" y="425"/>
                    <a:pt x="161" y="448"/>
                  </a:cubicBezTo>
                  <a:cubicBezTo>
                    <a:pt x="155" y="450"/>
                    <a:pt x="149" y="452"/>
                    <a:pt x="144" y="455"/>
                  </a:cubicBezTo>
                  <a:cubicBezTo>
                    <a:pt x="144" y="471"/>
                    <a:pt x="144" y="488"/>
                    <a:pt x="144" y="505"/>
                  </a:cubicBezTo>
                  <a:cubicBezTo>
                    <a:pt x="149" y="502"/>
                    <a:pt x="155" y="500"/>
                    <a:pt x="161" y="497"/>
                  </a:cubicBezTo>
                  <a:cubicBezTo>
                    <a:pt x="161" y="519"/>
                    <a:pt x="161" y="542"/>
                    <a:pt x="161" y="564"/>
                  </a:cubicBezTo>
                  <a:cubicBezTo>
                    <a:pt x="155" y="566"/>
                    <a:pt x="150" y="569"/>
                    <a:pt x="144" y="571"/>
                  </a:cubicBezTo>
                  <a:cubicBezTo>
                    <a:pt x="144" y="575"/>
                    <a:pt x="144" y="579"/>
                    <a:pt x="144" y="583"/>
                  </a:cubicBezTo>
                  <a:cubicBezTo>
                    <a:pt x="140" y="584"/>
                    <a:pt x="136" y="586"/>
                    <a:pt x="132" y="587"/>
                  </a:cubicBezTo>
                  <a:cubicBezTo>
                    <a:pt x="132" y="584"/>
                    <a:pt x="132" y="580"/>
                    <a:pt x="132" y="577"/>
                  </a:cubicBezTo>
                  <a:cubicBezTo>
                    <a:pt x="127" y="579"/>
                    <a:pt x="121" y="582"/>
                    <a:pt x="116" y="584"/>
                  </a:cubicBezTo>
                  <a:cubicBezTo>
                    <a:pt x="116" y="588"/>
                    <a:pt x="116" y="591"/>
                    <a:pt x="116" y="595"/>
                  </a:cubicBezTo>
                  <a:cubicBezTo>
                    <a:pt x="112" y="596"/>
                    <a:pt x="108" y="597"/>
                    <a:pt x="104" y="598"/>
                  </a:cubicBezTo>
                  <a:cubicBezTo>
                    <a:pt x="104" y="595"/>
                    <a:pt x="104" y="592"/>
                    <a:pt x="104" y="589"/>
                  </a:cubicBezTo>
                  <a:cubicBezTo>
                    <a:pt x="99" y="592"/>
                    <a:pt x="93" y="594"/>
                    <a:pt x="88" y="597"/>
                  </a:cubicBezTo>
                  <a:cubicBezTo>
                    <a:pt x="88" y="600"/>
                    <a:pt x="88" y="603"/>
                    <a:pt x="88" y="606"/>
                  </a:cubicBezTo>
                  <a:cubicBezTo>
                    <a:pt x="84" y="607"/>
                    <a:pt x="80" y="609"/>
                    <a:pt x="76" y="610"/>
                  </a:cubicBezTo>
                  <a:cubicBezTo>
                    <a:pt x="76" y="607"/>
                    <a:pt x="76" y="605"/>
                    <a:pt x="76" y="602"/>
                  </a:cubicBezTo>
                  <a:cubicBezTo>
                    <a:pt x="70" y="604"/>
                    <a:pt x="65" y="607"/>
                    <a:pt x="59" y="609"/>
                  </a:cubicBezTo>
                  <a:cubicBezTo>
                    <a:pt x="60" y="612"/>
                    <a:pt x="60" y="615"/>
                    <a:pt x="60" y="617"/>
                  </a:cubicBezTo>
                  <a:cubicBezTo>
                    <a:pt x="56" y="619"/>
                    <a:pt x="52" y="620"/>
                    <a:pt x="48" y="621"/>
                  </a:cubicBezTo>
                  <a:cubicBezTo>
                    <a:pt x="48" y="619"/>
                    <a:pt x="48" y="617"/>
                    <a:pt x="48" y="615"/>
                  </a:cubicBezTo>
                  <a:cubicBezTo>
                    <a:pt x="42" y="617"/>
                    <a:pt x="37" y="620"/>
                    <a:pt x="31" y="622"/>
                  </a:cubicBezTo>
                  <a:cubicBezTo>
                    <a:pt x="31" y="600"/>
                    <a:pt x="30" y="578"/>
                    <a:pt x="30" y="555"/>
                  </a:cubicBezTo>
                  <a:cubicBezTo>
                    <a:pt x="35" y="553"/>
                    <a:pt x="41" y="550"/>
                    <a:pt x="46" y="548"/>
                  </a:cubicBezTo>
                  <a:cubicBezTo>
                    <a:pt x="46" y="531"/>
                    <a:pt x="45" y="515"/>
                    <a:pt x="45" y="498"/>
                  </a:cubicBezTo>
                  <a:cubicBezTo>
                    <a:pt x="39" y="501"/>
                    <a:pt x="34" y="503"/>
                    <a:pt x="28" y="506"/>
                  </a:cubicBezTo>
                  <a:cubicBezTo>
                    <a:pt x="28" y="483"/>
                    <a:pt x="27" y="461"/>
                    <a:pt x="26" y="439"/>
                  </a:cubicBezTo>
                  <a:cubicBezTo>
                    <a:pt x="32" y="436"/>
                    <a:pt x="38" y="434"/>
                    <a:pt x="43" y="431"/>
                  </a:cubicBezTo>
                  <a:cubicBezTo>
                    <a:pt x="43" y="415"/>
                    <a:pt x="43" y="398"/>
                    <a:pt x="42" y="382"/>
                  </a:cubicBezTo>
                  <a:cubicBezTo>
                    <a:pt x="37" y="384"/>
                    <a:pt x="31" y="387"/>
                    <a:pt x="25" y="389"/>
                  </a:cubicBezTo>
                  <a:cubicBezTo>
                    <a:pt x="25" y="367"/>
                    <a:pt x="24" y="345"/>
                    <a:pt x="23" y="323"/>
                  </a:cubicBezTo>
                  <a:cubicBezTo>
                    <a:pt x="29" y="320"/>
                    <a:pt x="35" y="318"/>
                    <a:pt x="41" y="315"/>
                  </a:cubicBezTo>
                  <a:cubicBezTo>
                    <a:pt x="40" y="299"/>
                    <a:pt x="40" y="282"/>
                    <a:pt x="40" y="266"/>
                  </a:cubicBezTo>
                  <a:cubicBezTo>
                    <a:pt x="34" y="268"/>
                    <a:pt x="28" y="270"/>
                    <a:pt x="22" y="273"/>
                  </a:cubicBezTo>
                  <a:cubicBezTo>
                    <a:pt x="22" y="251"/>
                    <a:pt x="21" y="228"/>
                    <a:pt x="20" y="206"/>
                  </a:cubicBezTo>
                  <a:cubicBezTo>
                    <a:pt x="26" y="204"/>
                    <a:pt x="32" y="201"/>
                    <a:pt x="38" y="199"/>
                  </a:cubicBezTo>
                  <a:cubicBezTo>
                    <a:pt x="38" y="182"/>
                    <a:pt x="37" y="166"/>
                    <a:pt x="37" y="149"/>
                  </a:cubicBezTo>
                  <a:cubicBezTo>
                    <a:pt x="31" y="152"/>
                    <a:pt x="25" y="154"/>
                    <a:pt x="19" y="157"/>
                  </a:cubicBezTo>
                  <a:cubicBezTo>
                    <a:pt x="19" y="136"/>
                    <a:pt x="18" y="116"/>
                    <a:pt x="18" y="95"/>
                  </a:cubicBezTo>
                  <a:cubicBezTo>
                    <a:pt x="24" y="93"/>
                    <a:pt x="30" y="90"/>
                    <a:pt x="36" y="88"/>
                  </a:cubicBezTo>
                  <a:cubicBezTo>
                    <a:pt x="36" y="81"/>
                    <a:pt x="36" y="75"/>
                    <a:pt x="35" y="68"/>
                  </a:cubicBezTo>
                  <a:cubicBezTo>
                    <a:pt x="40" y="67"/>
                    <a:pt x="44" y="66"/>
                    <a:pt x="48" y="65"/>
                  </a:cubicBezTo>
                  <a:cubicBezTo>
                    <a:pt x="48" y="71"/>
                    <a:pt x="49" y="77"/>
                    <a:pt x="49" y="83"/>
                  </a:cubicBezTo>
                  <a:cubicBezTo>
                    <a:pt x="55" y="80"/>
                    <a:pt x="61" y="78"/>
                    <a:pt x="67" y="75"/>
                  </a:cubicBezTo>
                  <a:cubicBezTo>
                    <a:pt x="67" y="69"/>
                    <a:pt x="66" y="63"/>
                    <a:pt x="66" y="57"/>
                  </a:cubicBezTo>
                  <a:cubicBezTo>
                    <a:pt x="71" y="56"/>
                    <a:pt x="75" y="54"/>
                    <a:pt x="79" y="53"/>
                  </a:cubicBezTo>
                  <a:cubicBezTo>
                    <a:pt x="79" y="59"/>
                    <a:pt x="79" y="64"/>
                    <a:pt x="79" y="70"/>
                  </a:cubicBezTo>
                  <a:cubicBezTo>
                    <a:pt x="86" y="68"/>
                    <a:pt x="92" y="65"/>
                    <a:pt x="98" y="63"/>
                  </a:cubicBezTo>
                  <a:cubicBezTo>
                    <a:pt x="98" y="57"/>
                    <a:pt x="97" y="51"/>
                    <a:pt x="97" y="46"/>
                  </a:cubicBezTo>
                  <a:cubicBezTo>
                    <a:pt x="102" y="44"/>
                    <a:pt x="106" y="43"/>
                    <a:pt x="110" y="42"/>
                  </a:cubicBezTo>
                  <a:cubicBezTo>
                    <a:pt x="110" y="47"/>
                    <a:pt x="110" y="52"/>
                    <a:pt x="110" y="57"/>
                  </a:cubicBezTo>
                  <a:cubicBezTo>
                    <a:pt x="117" y="55"/>
                    <a:pt x="123" y="52"/>
                    <a:pt x="129" y="50"/>
                  </a:cubicBezTo>
                  <a:cubicBezTo>
                    <a:pt x="129" y="45"/>
                    <a:pt x="129" y="39"/>
                    <a:pt x="129" y="34"/>
                  </a:cubicBezTo>
                  <a:cubicBezTo>
                    <a:pt x="133" y="33"/>
                    <a:pt x="137" y="31"/>
                    <a:pt x="142" y="30"/>
                  </a:cubicBezTo>
                  <a:cubicBezTo>
                    <a:pt x="142" y="35"/>
                    <a:pt x="142" y="40"/>
                    <a:pt x="142" y="45"/>
                  </a:cubicBezTo>
                  <a:close/>
                  <a:moveTo>
                    <a:pt x="70" y="729"/>
                  </a:moveTo>
                  <a:cubicBezTo>
                    <a:pt x="70" y="707"/>
                    <a:pt x="69" y="685"/>
                    <a:pt x="69" y="662"/>
                  </a:cubicBezTo>
                  <a:cubicBezTo>
                    <a:pt x="87" y="654"/>
                    <a:pt x="106" y="645"/>
                    <a:pt x="125" y="637"/>
                  </a:cubicBezTo>
                  <a:cubicBezTo>
                    <a:pt x="125" y="659"/>
                    <a:pt x="125" y="681"/>
                    <a:pt x="125" y="703"/>
                  </a:cubicBezTo>
                  <a:cubicBezTo>
                    <a:pt x="107" y="712"/>
                    <a:pt x="88" y="720"/>
                    <a:pt x="70" y="729"/>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5" name="Freeform 239">
              <a:extLst>
                <a:ext uri="{FF2B5EF4-FFF2-40B4-BE49-F238E27FC236}">
                  <a16:creationId xmlns:a16="http://schemas.microsoft.com/office/drawing/2014/main" id="{851D8B96-3DCA-4924-BC95-DD42FA17FB75}"/>
                </a:ext>
              </a:extLst>
            </p:cNvPr>
            <p:cNvSpPr>
              <a:spLocks/>
            </p:cNvSpPr>
            <p:nvPr/>
          </p:nvSpPr>
          <p:spPr bwMode="auto">
            <a:xfrm>
              <a:off x="3032" y="1298"/>
              <a:ext cx="482" cy="1998"/>
            </a:xfrm>
            <a:custGeom>
              <a:avLst/>
              <a:gdLst>
                <a:gd name="T0" fmla="*/ 0 w 204"/>
                <a:gd name="T1" fmla="*/ 0 h 844"/>
                <a:gd name="T2" fmla="*/ 181 w 204"/>
                <a:gd name="T3" fmla="*/ 72 h 844"/>
                <a:gd name="T4" fmla="*/ 184 w 204"/>
                <a:gd name="T5" fmla="*/ 165 h 844"/>
                <a:gd name="T6" fmla="*/ 185 w 204"/>
                <a:gd name="T7" fmla="*/ 214 h 844"/>
                <a:gd name="T8" fmla="*/ 187 w 204"/>
                <a:gd name="T9" fmla="*/ 281 h 844"/>
                <a:gd name="T10" fmla="*/ 188 w 204"/>
                <a:gd name="T11" fmla="*/ 331 h 844"/>
                <a:gd name="T12" fmla="*/ 190 w 204"/>
                <a:gd name="T13" fmla="*/ 397 h 844"/>
                <a:gd name="T14" fmla="*/ 191 w 204"/>
                <a:gd name="T15" fmla="*/ 447 h 844"/>
                <a:gd name="T16" fmla="*/ 193 w 204"/>
                <a:gd name="T17" fmla="*/ 514 h 844"/>
                <a:gd name="T18" fmla="*/ 195 w 204"/>
                <a:gd name="T19" fmla="*/ 563 h 844"/>
                <a:gd name="T20" fmla="*/ 197 w 204"/>
                <a:gd name="T21" fmla="*/ 630 h 844"/>
                <a:gd name="T22" fmla="*/ 199 w 204"/>
                <a:gd name="T23" fmla="*/ 680 h 844"/>
                <a:gd name="T24" fmla="*/ 204 w 204"/>
                <a:gd name="T25" fmla="*/ 844 h 844"/>
                <a:gd name="T26" fmla="*/ 46 w 204"/>
                <a:gd name="T27" fmla="*/ 771 h 844"/>
                <a:gd name="T28" fmla="*/ 0 w 204"/>
                <a:gd name="T29" fmla="*/ 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4" h="844">
                  <a:moveTo>
                    <a:pt x="0" y="0"/>
                  </a:moveTo>
                  <a:cubicBezTo>
                    <a:pt x="61" y="24"/>
                    <a:pt x="122" y="48"/>
                    <a:pt x="181" y="72"/>
                  </a:cubicBezTo>
                  <a:cubicBezTo>
                    <a:pt x="182" y="103"/>
                    <a:pt x="183" y="134"/>
                    <a:pt x="184" y="165"/>
                  </a:cubicBezTo>
                  <a:cubicBezTo>
                    <a:pt x="184" y="181"/>
                    <a:pt x="184" y="198"/>
                    <a:pt x="185" y="214"/>
                  </a:cubicBezTo>
                  <a:cubicBezTo>
                    <a:pt x="185" y="236"/>
                    <a:pt x="186" y="259"/>
                    <a:pt x="187" y="281"/>
                  </a:cubicBezTo>
                  <a:cubicBezTo>
                    <a:pt x="187" y="297"/>
                    <a:pt x="188" y="314"/>
                    <a:pt x="188" y="331"/>
                  </a:cubicBezTo>
                  <a:cubicBezTo>
                    <a:pt x="189" y="353"/>
                    <a:pt x="189" y="375"/>
                    <a:pt x="190" y="397"/>
                  </a:cubicBezTo>
                  <a:cubicBezTo>
                    <a:pt x="190" y="414"/>
                    <a:pt x="191" y="430"/>
                    <a:pt x="191" y="447"/>
                  </a:cubicBezTo>
                  <a:cubicBezTo>
                    <a:pt x="192" y="469"/>
                    <a:pt x="193" y="491"/>
                    <a:pt x="193" y="514"/>
                  </a:cubicBezTo>
                  <a:cubicBezTo>
                    <a:pt x="194" y="530"/>
                    <a:pt x="194" y="547"/>
                    <a:pt x="195" y="563"/>
                  </a:cubicBezTo>
                  <a:cubicBezTo>
                    <a:pt x="196" y="586"/>
                    <a:pt x="196" y="608"/>
                    <a:pt x="197" y="630"/>
                  </a:cubicBezTo>
                  <a:cubicBezTo>
                    <a:pt x="198" y="647"/>
                    <a:pt x="198" y="663"/>
                    <a:pt x="199" y="680"/>
                  </a:cubicBezTo>
                  <a:cubicBezTo>
                    <a:pt x="200" y="734"/>
                    <a:pt x="202" y="789"/>
                    <a:pt x="204" y="844"/>
                  </a:cubicBezTo>
                  <a:cubicBezTo>
                    <a:pt x="152" y="819"/>
                    <a:pt x="99" y="795"/>
                    <a:pt x="46" y="771"/>
                  </a:cubicBezTo>
                  <a:cubicBezTo>
                    <a:pt x="28" y="514"/>
                    <a:pt x="13" y="257"/>
                    <a:pt x="0" y="0"/>
                  </a:cubicBezTo>
                  <a:close/>
                </a:path>
              </a:pathLst>
            </a:custGeom>
            <a:solidFill>
              <a:srgbClr val="357F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6" name="Freeform 240">
              <a:extLst>
                <a:ext uri="{FF2B5EF4-FFF2-40B4-BE49-F238E27FC236}">
                  <a16:creationId xmlns:a16="http://schemas.microsoft.com/office/drawing/2014/main" id="{36BA9762-3CCB-4224-AD41-B1AE9216415E}"/>
                </a:ext>
              </a:extLst>
            </p:cNvPr>
            <p:cNvSpPr>
              <a:spLocks/>
            </p:cNvSpPr>
            <p:nvPr/>
          </p:nvSpPr>
          <p:spPr bwMode="auto">
            <a:xfrm>
              <a:off x="3514" y="2046"/>
              <a:ext cx="45" cy="176"/>
            </a:xfrm>
            <a:custGeom>
              <a:avLst/>
              <a:gdLst>
                <a:gd name="T0" fmla="*/ 2 w 19"/>
                <a:gd name="T1" fmla="*/ 74 h 74"/>
                <a:gd name="T2" fmla="*/ 0 w 19"/>
                <a:gd name="T3" fmla="*/ 8 h 74"/>
                <a:gd name="T4" fmla="*/ 18 w 19"/>
                <a:gd name="T5" fmla="*/ 0 h 74"/>
                <a:gd name="T6" fmla="*/ 19 w 19"/>
                <a:gd name="T7" fmla="*/ 67 h 74"/>
                <a:gd name="T8" fmla="*/ 2 w 19"/>
                <a:gd name="T9" fmla="*/ 74 h 74"/>
              </a:gdLst>
              <a:ahLst/>
              <a:cxnLst>
                <a:cxn ang="0">
                  <a:pos x="T0" y="T1"/>
                </a:cxn>
                <a:cxn ang="0">
                  <a:pos x="T2" y="T3"/>
                </a:cxn>
                <a:cxn ang="0">
                  <a:pos x="T4" y="T5"/>
                </a:cxn>
                <a:cxn ang="0">
                  <a:pos x="T6" y="T7"/>
                </a:cxn>
                <a:cxn ang="0">
                  <a:pos x="T8" y="T9"/>
                </a:cxn>
              </a:cxnLst>
              <a:rect l="0" t="0" r="r" b="b"/>
              <a:pathLst>
                <a:path w="19" h="74">
                  <a:moveTo>
                    <a:pt x="2" y="74"/>
                  </a:moveTo>
                  <a:cubicBezTo>
                    <a:pt x="2" y="52"/>
                    <a:pt x="1" y="30"/>
                    <a:pt x="0" y="8"/>
                  </a:cubicBezTo>
                  <a:cubicBezTo>
                    <a:pt x="6" y="5"/>
                    <a:pt x="12" y="3"/>
                    <a:pt x="18" y="0"/>
                  </a:cubicBezTo>
                  <a:cubicBezTo>
                    <a:pt x="18" y="22"/>
                    <a:pt x="19" y="45"/>
                    <a:pt x="19" y="67"/>
                  </a:cubicBezTo>
                  <a:cubicBezTo>
                    <a:pt x="14" y="69"/>
                    <a:pt x="8" y="72"/>
                    <a:pt x="2"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7" name="Freeform 241">
              <a:extLst>
                <a:ext uri="{FF2B5EF4-FFF2-40B4-BE49-F238E27FC236}">
                  <a16:creationId xmlns:a16="http://schemas.microsoft.com/office/drawing/2014/main" id="{210FC46E-806A-4B95-B776-D06E682B2232}"/>
                </a:ext>
              </a:extLst>
            </p:cNvPr>
            <p:cNvSpPr>
              <a:spLocks/>
            </p:cNvSpPr>
            <p:nvPr/>
          </p:nvSpPr>
          <p:spPr bwMode="auto">
            <a:xfrm>
              <a:off x="3522" y="2321"/>
              <a:ext cx="45" cy="178"/>
            </a:xfrm>
            <a:custGeom>
              <a:avLst/>
              <a:gdLst>
                <a:gd name="T0" fmla="*/ 2 w 19"/>
                <a:gd name="T1" fmla="*/ 75 h 75"/>
                <a:gd name="T2" fmla="*/ 0 w 19"/>
                <a:gd name="T3" fmla="*/ 8 h 75"/>
                <a:gd name="T4" fmla="*/ 17 w 19"/>
                <a:gd name="T5" fmla="*/ 0 h 75"/>
                <a:gd name="T6" fmla="*/ 19 w 19"/>
                <a:gd name="T7" fmla="*/ 67 h 75"/>
                <a:gd name="T8" fmla="*/ 2 w 19"/>
                <a:gd name="T9" fmla="*/ 75 h 75"/>
              </a:gdLst>
              <a:ahLst/>
              <a:cxnLst>
                <a:cxn ang="0">
                  <a:pos x="T0" y="T1"/>
                </a:cxn>
                <a:cxn ang="0">
                  <a:pos x="T2" y="T3"/>
                </a:cxn>
                <a:cxn ang="0">
                  <a:pos x="T4" y="T5"/>
                </a:cxn>
                <a:cxn ang="0">
                  <a:pos x="T6" y="T7"/>
                </a:cxn>
                <a:cxn ang="0">
                  <a:pos x="T8" y="T9"/>
                </a:cxn>
              </a:cxnLst>
              <a:rect l="0" t="0" r="r" b="b"/>
              <a:pathLst>
                <a:path w="19" h="75">
                  <a:moveTo>
                    <a:pt x="2" y="75"/>
                  </a:moveTo>
                  <a:cubicBezTo>
                    <a:pt x="2" y="52"/>
                    <a:pt x="1" y="30"/>
                    <a:pt x="0" y="8"/>
                  </a:cubicBezTo>
                  <a:cubicBezTo>
                    <a:pt x="6" y="5"/>
                    <a:pt x="12" y="3"/>
                    <a:pt x="17" y="0"/>
                  </a:cubicBezTo>
                  <a:cubicBezTo>
                    <a:pt x="18" y="23"/>
                    <a:pt x="18" y="45"/>
                    <a:pt x="19" y="67"/>
                  </a:cubicBezTo>
                  <a:cubicBezTo>
                    <a:pt x="13" y="70"/>
                    <a:pt x="8" y="72"/>
                    <a:pt x="2" y="75"/>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8" name="Freeform 242">
              <a:extLst>
                <a:ext uri="{FF2B5EF4-FFF2-40B4-BE49-F238E27FC236}">
                  <a16:creationId xmlns:a16="http://schemas.microsoft.com/office/drawing/2014/main" id="{04DF217B-3791-4D0D-B112-EB011BD0CA28}"/>
                </a:ext>
              </a:extLst>
            </p:cNvPr>
            <p:cNvSpPr>
              <a:spLocks/>
            </p:cNvSpPr>
            <p:nvPr/>
          </p:nvSpPr>
          <p:spPr bwMode="auto">
            <a:xfrm>
              <a:off x="3507" y="1772"/>
              <a:ext cx="48" cy="175"/>
            </a:xfrm>
            <a:custGeom>
              <a:avLst/>
              <a:gdLst>
                <a:gd name="T0" fmla="*/ 2 w 20"/>
                <a:gd name="T1" fmla="*/ 74 h 74"/>
                <a:gd name="T2" fmla="*/ 0 w 20"/>
                <a:gd name="T3" fmla="*/ 7 h 74"/>
                <a:gd name="T4" fmla="*/ 18 w 20"/>
                <a:gd name="T5" fmla="*/ 0 h 74"/>
                <a:gd name="T6" fmla="*/ 20 w 20"/>
                <a:gd name="T7" fmla="*/ 67 h 74"/>
                <a:gd name="T8" fmla="*/ 2 w 20"/>
                <a:gd name="T9" fmla="*/ 74 h 74"/>
              </a:gdLst>
              <a:ahLst/>
              <a:cxnLst>
                <a:cxn ang="0">
                  <a:pos x="T0" y="T1"/>
                </a:cxn>
                <a:cxn ang="0">
                  <a:pos x="T2" y="T3"/>
                </a:cxn>
                <a:cxn ang="0">
                  <a:pos x="T4" y="T5"/>
                </a:cxn>
                <a:cxn ang="0">
                  <a:pos x="T6" y="T7"/>
                </a:cxn>
                <a:cxn ang="0">
                  <a:pos x="T8" y="T9"/>
                </a:cxn>
              </a:cxnLst>
              <a:rect l="0" t="0" r="r" b="b"/>
              <a:pathLst>
                <a:path w="20" h="74">
                  <a:moveTo>
                    <a:pt x="2" y="74"/>
                  </a:moveTo>
                  <a:cubicBezTo>
                    <a:pt x="2" y="52"/>
                    <a:pt x="1" y="29"/>
                    <a:pt x="0" y="7"/>
                  </a:cubicBezTo>
                  <a:cubicBezTo>
                    <a:pt x="6" y="5"/>
                    <a:pt x="12" y="2"/>
                    <a:pt x="18" y="0"/>
                  </a:cubicBezTo>
                  <a:cubicBezTo>
                    <a:pt x="19" y="22"/>
                    <a:pt x="19" y="44"/>
                    <a:pt x="20" y="67"/>
                  </a:cubicBezTo>
                  <a:cubicBezTo>
                    <a:pt x="14" y="69"/>
                    <a:pt x="8" y="71"/>
                    <a:pt x="2"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39" name="Freeform 243">
              <a:extLst>
                <a:ext uri="{FF2B5EF4-FFF2-40B4-BE49-F238E27FC236}">
                  <a16:creationId xmlns:a16="http://schemas.microsoft.com/office/drawing/2014/main" id="{BCA254AD-FD9B-4894-8907-2BEEEFAD295B}"/>
                </a:ext>
              </a:extLst>
            </p:cNvPr>
            <p:cNvSpPr>
              <a:spLocks/>
            </p:cNvSpPr>
            <p:nvPr/>
          </p:nvSpPr>
          <p:spPr bwMode="auto">
            <a:xfrm>
              <a:off x="3531" y="2598"/>
              <a:ext cx="43" cy="175"/>
            </a:xfrm>
            <a:custGeom>
              <a:avLst/>
              <a:gdLst>
                <a:gd name="T0" fmla="*/ 1 w 18"/>
                <a:gd name="T1" fmla="*/ 74 h 74"/>
                <a:gd name="T2" fmla="*/ 0 w 18"/>
                <a:gd name="T3" fmla="*/ 7 h 74"/>
                <a:gd name="T4" fmla="*/ 16 w 18"/>
                <a:gd name="T5" fmla="*/ 0 h 74"/>
                <a:gd name="T6" fmla="*/ 18 w 18"/>
                <a:gd name="T7" fmla="*/ 67 h 74"/>
                <a:gd name="T8" fmla="*/ 1 w 18"/>
                <a:gd name="T9" fmla="*/ 74 h 74"/>
              </a:gdLst>
              <a:ahLst/>
              <a:cxnLst>
                <a:cxn ang="0">
                  <a:pos x="T0" y="T1"/>
                </a:cxn>
                <a:cxn ang="0">
                  <a:pos x="T2" y="T3"/>
                </a:cxn>
                <a:cxn ang="0">
                  <a:pos x="T4" y="T5"/>
                </a:cxn>
                <a:cxn ang="0">
                  <a:pos x="T6" y="T7"/>
                </a:cxn>
                <a:cxn ang="0">
                  <a:pos x="T8" y="T9"/>
                </a:cxn>
              </a:cxnLst>
              <a:rect l="0" t="0" r="r" b="b"/>
              <a:pathLst>
                <a:path w="18" h="74">
                  <a:moveTo>
                    <a:pt x="1" y="74"/>
                  </a:moveTo>
                  <a:cubicBezTo>
                    <a:pt x="1" y="52"/>
                    <a:pt x="0" y="30"/>
                    <a:pt x="0" y="7"/>
                  </a:cubicBezTo>
                  <a:cubicBezTo>
                    <a:pt x="5" y="5"/>
                    <a:pt x="11" y="2"/>
                    <a:pt x="16" y="0"/>
                  </a:cubicBezTo>
                  <a:cubicBezTo>
                    <a:pt x="17" y="22"/>
                    <a:pt x="17" y="44"/>
                    <a:pt x="18" y="67"/>
                  </a:cubicBezTo>
                  <a:cubicBezTo>
                    <a:pt x="12" y="69"/>
                    <a:pt x="7" y="72"/>
                    <a:pt x="1" y="74"/>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0" name="Freeform 244">
              <a:extLst>
                <a:ext uri="{FF2B5EF4-FFF2-40B4-BE49-F238E27FC236}">
                  <a16:creationId xmlns:a16="http://schemas.microsoft.com/office/drawing/2014/main" id="{C55D2EA0-2882-4E96-B653-28CB5EA2B548}"/>
                </a:ext>
              </a:extLst>
            </p:cNvPr>
            <p:cNvSpPr>
              <a:spLocks/>
            </p:cNvSpPr>
            <p:nvPr/>
          </p:nvSpPr>
          <p:spPr bwMode="auto">
            <a:xfrm>
              <a:off x="3503" y="1509"/>
              <a:ext cx="45" cy="163"/>
            </a:xfrm>
            <a:custGeom>
              <a:avLst/>
              <a:gdLst>
                <a:gd name="T0" fmla="*/ 1 w 19"/>
                <a:gd name="T1" fmla="*/ 69 h 69"/>
                <a:gd name="T2" fmla="*/ 0 w 19"/>
                <a:gd name="T3" fmla="*/ 7 h 69"/>
                <a:gd name="T4" fmla="*/ 18 w 19"/>
                <a:gd name="T5" fmla="*/ 0 h 69"/>
                <a:gd name="T6" fmla="*/ 19 w 19"/>
                <a:gd name="T7" fmla="*/ 61 h 69"/>
                <a:gd name="T8" fmla="*/ 1 w 19"/>
                <a:gd name="T9" fmla="*/ 69 h 69"/>
              </a:gdLst>
              <a:ahLst/>
              <a:cxnLst>
                <a:cxn ang="0">
                  <a:pos x="T0" y="T1"/>
                </a:cxn>
                <a:cxn ang="0">
                  <a:pos x="T2" y="T3"/>
                </a:cxn>
                <a:cxn ang="0">
                  <a:pos x="T4" y="T5"/>
                </a:cxn>
                <a:cxn ang="0">
                  <a:pos x="T6" y="T7"/>
                </a:cxn>
                <a:cxn ang="0">
                  <a:pos x="T8" y="T9"/>
                </a:cxn>
              </a:cxnLst>
              <a:rect l="0" t="0" r="r" b="b"/>
              <a:pathLst>
                <a:path w="19" h="69">
                  <a:moveTo>
                    <a:pt x="1" y="69"/>
                  </a:moveTo>
                  <a:cubicBezTo>
                    <a:pt x="1" y="48"/>
                    <a:pt x="0" y="28"/>
                    <a:pt x="0" y="7"/>
                  </a:cubicBezTo>
                  <a:cubicBezTo>
                    <a:pt x="6" y="5"/>
                    <a:pt x="12" y="2"/>
                    <a:pt x="18" y="0"/>
                  </a:cubicBezTo>
                  <a:cubicBezTo>
                    <a:pt x="18" y="20"/>
                    <a:pt x="19" y="41"/>
                    <a:pt x="19" y="61"/>
                  </a:cubicBezTo>
                  <a:cubicBezTo>
                    <a:pt x="13" y="64"/>
                    <a:pt x="7" y="66"/>
                    <a:pt x="1" y="69"/>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1" name="Freeform 245">
              <a:extLst>
                <a:ext uri="{FF2B5EF4-FFF2-40B4-BE49-F238E27FC236}">
                  <a16:creationId xmlns:a16="http://schemas.microsoft.com/office/drawing/2014/main" id="{98DC2C72-B397-4DAE-B6C8-73F8A9A34302}"/>
                </a:ext>
              </a:extLst>
            </p:cNvPr>
            <p:cNvSpPr>
              <a:spLocks/>
            </p:cNvSpPr>
            <p:nvPr/>
          </p:nvSpPr>
          <p:spPr bwMode="auto">
            <a:xfrm>
              <a:off x="3586" y="2016"/>
              <a:ext cx="44" cy="177"/>
            </a:xfrm>
            <a:custGeom>
              <a:avLst/>
              <a:gdLst>
                <a:gd name="T0" fmla="*/ 0 w 19"/>
                <a:gd name="T1" fmla="*/ 8 h 75"/>
                <a:gd name="T2" fmla="*/ 17 w 19"/>
                <a:gd name="T3" fmla="*/ 0 h 75"/>
                <a:gd name="T4" fmla="*/ 19 w 19"/>
                <a:gd name="T5" fmla="*/ 67 h 75"/>
                <a:gd name="T6" fmla="*/ 1 w 19"/>
                <a:gd name="T7" fmla="*/ 75 h 75"/>
                <a:gd name="T8" fmla="*/ 0 w 19"/>
                <a:gd name="T9" fmla="*/ 8 h 75"/>
              </a:gdLst>
              <a:ahLst/>
              <a:cxnLst>
                <a:cxn ang="0">
                  <a:pos x="T0" y="T1"/>
                </a:cxn>
                <a:cxn ang="0">
                  <a:pos x="T2" y="T3"/>
                </a:cxn>
                <a:cxn ang="0">
                  <a:pos x="T4" y="T5"/>
                </a:cxn>
                <a:cxn ang="0">
                  <a:pos x="T6" y="T7"/>
                </a:cxn>
                <a:cxn ang="0">
                  <a:pos x="T8" y="T9"/>
                </a:cxn>
              </a:cxnLst>
              <a:rect l="0" t="0" r="r" b="b"/>
              <a:pathLst>
                <a:path w="19" h="75">
                  <a:moveTo>
                    <a:pt x="0" y="8"/>
                  </a:moveTo>
                  <a:cubicBezTo>
                    <a:pt x="6" y="5"/>
                    <a:pt x="12" y="3"/>
                    <a:pt x="17" y="0"/>
                  </a:cubicBezTo>
                  <a:cubicBezTo>
                    <a:pt x="18" y="23"/>
                    <a:pt x="18" y="45"/>
                    <a:pt x="19" y="67"/>
                  </a:cubicBezTo>
                  <a:cubicBezTo>
                    <a:pt x="13" y="70"/>
                    <a:pt x="7" y="72"/>
                    <a:pt x="1" y="75"/>
                  </a:cubicBezTo>
                  <a:cubicBezTo>
                    <a:pt x="1" y="52"/>
                    <a:pt x="0" y="30"/>
                    <a:pt x="0" y="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2" name="Freeform 246">
              <a:extLst>
                <a:ext uri="{FF2B5EF4-FFF2-40B4-BE49-F238E27FC236}">
                  <a16:creationId xmlns:a16="http://schemas.microsoft.com/office/drawing/2014/main" id="{0F258190-25C2-4F14-85D0-7C3869F24AF1}"/>
                </a:ext>
              </a:extLst>
            </p:cNvPr>
            <p:cNvSpPr>
              <a:spLocks/>
            </p:cNvSpPr>
            <p:nvPr/>
          </p:nvSpPr>
          <p:spPr bwMode="auto">
            <a:xfrm>
              <a:off x="3661" y="2262"/>
              <a:ext cx="41" cy="175"/>
            </a:xfrm>
            <a:custGeom>
              <a:avLst/>
              <a:gdLst>
                <a:gd name="T0" fmla="*/ 0 w 17"/>
                <a:gd name="T1" fmla="*/ 8 h 74"/>
                <a:gd name="T2" fmla="*/ 17 w 17"/>
                <a:gd name="T3" fmla="*/ 0 h 74"/>
                <a:gd name="T4" fmla="*/ 17 w 17"/>
                <a:gd name="T5" fmla="*/ 67 h 74"/>
                <a:gd name="T6" fmla="*/ 1 w 17"/>
                <a:gd name="T7" fmla="*/ 74 h 74"/>
                <a:gd name="T8" fmla="*/ 0 w 17"/>
                <a:gd name="T9" fmla="*/ 8 h 74"/>
              </a:gdLst>
              <a:ahLst/>
              <a:cxnLst>
                <a:cxn ang="0">
                  <a:pos x="T0" y="T1"/>
                </a:cxn>
                <a:cxn ang="0">
                  <a:pos x="T2" y="T3"/>
                </a:cxn>
                <a:cxn ang="0">
                  <a:pos x="T4" y="T5"/>
                </a:cxn>
                <a:cxn ang="0">
                  <a:pos x="T6" y="T7"/>
                </a:cxn>
                <a:cxn ang="0">
                  <a:pos x="T8" y="T9"/>
                </a:cxn>
              </a:cxnLst>
              <a:rect l="0" t="0" r="r" b="b"/>
              <a:pathLst>
                <a:path w="17" h="74">
                  <a:moveTo>
                    <a:pt x="0" y="8"/>
                  </a:moveTo>
                  <a:cubicBezTo>
                    <a:pt x="5" y="5"/>
                    <a:pt x="11" y="3"/>
                    <a:pt x="17" y="0"/>
                  </a:cubicBezTo>
                  <a:cubicBezTo>
                    <a:pt x="17" y="22"/>
                    <a:pt x="17" y="45"/>
                    <a:pt x="17" y="67"/>
                  </a:cubicBezTo>
                  <a:cubicBezTo>
                    <a:pt x="12" y="69"/>
                    <a:pt x="6" y="72"/>
                    <a:pt x="1" y="74"/>
                  </a:cubicBezTo>
                  <a:cubicBezTo>
                    <a:pt x="0" y="52"/>
                    <a:pt x="0" y="30"/>
                    <a:pt x="0" y="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3" name="Freeform 247">
              <a:extLst>
                <a:ext uri="{FF2B5EF4-FFF2-40B4-BE49-F238E27FC236}">
                  <a16:creationId xmlns:a16="http://schemas.microsoft.com/office/drawing/2014/main" id="{4760EFF6-80F3-4DEE-BB5B-1EE75D9114A8}"/>
                </a:ext>
              </a:extLst>
            </p:cNvPr>
            <p:cNvSpPr>
              <a:spLocks/>
            </p:cNvSpPr>
            <p:nvPr/>
          </p:nvSpPr>
          <p:spPr bwMode="auto">
            <a:xfrm>
              <a:off x="3664" y="2539"/>
              <a:ext cx="42" cy="175"/>
            </a:xfrm>
            <a:custGeom>
              <a:avLst/>
              <a:gdLst>
                <a:gd name="T0" fmla="*/ 17 w 18"/>
                <a:gd name="T1" fmla="*/ 0 h 74"/>
                <a:gd name="T2" fmla="*/ 18 w 18"/>
                <a:gd name="T3" fmla="*/ 66 h 74"/>
                <a:gd name="T4" fmla="*/ 2 w 18"/>
                <a:gd name="T5" fmla="*/ 74 h 74"/>
                <a:gd name="T6" fmla="*/ 0 w 18"/>
                <a:gd name="T7" fmla="*/ 7 h 74"/>
                <a:gd name="T8" fmla="*/ 17 w 18"/>
                <a:gd name="T9" fmla="*/ 0 h 74"/>
              </a:gdLst>
              <a:ahLst/>
              <a:cxnLst>
                <a:cxn ang="0">
                  <a:pos x="T0" y="T1"/>
                </a:cxn>
                <a:cxn ang="0">
                  <a:pos x="T2" y="T3"/>
                </a:cxn>
                <a:cxn ang="0">
                  <a:pos x="T4" y="T5"/>
                </a:cxn>
                <a:cxn ang="0">
                  <a:pos x="T6" y="T7"/>
                </a:cxn>
                <a:cxn ang="0">
                  <a:pos x="T8" y="T9"/>
                </a:cxn>
              </a:cxnLst>
              <a:rect l="0" t="0" r="r" b="b"/>
              <a:pathLst>
                <a:path w="18" h="74">
                  <a:moveTo>
                    <a:pt x="17" y="0"/>
                  </a:moveTo>
                  <a:cubicBezTo>
                    <a:pt x="17" y="22"/>
                    <a:pt x="18" y="44"/>
                    <a:pt x="18" y="66"/>
                  </a:cubicBezTo>
                  <a:cubicBezTo>
                    <a:pt x="13" y="69"/>
                    <a:pt x="7" y="71"/>
                    <a:pt x="2" y="74"/>
                  </a:cubicBezTo>
                  <a:cubicBezTo>
                    <a:pt x="1" y="51"/>
                    <a:pt x="1" y="29"/>
                    <a:pt x="0" y="7"/>
                  </a:cubicBezTo>
                  <a:cubicBezTo>
                    <a:pt x="6" y="4"/>
                    <a:pt x="12" y="2"/>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4" name="Freeform 248">
              <a:extLst>
                <a:ext uri="{FF2B5EF4-FFF2-40B4-BE49-F238E27FC236}">
                  <a16:creationId xmlns:a16="http://schemas.microsoft.com/office/drawing/2014/main" id="{3FB33145-678C-4BC5-BA2D-FC1FB6697D66}"/>
                </a:ext>
              </a:extLst>
            </p:cNvPr>
            <p:cNvSpPr>
              <a:spLocks/>
            </p:cNvSpPr>
            <p:nvPr/>
          </p:nvSpPr>
          <p:spPr bwMode="auto">
            <a:xfrm>
              <a:off x="3796" y="1388"/>
              <a:ext cx="43" cy="163"/>
            </a:xfrm>
            <a:custGeom>
              <a:avLst/>
              <a:gdLst>
                <a:gd name="T0" fmla="*/ 18 w 18"/>
                <a:gd name="T1" fmla="*/ 61 h 69"/>
                <a:gd name="T2" fmla="*/ 0 w 18"/>
                <a:gd name="T3" fmla="*/ 69 h 69"/>
                <a:gd name="T4" fmla="*/ 0 w 18"/>
                <a:gd name="T5" fmla="*/ 8 h 69"/>
                <a:gd name="T6" fmla="*/ 18 w 18"/>
                <a:gd name="T7" fmla="*/ 0 h 69"/>
                <a:gd name="T8" fmla="*/ 18 w 18"/>
                <a:gd name="T9" fmla="*/ 61 h 69"/>
              </a:gdLst>
              <a:ahLst/>
              <a:cxnLst>
                <a:cxn ang="0">
                  <a:pos x="T0" y="T1"/>
                </a:cxn>
                <a:cxn ang="0">
                  <a:pos x="T2" y="T3"/>
                </a:cxn>
                <a:cxn ang="0">
                  <a:pos x="T4" y="T5"/>
                </a:cxn>
                <a:cxn ang="0">
                  <a:pos x="T6" y="T7"/>
                </a:cxn>
                <a:cxn ang="0">
                  <a:pos x="T8" y="T9"/>
                </a:cxn>
              </a:cxnLst>
              <a:rect l="0" t="0" r="r" b="b"/>
              <a:pathLst>
                <a:path w="18" h="69">
                  <a:moveTo>
                    <a:pt x="18" y="61"/>
                  </a:moveTo>
                  <a:cubicBezTo>
                    <a:pt x="12" y="64"/>
                    <a:pt x="6" y="66"/>
                    <a:pt x="0" y="69"/>
                  </a:cubicBezTo>
                  <a:cubicBezTo>
                    <a:pt x="0" y="48"/>
                    <a:pt x="0" y="28"/>
                    <a:pt x="0" y="8"/>
                  </a:cubicBezTo>
                  <a:cubicBezTo>
                    <a:pt x="6" y="5"/>
                    <a:pt x="12" y="3"/>
                    <a:pt x="18" y="0"/>
                  </a:cubicBezTo>
                  <a:cubicBezTo>
                    <a:pt x="18" y="21"/>
                    <a:pt x="18" y="41"/>
                    <a:pt x="18" y="61"/>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5" name="Freeform 249">
              <a:extLst>
                <a:ext uri="{FF2B5EF4-FFF2-40B4-BE49-F238E27FC236}">
                  <a16:creationId xmlns:a16="http://schemas.microsoft.com/office/drawing/2014/main" id="{2A2D066D-F595-42DF-8D5C-759D1271DEC9}"/>
                </a:ext>
              </a:extLst>
            </p:cNvPr>
            <p:cNvSpPr>
              <a:spLocks/>
            </p:cNvSpPr>
            <p:nvPr/>
          </p:nvSpPr>
          <p:spPr bwMode="auto">
            <a:xfrm>
              <a:off x="3581" y="1741"/>
              <a:ext cx="45" cy="175"/>
            </a:xfrm>
            <a:custGeom>
              <a:avLst/>
              <a:gdLst>
                <a:gd name="T0" fmla="*/ 0 w 19"/>
                <a:gd name="T1" fmla="*/ 7 h 74"/>
                <a:gd name="T2" fmla="*/ 17 w 19"/>
                <a:gd name="T3" fmla="*/ 0 h 74"/>
                <a:gd name="T4" fmla="*/ 19 w 19"/>
                <a:gd name="T5" fmla="*/ 67 h 74"/>
                <a:gd name="T6" fmla="*/ 1 w 19"/>
                <a:gd name="T7" fmla="*/ 74 h 74"/>
                <a:gd name="T8" fmla="*/ 0 w 19"/>
                <a:gd name="T9" fmla="*/ 7 h 74"/>
              </a:gdLst>
              <a:ahLst/>
              <a:cxnLst>
                <a:cxn ang="0">
                  <a:pos x="T0" y="T1"/>
                </a:cxn>
                <a:cxn ang="0">
                  <a:pos x="T2" y="T3"/>
                </a:cxn>
                <a:cxn ang="0">
                  <a:pos x="T4" y="T5"/>
                </a:cxn>
                <a:cxn ang="0">
                  <a:pos x="T6" y="T7"/>
                </a:cxn>
                <a:cxn ang="0">
                  <a:pos x="T8" y="T9"/>
                </a:cxn>
              </a:cxnLst>
              <a:rect l="0" t="0" r="r" b="b"/>
              <a:pathLst>
                <a:path w="19" h="74">
                  <a:moveTo>
                    <a:pt x="0" y="7"/>
                  </a:moveTo>
                  <a:cubicBezTo>
                    <a:pt x="6" y="5"/>
                    <a:pt x="12" y="3"/>
                    <a:pt x="17" y="0"/>
                  </a:cubicBezTo>
                  <a:cubicBezTo>
                    <a:pt x="18" y="22"/>
                    <a:pt x="18" y="45"/>
                    <a:pt x="19" y="67"/>
                  </a:cubicBezTo>
                  <a:cubicBezTo>
                    <a:pt x="13" y="69"/>
                    <a:pt x="7" y="72"/>
                    <a:pt x="1" y="74"/>
                  </a:cubicBezTo>
                  <a:cubicBezTo>
                    <a:pt x="1" y="52"/>
                    <a:pt x="0" y="30"/>
                    <a:pt x="0"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6" name="Freeform 250">
              <a:extLst>
                <a:ext uri="{FF2B5EF4-FFF2-40B4-BE49-F238E27FC236}">
                  <a16:creationId xmlns:a16="http://schemas.microsoft.com/office/drawing/2014/main" id="{652B3784-C690-4692-8582-53FD1FB06B14}"/>
                </a:ext>
              </a:extLst>
            </p:cNvPr>
            <p:cNvSpPr>
              <a:spLocks/>
            </p:cNvSpPr>
            <p:nvPr/>
          </p:nvSpPr>
          <p:spPr bwMode="auto">
            <a:xfrm>
              <a:off x="3801" y="2477"/>
              <a:ext cx="40" cy="175"/>
            </a:xfrm>
            <a:custGeom>
              <a:avLst/>
              <a:gdLst>
                <a:gd name="T0" fmla="*/ 17 w 17"/>
                <a:gd name="T1" fmla="*/ 0 h 74"/>
                <a:gd name="T2" fmla="*/ 17 w 17"/>
                <a:gd name="T3" fmla="*/ 67 h 74"/>
                <a:gd name="T4" fmla="*/ 0 w 17"/>
                <a:gd name="T5" fmla="*/ 74 h 74"/>
                <a:gd name="T6" fmla="*/ 0 w 17"/>
                <a:gd name="T7" fmla="*/ 8 h 74"/>
                <a:gd name="T8" fmla="*/ 17 w 17"/>
                <a:gd name="T9" fmla="*/ 0 h 74"/>
              </a:gdLst>
              <a:ahLst/>
              <a:cxnLst>
                <a:cxn ang="0">
                  <a:pos x="T0" y="T1"/>
                </a:cxn>
                <a:cxn ang="0">
                  <a:pos x="T2" y="T3"/>
                </a:cxn>
                <a:cxn ang="0">
                  <a:pos x="T4" y="T5"/>
                </a:cxn>
                <a:cxn ang="0">
                  <a:pos x="T6" y="T7"/>
                </a:cxn>
                <a:cxn ang="0">
                  <a:pos x="T8" y="T9"/>
                </a:cxn>
              </a:cxnLst>
              <a:rect l="0" t="0" r="r" b="b"/>
              <a:pathLst>
                <a:path w="17" h="74">
                  <a:moveTo>
                    <a:pt x="17" y="0"/>
                  </a:moveTo>
                  <a:cubicBezTo>
                    <a:pt x="17" y="22"/>
                    <a:pt x="17" y="45"/>
                    <a:pt x="17" y="67"/>
                  </a:cubicBezTo>
                  <a:cubicBezTo>
                    <a:pt x="11" y="69"/>
                    <a:pt x="6" y="72"/>
                    <a:pt x="0" y="74"/>
                  </a:cubicBezTo>
                  <a:cubicBezTo>
                    <a:pt x="0" y="52"/>
                    <a:pt x="0" y="30"/>
                    <a:pt x="0" y="8"/>
                  </a:cubicBezTo>
                  <a:cubicBezTo>
                    <a:pt x="5" y="5"/>
                    <a:pt x="11" y="3"/>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7" name="Freeform 251">
              <a:extLst>
                <a:ext uri="{FF2B5EF4-FFF2-40B4-BE49-F238E27FC236}">
                  <a16:creationId xmlns:a16="http://schemas.microsoft.com/office/drawing/2014/main" id="{0E66B9F9-A414-4EFD-BF1F-5392300E5858}"/>
                </a:ext>
              </a:extLst>
            </p:cNvPr>
            <p:cNvSpPr>
              <a:spLocks/>
            </p:cNvSpPr>
            <p:nvPr/>
          </p:nvSpPr>
          <p:spPr bwMode="auto">
            <a:xfrm>
              <a:off x="3720" y="1419"/>
              <a:ext cx="45" cy="161"/>
            </a:xfrm>
            <a:custGeom>
              <a:avLst/>
              <a:gdLst>
                <a:gd name="T0" fmla="*/ 1 w 19"/>
                <a:gd name="T1" fmla="*/ 68 h 68"/>
                <a:gd name="T2" fmla="*/ 0 w 19"/>
                <a:gd name="T3" fmla="*/ 7 h 68"/>
                <a:gd name="T4" fmla="*/ 19 w 19"/>
                <a:gd name="T5" fmla="*/ 0 h 68"/>
                <a:gd name="T6" fmla="*/ 19 w 19"/>
                <a:gd name="T7" fmla="*/ 61 h 68"/>
                <a:gd name="T8" fmla="*/ 1 w 19"/>
                <a:gd name="T9" fmla="*/ 68 h 68"/>
              </a:gdLst>
              <a:ahLst/>
              <a:cxnLst>
                <a:cxn ang="0">
                  <a:pos x="T0" y="T1"/>
                </a:cxn>
                <a:cxn ang="0">
                  <a:pos x="T2" y="T3"/>
                </a:cxn>
                <a:cxn ang="0">
                  <a:pos x="T4" y="T5"/>
                </a:cxn>
                <a:cxn ang="0">
                  <a:pos x="T6" y="T7"/>
                </a:cxn>
                <a:cxn ang="0">
                  <a:pos x="T8" y="T9"/>
                </a:cxn>
              </a:cxnLst>
              <a:rect l="0" t="0" r="r" b="b"/>
              <a:pathLst>
                <a:path w="19" h="68">
                  <a:moveTo>
                    <a:pt x="1" y="68"/>
                  </a:moveTo>
                  <a:cubicBezTo>
                    <a:pt x="1" y="48"/>
                    <a:pt x="1" y="28"/>
                    <a:pt x="0" y="7"/>
                  </a:cubicBezTo>
                  <a:cubicBezTo>
                    <a:pt x="7" y="5"/>
                    <a:pt x="13" y="2"/>
                    <a:pt x="19" y="0"/>
                  </a:cubicBezTo>
                  <a:cubicBezTo>
                    <a:pt x="19" y="20"/>
                    <a:pt x="19" y="41"/>
                    <a:pt x="19" y="61"/>
                  </a:cubicBezTo>
                  <a:cubicBezTo>
                    <a:pt x="13" y="64"/>
                    <a:pt x="7" y="66"/>
                    <a:pt x="1" y="6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8" name="Freeform 252">
              <a:extLst>
                <a:ext uri="{FF2B5EF4-FFF2-40B4-BE49-F238E27FC236}">
                  <a16:creationId xmlns:a16="http://schemas.microsoft.com/office/drawing/2014/main" id="{EB9268EE-E70D-4D69-A541-2EEE856B7757}"/>
                </a:ext>
              </a:extLst>
            </p:cNvPr>
            <p:cNvSpPr>
              <a:spLocks/>
            </p:cNvSpPr>
            <p:nvPr/>
          </p:nvSpPr>
          <p:spPr bwMode="auto">
            <a:xfrm>
              <a:off x="3728" y="1956"/>
              <a:ext cx="42" cy="176"/>
            </a:xfrm>
            <a:custGeom>
              <a:avLst/>
              <a:gdLst>
                <a:gd name="T0" fmla="*/ 0 w 18"/>
                <a:gd name="T1" fmla="*/ 7 h 74"/>
                <a:gd name="T2" fmla="*/ 17 w 18"/>
                <a:gd name="T3" fmla="*/ 0 h 74"/>
                <a:gd name="T4" fmla="*/ 18 w 18"/>
                <a:gd name="T5" fmla="*/ 67 h 74"/>
                <a:gd name="T6" fmla="*/ 0 w 18"/>
                <a:gd name="T7" fmla="*/ 74 h 74"/>
                <a:gd name="T8" fmla="*/ 0 w 18"/>
                <a:gd name="T9" fmla="*/ 7 h 74"/>
              </a:gdLst>
              <a:ahLst/>
              <a:cxnLst>
                <a:cxn ang="0">
                  <a:pos x="T0" y="T1"/>
                </a:cxn>
                <a:cxn ang="0">
                  <a:pos x="T2" y="T3"/>
                </a:cxn>
                <a:cxn ang="0">
                  <a:pos x="T4" y="T5"/>
                </a:cxn>
                <a:cxn ang="0">
                  <a:pos x="T6" y="T7"/>
                </a:cxn>
                <a:cxn ang="0">
                  <a:pos x="T8" y="T9"/>
                </a:cxn>
              </a:cxnLst>
              <a:rect l="0" t="0" r="r" b="b"/>
              <a:pathLst>
                <a:path w="18" h="74">
                  <a:moveTo>
                    <a:pt x="0" y="7"/>
                  </a:moveTo>
                  <a:cubicBezTo>
                    <a:pt x="5" y="5"/>
                    <a:pt x="11" y="3"/>
                    <a:pt x="17" y="0"/>
                  </a:cubicBezTo>
                  <a:cubicBezTo>
                    <a:pt x="17" y="22"/>
                    <a:pt x="17" y="45"/>
                    <a:pt x="18" y="67"/>
                  </a:cubicBezTo>
                  <a:cubicBezTo>
                    <a:pt x="12" y="69"/>
                    <a:pt x="6" y="72"/>
                    <a:pt x="0" y="74"/>
                  </a:cubicBezTo>
                  <a:cubicBezTo>
                    <a:pt x="0" y="52"/>
                    <a:pt x="0" y="30"/>
                    <a:pt x="0"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49" name="Freeform 253">
              <a:extLst>
                <a:ext uri="{FF2B5EF4-FFF2-40B4-BE49-F238E27FC236}">
                  <a16:creationId xmlns:a16="http://schemas.microsoft.com/office/drawing/2014/main" id="{486C1E6F-D0F1-490E-A49F-988500C93CD9}"/>
                </a:ext>
              </a:extLst>
            </p:cNvPr>
            <p:cNvSpPr>
              <a:spLocks/>
            </p:cNvSpPr>
            <p:nvPr/>
          </p:nvSpPr>
          <p:spPr bwMode="auto">
            <a:xfrm>
              <a:off x="3730" y="2231"/>
              <a:ext cx="40" cy="178"/>
            </a:xfrm>
            <a:custGeom>
              <a:avLst/>
              <a:gdLst>
                <a:gd name="T0" fmla="*/ 0 w 17"/>
                <a:gd name="T1" fmla="*/ 8 h 75"/>
                <a:gd name="T2" fmla="*/ 17 w 17"/>
                <a:gd name="T3" fmla="*/ 0 h 75"/>
                <a:gd name="T4" fmla="*/ 17 w 17"/>
                <a:gd name="T5" fmla="*/ 67 h 75"/>
                <a:gd name="T6" fmla="*/ 1 w 17"/>
                <a:gd name="T7" fmla="*/ 75 h 75"/>
                <a:gd name="T8" fmla="*/ 0 w 17"/>
                <a:gd name="T9" fmla="*/ 8 h 75"/>
              </a:gdLst>
              <a:ahLst/>
              <a:cxnLst>
                <a:cxn ang="0">
                  <a:pos x="T0" y="T1"/>
                </a:cxn>
                <a:cxn ang="0">
                  <a:pos x="T2" y="T3"/>
                </a:cxn>
                <a:cxn ang="0">
                  <a:pos x="T4" y="T5"/>
                </a:cxn>
                <a:cxn ang="0">
                  <a:pos x="T6" y="T7"/>
                </a:cxn>
                <a:cxn ang="0">
                  <a:pos x="T8" y="T9"/>
                </a:cxn>
              </a:cxnLst>
              <a:rect l="0" t="0" r="r" b="b"/>
              <a:pathLst>
                <a:path w="17" h="75">
                  <a:moveTo>
                    <a:pt x="0" y="8"/>
                  </a:moveTo>
                  <a:cubicBezTo>
                    <a:pt x="6" y="5"/>
                    <a:pt x="11" y="3"/>
                    <a:pt x="17" y="0"/>
                  </a:cubicBezTo>
                  <a:cubicBezTo>
                    <a:pt x="17" y="23"/>
                    <a:pt x="17" y="45"/>
                    <a:pt x="17" y="67"/>
                  </a:cubicBezTo>
                  <a:cubicBezTo>
                    <a:pt x="12" y="70"/>
                    <a:pt x="6" y="72"/>
                    <a:pt x="1" y="75"/>
                  </a:cubicBezTo>
                  <a:cubicBezTo>
                    <a:pt x="0" y="52"/>
                    <a:pt x="0" y="30"/>
                    <a:pt x="0" y="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0" name="Freeform 254">
              <a:extLst>
                <a:ext uri="{FF2B5EF4-FFF2-40B4-BE49-F238E27FC236}">
                  <a16:creationId xmlns:a16="http://schemas.microsoft.com/office/drawing/2014/main" id="{90508012-1E44-4138-969B-A684486E6316}"/>
                </a:ext>
              </a:extLst>
            </p:cNvPr>
            <p:cNvSpPr>
              <a:spLocks/>
            </p:cNvSpPr>
            <p:nvPr/>
          </p:nvSpPr>
          <p:spPr bwMode="auto">
            <a:xfrm>
              <a:off x="3799" y="1926"/>
              <a:ext cx="40" cy="177"/>
            </a:xfrm>
            <a:custGeom>
              <a:avLst/>
              <a:gdLst>
                <a:gd name="T0" fmla="*/ 17 w 17"/>
                <a:gd name="T1" fmla="*/ 0 h 75"/>
                <a:gd name="T2" fmla="*/ 17 w 17"/>
                <a:gd name="T3" fmla="*/ 67 h 75"/>
                <a:gd name="T4" fmla="*/ 0 w 17"/>
                <a:gd name="T5" fmla="*/ 75 h 75"/>
                <a:gd name="T6" fmla="*/ 0 w 17"/>
                <a:gd name="T7" fmla="*/ 8 h 75"/>
                <a:gd name="T8" fmla="*/ 17 w 17"/>
                <a:gd name="T9" fmla="*/ 0 h 75"/>
              </a:gdLst>
              <a:ahLst/>
              <a:cxnLst>
                <a:cxn ang="0">
                  <a:pos x="T0" y="T1"/>
                </a:cxn>
                <a:cxn ang="0">
                  <a:pos x="T2" y="T3"/>
                </a:cxn>
                <a:cxn ang="0">
                  <a:pos x="T4" y="T5"/>
                </a:cxn>
                <a:cxn ang="0">
                  <a:pos x="T6" y="T7"/>
                </a:cxn>
                <a:cxn ang="0">
                  <a:pos x="T8" y="T9"/>
                </a:cxn>
              </a:cxnLst>
              <a:rect l="0" t="0" r="r" b="b"/>
              <a:pathLst>
                <a:path w="17" h="75">
                  <a:moveTo>
                    <a:pt x="17" y="0"/>
                  </a:moveTo>
                  <a:cubicBezTo>
                    <a:pt x="17" y="23"/>
                    <a:pt x="17" y="45"/>
                    <a:pt x="17" y="67"/>
                  </a:cubicBezTo>
                  <a:cubicBezTo>
                    <a:pt x="12" y="70"/>
                    <a:pt x="6" y="72"/>
                    <a:pt x="0" y="75"/>
                  </a:cubicBezTo>
                  <a:cubicBezTo>
                    <a:pt x="0" y="52"/>
                    <a:pt x="0" y="30"/>
                    <a:pt x="0" y="8"/>
                  </a:cubicBezTo>
                  <a:cubicBezTo>
                    <a:pt x="5" y="5"/>
                    <a:pt x="11" y="3"/>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1" name="Freeform 255">
              <a:extLst>
                <a:ext uri="{FF2B5EF4-FFF2-40B4-BE49-F238E27FC236}">
                  <a16:creationId xmlns:a16="http://schemas.microsoft.com/office/drawing/2014/main" id="{DFBD597F-AE97-4EAD-A657-FD08F5207DF2}"/>
                </a:ext>
              </a:extLst>
            </p:cNvPr>
            <p:cNvSpPr>
              <a:spLocks/>
            </p:cNvSpPr>
            <p:nvPr/>
          </p:nvSpPr>
          <p:spPr bwMode="auto">
            <a:xfrm>
              <a:off x="3725" y="1682"/>
              <a:ext cx="43" cy="175"/>
            </a:xfrm>
            <a:custGeom>
              <a:avLst/>
              <a:gdLst>
                <a:gd name="T0" fmla="*/ 0 w 18"/>
                <a:gd name="T1" fmla="*/ 7 h 74"/>
                <a:gd name="T2" fmla="*/ 17 w 18"/>
                <a:gd name="T3" fmla="*/ 0 h 74"/>
                <a:gd name="T4" fmla="*/ 18 w 18"/>
                <a:gd name="T5" fmla="*/ 66 h 74"/>
                <a:gd name="T6" fmla="*/ 0 w 18"/>
                <a:gd name="T7" fmla="*/ 74 h 74"/>
                <a:gd name="T8" fmla="*/ 0 w 18"/>
                <a:gd name="T9" fmla="*/ 7 h 74"/>
              </a:gdLst>
              <a:ahLst/>
              <a:cxnLst>
                <a:cxn ang="0">
                  <a:pos x="T0" y="T1"/>
                </a:cxn>
                <a:cxn ang="0">
                  <a:pos x="T2" y="T3"/>
                </a:cxn>
                <a:cxn ang="0">
                  <a:pos x="T4" y="T5"/>
                </a:cxn>
                <a:cxn ang="0">
                  <a:pos x="T6" y="T7"/>
                </a:cxn>
                <a:cxn ang="0">
                  <a:pos x="T8" y="T9"/>
                </a:cxn>
              </a:cxnLst>
              <a:rect l="0" t="0" r="r" b="b"/>
              <a:pathLst>
                <a:path w="18" h="74">
                  <a:moveTo>
                    <a:pt x="0" y="7"/>
                  </a:moveTo>
                  <a:cubicBezTo>
                    <a:pt x="5" y="5"/>
                    <a:pt x="11" y="2"/>
                    <a:pt x="17" y="0"/>
                  </a:cubicBezTo>
                  <a:cubicBezTo>
                    <a:pt x="17" y="22"/>
                    <a:pt x="18" y="44"/>
                    <a:pt x="18" y="66"/>
                  </a:cubicBezTo>
                  <a:cubicBezTo>
                    <a:pt x="12" y="69"/>
                    <a:pt x="6" y="71"/>
                    <a:pt x="0" y="74"/>
                  </a:cubicBezTo>
                  <a:cubicBezTo>
                    <a:pt x="0" y="52"/>
                    <a:pt x="0" y="29"/>
                    <a:pt x="0"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2" name="Freeform 256">
              <a:extLst>
                <a:ext uri="{FF2B5EF4-FFF2-40B4-BE49-F238E27FC236}">
                  <a16:creationId xmlns:a16="http://schemas.microsoft.com/office/drawing/2014/main" id="{002F6096-0823-462C-AB76-EF1D42627691}"/>
                </a:ext>
              </a:extLst>
            </p:cNvPr>
            <p:cNvSpPr>
              <a:spLocks/>
            </p:cNvSpPr>
            <p:nvPr/>
          </p:nvSpPr>
          <p:spPr bwMode="auto">
            <a:xfrm>
              <a:off x="3799" y="2203"/>
              <a:ext cx="42" cy="175"/>
            </a:xfrm>
            <a:custGeom>
              <a:avLst/>
              <a:gdLst>
                <a:gd name="T0" fmla="*/ 17 w 18"/>
                <a:gd name="T1" fmla="*/ 0 h 74"/>
                <a:gd name="T2" fmla="*/ 18 w 18"/>
                <a:gd name="T3" fmla="*/ 67 h 74"/>
                <a:gd name="T4" fmla="*/ 1 w 18"/>
                <a:gd name="T5" fmla="*/ 74 h 74"/>
                <a:gd name="T6" fmla="*/ 0 w 18"/>
                <a:gd name="T7" fmla="*/ 7 h 74"/>
                <a:gd name="T8" fmla="*/ 17 w 18"/>
                <a:gd name="T9" fmla="*/ 0 h 74"/>
              </a:gdLst>
              <a:ahLst/>
              <a:cxnLst>
                <a:cxn ang="0">
                  <a:pos x="T0" y="T1"/>
                </a:cxn>
                <a:cxn ang="0">
                  <a:pos x="T2" y="T3"/>
                </a:cxn>
                <a:cxn ang="0">
                  <a:pos x="T4" y="T5"/>
                </a:cxn>
                <a:cxn ang="0">
                  <a:pos x="T6" y="T7"/>
                </a:cxn>
                <a:cxn ang="0">
                  <a:pos x="T8" y="T9"/>
                </a:cxn>
              </a:cxnLst>
              <a:rect l="0" t="0" r="r" b="b"/>
              <a:pathLst>
                <a:path w="18" h="74">
                  <a:moveTo>
                    <a:pt x="17" y="0"/>
                  </a:moveTo>
                  <a:cubicBezTo>
                    <a:pt x="18" y="22"/>
                    <a:pt x="18" y="44"/>
                    <a:pt x="18" y="67"/>
                  </a:cubicBezTo>
                  <a:cubicBezTo>
                    <a:pt x="12" y="69"/>
                    <a:pt x="6" y="71"/>
                    <a:pt x="1" y="74"/>
                  </a:cubicBezTo>
                  <a:cubicBezTo>
                    <a:pt x="0" y="52"/>
                    <a:pt x="0" y="29"/>
                    <a:pt x="0" y="7"/>
                  </a:cubicBezTo>
                  <a:cubicBezTo>
                    <a:pt x="6" y="5"/>
                    <a:pt x="12" y="2"/>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3" name="Freeform 257">
              <a:extLst>
                <a:ext uri="{FF2B5EF4-FFF2-40B4-BE49-F238E27FC236}">
                  <a16:creationId xmlns:a16="http://schemas.microsoft.com/office/drawing/2014/main" id="{B7989E00-0DEF-4FE8-A90B-2AE6139EF97F}"/>
                </a:ext>
              </a:extLst>
            </p:cNvPr>
            <p:cNvSpPr>
              <a:spLocks/>
            </p:cNvSpPr>
            <p:nvPr/>
          </p:nvSpPr>
          <p:spPr bwMode="auto">
            <a:xfrm>
              <a:off x="3796" y="1651"/>
              <a:ext cx="43" cy="175"/>
            </a:xfrm>
            <a:custGeom>
              <a:avLst/>
              <a:gdLst>
                <a:gd name="T0" fmla="*/ 18 w 18"/>
                <a:gd name="T1" fmla="*/ 0 h 74"/>
                <a:gd name="T2" fmla="*/ 18 w 18"/>
                <a:gd name="T3" fmla="*/ 67 h 74"/>
                <a:gd name="T4" fmla="*/ 0 w 18"/>
                <a:gd name="T5" fmla="*/ 74 h 74"/>
                <a:gd name="T6" fmla="*/ 0 w 18"/>
                <a:gd name="T7" fmla="*/ 7 h 74"/>
                <a:gd name="T8" fmla="*/ 18 w 18"/>
                <a:gd name="T9" fmla="*/ 0 h 74"/>
              </a:gdLst>
              <a:ahLst/>
              <a:cxnLst>
                <a:cxn ang="0">
                  <a:pos x="T0" y="T1"/>
                </a:cxn>
                <a:cxn ang="0">
                  <a:pos x="T2" y="T3"/>
                </a:cxn>
                <a:cxn ang="0">
                  <a:pos x="T4" y="T5"/>
                </a:cxn>
                <a:cxn ang="0">
                  <a:pos x="T6" y="T7"/>
                </a:cxn>
                <a:cxn ang="0">
                  <a:pos x="T8" y="T9"/>
                </a:cxn>
              </a:cxnLst>
              <a:rect l="0" t="0" r="r" b="b"/>
              <a:pathLst>
                <a:path w="18" h="74">
                  <a:moveTo>
                    <a:pt x="18" y="0"/>
                  </a:moveTo>
                  <a:cubicBezTo>
                    <a:pt x="18" y="22"/>
                    <a:pt x="18" y="45"/>
                    <a:pt x="18" y="67"/>
                  </a:cubicBezTo>
                  <a:cubicBezTo>
                    <a:pt x="12" y="69"/>
                    <a:pt x="6" y="72"/>
                    <a:pt x="0" y="74"/>
                  </a:cubicBezTo>
                  <a:cubicBezTo>
                    <a:pt x="0" y="52"/>
                    <a:pt x="0" y="30"/>
                    <a:pt x="0" y="7"/>
                  </a:cubicBezTo>
                  <a:cubicBezTo>
                    <a:pt x="6" y="5"/>
                    <a:pt x="12" y="2"/>
                    <a:pt x="18"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4" name="Freeform 258">
              <a:extLst>
                <a:ext uri="{FF2B5EF4-FFF2-40B4-BE49-F238E27FC236}">
                  <a16:creationId xmlns:a16="http://schemas.microsoft.com/office/drawing/2014/main" id="{B3B4DE41-CF8D-4771-ACCB-A92A6134E75A}"/>
                </a:ext>
              </a:extLst>
            </p:cNvPr>
            <p:cNvSpPr>
              <a:spLocks/>
            </p:cNvSpPr>
            <p:nvPr/>
          </p:nvSpPr>
          <p:spPr bwMode="auto">
            <a:xfrm>
              <a:off x="3647" y="1450"/>
              <a:ext cx="45" cy="161"/>
            </a:xfrm>
            <a:custGeom>
              <a:avLst/>
              <a:gdLst>
                <a:gd name="T0" fmla="*/ 1 w 19"/>
                <a:gd name="T1" fmla="*/ 68 h 68"/>
                <a:gd name="T2" fmla="*/ 0 w 19"/>
                <a:gd name="T3" fmla="*/ 7 h 68"/>
                <a:gd name="T4" fmla="*/ 19 w 19"/>
                <a:gd name="T5" fmla="*/ 0 h 68"/>
                <a:gd name="T6" fmla="*/ 19 w 19"/>
                <a:gd name="T7" fmla="*/ 61 h 68"/>
                <a:gd name="T8" fmla="*/ 1 w 19"/>
                <a:gd name="T9" fmla="*/ 68 h 68"/>
              </a:gdLst>
              <a:ahLst/>
              <a:cxnLst>
                <a:cxn ang="0">
                  <a:pos x="T0" y="T1"/>
                </a:cxn>
                <a:cxn ang="0">
                  <a:pos x="T2" y="T3"/>
                </a:cxn>
                <a:cxn ang="0">
                  <a:pos x="T4" y="T5"/>
                </a:cxn>
                <a:cxn ang="0">
                  <a:pos x="T6" y="T7"/>
                </a:cxn>
                <a:cxn ang="0">
                  <a:pos x="T8" y="T9"/>
                </a:cxn>
              </a:cxnLst>
              <a:rect l="0" t="0" r="r" b="b"/>
              <a:pathLst>
                <a:path w="19" h="68">
                  <a:moveTo>
                    <a:pt x="1" y="68"/>
                  </a:moveTo>
                  <a:cubicBezTo>
                    <a:pt x="1" y="48"/>
                    <a:pt x="1" y="27"/>
                    <a:pt x="0" y="7"/>
                  </a:cubicBezTo>
                  <a:cubicBezTo>
                    <a:pt x="7" y="5"/>
                    <a:pt x="13" y="2"/>
                    <a:pt x="19" y="0"/>
                  </a:cubicBezTo>
                  <a:cubicBezTo>
                    <a:pt x="19" y="20"/>
                    <a:pt x="19" y="40"/>
                    <a:pt x="19" y="61"/>
                  </a:cubicBezTo>
                  <a:cubicBezTo>
                    <a:pt x="13" y="63"/>
                    <a:pt x="7" y="66"/>
                    <a:pt x="1" y="6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5" name="Freeform 259">
              <a:extLst>
                <a:ext uri="{FF2B5EF4-FFF2-40B4-BE49-F238E27FC236}">
                  <a16:creationId xmlns:a16="http://schemas.microsoft.com/office/drawing/2014/main" id="{BA115347-6DFB-449D-89AF-854066B74562}"/>
                </a:ext>
              </a:extLst>
            </p:cNvPr>
            <p:cNvSpPr>
              <a:spLocks/>
            </p:cNvSpPr>
            <p:nvPr/>
          </p:nvSpPr>
          <p:spPr bwMode="auto">
            <a:xfrm>
              <a:off x="3652" y="1710"/>
              <a:ext cx="45" cy="178"/>
            </a:xfrm>
            <a:custGeom>
              <a:avLst/>
              <a:gdLst>
                <a:gd name="T0" fmla="*/ 0 w 19"/>
                <a:gd name="T1" fmla="*/ 8 h 75"/>
                <a:gd name="T2" fmla="*/ 18 w 19"/>
                <a:gd name="T3" fmla="*/ 0 h 75"/>
                <a:gd name="T4" fmla="*/ 19 w 19"/>
                <a:gd name="T5" fmla="*/ 67 h 75"/>
                <a:gd name="T6" fmla="*/ 1 w 19"/>
                <a:gd name="T7" fmla="*/ 75 h 75"/>
                <a:gd name="T8" fmla="*/ 0 w 19"/>
                <a:gd name="T9" fmla="*/ 8 h 75"/>
              </a:gdLst>
              <a:ahLst/>
              <a:cxnLst>
                <a:cxn ang="0">
                  <a:pos x="T0" y="T1"/>
                </a:cxn>
                <a:cxn ang="0">
                  <a:pos x="T2" y="T3"/>
                </a:cxn>
                <a:cxn ang="0">
                  <a:pos x="T4" y="T5"/>
                </a:cxn>
                <a:cxn ang="0">
                  <a:pos x="T6" y="T7"/>
                </a:cxn>
                <a:cxn ang="0">
                  <a:pos x="T8" y="T9"/>
                </a:cxn>
              </a:cxnLst>
              <a:rect l="0" t="0" r="r" b="b"/>
              <a:pathLst>
                <a:path w="19" h="75">
                  <a:moveTo>
                    <a:pt x="0" y="8"/>
                  </a:moveTo>
                  <a:cubicBezTo>
                    <a:pt x="6" y="5"/>
                    <a:pt x="12" y="3"/>
                    <a:pt x="18" y="0"/>
                  </a:cubicBezTo>
                  <a:cubicBezTo>
                    <a:pt x="18" y="23"/>
                    <a:pt x="18" y="45"/>
                    <a:pt x="19" y="67"/>
                  </a:cubicBezTo>
                  <a:cubicBezTo>
                    <a:pt x="13" y="70"/>
                    <a:pt x="7" y="72"/>
                    <a:pt x="1" y="75"/>
                  </a:cubicBezTo>
                  <a:cubicBezTo>
                    <a:pt x="1" y="52"/>
                    <a:pt x="0" y="30"/>
                    <a:pt x="0" y="8"/>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6" name="Freeform 260">
              <a:extLst>
                <a:ext uri="{FF2B5EF4-FFF2-40B4-BE49-F238E27FC236}">
                  <a16:creationId xmlns:a16="http://schemas.microsoft.com/office/drawing/2014/main" id="{695A3B6A-ED1C-40BF-B580-88A89BFC4B8B}"/>
                </a:ext>
              </a:extLst>
            </p:cNvPr>
            <p:cNvSpPr>
              <a:spLocks/>
            </p:cNvSpPr>
            <p:nvPr/>
          </p:nvSpPr>
          <p:spPr bwMode="auto">
            <a:xfrm>
              <a:off x="3657" y="1987"/>
              <a:ext cx="42" cy="175"/>
            </a:xfrm>
            <a:custGeom>
              <a:avLst/>
              <a:gdLst>
                <a:gd name="T0" fmla="*/ 0 w 18"/>
                <a:gd name="T1" fmla="*/ 7 h 74"/>
                <a:gd name="T2" fmla="*/ 17 w 18"/>
                <a:gd name="T3" fmla="*/ 0 h 74"/>
                <a:gd name="T4" fmla="*/ 18 w 18"/>
                <a:gd name="T5" fmla="*/ 67 h 74"/>
                <a:gd name="T6" fmla="*/ 1 w 18"/>
                <a:gd name="T7" fmla="*/ 74 h 74"/>
                <a:gd name="T8" fmla="*/ 0 w 18"/>
                <a:gd name="T9" fmla="*/ 7 h 74"/>
              </a:gdLst>
              <a:ahLst/>
              <a:cxnLst>
                <a:cxn ang="0">
                  <a:pos x="T0" y="T1"/>
                </a:cxn>
                <a:cxn ang="0">
                  <a:pos x="T2" y="T3"/>
                </a:cxn>
                <a:cxn ang="0">
                  <a:pos x="T4" y="T5"/>
                </a:cxn>
                <a:cxn ang="0">
                  <a:pos x="T6" y="T7"/>
                </a:cxn>
                <a:cxn ang="0">
                  <a:pos x="T8" y="T9"/>
                </a:cxn>
              </a:cxnLst>
              <a:rect l="0" t="0" r="r" b="b"/>
              <a:pathLst>
                <a:path w="18" h="74">
                  <a:moveTo>
                    <a:pt x="0" y="7"/>
                  </a:moveTo>
                  <a:cubicBezTo>
                    <a:pt x="6" y="5"/>
                    <a:pt x="11" y="2"/>
                    <a:pt x="17" y="0"/>
                  </a:cubicBezTo>
                  <a:cubicBezTo>
                    <a:pt x="17" y="22"/>
                    <a:pt x="18" y="44"/>
                    <a:pt x="18" y="67"/>
                  </a:cubicBezTo>
                  <a:cubicBezTo>
                    <a:pt x="12" y="69"/>
                    <a:pt x="7" y="71"/>
                    <a:pt x="1" y="74"/>
                  </a:cubicBezTo>
                  <a:cubicBezTo>
                    <a:pt x="0" y="52"/>
                    <a:pt x="0" y="29"/>
                    <a:pt x="0"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7" name="Freeform 261">
              <a:extLst>
                <a:ext uri="{FF2B5EF4-FFF2-40B4-BE49-F238E27FC236}">
                  <a16:creationId xmlns:a16="http://schemas.microsoft.com/office/drawing/2014/main" id="{BF75B149-0728-48D9-BC4D-BCB2875F9927}"/>
                </a:ext>
              </a:extLst>
            </p:cNvPr>
            <p:cNvSpPr>
              <a:spLocks/>
            </p:cNvSpPr>
            <p:nvPr/>
          </p:nvSpPr>
          <p:spPr bwMode="auto">
            <a:xfrm>
              <a:off x="3732" y="2508"/>
              <a:ext cx="41" cy="175"/>
            </a:xfrm>
            <a:custGeom>
              <a:avLst/>
              <a:gdLst>
                <a:gd name="T0" fmla="*/ 17 w 17"/>
                <a:gd name="T1" fmla="*/ 0 h 74"/>
                <a:gd name="T2" fmla="*/ 17 w 17"/>
                <a:gd name="T3" fmla="*/ 67 h 74"/>
                <a:gd name="T4" fmla="*/ 1 w 17"/>
                <a:gd name="T5" fmla="*/ 74 h 74"/>
                <a:gd name="T6" fmla="*/ 0 w 17"/>
                <a:gd name="T7" fmla="*/ 7 h 74"/>
                <a:gd name="T8" fmla="*/ 17 w 17"/>
                <a:gd name="T9" fmla="*/ 0 h 74"/>
              </a:gdLst>
              <a:ahLst/>
              <a:cxnLst>
                <a:cxn ang="0">
                  <a:pos x="T0" y="T1"/>
                </a:cxn>
                <a:cxn ang="0">
                  <a:pos x="T2" y="T3"/>
                </a:cxn>
                <a:cxn ang="0">
                  <a:pos x="T4" y="T5"/>
                </a:cxn>
                <a:cxn ang="0">
                  <a:pos x="T6" y="T7"/>
                </a:cxn>
                <a:cxn ang="0">
                  <a:pos x="T8" y="T9"/>
                </a:cxn>
              </a:cxnLst>
              <a:rect l="0" t="0" r="r" b="b"/>
              <a:pathLst>
                <a:path w="17" h="74">
                  <a:moveTo>
                    <a:pt x="17" y="0"/>
                  </a:moveTo>
                  <a:cubicBezTo>
                    <a:pt x="17" y="22"/>
                    <a:pt x="17" y="44"/>
                    <a:pt x="17" y="67"/>
                  </a:cubicBezTo>
                  <a:cubicBezTo>
                    <a:pt x="12" y="69"/>
                    <a:pt x="6" y="72"/>
                    <a:pt x="1" y="74"/>
                  </a:cubicBezTo>
                  <a:cubicBezTo>
                    <a:pt x="1" y="52"/>
                    <a:pt x="0" y="29"/>
                    <a:pt x="0" y="7"/>
                  </a:cubicBezTo>
                  <a:cubicBezTo>
                    <a:pt x="6" y="5"/>
                    <a:pt x="11" y="2"/>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8" name="Freeform 262">
              <a:extLst>
                <a:ext uri="{FF2B5EF4-FFF2-40B4-BE49-F238E27FC236}">
                  <a16:creationId xmlns:a16="http://schemas.microsoft.com/office/drawing/2014/main" id="{A46F742B-AC9D-497F-BA0D-4E536A4C2F1A}"/>
                </a:ext>
              </a:extLst>
            </p:cNvPr>
            <p:cNvSpPr>
              <a:spLocks/>
            </p:cNvSpPr>
            <p:nvPr/>
          </p:nvSpPr>
          <p:spPr bwMode="auto">
            <a:xfrm>
              <a:off x="3576" y="1478"/>
              <a:ext cx="45" cy="163"/>
            </a:xfrm>
            <a:custGeom>
              <a:avLst/>
              <a:gdLst>
                <a:gd name="T0" fmla="*/ 1 w 19"/>
                <a:gd name="T1" fmla="*/ 69 h 69"/>
                <a:gd name="T2" fmla="*/ 0 w 19"/>
                <a:gd name="T3" fmla="*/ 8 h 69"/>
                <a:gd name="T4" fmla="*/ 18 w 19"/>
                <a:gd name="T5" fmla="*/ 0 h 69"/>
                <a:gd name="T6" fmla="*/ 19 w 19"/>
                <a:gd name="T7" fmla="*/ 61 h 69"/>
                <a:gd name="T8" fmla="*/ 1 w 19"/>
                <a:gd name="T9" fmla="*/ 69 h 69"/>
              </a:gdLst>
              <a:ahLst/>
              <a:cxnLst>
                <a:cxn ang="0">
                  <a:pos x="T0" y="T1"/>
                </a:cxn>
                <a:cxn ang="0">
                  <a:pos x="T2" y="T3"/>
                </a:cxn>
                <a:cxn ang="0">
                  <a:pos x="T4" y="T5"/>
                </a:cxn>
                <a:cxn ang="0">
                  <a:pos x="T6" y="T7"/>
                </a:cxn>
                <a:cxn ang="0">
                  <a:pos x="T8" y="T9"/>
                </a:cxn>
              </a:cxnLst>
              <a:rect l="0" t="0" r="r" b="b"/>
              <a:pathLst>
                <a:path w="19" h="69">
                  <a:moveTo>
                    <a:pt x="1" y="69"/>
                  </a:moveTo>
                  <a:cubicBezTo>
                    <a:pt x="0" y="48"/>
                    <a:pt x="0" y="28"/>
                    <a:pt x="0" y="8"/>
                  </a:cubicBezTo>
                  <a:cubicBezTo>
                    <a:pt x="6" y="5"/>
                    <a:pt x="12" y="3"/>
                    <a:pt x="18" y="0"/>
                  </a:cubicBezTo>
                  <a:cubicBezTo>
                    <a:pt x="18" y="21"/>
                    <a:pt x="18" y="41"/>
                    <a:pt x="19" y="61"/>
                  </a:cubicBezTo>
                  <a:cubicBezTo>
                    <a:pt x="13" y="64"/>
                    <a:pt x="7" y="66"/>
                    <a:pt x="1" y="69"/>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59" name="Freeform 263">
              <a:extLst>
                <a:ext uri="{FF2B5EF4-FFF2-40B4-BE49-F238E27FC236}">
                  <a16:creationId xmlns:a16="http://schemas.microsoft.com/office/drawing/2014/main" id="{A8E1E029-305A-49C8-B38B-1D2FA0F413B9}"/>
                </a:ext>
              </a:extLst>
            </p:cNvPr>
            <p:cNvSpPr>
              <a:spLocks/>
            </p:cNvSpPr>
            <p:nvPr/>
          </p:nvSpPr>
          <p:spPr bwMode="auto">
            <a:xfrm>
              <a:off x="3597" y="2567"/>
              <a:ext cx="43" cy="175"/>
            </a:xfrm>
            <a:custGeom>
              <a:avLst/>
              <a:gdLst>
                <a:gd name="T0" fmla="*/ 17 w 18"/>
                <a:gd name="T1" fmla="*/ 0 h 74"/>
                <a:gd name="T2" fmla="*/ 18 w 18"/>
                <a:gd name="T3" fmla="*/ 67 h 74"/>
                <a:gd name="T4" fmla="*/ 1 w 18"/>
                <a:gd name="T5" fmla="*/ 74 h 74"/>
                <a:gd name="T6" fmla="*/ 0 w 18"/>
                <a:gd name="T7" fmla="*/ 8 h 74"/>
                <a:gd name="T8" fmla="*/ 17 w 18"/>
                <a:gd name="T9" fmla="*/ 0 h 74"/>
              </a:gdLst>
              <a:ahLst/>
              <a:cxnLst>
                <a:cxn ang="0">
                  <a:pos x="T0" y="T1"/>
                </a:cxn>
                <a:cxn ang="0">
                  <a:pos x="T2" y="T3"/>
                </a:cxn>
                <a:cxn ang="0">
                  <a:pos x="T4" y="T5"/>
                </a:cxn>
                <a:cxn ang="0">
                  <a:pos x="T6" y="T7"/>
                </a:cxn>
                <a:cxn ang="0">
                  <a:pos x="T8" y="T9"/>
                </a:cxn>
              </a:cxnLst>
              <a:rect l="0" t="0" r="r" b="b"/>
              <a:pathLst>
                <a:path w="18" h="74">
                  <a:moveTo>
                    <a:pt x="17" y="0"/>
                  </a:moveTo>
                  <a:cubicBezTo>
                    <a:pt x="17" y="22"/>
                    <a:pt x="17" y="45"/>
                    <a:pt x="18" y="67"/>
                  </a:cubicBezTo>
                  <a:cubicBezTo>
                    <a:pt x="12" y="69"/>
                    <a:pt x="7" y="72"/>
                    <a:pt x="1" y="74"/>
                  </a:cubicBezTo>
                  <a:cubicBezTo>
                    <a:pt x="1" y="52"/>
                    <a:pt x="0" y="30"/>
                    <a:pt x="0" y="8"/>
                  </a:cubicBezTo>
                  <a:cubicBezTo>
                    <a:pt x="5" y="5"/>
                    <a:pt x="11" y="3"/>
                    <a:pt x="17" y="0"/>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0" name="Freeform 264">
              <a:extLst>
                <a:ext uri="{FF2B5EF4-FFF2-40B4-BE49-F238E27FC236}">
                  <a16:creationId xmlns:a16="http://schemas.microsoft.com/office/drawing/2014/main" id="{F65F8183-006E-489C-9F57-AB2061172B74}"/>
                </a:ext>
              </a:extLst>
            </p:cNvPr>
            <p:cNvSpPr>
              <a:spLocks/>
            </p:cNvSpPr>
            <p:nvPr/>
          </p:nvSpPr>
          <p:spPr bwMode="auto">
            <a:xfrm>
              <a:off x="3590" y="2293"/>
              <a:ext cx="45" cy="175"/>
            </a:xfrm>
            <a:custGeom>
              <a:avLst/>
              <a:gdLst>
                <a:gd name="T0" fmla="*/ 0 w 19"/>
                <a:gd name="T1" fmla="*/ 7 h 74"/>
                <a:gd name="T2" fmla="*/ 17 w 19"/>
                <a:gd name="T3" fmla="*/ 0 h 74"/>
                <a:gd name="T4" fmla="*/ 19 w 19"/>
                <a:gd name="T5" fmla="*/ 67 h 74"/>
                <a:gd name="T6" fmla="*/ 2 w 19"/>
                <a:gd name="T7" fmla="*/ 74 h 74"/>
                <a:gd name="T8" fmla="*/ 0 w 19"/>
                <a:gd name="T9" fmla="*/ 7 h 74"/>
              </a:gdLst>
              <a:ahLst/>
              <a:cxnLst>
                <a:cxn ang="0">
                  <a:pos x="T0" y="T1"/>
                </a:cxn>
                <a:cxn ang="0">
                  <a:pos x="T2" y="T3"/>
                </a:cxn>
                <a:cxn ang="0">
                  <a:pos x="T4" y="T5"/>
                </a:cxn>
                <a:cxn ang="0">
                  <a:pos x="T6" y="T7"/>
                </a:cxn>
                <a:cxn ang="0">
                  <a:pos x="T8" y="T9"/>
                </a:cxn>
              </a:cxnLst>
              <a:rect l="0" t="0" r="r" b="b"/>
              <a:pathLst>
                <a:path w="19" h="74">
                  <a:moveTo>
                    <a:pt x="0" y="7"/>
                  </a:moveTo>
                  <a:cubicBezTo>
                    <a:pt x="6" y="5"/>
                    <a:pt x="12" y="2"/>
                    <a:pt x="17" y="0"/>
                  </a:cubicBezTo>
                  <a:cubicBezTo>
                    <a:pt x="18" y="22"/>
                    <a:pt x="18" y="44"/>
                    <a:pt x="19" y="67"/>
                  </a:cubicBezTo>
                  <a:cubicBezTo>
                    <a:pt x="13" y="69"/>
                    <a:pt x="7" y="72"/>
                    <a:pt x="2" y="74"/>
                  </a:cubicBezTo>
                  <a:cubicBezTo>
                    <a:pt x="1" y="52"/>
                    <a:pt x="1" y="29"/>
                    <a:pt x="0" y="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1" name="Freeform 265">
              <a:extLst>
                <a:ext uri="{FF2B5EF4-FFF2-40B4-BE49-F238E27FC236}">
                  <a16:creationId xmlns:a16="http://schemas.microsoft.com/office/drawing/2014/main" id="{BC8D25EF-2FF7-4857-AB83-FC502042ED60}"/>
                </a:ext>
              </a:extLst>
            </p:cNvPr>
            <p:cNvSpPr>
              <a:spLocks/>
            </p:cNvSpPr>
            <p:nvPr/>
          </p:nvSpPr>
          <p:spPr bwMode="auto">
            <a:xfrm>
              <a:off x="3578" y="1622"/>
              <a:ext cx="43" cy="135"/>
            </a:xfrm>
            <a:custGeom>
              <a:avLst/>
              <a:gdLst>
                <a:gd name="T0" fmla="*/ 0 w 18"/>
                <a:gd name="T1" fmla="*/ 8 h 57"/>
                <a:gd name="T2" fmla="*/ 18 w 18"/>
                <a:gd name="T3" fmla="*/ 0 h 57"/>
                <a:gd name="T4" fmla="*/ 18 w 18"/>
                <a:gd name="T5" fmla="*/ 50 h 57"/>
                <a:gd name="T6" fmla="*/ 1 w 18"/>
                <a:gd name="T7" fmla="*/ 57 h 57"/>
                <a:gd name="T8" fmla="*/ 0 w 18"/>
                <a:gd name="T9" fmla="*/ 8 h 57"/>
              </a:gdLst>
              <a:ahLst/>
              <a:cxnLst>
                <a:cxn ang="0">
                  <a:pos x="T0" y="T1"/>
                </a:cxn>
                <a:cxn ang="0">
                  <a:pos x="T2" y="T3"/>
                </a:cxn>
                <a:cxn ang="0">
                  <a:pos x="T4" y="T5"/>
                </a:cxn>
                <a:cxn ang="0">
                  <a:pos x="T6" y="T7"/>
                </a:cxn>
                <a:cxn ang="0">
                  <a:pos x="T8" y="T9"/>
                </a:cxn>
              </a:cxnLst>
              <a:rect l="0" t="0" r="r" b="b"/>
              <a:pathLst>
                <a:path w="18" h="57">
                  <a:moveTo>
                    <a:pt x="0" y="8"/>
                  </a:moveTo>
                  <a:cubicBezTo>
                    <a:pt x="6" y="5"/>
                    <a:pt x="12" y="3"/>
                    <a:pt x="18" y="0"/>
                  </a:cubicBezTo>
                  <a:cubicBezTo>
                    <a:pt x="18" y="17"/>
                    <a:pt x="18" y="34"/>
                    <a:pt x="18" y="50"/>
                  </a:cubicBezTo>
                  <a:cubicBezTo>
                    <a:pt x="13" y="53"/>
                    <a:pt x="7" y="55"/>
                    <a:pt x="1" y="57"/>
                  </a:cubicBezTo>
                  <a:cubicBezTo>
                    <a:pt x="0" y="41"/>
                    <a:pt x="0" y="24"/>
                    <a:pt x="0" y="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2" name="Freeform 266">
              <a:extLst>
                <a:ext uri="{FF2B5EF4-FFF2-40B4-BE49-F238E27FC236}">
                  <a16:creationId xmlns:a16="http://schemas.microsoft.com/office/drawing/2014/main" id="{7EECD806-45AA-451F-8991-1B5B6ADF8EA8}"/>
                </a:ext>
              </a:extLst>
            </p:cNvPr>
            <p:cNvSpPr>
              <a:spLocks/>
            </p:cNvSpPr>
            <p:nvPr/>
          </p:nvSpPr>
          <p:spPr bwMode="auto">
            <a:xfrm>
              <a:off x="3649" y="1594"/>
              <a:ext cx="45" cy="135"/>
            </a:xfrm>
            <a:custGeom>
              <a:avLst/>
              <a:gdLst>
                <a:gd name="T0" fmla="*/ 0 w 19"/>
                <a:gd name="T1" fmla="*/ 7 h 57"/>
                <a:gd name="T2" fmla="*/ 18 w 19"/>
                <a:gd name="T3" fmla="*/ 0 h 57"/>
                <a:gd name="T4" fmla="*/ 19 w 19"/>
                <a:gd name="T5" fmla="*/ 49 h 57"/>
                <a:gd name="T6" fmla="*/ 1 w 19"/>
                <a:gd name="T7" fmla="*/ 57 h 57"/>
                <a:gd name="T8" fmla="*/ 0 w 19"/>
                <a:gd name="T9" fmla="*/ 7 h 57"/>
              </a:gdLst>
              <a:ahLst/>
              <a:cxnLst>
                <a:cxn ang="0">
                  <a:pos x="T0" y="T1"/>
                </a:cxn>
                <a:cxn ang="0">
                  <a:pos x="T2" y="T3"/>
                </a:cxn>
                <a:cxn ang="0">
                  <a:pos x="T4" y="T5"/>
                </a:cxn>
                <a:cxn ang="0">
                  <a:pos x="T6" y="T7"/>
                </a:cxn>
                <a:cxn ang="0">
                  <a:pos x="T8" y="T9"/>
                </a:cxn>
              </a:cxnLst>
              <a:rect l="0" t="0" r="r" b="b"/>
              <a:pathLst>
                <a:path w="19" h="57">
                  <a:moveTo>
                    <a:pt x="0" y="7"/>
                  </a:moveTo>
                  <a:cubicBezTo>
                    <a:pt x="6" y="5"/>
                    <a:pt x="12" y="2"/>
                    <a:pt x="18" y="0"/>
                  </a:cubicBezTo>
                  <a:cubicBezTo>
                    <a:pt x="18" y="16"/>
                    <a:pt x="19" y="33"/>
                    <a:pt x="19" y="49"/>
                  </a:cubicBezTo>
                  <a:cubicBezTo>
                    <a:pt x="13" y="52"/>
                    <a:pt x="7" y="54"/>
                    <a:pt x="1" y="57"/>
                  </a:cubicBezTo>
                  <a:cubicBezTo>
                    <a:pt x="1" y="40"/>
                    <a:pt x="1"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3" name="Freeform 267">
              <a:extLst>
                <a:ext uri="{FF2B5EF4-FFF2-40B4-BE49-F238E27FC236}">
                  <a16:creationId xmlns:a16="http://schemas.microsoft.com/office/drawing/2014/main" id="{0385B800-3D87-4035-B599-895CAA5C5C54}"/>
                </a:ext>
              </a:extLst>
            </p:cNvPr>
            <p:cNvSpPr>
              <a:spLocks/>
            </p:cNvSpPr>
            <p:nvPr/>
          </p:nvSpPr>
          <p:spPr bwMode="auto">
            <a:xfrm>
              <a:off x="3723" y="1563"/>
              <a:ext cx="42" cy="135"/>
            </a:xfrm>
            <a:custGeom>
              <a:avLst/>
              <a:gdLst>
                <a:gd name="T0" fmla="*/ 0 w 18"/>
                <a:gd name="T1" fmla="*/ 7 h 57"/>
                <a:gd name="T2" fmla="*/ 18 w 18"/>
                <a:gd name="T3" fmla="*/ 0 h 57"/>
                <a:gd name="T4" fmla="*/ 18 w 18"/>
                <a:gd name="T5" fmla="*/ 50 h 57"/>
                <a:gd name="T6" fmla="*/ 1 w 18"/>
                <a:gd name="T7" fmla="*/ 57 h 57"/>
                <a:gd name="T8" fmla="*/ 0 w 18"/>
                <a:gd name="T9" fmla="*/ 7 h 57"/>
              </a:gdLst>
              <a:ahLst/>
              <a:cxnLst>
                <a:cxn ang="0">
                  <a:pos x="T0" y="T1"/>
                </a:cxn>
                <a:cxn ang="0">
                  <a:pos x="T2" y="T3"/>
                </a:cxn>
                <a:cxn ang="0">
                  <a:pos x="T4" y="T5"/>
                </a:cxn>
                <a:cxn ang="0">
                  <a:pos x="T6" y="T7"/>
                </a:cxn>
                <a:cxn ang="0">
                  <a:pos x="T8" y="T9"/>
                </a:cxn>
              </a:cxnLst>
              <a:rect l="0" t="0" r="r" b="b"/>
              <a:pathLst>
                <a:path w="18" h="57">
                  <a:moveTo>
                    <a:pt x="0" y="7"/>
                  </a:moveTo>
                  <a:cubicBezTo>
                    <a:pt x="6" y="5"/>
                    <a:pt x="12" y="3"/>
                    <a:pt x="18" y="0"/>
                  </a:cubicBezTo>
                  <a:cubicBezTo>
                    <a:pt x="18" y="17"/>
                    <a:pt x="18" y="33"/>
                    <a:pt x="18" y="50"/>
                  </a:cubicBezTo>
                  <a:cubicBezTo>
                    <a:pt x="12" y="52"/>
                    <a:pt x="6" y="55"/>
                    <a:pt x="1" y="57"/>
                  </a:cubicBezTo>
                  <a:cubicBezTo>
                    <a:pt x="0" y="41"/>
                    <a:pt x="0"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4" name="Freeform 268">
              <a:extLst>
                <a:ext uri="{FF2B5EF4-FFF2-40B4-BE49-F238E27FC236}">
                  <a16:creationId xmlns:a16="http://schemas.microsoft.com/office/drawing/2014/main" id="{3F9C18FB-5852-4A16-9A38-1EAA2B990ECB}"/>
                </a:ext>
              </a:extLst>
            </p:cNvPr>
            <p:cNvSpPr>
              <a:spLocks/>
            </p:cNvSpPr>
            <p:nvPr/>
          </p:nvSpPr>
          <p:spPr bwMode="auto">
            <a:xfrm>
              <a:off x="3725" y="1838"/>
              <a:ext cx="43" cy="135"/>
            </a:xfrm>
            <a:custGeom>
              <a:avLst/>
              <a:gdLst>
                <a:gd name="T0" fmla="*/ 0 w 18"/>
                <a:gd name="T1" fmla="*/ 8 h 57"/>
                <a:gd name="T2" fmla="*/ 18 w 18"/>
                <a:gd name="T3" fmla="*/ 0 h 57"/>
                <a:gd name="T4" fmla="*/ 18 w 18"/>
                <a:gd name="T5" fmla="*/ 50 h 57"/>
                <a:gd name="T6" fmla="*/ 1 w 18"/>
                <a:gd name="T7" fmla="*/ 57 h 57"/>
                <a:gd name="T8" fmla="*/ 0 w 18"/>
                <a:gd name="T9" fmla="*/ 8 h 57"/>
              </a:gdLst>
              <a:ahLst/>
              <a:cxnLst>
                <a:cxn ang="0">
                  <a:pos x="T0" y="T1"/>
                </a:cxn>
                <a:cxn ang="0">
                  <a:pos x="T2" y="T3"/>
                </a:cxn>
                <a:cxn ang="0">
                  <a:pos x="T4" y="T5"/>
                </a:cxn>
                <a:cxn ang="0">
                  <a:pos x="T6" y="T7"/>
                </a:cxn>
                <a:cxn ang="0">
                  <a:pos x="T8" y="T9"/>
                </a:cxn>
              </a:cxnLst>
              <a:rect l="0" t="0" r="r" b="b"/>
              <a:pathLst>
                <a:path w="18" h="57">
                  <a:moveTo>
                    <a:pt x="0" y="8"/>
                  </a:moveTo>
                  <a:cubicBezTo>
                    <a:pt x="6" y="5"/>
                    <a:pt x="12" y="3"/>
                    <a:pt x="18" y="0"/>
                  </a:cubicBezTo>
                  <a:cubicBezTo>
                    <a:pt x="18" y="17"/>
                    <a:pt x="18" y="34"/>
                    <a:pt x="18" y="50"/>
                  </a:cubicBezTo>
                  <a:cubicBezTo>
                    <a:pt x="12" y="53"/>
                    <a:pt x="6" y="55"/>
                    <a:pt x="1" y="57"/>
                  </a:cubicBezTo>
                  <a:cubicBezTo>
                    <a:pt x="0" y="41"/>
                    <a:pt x="0" y="24"/>
                    <a:pt x="0" y="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5" name="Freeform 269">
              <a:extLst>
                <a:ext uri="{FF2B5EF4-FFF2-40B4-BE49-F238E27FC236}">
                  <a16:creationId xmlns:a16="http://schemas.microsoft.com/office/drawing/2014/main" id="{F672786A-A490-48E1-B4DA-8DC88FBCCF08}"/>
                </a:ext>
              </a:extLst>
            </p:cNvPr>
            <p:cNvSpPr>
              <a:spLocks/>
            </p:cNvSpPr>
            <p:nvPr/>
          </p:nvSpPr>
          <p:spPr bwMode="auto">
            <a:xfrm>
              <a:off x="3654" y="1869"/>
              <a:ext cx="43" cy="135"/>
            </a:xfrm>
            <a:custGeom>
              <a:avLst/>
              <a:gdLst>
                <a:gd name="T0" fmla="*/ 0 w 18"/>
                <a:gd name="T1" fmla="*/ 8 h 57"/>
                <a:gd name="T2" fmla="*/ 18 w 18"/>
                <a:gd name="T3" fmla="*/ 0 h 57"/>
                <a:gd name="T4" fmla="*/ 18 w 18"/>
                <a:gd name="T5" fmla="*/ 50 h 57"/>
                <a:gd name="T6" fmla="*/ 1 w 18"/>
                <a:gd name="T7" fmla="*/ 57 h 57"/>
                <a:gd name="T8" fmla="*/ 0 w 18"/>
                <a:gd name="T9" fmla="*/ 8 h 57"/>
              </a:gdLst>
              <a:ahLst/>
              <a:cxnLst>
                <a:cxn ang="0">
                  <a:pos x="T0" y="T1"/>
                </a:cxn>
                <a:cxn ang="0">
                  <a:pos x="T2" y="T3"/>
                </a:cxn>
                <a:cxn ang="0">
                  <a:pos x="T4" y="T5"/>
                </a:cxn>
                <a:cxn ang="0">
                  <a:pos x="T6" y="T7"/>
                </a:cxn>
                <a:cxn ang="0">
                  <a:pos x="T8" y="T9"/>
                </a:cxn>
              </a:cxnLst>
              <a:rect l="0" t="0" r="r" b="b"/>
              <a:pathLst>
                <a:path w="18" h="57">
                  <a:moveTo>
                    <a:pt x="0" y="8"/>
                  </a:moveTo>
                  <a:cubicBezTo>
                    <a:pt x="6" y="5"/>
                    <a:pt x="12" y="3"/>
                    <a:pt x="18" y="0"/>
                  </a:cubicBezTo>
                  <a:cubicBezTo>
                    <a:pt x="18" y="17"/>
                    <a:pt x="18" y="33"/>
                    <a:pt x="18" y="50"/>
                  </a:cubicBezTo>
                  <a:cubicBezTo>
                    <a:pt x="12" y="52"/>
                    <a:pt x="7" y="55"/>
                    <a:pt x="1" y="57"/>
                  </a:cubicBezTo>
                  <a:cubicBezTo>
                    <a:pt x="1" y="41"/>
                    <a:pt x="0" y="24"/>
                    <a:pt x="0" y="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6" name="Freeform 270">
              <a:extLst>
                <a:ext uri="{FF2B5EF4-FFF2-40B4-BE49-F238E27FC236}">
                  <a16:creationId xmlns:a16="http://schemas.microsoft.com/office/drawing/2014/main" id="{79B6C662-8129-40B2-8C15-39253F3BB8DD}"/>
                </a:ext>
              </a:extLst>
            </p:cNvPr>
            <p:cNvSpPr>
              <a:spLocks/>
            </p:cNvSpPr>
            <p:nvPr/>
          </p:nvSpPr>
          <p:spPr bwMode="auto">
            <a:xfrm>
              <a:off x="3583" y="1900"/>
              <a:ext cx="43" cy="134"/>
            </a:xfrm>
            <a:custGeom>
              <a:avLst/>
              <a:gdLst>
                <a:gd name="T0" fmla="*/ 0 w 18"/>
                <a:gd name="T1" fmla="*/ 7 h 57"/>
                <a:gd name="T2" fmla="*/ 18 w 18"/>
                <a:gd name="T3" fmla="*/ 0 h 57"/>
                <a:gd name="T4" fmla="*/ 18 w 18"/>
                <a:gd name="T5" fmla="*/ 49 h 57"/>
                <a:gd name="T6" fmla="*/ 1 w 18"/>
                <a:gd name="T7" fmla="*/ 57 h 57"/>
                <a:gd name="T8" fmla="*/ 0 w 18"/>
                <a:gd name="T9" fmla="*/ 7 h 57"/>
              </a:gdLst>
              <a:ahLst/>
              <a:cxnLst>
                <a:cxn ang="0">
                  <a:pos x="T0" y="T1"/>
                </a:cxn>
                <a:cxn ang="0">
                  <a:pos x="T2" y="T3"/>
                </a:cxn>
                <a:cxn ang="0">
                  <a:pos x="T4" y="T5"/>
                </a:cxn>
                <a:cxn ang="0">
                  <a:pos x="T6" y="T7"/>
                </a:cxn>
                <a:cxn ang="0">
                  <a:pos x="T8" y="T9"/>
                </a:cxn>
              </a:cxnLst>
              <a:rect l="0" t="0" r="r" b="b"/>
              <a:pathLst>
                <a:path w="18" h="57">
                  <a:moveTo>
                    <a:pt x="0" y="7"/>
                  </a:moveTo>
                  <a:cubicBezTo>
                    <a:pt x="6" y="5"/>
                    <a:pt x="12" y="2"/>
                    <a:pt x="18" y="0"/>
                  </a:cubicBezTo>
                  <a:cubicBezTo>
                    <a:pt x="18" y="16"/>
                    <a:pt x="18" y="33"/>
                    <a:pt x="18" y="49"/>
                  </a:cubicBezTo>
                  <a:cubicBezTo>
                    <a:pt x="13" y="52"/>
                    <a:pt x="7" y="54"/>
                    <a:pt x="1" y="57"/>
                  </a:cubicBezTo>
                  <a:cubicBezTo>
                    <a:pt x="1" y="40"/>
                    <a:pt x="0"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7" name="Freeform 271">
              <a:extLst>
                <a:ext uri="{FF2B5EF4-FFF2-40B4-BE49-F238E27FC236}">
                  <a16:creationId xmlns:a16="http://schemas.microsoft.com/office/drawing/2014/main" id="{DF7ED206-120C-43E1-A1C8-C1E67C96397F}"/>
                </a:ext>
              </a:extLst>
            </p:cNvPr>
            <p:cNvSpPr>
              <a:spLocks/>
            </p:cNvSpPr>
            <p:nvPr/>
          </p:nvSpPr>
          <p:spPr bwMode="auto">
            <a:xfrm>
              <a:off x="3728" y="2115"/>
              <a:ext cx="42" cy="135"/>
            </a:xfrm>
            <a:custGeom>
              <a:avLst/>
              <a:gdLst>
                <a:gd name="T0" fmla="*/ 0 w 18"/>
                <a:gd name="T1" fmla="*/ 7 h 57"/>
                <a:gd name="T2" fmla="*/ 18 w 18"/>
                <a:gd name="T3" fmla="*/ 0 h 57"/>
                <a:gd name="T4" fmla="*/ 18 w 18"/>
                <a:gd name="T5" fmla="*/ 49 h 57"/>
                <a:gd name="T6" fmla="*/ 1 w 18"/>
                <a:gd name="T7" fmla="*/ 57 h 57"/>
                <a:gd name="T8" fmla="*/ 0 w 18"/>
                <a:gd name="T9" fmla="*/ 7 h 57"/>
              </a:gdLst>
              <a:ahLst/>
              <a:cxnLst>
                <a:cxn ang="0">
                  <a:pos x="T0" y="T1"/>
                </a:cxn>
                <a:cxn ang="0">
                  <a:pos x="T2" y="T3"/>
                </a:cxn>
                <a:cxn ang="0">
                  <a:pos x="T4" y="T5"/>
                </a:cxn>
                <a:cxn ang="0">
                  <a:pos x="T6" y="T7"/>
                </a:cxn>
                <a:cxn ang="0">
                  <a:pos x="T8" y="T9"/>
                </a:cxn>
              </a:cxnLst>
              <a:rect l="0" t="0" r="r" b="b"/>
              <a:pathLst>
                <a:path w="18" h="57">
                  <a:moveTo>
                    <a:pt x="0" y="7"/>
                  </a:moveTo>
                  <a:cubicBezTo>
                    <a:pt x="6" y="5"/>
                    <a:pt x="12" y="2"/>
                    <a:pt x="18" y="0"/>
                  </a:cubicBezTo>
                  <a:cubicBezTo>
                    <a:pt x="18" y="16"/>
                    <a:pt x="18" y="33"/>
                    <a:pt x="18" y="49"/>
                  </a:cubicBezTo>
                  <a:cubicBezTo>
                    <a:pt x="12" y="52"/>
                    <a:pt x="7" y="54"/>
                    <a:pt x="1" y="57"/>
                  </a:cubicBezTo>
                  <a:cubicBezTo>
                    <a:pt x="1" y="40"/>
                    <a:pt x="0"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8" name="Freeform 272">
              <a:extLst>
                <a:ext uri="{FF2B5EF4-FFF2-40B4-BE49-F238E27FC236}">
                  <a16:creationId xmlns:a16="http://schemas.microsoft.com/office/drawing/2014/main" id="{9DA2CCEB-1162-479D-80D4-798ACA34BC10}"/>
                </a:ext>
              </a:extLst>
            </p:cNvPr>
            <p:cNvSpPr>
              <a:spLocks/>
            </p:cNvSpPr>
            <p:nvPr/>
          </p:nvSpPr>
          <p:spPr bwMode="auto">
            <a:xfrm>
              <a:off x="3659" y="2146"/>
              <a:ext cx="43" cy="135"/>
            </a:xfrm>
            <a:custGeom>
              <a:avLst/>
              <a:gdLst>
                <a:gd name="T0" fmla="*/ 0 w 18"/>
                <a:gd name="T1" fmla="*/ 7 h 57"/>
                <a:gd name="T2" fmla="*/ 17 w 18"/>
                <a:gd name="T3" fmla="*/ 0 h 57"/>
                <a:gd name="T4" fmla="*/ 18 w 18"/>
                <a:gd name="T5" fmla="*/ 49 h 57"/>
                <a:gd name="T6" fmla="*/ 1 w 18"/>
                <a:gd name="T7" fmla="*/ 57 h 57"/>
                <a:gd name="T8" fmla="*/ 0 w 18"/>
                <a:gd name="T9" fmla="*/ 7 h 57"/>
              </a:gdLst>
              <a:ahLst/>
              <a:cxnLst>
                <a:cxn ang="0">
                  <a:pos x="T0" y="T1"/>
                </a:cxn>
                <a:cxn ang="0">
                  <a:pos x="T2" y="T3"/>
                </a:cxn>
                <a:cxn ang="0">
                  <a:pos x="T4" y="T5"/>
                </a:cxn>
                <a:cxn ang="0">
                  <a:pos x="T6" y="T7"/>
                </a:cxn>
                <a:cxn ang="0">
                  <a:pos x="T8" y="T9"/>
                </a:cxn>
              </a:cxnLst>
              <a:rect l="0" t="0" r="r" b="b"/>
              <a:pathLst>
                <a:path w="18" h="57">
                  <a:moveTo>
                    <a:pt x="0" y="7"/>
                  </a:moveTo>
                  <a:cubicBezTo>
                    <a:pt x="6" y="4"/>
                    <a:pt x="11" y="2"/>
                    <a:pt x="17" y="0"/>
                  </a:cubicBezTo>
                  <a:cubicBezTo>
                    <a:pt x="17" y="16"/>
                    <a:pt x="17" y="33"/>
                    <a:pt x="18" y="49"/>
                  </a:cubicBezTo>
                  <a:cubicBezTo>
                    <a:pt x="12" y="52"/>
                    <a:pt x="6" y="54"/>
                    <a:pt x="1" y="57"/>
                  </a:cubicBezTo>
                  <a:cubicBezTo>
                    <a:pt x="0" y="40"/>
                    <a:pt x="0" y="23"/>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69" name="Freeform 273">
              <a:extLst>
                <a:ext uri="{FF2B5EF4-FFF2-40B4-BE49-F238E27FC236}">
                  <a16:creationId xmlns:a16="http://schemas.microsoft.com/office/drawing/2014/main" id="{51CFC041-235D-4566-8A23-13C1393AEAFA}"/>
                </a:ext>
              </a:extLst>
            </p:cNvPr>
            <p:cNvSpPr>
              <a:spLocks/>
            </p:cNvSpPr>
            <p:nvPr/>
          </p:nvSpPr>
          <p:spPr bwMode="auto">
            <a:xfrm>
              <a:off x="3588" y="2174"/>
              <a:ext cx="42" cy="135"/>
            </a:xfrm>
            <a:custGeom>
              <a:avLst/>
              <a:gdLst>
                <a:gd name="T0" fmla="*/ 0 w 18"/>
                <a:gd name="T1" fmla="*/ 8 h 57"/>
                <a:gd name="T2" fmla="*/ 18 w 18"/>
                <a:gd name="T3" fmla="*/ 0 h 57"/>
                <a:gd name="T4" fmla="*/ 18 w 18"/>
                <a:gd name="T5" fmla="*/ 50 h 57"/>
                <a:gd name="T6" fmla="*/ 1 w 18"/>
                <a:gd name="T7" fmla="*/ 57 h 57"/>
                <a:gd name="T8" fmla="*/ 0 w 18"/>
                <a:gd name="T9" fmla="*/ 8 h 57"/>
              </a:gdLst>
              <a:ahLst/>
              <a:cxnLst>
                <a:cxn ang="0">
                  <a:pos x="T0" y="T1"/>
                </a:cxn>
                <a:cxn ang="0">
                  <a:pos x="T2" y="T3"/>
                </a:cxn>
                <a:cxn ang="0">
                  <a:pos x="T4" y="T5"/>
                </a:cxn>
                <a:cxn ang="0">
                  <a:pos x="T6" y="T7"/>
                </a:cxn>
                <a:cxn ang="0">
                  <a:pos x="T8" y="T9"/>
                </a:cxn>
              </a:cxnLst>
              <a:rect l="0" t="0" r="r" b="b"/>
              <a:pathLst>
                <a:path w="18" h="57">
                  <a:moveTo>
                    <a:pt x="0" y="8"/>
                  </a:moveTo>
                  <a:cubicBezTo>
                    <a:pt x="6" y="5"/>
                    <a:pt x="12" y="3"/>
                    <a:pt x="18" y="0"/>
                  </a:cubicBezTo>
                  <a:cubicBezTo>
                    <a:pt x="18" y="17"/>
                    <a:pt x="18" y="33"/>
                    <a:pt x="18" y="50"/>
                  </a:cubicBezTo>
                  <a:cubicBezTo>
                    <a:pt x="13" y="52"/>
                    <a:pt x="7" y="55"/>
                    <a:pt x="1" y="57"/>
                  </a:cubicBezTo>
                  <a:cubicBezTo>
                    <a:pt x="1" y="41"/>
                    <a:pt x="1" y="24"/>
                    <a:pt x="0" y="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0" name="Freeform 274">
              <a:extLst>
                <a:ext uri="{FF2B5EF4-FFF2-40B4-BE49-F238E27FC236}">
                  <a16:creationId xmlns:a16="http://schemas.microsoft.com/office/drawing/2014/main" id="{5BAFDE2F-2E82-4F3B-BE33-9187032FE16C}"/>
                </a:ext>
              </a:extLst>
            </p:cNvPr>
            <p:cNvSpPr>
              <a:spLocks/>
            </p:cNvSpPr>
            <p:nvPr/>
          </p:nvSpPr>
          <p:spPr bwMode="auto">
            <a:xfrm>
              <a:off x="3595" y="2451"/>
              <a:ext cx="43" cy="135"/>
            </a:xfrm>
            <a:custGeom>
              <a:avLst/>
              <a:gdLst>
                <a:gd name="T0" fmla="*/ 0 w 18"/>
                <a:gd name="T1" fmla="*/ 7 h 57"/>
                <a:gd name="T2" fmla="*/ 17 w 18"/>
                <a:gd name="T3" fmla="*/ 0 h 57"/>
                <a:gd name="T4" fmla="*/ 18 w 18"/>
                <a:gd name="T5" fmla="*/ 49 h 57"/>
                <a:gd name="T6" fmla="*/ 1 w 18"/>
                <a:gd name="T7" fmla="*/ 57 h 57"/>
                <a:gd name="T8" fmla="*/ 0 w 18"/>
                <a:gd name="T9" fmla="*/ 7 h 57"/>
              </a:gdLst>
              <a:ahLst/>
              <a:cxnLst>
                <a:cxn ang="0">
                  <a:pos x="T0" y="T1"/>
                </a:cxn>
                <a:cxn ang="0">
                  <a:pos x="T2" y="T3"/>
                </a:cxn>
                <a:cxn ang="0">
                  <a:pos x="T4" y="T5"/>
                </a:cxn>
                <a:cxn ang="0">
                  <a:pos x="T6" y="T7"/>
                </a:cxn>
                <a:cxn ang="0">
                  <a:pos x="T8" y="T9"/>
                </a:cxn>
              </a:cxnLst>
              <a:rect l="0" t="0" r="r" b="b"/>
              <a:pathLst>
                <a:path w="18" h="57">
                  <a:moveTo>
                    <a:pt x="0" y="7"/>
                  </a:moveTo>
                  <a:cubicBezTo>
                    <a:pt x="5" y="5"/>
                    <a:pt x="11" y="2"/>
                    <a:pt x="17" y="0"/>
                  </a:cubicBezTo>
                  <a:cubicBezTo>
                    <a:pt x="17" y="16"/>
                    <a:pt x="17" y="33"/>
                    <a:pt x="18" y="49"/>
                  </a:cubicBezTo>
                  <a:cubicBezTo>
                    <a:pt x="12" y="52"/>
                    <a:pt x="6" y="54"/>
                    <a:pt x="1" y="57"/>
                  </a:cubicBezTo>
                  <a:cubicBezTo>
                    <a:pt x="1" y="40"/>
                    <a:pt x="0"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1" name="Freeform 275">
              <a:extLst>
                <a:ext uri="{FF2B5EF4-FFF2-40B4-BE49-F238E27FC236}">
                  <a16:creationId xmlns:a16="http://schemas.microsoft.com/office/drawing/2014/main" id="{22AB422E-1C4F-4A07-A6A0-F77F50A55740}"/>
                </a:ext>
              </a:extLst>
            </p:cNvPr>
            <p:cNvSpPr>
              <a:spLocks/>
            </p:cNvSpPr>
            <p:nvPr/>
          </p:nvSpPr>
          <p:spPr bwMode="auto">
            <a:xfrm>
              <a:off x="3664" y="2420"/>
              <a:ext cx="40" cy="135"/>
            </a:xfrm>
            <a:custGeom>
              <a:avLst/>
              <a:gdLst>
                <a:gd name="T0" fmla="*/ 0 w 17"/>
                <a:gd name="T1" fmla="*/ 7 h 57"/>
                <a:gd name="T2" fmla="*/ 16 w 17"/>
                <a:gd name="T3" fmla="*/ 0 h 57"/>
                <a:gd name="T4" fmla="*/ 17 w 17"/>
                <a:gd name="T5" fmla="*/ 50 h 57"/>
                <a:gd name="T6" fmla="*/ 0 w 17"/>
                <a:gd name="T7" fmla="*/ 57 h 57"/>
                <a:gd name="T8" fmla="*/ 0 w 17"/>
                <a:gd name="T9" fmla="*/ 7 h 57"/>
              </a:gdLst>
              <a:ahLst/>
              <a:cxnLst>
                <a:cxn ang="0">
                  <a:pos x="T0" y="T1"/>
                </a:cxn>
                <a:cxn ang="0">
                  <a:pos x="T2" y="T3"/>
                </a:cxn>
                <a:cxn ang="0">
                  <a:pos x="T4" y="T5"/>
                </a:cxn>
                <a:cxn ang="0">
                  <a:pos x="T6" y="T7"/>
                </a:cxn>
                <a:cxn ang="0">
                  <a:pos x="T8" y="T9"/>
                </a:cxn>
              </a:cxnLst>
              <a:rect l="0" t="0" r="r" b="b"/>
              <a:pathLst>
                <a:path w="17" h="57">
                  <a:moveTo>
                    <a:pt x="0" y="7"/>
                  </a:moveTo>
                  <a:cubicBezTo>
                    <a:pt x="5" y="5"/>
                    <a:pt x="11" y="2"/>
                    <a:pt x="16" y="0"/>
                  </a:cubicBezTo>
                  <a:cubicBezTo>
                    <a:pt x="17" y="16"/>
                    <a:pt x="17" y="33"/>
                    <a:pt x="17" y="50"/>
                  </a:cubicBezTo>
                  <a:cubicBezTo>
                    <a:pt x="12" y="52"/>
                    <a:pt x="6" y="54"/>
                    <a:pt x="0" y="57"/>
                  </a:cubicBezTo>
                  <a:cubicBezTo>
                    <a:pt x="0" y="40"/>
                    <a:pt x="0" y="24"/>
                    <a:pt x="0" y="7"/>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2" name="Freeform 276">
              <a:extLst>
                <a:ext uri="{FF2B5EF4-FFF2-40B4-BE49-F238E27FC236}">
                  <a16:creationId xmlns:a16="http://schemas.microsoft.com/office/drawing/2014/main" id="{0847D2A6-A181-4E8B-871A-5B84CD79E4DB}"/>
                </a:ext>
              </a:extLst>
            </p:cNvPr>
            <p:cNvSpPr>
              <a:spLocks/>
            </p:cNvSpPr>
            <p:nvPr/>
          </p:nvSpPr>
          <p:spPr bwMode="auto">
            <a:xfrm>
              <a:off x="3732" y="2390"/>
              <a:ext cx="41" cy="135"/>
            </a:xfrm>
            <a:custGeom>
              <a:avLst/>
              <a:gdLst>
                <a:gd name="T0" fmla="*/ 0 w 17"/>
                <a:gd name="T1" fmla="*/ 8 h 57"/>
                <a:gd name="T2" fmla="*/ 16 w 17"/>
                <a:gd name="T3" fmla="*/ 0 h 57"/>
                <a:gd name="T4" fmla="*/ 17 w 17"/>
                <a:gd name="T5" fmla="*/ 50 h 57"/>
                <a:gd name="T6" fmla="*/ 0 w 17"/>
                <a:gd name="T7" fmla="*/ 57 h 57"/>
                <a:gd name="T8" fmla="*/ 0 w 17"/>
                <a:gd name="T9" fmla="*/ 8 h 57"/>
              </a:gdLst>
              <a:ahLst/>
              <a:cxnLst>
                <a:cxn ang="0">
                  <a:pos x="T0" y="T1"/>
                </a:cxn>
                <a:cxn ang="0">
                  <a:pos x="T2" y="T3"/>
                </a:cxn>
                <a:cxn ang="0">
                  <a:pos x="T4" y="T5"/>
                </a:cxn>
                <a:cxn ang="0">
                  <a:pos x="T6" y="T7"/>
                </a:cxn>
                <a:cxn ang="0">
                  <a:pos x="T8" y="T9"/>
                </a:cxn>
              </a:cxnLst>
              <a:rect l="0" t="0" r="r" b="b"/>
              <a:pathLst>
                <a:path w="17" h="57">
                  <a:moveTo>
                    <a:pt x="0" y="8"/>
                  </a:moveTo>
                  <a:cubicBezTo>
                    <a:pt x="5" y="5"/>
                    <a:pt x="11" y="3"/>
                    <a:pt x="16" y="0"/>
                  </a:cubicBezTo>
                  <a:cubicBezTo>
                    <a:pt x="17" y="17"/>
                    <a:pt x="17" y="33"/>
                    <a:pt x="17" y="50"/>
                  </a:cubicBezTo>
                  <a:cubicBezTo>
                    <a:pt x="11" y="52"/>
                    <a:pt x="6" y="55"/>
                    <a:pt x="0" y="57"/>
                  </a:cubicBezTo>
                  <a:cubicBezTo>
                    <a:pt x="0" y="41"/>
                    <a:pt x="0" y="24"/>
                    <a:pt x="0" y="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3" name="Freeform 277">
              <a:extLst>
                <a:ext uri="{FF2B5EF4-FFF2-40B4-BE49-F238E27FC236}">
                  <a16:creationId xmlns:a16="http://schemas.microsoft.com/office/drawing/2014/main" id="{8F97531F-73D3-4A8C-8F56-140CD3785DD3}"/>
                </a:ext>
              </a:extLst>
            </p:cNvPr>
            <p:cNvSpPr>
              <a:spLocks/>
            </p:cNvSpPr>
            <p:nvPr/>
          </p:nvSpPr>
          <p:spPr bwMode="auto">
            <a:xfrm>
              <a:off x="4083" y="2676"/>
              <a:ext cx="144" cy="431"/>
            </a:xfrm>
            <a:custGeom>
              <a:avLst/>
              <a:gdLst>
                <a:gd name="T0" fmla="*/ 3 w 61"/>
                <a:gd name="T1" fmla="*/ 26 h 182"/>
                <a:gd name="T2" fmla="*/ 61 w 61"/>
                <a:gd name="T3" fmla="*/ 0 h 182"/>
                <a:gd name="T4" fmla="*/ 56 w 61"/>
                <a:gd name="T5" fmla="*/ 156 h 182"/>
                <a:gd name="T6" fmla="*/ 56 w 61"/>
                <a:gd name="T7" fmla="*/ 157 h 182"/>
                <a:gd name="T8" fmla="*/ 0 w 61"/>
                <a:gd name="T9" fmla="*/ 182 h 182"/>
                <a:gd name="T10" fmla="*/ 0 w 61"/>
                <a:gd name="T11" fmla="*/ 182 h 182"/>
                <a:gd name="T12" fmla="*/ 3 w 61"/>
                <a:gd name="T13" fmla="*/ 26 h 182"/>
              </a:gdLst>
              <a:ahLst/>
              <a:cxnLst>
                <a:cxn ang="0">
                  <a:pos x="T0" y="T1"/>
                </a:cxn>
                <a:cxn ang="0">
                  <a:pos x="T2" y="T3"/>
                </a:cxn>
                <a:cxn ang="0">
                  <a:pos x="T4" y="T5"/>
                </a:cxn>
                <a:cxn ang="0">
                  <a:pos x="T6" y="T7"/>
                </a:cxn>
                <a:cxn ang="0">
                  <a:pos x="T8" y="T9"/>
                </a:cxn>
                <a:cxn ang="0">
                  <a:pos x="T10" y="T11"/>
                </a:cxn>
                <a:cxn ang="0">
                  <a:pos x="T12" y="T13"/>
                </a:cxn>
              </a:cxnLst>
              <a:rect l="0" t="0" r="r" b="b"/>
              <a:pathLst>
                <a:path w="61" h="182">
                  <a:moveTo>
                    <a:pt x="3" y="26"/>
                  </a:moveTo>
                  <a:cubicBezTo>
                    <a:pt x="22" y="17"/>
                    <a:pt x="41" y="9"/>
                    <a:pt x="61" y="0"/>
                  </a:cubicBezTo>
                  <a:cubicBezTo>
                    <a:pt x="59" y="52"/>
                    <a:pt x="57" y="104"/>
                    <a:pt x="56" y="156"/>
                  </a:cubicBezTo>
                  <a:cubicBezTo>
                    <a:pt x="56" y="157"/>
                    <a:pt x="56" y="157"/>
                    <a:pt x="56" y="157"/>
                  </a:cubicBezTo>
                  <a:cubicBezTo>
                    <a:pt x="37" y="165"/>
                    <a:pt x="18" y="174"/>
                    <a:pt x="0" y="182"/>
                  </a:cubicBezTo>
                  <a:cubicBezTo>
                    <a:pt x="0" y="182"/>
                    <a:pt x="0" y="182"/>
                    <a:pt x="0" y="182"/>
                  </a:cubicBezTo>
                  <a:cubicBezTo>
                    <a:pt x="1" y="130"/>
                    <a:pt x="2" y="78"/>
                    <a:pt x="3" y="26"/>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4" name="Freeform 278">
              <a:extLst>
                <a:ext uri="{FF2B5EF4-FFF2-40B4-BE49-F238E27FC236}">
                  <a16:creationId xmlns:a16="http://schemas.microsoft.com/office/drawing/2014/main" id="{7F0271C9-9E97-4381-B2AD-F95494EA826F}"/>
                </a:ext>
              </a:extLst>
            </p:cNvPr>
            <p:cNvSpPr>
              <a:spLocks/>
            </p:cNvSpPr>
            <p:nvPr/>
          </p:nvSpPr>
          <p:spPr bwMode="auto">
            <a:xfrm>
              <a:off x="3623" y="2809"/>
              <a:ext cx="133" cy="218"/>
            </a:xfrm>
            <a:custGeom>
              <a:avLst/>
              <a:gdLst>
                <a:gd name="T0" fmla="*/ 0 w 56"/>
                <a:gd name="T1" fmla="*/ 25 h 92"/>
                <a:gd name="T2" fmla="*/ 56 w 56"/>
                <a:gd name="T3" fmla="*/ 0 h 92"/>
                <a:gd name="T4" fmla="*/ 56 w 56"/>
                <a:gd name="T5" fmla="*/ 66 h 92"/>
                <a:gd name="T6" fmla="*/ 1 w 56"/>
                <a:gd name="T7" fmla="*/ 92 h 92"/>
                <a:gd name="T8" fmla="*/ 0 w 56"/>
                <a:gd name="T9" fmla="*/ 25 h 92"/>
              </a:gdLst>
              <a:ahLst/>
              <a:cxnLst>
                <a:cxn ang="0">
                  <a:pos x="T0" y="T1"/>
                </a:cxn>
                <a:cxn ang="0">
                  <a:pos x="T2" y="T3"/>
                </a:cxn>
                <a:cxn ang="0">
                  <a:pos x="T4" y="T5"/>
                </a:cxn>
                <a:cxn ang="0">
                  <a:pos x="T6" y="T7"/>
                </a:cxn>
                <a:cxn ang="0">
                  <a:pos x="T8" y="T9"/>
                </a:cxn>
              </a:cxnLst>
              <a:rect l="0" t="0" r="r" b="b"/>
              <a:pathLst>
                <a:path w="56" h="92">
                  <a:moveTo>
                    <a:pt x="0" y="25"/>
                  </a:moveTo>
                  <a:cubicBezTo>
                    <a:pt x="18" y="17"/>
                    <a:pt x="37" y="8"/>
                    <a:pt x="56" y="0"/>
                  </a:cubicBezTo>
                  <a:cubicBezTo>
                    <a:pt x="56" y="22"/>
                    <a:pt x="56" y="44"/>
                    <a:pt x="56" y="66"/>
                  </a:cubicBezTo>
                  <a:cubicBezTo>
                    <a:pt x="38" y="75"/>
                    <a:pt x="19" y="83"/>
                    <a:pt x="1" y="92"/>
                  </a:cubicBezTo>
                  <a:cubicBezTo>
                    <a:pt x="1" y="70"/>
                    <a:pt x="0" y="48"/>
                    <a:pt x="0" y="25"/>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5" name="Freeform 279">
              <a:extLst>
                <a:ext uri="{FF2B5EF4-FFF2-40B4-BE49-F238E27FC236}">
                  <a16:creationId xmlns:a16="http://schemas.microsoft.com/office/drawing/2014/main" id="{ED43890F-AC4A-43C5-BA4B-36ADC2130EB0}"/>
                </a:ext>
              </a:extLst>
            </p:cNvPr>
            <p:cNvSpPr>
              <a:spLocks/>
            </p:cNvSpPr>
            <p:nvPr/>
          </p:nvSpPr>
          <p:spPr bwMode="auto">
            <a:xfrm>
              <a:off x="4386" y="2475"/>
              <a:ext cx="147" cy="218"/>
            </a:xfrm>
            <a:custGeom>
              <a:avLst/>
              <a:gdLst>
                <a:gd name="T0" fmla="*/ 58 w 62"/>
                <a:gd name="T1" fmla="*/ 67 h 92"/>
                <a:gd name="T2" fmla="*/ 0 w 62"/>
                <a:gd name="T3" fmla="*/ 92 h 92"/>
                <a:gd name="T4" fmla="*/ 3 w 62"/>
                <a:gd name="T5" fmla="*/ 26 h 92"/>
                <a:gd name="T6" fmla="*/ 62 w 62"/>
                <a:gd name="T7" fmla="*/ 0 h 92"/>
                <a:gd name="T8" fmla="*/ 58 w 62"/>
                <a:gd name="T9" fmla="*/ 67 h 92"/>
              </a:gdLst>
              <a:ahLst/>
              <a:cxnLst>
                <a:cxn ang="0">
                  <a:pos x="T0" y="T1"/>
                </a:cxn>
                <a:cxn ang="0">
                  <a:pos x="T2" y="T3"/>
                </a:cxn>
                <a:cxn ang="0">
                  <a:pos x="T4" y="T5"/>
                </a:cxn>
                <a:cxn ang="0">
                  <a:pos x="T6" y="T7"/>
                </a:cxn>
                <a:cxn ang="0">
                  <a:pos x="T8" y="T9"/>
                </a:cxn>
              </a:cxnLst>
              <a:rect l="0" t="0" r="r" b="b"/>
              <a:pathLst>
                <a:path w="62" h="92">
                  <a:moveTo>
                    <a:pt x="58" y="67"/>
                  </a:moveTo>
                  <a:cubicBezTo>
                    <a:pt x="39" y="75"/>
                    <a:pt x="19" y="84"/>
                    <a:pt x="0" y="92"/>
                  </a:cubicBezTo>
                  <a:cubicBezTo>
                    <a:pt x="1" y="70"/>
                    <a:pt x="2" y="48"/>
                    <a:pt x="3" y="26"/>
                  </a:cubicBezTo>
                  <a:cubicBezTo>
                    <a:pt x="22" y="17"/>
                    <a:pt x="42" y="9"/>
                    <a:pt x="62" y="0"/>
                  </a:cubicBezTo>
                  <a:cubicBezTo>
                    <a:pt x="61" y="22"/>
                    <a:pt x="60" y="44"/>
                    <a:pt x="58" y="67"/>
                  </a:cubicBezTo>
                  <a:close/>
                </a:path>
              </a:pathLst>
            </a:custGeom>
            <a:solidFill>
              <a:srgbClr val="0E33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6" name="Freeform 280">
              <a:extLst>
                <a:ext uri="{FF2B5EF4-FFF2-40B4-BE49-F238E27FC236}">
                  <a16:creationId xmlns:a16="http://schemas.microsoft.com/office/drawing/2014/main" id="{B190F3A8-EE20-44CE-9479-DDEDC079F114}"/>
                </a:ext>
              </a:extLst>
            </p:cNvPr>
            <p:cNvSpPr>
              <a:spLocks/>
            </p:cNvSpPr>
            <p:nvPr/>
          </p:nvSpPr>
          <p:spPr bwMode="auto">
            <a:xfrm>
              <a:off x="3765" y="1371"/>
              <a:ext cx="36" cy="1319"/>
            </a:xfrm>
            <a:custGeom>
              <a:avLst/>
              <a:gdLst>
                <a:gd name="T0" fmla="*/ 13 w 15"/>
                <a:gd name="T1" fmla="*/ 125 h 557"/>
                <a:gd name="T2" fmla="*/ 13 w 15"/>
                <a:gd name="T3" fmla="*/ 192 h 557"/>
                <a:gd name="T4" fmla="*/ 14 w 15"/>
                <a:gd name="T5" fmla="*/ 242 h 557"/>
                <a:gd name="T6" fmla="*/ 14 w 15"/>
                <a:gd name="T7" fmla="*/ 309 h 557"/>
                <a:gd name="T8" fmla="*/ 14 w 15"/>
                <a:gd name="T9" fmla="*/ 358 h 557"/>
                <a:gd name="T10" fmla="*/ 15 w 15"/>
                <a:gd name="T11" fmla="*/ 425 h 557"/>
                <a:gd name="T12" fmla="*/ 15 w 15"/>
                <a:gd name="T13" fmla="*/ 475 h 557"/>
                <a:gd name="T14" fmla="*/ 15 w 15"/>
                <a:gd name="T15" fmla="*/ 541 h 557"/>
                <a:gd name="T16" fmla="*/ 15 w 15"/>
                <a:gd name="T17" fmla="*/ 553 h 557"/>
                <a:gd name="T18" fmla="*/ 3 w 15"/>
                <a:gd name="T19" fmla="*/ 557 h 557"/>
                <a:gd name="T20" fmla="*/ 3 w 15"/>
                <a:gd name="T21" fmla="*/ 547 h 557"/>
                <a:gd name="T22" fmla="*/ 3 w 15"/>
                <a:gd name="T23" fmla="*/ 480 h 557"/>
                <a:gd name="T24" fmla="*/ 2 w 15"/>
                <a:gd name="T25" fmla="*/ 430 h 557"/>
                <a:gd name="T26" fmla="*/ 2 w 15"/>
                <a:gd name="T27" fmla="*/ 363 h 557"/>
                <a:gd name="T28" fmla="*/ 2 w 15"/>
                <a:gd name="T29" fmla="*/ 314 h 557"/>
                <a:gd name="T30" fmla="*/ 1 w 15"/>
                <a:gd name="T31" fmla="*/ 247 h 557"/>
                <a:gd name="T32" fmla="*/ 1 w 15"/>
                <a:gd name="T33" fmla="*/ 197 h 557"/>
                <a:gd name="T34" fmla="*/ 0 w 15"/>
                <a:gd name="T35" fmla="*/ 131 h 557"/>
                <a:gd name="T36" fmla="*/ 0 w 15"/>
                <a:gd name="T37" fmla="*/ 81 h 557"/>
                <a:gd name="T38" fmla="*/ 0 w 15"/>
                <a:gd name="T39" fmla="*/ 20 h 557"/>
                <a:gd name="T40" fmla="*/ 0 w 15"/>
                <a:gd name="T41" fmla="*/ 4 h 557"/>
                <a:gd name="T42" fmla="*/ 13 w 15"/>
                <a:gd name="T43" fmla="*/ 0 h 557"/>
                <a:gd name="T44" fmla="*/ 13 w 15"/>
                <a:gd name="T45" fmla="*/ 15 h 557"/>
                <a:gd name="T46" fmla="*/ 13 w 15"/>
                <a:gd name="T47" fmla="*/ 76 h 557"/>
                <a:gd name="T48" fmla="*/ 13 w 15"/>
                <a:gd name="T49" fmla="*/ 125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 h="557">
                  <a:moveTo>
                    <a:pt x="13" y="125"/>
                  </a:moveTo>
                  <a:cubicBezTo>
                    <a:pt x="13" y="148"/>
                    <a:pt x="13" y="170"/>
                    <a:pt x="13" y="192"/>
                  </a:cubicBezTo>
                  <a:cubicBezTo>
                    <a:pt x="13" y="209"/>
                    <a:pt x="14" y="225"/>
                    <a:pt x="14" y="242"/>
                  </a:cubicBezTo>
                  <a:cubicBezTo>
                    <a:pt x="14" y="264"/>
                    <a:pt x="14" y="286"/>
                    <a:pt x="14" y="309"/>
                  </a:cubicBezTo>
                  <a:cubicBezTo>
                    <a:pt x="14" y="325"/>
                    <a:pt x="14" y="342"/>
                    <a:pt x="14" y="358"/>
                  </a:cubicBezTo>
                  <a:cubicBezTo>
                    <a:pt x="14" y="380"/>
                    <a:pt x="14" y="403"/>
                    <a:pt x="15" y="425"/>
                  </a:cubicBezTo>
                  <a:cubicBezTo>
                    <a:pt x="15" y="441"/>
                    <a:pt x="15" y="458"/>
                    <a:pt x="15" y="475"/>
                  </a:cubicBezTo>
                  <a:cubicBezTo>
                    <a:pt x="15" y="497"/>
                    <a:pt x="15" y="519"/>
                    <a:pt x="15" y="541"/>
                  </a:cubicBezTo>
                  <a:cubicBezTo>
                    <a:pt x="15" y="545"/>
                    <a:pt x="15" y="549"/>
                    <a:pt x="15" y="553"/>
                  </a:cubicBezTo>
                  <a:cubicBezTo>
                    <a:pt x="11" y="554"/>
                    <a:pt x="7" y="556"/>
                    <a:pt x="3" y="557"/>
                  </a:cubicBezTo>
                  <a:cubicBezTo>
                    <a:pt x="3" y="554"/>
                    <a:pt x="3" y="550"/>
                    <a:pt x="3" y="547"/>
                  </a:cubicBezTo>
                  <a:cubicBezTo>
                    <a:pt x="3" y="524"/>
                    <a:pt x="3" y="502"/>
                    <a:pt x="3" y="480"/>
                  </a:cubicBezTo>
                  <a:cubicBezTo>
                    <a:pt x="3" y="463"/>
                    <a:pt x="3" y="447"/>
                    <a:pt x="2" y="430"/>
                  </a:cubicBezTo>
                  <a:cubicBezTo>
                    <a:pt x="2" y="408"/>
                    <a:pt x="2" y="386"/>
                    <a:pt x="2" y="363"/>
                  </a:cubicBezTo>
                  <a:cubicBezTo>
                    <a:pt x="2" y="347"/>
                    <a:pt x="2" y="330"/>
                    <a:pt x="2" y="314"/>
                  </a:cubicBezTo>
                  <a:cubicBezTo>
                    <a:pt x="1" y="292"/>
                    <a:pt x="1" y="269"/>
                    <a:pt x="1" y="247"/>
                  </a:cubicBezTo>
                  <a:cubicBezTo>
                    <a:pt x="1" y="231"/>
                    <a:pt x="1" y="214"/>
                    <a:pt x="1" y="197"/>
                  </a:cubicBezTo>
                  <a:cubicBezTo>
                    <a:pt x="1" y="175"/>
                    <a:pt x="0" y="153"/>
                    <a:pt x="0" y="131"/>
                  </a:cubicBezTo>
                  <a:cubicBezTo>
                    <a:pt x="0" y="114"/>
                    <a:pt x="0" y="98"/>
                    <a:pt x="0" y="81"/>
                  </a:cubicBezTo>
                  <a:cubicBezTo>
                    <a:pt x="0" y="61"/>
                    <a:pt x="0" y="40"/>
                    <a:pt x="0" y="20"/>
                  </a:cubicBezTo>
                  <a:cubicBezTo>
                    <a:pt x="0" y="15"/>
                    <a:pt x="0" y="9"/>
                    <a:pt x="0" y="4"/>
                  </a:cubicBezTo>
                  <a:cubicBezTo>
                    <a:pt x="4" y="3"/>
                    <a:pt x="8" y="1"/>
                    <a:pt x="13" y="0"/>
                  </a:cubicBezTo>
                  <a:cubicBezTo>
                    <a:pt x="13" y="5"/>
                    <a:pt x="13" y="10"/>
                    <a:pt x="13" y="15"/>
                  </a:cubicBezTo>
                  <a:cubicBezTo>
                    <a:pt x="13" y="35"/>
                    <a:pt x="13" y="55"/>
                    <a:pt x="13" y="76"/>
                  </a:cubicBezTo>
                  <a:cubicBezTo>
                    <a:pt x="13" y="92"/>
                    <a:pt x="13" y="109"/>
                    <a:pt x="13" y="125"/>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7" name="Freeform 281">
              <a:extLst>
                <a:ext uri="{FF2B5EF4-FFF2-40B4-BE49-F238E27FC236}">
                  <a16:creationId xmlns:a16="http://schemas.microsoft.com/office/drawing/2014/main" id="{B0FA5EA7-2E91-4F44-A50F-DD6BE010FE34}"/>
                </a:ext>
              </a:extLst>
            </p:cNvPr>
            <p:cNvSpPr>
              <a:spLocks/>
            </p:cNvSpPr>
            <p:nvPr/>
          </p:nvSpPr>
          <p:spPr bwMode="auto">
            <a:xfrm>
              <a:off x="3690" y="1400"/>
              <a:ext cx="45" cy="1316"/>
            </a:xfrm>
            <a:custGeom>
              <a:avLst/>
              <a:gdLst>
                <a:gd name="T0" fmla="*/ 15 w 19"/>
                <a:gd name="T1" fmla="*/ 126 h 556"/>
                <a:gd name="T2" fmla="*/ 15 w 19"/>
                <a:gd name="T3" fmla="*/ 193 h 556"/>
                <a:gd name="T4" fmla="*/ 16 w 19"/>
                <a:gd name="T5" fmla="*/ 242 h 556"/>
                <a:gd name="T6" fmla="*/ 16 w 19"/>
                <a:gd name="T7" fmla="*/ 309 h 556"/>
                <a:gd name="T8" fmla="*/ 17 w 19"/>
                <a:gd name="T9" fmla="*/ 359 h 556"/>
                <a:gd name="T10" fmla="*/ 18 w 19"/>
                <a:gd name="T11" fmla="*/ 426 h 556"/>
                <a:gd name="T12" fmla="*/ 18 w 19"/>
                <a:gd name="T13" fmla="*/ 475 h 556"/>
                <a:gd name="T14" fmla="*/ 19 w 19"/>
                <a:gd name="T15" fmla="*/ 542 h 556"/>
                <a:gd name="T16" fmla="*/ 19 w 19"/>
                <a:gd name="T17" fmla="*/ 553 h 556"/>
                <a:gd name="T18" fmla="*/ 7 w 19"/>
                <a:gd name="T19" fmla="*/ 556 h 556"/>
                <a:gd name="T20" fmla="*/ 7 w 19"/>
                <a:gd name="T21" fmla="*/ 547 h 556"/>
                <a:gd name="T22" fmla="*/ 6 w 19"/>
                <a:gd name="T23" fmla="*/ 481 h 556"/>
                <a:gd name="T24" fmla="*/ 5 w 19"/>
                <a:gd name="T25" fmla="*/ 431 h 556"/>
                <a:gd name="T26" fmla="*/ 5 w 19"/>
                <a:gd name="T27" fmla="*/ 364 h 556"/>
                <a:gd name="T28" fmla="*/ 4 w 19"/>
                <a:gd name="T29" fmla="*/ 315 h 556"/>
                <a:gd name="T30" fmla="*/ 3 w 19"/>
                <a:gd name="T31" fmla="*/ 248 h 556"/>
                <a:gd name="T32" fmla="*/ 3 w 19"/>
                <a:gd name="T33" fmla="*/ 198 h 556"/>
                <a:gd name="T34" fmla="*/ 2 w 19"/>
                <a:gd name="T35" fmla="*/ 131 h 556"/>
                <a:gd name="T36" fmla="*/ 1 w 19"/>
                <a:gd name="T37" fmla="*/ 82 h 556"/>
                <a:gd name="T38" fmla="*/ 1 w 19"/>
                <a:gd name="T39" fmla="*/ 21 h 556"/>
                <a:gd name="T40" fmla="*/ 0 w 19"/>
                <a:gd name="T41" fmla="*/ 4 h 556"/>
                <a:gd name="T42" fmla="*/ 13 w 19"/>
                <a:gd name="T43" fmla="*/ 0 h 556"/>
                <a:gd name="T44" fmla="*/ 13 w 19"/>
                <a:gd name="T45" fmla="*/ 15 h 556"/>
                <a:gd name="T46" fmla="*/ 14 w 19"/>
                <a:gd name="T47" fmla="*/ 76 h 556"/>
                <a:gd name="T48" fmla="*/ 15 w 19"/>
                <a:gd name="T49" fmla="*/ 126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556">
                  <a:moveTo>
                    <a:pt x="15" y="126"/>
                  </a:moveTo>
                  <a:cubicBezTo>
                    <a:pt x="15" y="148"/>
                    <a:pt x="15" y="171"/>
                    <a:pt x="15" y="193"/>
                  </a:cubicBezTo>
                  <a:cubicBezTo>
                    <a:pt x="15" y="209"/>
                    <a:pt x="15" y="226"/>
                    <a:pt x="16" y="242"/>
                  </a:cubicBezTo>
                  <a:cubicBezTo>
                    <a:pt x="16" y="265"/>
                    <a:pt x="16" y="287"/>
                    <a:pt x="16" y="309"/>
                  </a:cubicBezTo>
                  <a:cubicBezTo>
                    <a:pt x="16" y="326"/>
                    <a:pt x="17" y="342"/>
                    <a:pt x="17" y="359"/>
                  </a:cubicBezTo>
                  <a:cubicBezTo>
                    <a:pt x="17" y="381"/>
                    <a:pt x="17" y="403"/>
                    <a:pt x="18" y="426"/>
                  </a:cubicBezTo>
                  <a:cubicBezTo>
                    <a:pt x="18" y="442"/>
                    <a:pt x="18" y="459"/>
                    <a:pt x="18" y="475"/>
                  </a:cubicBezTo>
                  <a:cubicBezTo>
                    <a:pt x="18" y="497"/>
                    <a:pt x="19" y="520"/>
                    <a:pt x="19" y="542"/>
                  </a:cubicBezTo>
                  <a:cubicBezTo>
                    <a:pt x="19" y="546"/>
                    <a:pt x="19" y="549"/>
                    <a:pt x="19" y="553"/>
                  </a:cubicBezTo>
                  <a:cubicBezTo>
                    <a:pt x="15" y="554"/>
                    <a:pt x="11" y="555"/>
                    <a:pt x="7" y="556"/>
                  </a:cubicBezTo>
                  <a:cubicBezTo>
                    <a:pt x="7" y="553"/>
                    <a:pt x="7" y="550"/>
                    <a:pt x="7" y="547"/>
                  </a:cubicBezTo>
                  <a:cubicBezTo>
                    <a:pt x="7" y="525"/>
                    <a:pt x="6" y="503"/>
                    <a:pt x="6" y="481"/>
                  </a:cubicBezTo>
                  <a:cubicBezTo>
                    <a:pt x="6" y="464"/>
                    <a:pt x="6" y="447"/>
                    <a:pt x="5" y="431"/>
                  </a:cubicBezTo>
                  <a:cubicBezTo>
                    <a:pt x="5" y="409"/>
                    <a:pt x="5" y="386"/>
                    <a:pt x="5" y="364"/>
                  </a:cubicBezTo>
                  <a:cubicBezTo>
                    <a:pt x="4" y="348"/>
                    <a:pt x="4" y="331"/>
                    <a:pt x="4" y="315"/>
                  </a:cubicBezTo>
                  <a:cubicBezTo>
                    <a:pt x="4" y="292"/>
                    <a:pt x="3" y="270"/>
                    <a:pt x="3" y="248"/>
                  </a:cubicBezTo>
                  <a:cubicBezTo>
                    <a:pt x="3" y="231"/>
                    <a:pt x="3" y="215"/>
                    <a:pt x="3" y="198"/>
                  </a:cubicBezTo>
                  <a:cubicBezTo>
                    <a:pt x="2" y="176"/>
                    <a:pt x="2" y="154"/>
                    <a:pt x="2" y="131"/>
                  </a:cubicBezTo>
                  <a:cubicBezTo>
                    <a:pt x="2" y="115"/>
                    <a:pt x="1" y="98"/>
                    <a:pt x="1" y="82"/>
                  </a:cubicBezTo>
                  <a:cubicBezTo>
                    <a:pt x="1" y="61"/>
                    <a:pt x="1" y="41"/>
                    <a:pt x="1" y="21"/>
                  </a:cubicBezTo>
                  <a:cubicBezTo>
                    <a:pt x="1" y="15"/>
                    <a:pt x="0" y="9"/>
                    <a:pt x="0" y="4"/>
                  </a:cubicBezTo>
                  <a:cubicBezTo>
                    <a:pt x="5" y="2"/>
                    <a:pt x="9" y="1"/>
                    <a:pt x="13" y="0"/>
                  </a:cubicBezTo>
                  <a:cubicBezTo>
                    <a:pt x="13" y="5"/>
                    <a:pt x="13" y="10"/>
                    <a:pt x="13" y="15"/>
                  </a:cubicBezTo>
                  <a:cubicBezTo>
                    <a:pt x="14" y="36"/>
                    <a:pt x="14" y="56"/>
                    <a:pt x="14" y="76"/>
                  </a:cubicBezTo>
                  <a:cubicBezTo>
                    <a:pt x="14" y="93"/>
                    <a:pt x="14" y="110"/>
                    <a:pt x="15" y="126"/>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8" name="Freeform 282">
              <a:extLst>
                <a:ext uri="{FF2B5EF4-FFF2-40B4-BE49-F238E27FC236}">
                  <a16:creationId xmlns:a16="http://schemas.microsoft.com/office/drawing/2014/main" id="{132F92CA-C895-40B3-8049-87630FEA2B40}"/>
                </a:ext>
              </a:extLst>
            </p:cNvPr>
            <p:cNvSpPr>
              <a:spLocks/>
            </p:cNvSpPr>
            <p:nvPr/>
          </p:nvSpPr>
          <p:spPr bwMode="auto">
            <a:xfrm>
              <a:off x="3616" y="1426"/>
              <a:ext cx="52" cy="1319"/>
            </a:xfrm>
            <a:custGeom>
              <a:avLst/>
              <a:gdLst>
                <a:gd name="T0" fmla="*/ 15 w 22"/>
                <a:gd name="T1" fmla="*/ 128 h 557"/>
                <a:gd name="T2" fmla="*/ 16 w 22"/>
                <a:gd name="T3" fmla="*/ 195 h 557"/>
                <a:gd name="T4" fmla="*/ 17 w 22"/>
                <a:gd name="T5" fmla="*/ 244 h 557"/>
                <a:gd name="T6" fmla="*/ 18 w 22"/>
                <a:gd name="T7" fmla="*/ 311 h 557"/>
                <a:gd name="T8" fmla="*/ 19 w 22"/>
                <a:gd name="T9" fmla="*/ 361 h 557"/>
                <a:gd name="T10" fmla="*/ 20 w 22"/>
                <a:gd name="T11" fmla="*/ 427 h 557"/>
                <a:gd name="T12" fmla="*/ 20 w 22"/>
                <a:gd name="T13" fmla="*/ 477 h 557"/>
                <a:gd name="T14" fmla="*/ 22 w 22"/>
                <a:gd name="T15" fmla="*/ 544 h 557"/>
                <a:gd name="T16" fmla="*/ 22 w 22"/>
                <a:gd name="T17" fmla="*/ 553 h 557"/>
                <a:gd name="T18" fmla="*/ 10 w 22"/>
                <a:gd name="T19" fmla="*/ 557 h 557"/>
                <a:gd name="T20" fmla="*/ 10 w 22"/>
                <a:gd name="T21" fmla="*/ 549 h 557"/>
                <a:gd name="T22" fmla="*/ 9 w 22"/>
                <a:gd name="T23" fmla="*/ 482 h 557"/>
                <a:gd name="T24" fmla="*/ 8 w 22"/>
                <a:gd name="T25" fmla="*/ 433 h 557"/>
                <a:gd name="T26" fmla="*/ 6 w 22"/>
                <a:gd name="T27" fmla="*/ 366 h 557"/>
                <a:gd name="T28" fmla="*/ 6 w 22"/>
                <a:gd name="T29" fmla="*/ 316 h 557"/>
                <a:gd name="T30" fmla="*/ 4 w 22"/>
                <a:gd name="T31" fmla="*/ 249 h 557"/>
                <a:gd name="T32" fmla="*/ 4 w 22"/>
                <a:gd name="T33" fmla="*/ 200 h 557"/>
                <a:gd name="T34" fmla="*/ 2 w 22"/>
                <a:gd name="T35" fmla="*/ 133 h 557"/>
                <a:gd name="T36" fmla="*/ 2 w 22"/>
                <a:gd name="T37" fmla="*/ 83 h 557"/>
                <a:gd name="T38" fmla="*/ 1 w 22"/>
                <a:gd name="T39" fmla="*/ 22 h 557"/>
                <a:gd name="T40" fmla="*/ 0 w 22"/>
                <a:gd name="T41" fmla="*/ 4 h 557"/>
                <a:gd name="T42" fmla="*/ 13 w 22"/>
                <a:gd name="T43" fmla="*/ 0 h 557"/>
                <a:gd name="T44" fmla="*/ 13 w 22"/>
                <a:gd name="T45" fmla="*/ 17 h 557"/>
                <a:gd name="T46" fmla="*/ 14 w 22"/>
                <a:gd name="T47" fmla="*/ 78 h 557"/>
                <a:gd name="T48" fmla="*/ 15 w 22"/>
                <a:gd name="T49" fmla="*/ 128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7">
                  <a:moveTo>
                    <a:pt x="15" y="128"/>
                  </a:moveTo>
                  <a:cubicBezTo>
                    <a:pt x="15" y="150"/>
                    <a:pt x="16" y="172"/>
                    <a:pt x="16" y="195"/>
                  </a:cubicBezTo>
                  <a:cubicBezTo>
                    <a:pt x="16" y="211"/>
                    <a:pt x="17" y="228"/>
                    <a:pt x="17" y="244"/>
                  </a:cubicBezTo>
                  <a:cubicBezTo>
                    <a:pt x="17" y="266"/>
                    <a:pt x="17" y="289"/>
                    <a:pt x="18" y="311"/>
                  </a:cubicBezTo>
                  <a:cubicBezTo>
                    <a:pt x="18" y="327"/>
                    <a:pt x="18" y="344"/>
                    <a:pt x="19" y="361"/>
                  </a:cubicBezTo>
                  <a:cubicBezTo>
                    <a:pt x="19" y="383"/>
                    <a:pt x="19" y="405"/>
                    <a:pt x="20" y="427"/>
                  </a:cubicBezTo>
                  <a:cubicBezTo>
                    <a:pt x="20" y="444"/>
                    <a:pt x="20" y="460"/>
                    <a:pt x="20" y="477"/>
                  </a:cubicBezTo>
                  <a:cubicBezTo>
                    <a:pt x="21" y="499"/>
                    <a:pt x="21" y="521"/>
                    <a:pt x="22" y="544"/>
                  </a:cubicBezTo>
                  <a:cubicBezTo>
                    <a:pt x="22" y="547"/>
                    <a:pt x="22" y="550"/>
                    <a:pt x="22" y="553"/>
                  </a:cubicBezTo>
                  <a:cubicBezTo>
                    <a:pt x="18" y="554"/>
                    <a:pt x="14" y="556"/>
                    <a:pt x="10" y="557"/>
                  </a:cubicBezTo>
                  <a:cubicBezTo>
                    <a:pt x="10" y="554"/>
                    <a:pt x="10" y="552"/>
                    <a:pt x="10" y="549"/>
                  </a:cubicBezTo>
                  <a:cubicBezTo>
                    <a:pt x="9" y="527"/>
                    <a:pt x="9" y="504"/>
                    <a:pt x="9" y="482"/>
                  </a:cubicBezTo>
                  <a:cubicBezTo>
                    <a:pt x="8" y="466"/>
                    <a:pt x="8" y="449"/>
                    <a:pt x="8" y="433"/>
                  </a:cubicBezTo>
                  <a:cubicBezTo>
                    <a:pt x="7" y="410"/>
                    <a:pt x="7" y="388"/>
                    <a:pt x="6" y="366"/>
                  </a:cubicBezTo>
                  <a:cubicBezTo>
                    <a:pt x="6" y="349"/>
                    <a:pt x="6" y="333"/>
                    <a:pt x="6" y="316"/>
                  </a:cubicBezTo>
                  <a:cubicBezTo>
                    <a:pt x="5" y="294"/>
                    <a:pt x="5" y="272"/>
                    <a:pt x="4" y="249"/>
                  </a:cubicBezTo>
                  <a:cubicBezTo>
                    <a:pt x="4" y="233"/>
                    <a:pt x="4" y="216"/>
                    <a:pt x="4" y="200"/>
                  </a:cubicBezTo>
                  <a:cubicBezTo>
                    <a:pt x="3" y="178"/>
                    <a:pt x="3" y="155"/>
                    <a:pt x="2" y="133"/>
                  </a:cubicBezTo>
                  <a:cubicBezTo>
                    <a:pt x="2" y="117"/>
                    <a:pt x="2" y="100"/>
                    <a:pt x="2" y="83"/>
                  </a:cubicBezTo>
                  <a:cubicBezTo>
                    <a:pt x="1" y="63"/>
                    <a:pt x="1" y="43"/>
                    <a:pt x="1" y="22"/>
                  </a:cubicBezTo>
                  <a:cubicBezTo>
                    <a:pt x="1" y="16"/>
                    <a:pt x="0" y="10"/>
                    <a:pt x="0" y="4"/>
                  </a:cubicBezTo>
                  <a:cubicBezTo>
                    <a:pt x="5" y="3"/>
                    <a:pt x="9" y="1"/>
                    <a:pt x="13" y="0"/>
                  </a:cubicBezTo>
                  <a:cubicBezTo>
                    <a:pt x="13" y="6"/>
                    <a:pt x="13" y="11"/>
                    <a:pt x="13" y="17"/>
                  </a:cubicBezTo>
                  <a:cubicBezTo>
                    <a:pt x="14" y="37"/>
                    <a:pt x="14" y="58"/>
                    <a:pt x="14" y="78"/>
                  </a:cubicBezTo>
                  <a:cubicBezTo>
                    <a:pt x="15" y="95"/>
                    <a:pt x="15" y="111"/>
                    <a:pt x="15" y="12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79" name="Freeform 283">
              <a:extLst>
                <a:ext uri="{FF2B5EF4-FFF2-40B4-BE49-F238E27FC236}">
                  <a16:creationId xmlns:a16="http://schemas.microsoft.com/office/drawing/2014/main" id="{DB08E6D0-0AA7-45B3-B64C-74342E0FDA03}"/>
                </a:ext>
              </a:extLst>
            </p:cNvPr>
            <p:cNvSpPr>
              <a:spLocks/>
            </p:cNvSpPr>
            <p:nvPr/>
          </p:nvSpPr>
          <p:spPr bwMode="auto">
            <a:xfrm>
              <a:off x="3543" y="1454"/>
              <a:ext cx="59" cy="1317"/>
            </a:xfrm>
            <a:custGeom>
              <a:avLst/>
              <a:gdLst>
                <a:gd name="T0" fmla="*/ 16 w 25"/>
                <a:gd name="T1" fmla="*/ 128 h 556"/>
                <a:gd name="T2" fmla="*/ 17 w 25"/>
                <a:gd name="T3" fmla="*/ 195 h 556"/>
                <a:gd name="T4" fmla="*/ 18 w 25"/>
                <a:gd name="T5" fmla="*/ 245 h 556"/>
                <a:gd name="T6" fmla="*/ 19 w 25"/>
                <a:gd name="T7" fmla="*/ 312 h 556"/>
                <a:gd name="T8" fmla="*/ 20 w 25"/>
                <a:gd name="T9" fmla="*/ 361 h 556"/>
                <a:gd name="T10" fmla="*/ 22 w 25"/>
                <a:gd name="T11" fmla="*/ 428 h 556"/>
                <a:gd name="T12" fmla="*/ 23 w 25"/>
                <a:gd name="T13" fmla="*/ 478 h 556"/>
                <a:gd name="T14" fmla="*/ 24 w 25"/>
                <a:gd name="T15" fmla="*/ 544 h 556"/>
                <a:gd name="T16" fmla="*/ 25 w 25"/>
                <a:gd name="T17" fmla="*/ 552 h 556"/>
                <a:gd name="T18" fmla="*/ 13 w 25"/>
                <a:gd name="T19" fmla="*/ 556 h 556"/>
                <a:gd name="T20" fmla="*/ 13 w 25"/>
                <a:gd name="T21" fmla="*/ 550 h 556"/>
                <a:gd name="T22" fmla="*/ 11 w 25"/>
                <a:gd name="T23" fmla="*/ 483 h 556"/>
                <a:gd name="T24" fmla="*/ 10 w 25"/>
                <a:gd name="T25" fmla="*/ 433 h 556"/>
                <a:gd name="T26" fmla="*/ 8 w 25"/>
                <a:gd name="T27" fmla="*/ 366 h 556"/>
                <a:gd name="T28" fmla="*/ 7 w 25"/>
                <a:gd name="T29" fmla="*/ 317 h 556"/>
                <a:gd name="T30" fmla="*/ 6 w 25"/>
                <a:gd name="T31" fmla="*/ 250 h 556"/>
                <a:gd name="T32" fmla="*/ 5 w 25"/>
                <a:gd name="T33" fmla="*/ 201 h 556"/>
                <a:gd name="T34" fmla="*/ 3 w 25"/>
                <a:gd name="T35" fmla="*/ 134 h 556"/>
                <a:gd name="T36" fmla="*/ 2 w 25"/>
                <a:gd name="T37" fmla="*/ 84 h 556"/>
                <a:gd name="T38" fmla="*/ 1 w 25"/>
                <a:gd name="T39" fmla="*/ 23 h 556"/>
                <a:gd name="T40" fmla="*/ 0 w 25"/>
                <a:gd name="T41" fmla="*/ 3 h 556"/>
                <a:gd name="T42" fmla="*/ 13 w 25"/>
                <a:gd name="T43" fmla="*/ 0 h 556"/>
                <a:gd name="T44" fmla="*/ 14 w 25"/>
                <a:gd name="T45" fmla="*/ 18 h 556"/>
                <a:gd name="T46" fmla="*/ 15 w 25"/>
                <a:gd name="T47" fmla="*/ 79 h 556"/>
                <a:gd name="T48" fmla="*/ 16 w 25"/>
                <a:gd name="T49" fmla="*/ 12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 h="556">
                  <a:moveTo>
                    <a:pt x="16" y="128"/>
                  </a:moveTo>
                  <a:cubicBezTo>
                    <a:pt x="16" y="151"/>
                    <a:pt x="17" y="173"/>
                    <a:pt x="17" y="195"/>
                  </a:cubicBezTo>
                  <a:cubicBezTo>
                    <a:pt x="17" y="212"/>
                    <a:pt x="18" y="228"/>
                    <a:pt x="18" y="245"/>
                  </a:cubicBezTo>
                  <a:cubicBezTo>
                    <a:pt x="18" y="267"/>
                    <a:pt x="19" y="289"/>
                    <a:pt x="19" y="312"/>
                  </a:cubicBezTo>
                  <a:cubicBezTo>
                    <a:pt x="20" y="328"/>
                    <a:pt x="20" y="345"/>
                    <a:pt x="20" y="361"/>
                  </a:cubicBezTo>
                  <a:cubicBezTo>
                    <a:pt x="21" y="383"/>
                    <a:pt x="21" y="406"/>
                    <a:pt x="22" y="428"/>
                  </a:cubicBezTo>
                  <a:cubicBezTo>
                    <a:pt x="22" y="445"/>
                    <a:pt x="23" y="461"/>
                    <a:pt x="23" y="478"/>
                  </a:cubicBezTo>
                  <a:cubicBezTo>
                    <a:pt x="23" y="500"/>
                    <a:pt x="24" y="522"/>
                    <a:pt x="24" y="544"/>
                  </a:cubicBezTo>
                  <a:cubicBezTo>
                    <a:pt x="25" y="547"/>
                    <a:pt x="25" y="550"/>
                    <a:pt x="25" y="552"/>
                  </a:cubicBezTo>
                  <a:cubicBezTo>
                    <a:pt x="21" y="554"/>
                    <a:pt x="17" y="555"/>
                    <a:pt x="13" y="556"/>
                  </a:cubicBezTo>
                  <a:cubicBezTo>
                    <a:pt x="13" y="554"/>
                    <a:pt x="13" y="552"/>
                    <a:pt x="13" y="550"/>
                  </a:cubicBezTo>
                  <a:cubicBezTo>
                    <a:pt x="12" y="527"/>
                    <a:pt x="12" y="505"/>
                    <a:pt x="11" y="483"/>
                  </a:cubicBezTo>
                  <a:cubicBezTo>
                    <a:pt x="11" y="466"/>
                    <a:pt x="10" y="450"/>
                    <a:pt x="10" y="433"/>
                  </a:cubicBezTo>
                  <a:cubicBezTo>
                    <a:pt x="9" y="411"/>
                    <a:pt x="9" y="389"/>
                    <a:pt x="8" y="366"/>
                  </a:cubicBezTo>
                  <a:cubicBezTo>
                    <a:pt x="8" y="350"/>
                    <a:pt x="8" y="333"/>
                    <a:pt x="7" y="317"/>
                  </a:cubicBezTo>
                  <a:cubicBezTo>
                    <a:pt x="7" y="295"/>
                    <a:pt x="6" y="272"/>
                    <a:pt x="6" y="250"/>
                  </a:cubicBezTo>
                  <a:cubicBezTo>
                    <a:pt x="5" y="234"/>
                    <a:pt x="5" y="217"/>
                    <a:pt x="5" y="201"/>
                  </a:cubicBezTo>
                  <a:cubicBezTo>
                    <a:pt x="4" y="178"/>
                    <a:pt x="4" y="156"/>
                    <a:pt x="3" y="134"/>
                  </a:cubicBezTo>
                  <a:cubicBezTo>
                    <a:pt x="3" y="117"/>
                    <a:pt x="2" y="101"/>
                    <a:pt x="2" y="84"/>
                  </a:cubicBezTo>
                  <a:cubicBezTo>
                    <a:pt x="2" y="64"/>
                    <a:pt x="1" y="43"/>
                    <a:pt x="1" y="23"/>
                  </a:cubicBezTo>
                  <a:cubicBezTo>
                    <a:pt x="1" y="16"/>
                    <a:pt x="1" y="10"/>
                    <a:pt x="0" y="3"/>
                  </a:cubicBezTo>
                  <a:cubicBezTo>
                    <a:pt x="5" y="2"/>
                    <a:pt x="9" y="1"/>
                    <a:pt x="13" y="0"/>
                  </a:cubicBezTo>
                  <a:cubicBezTo>
                    <a:pt x="13" y="6"/>
                    <a:pt x="14" y="12"/>
                    <a:pt x="14" y="18"/>
                  </a:cubicBezTo>
                  <a:cubicBezTo>
                    <a:pt x="14" y="38"/>
                    <a:pt x="14" y="58"/>
                    <a:pt x="15" y="79"/>
                  </a:cubicBezTo>
                  <a:cubicBezTo>
                    <a:pt x="15" y="95"/>
                    <a:pt x="15" y="112"/>
                    <a:pt x="16" y="128"/>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0" name="Freeform 284">
              <a:extLst>
                <a:ext uri="{FF2B5EF4-FFF2-40B4-BE49-F238E27FC236}">
                  <a16:creationId xmlns:a16="http://schemas.microsoft.com/office/drawing/2014/main" id="{207F0F3D-8581-483C-A04F-F195EB551D2A}"/>
                </a:ext>
              </a:extLst>
            </p:cNvPr>
            <p:cNvSpPr>
              <a:spLocks/>
            </p:cNvSpPr>
            <p:nvPr/>
          </p:nvSpPr>
          <p:spPr bwMode="auto">
            <a:xfrm>
              <a:off x="4310" y="839"/>
              <a:ext cx="303" cy="156"/>
            </a:xfrm>
            <a:custGeom>
              <a:avLst/>
              <a:gdLst>
                <a:gd name="T0" fmla="*/ 128 w 128"/>
                <a:gd name="T1" fmla="*/ 52 h 66"/>
                <a:gd name="T2" fmla="*/ 127 w 128"/>
                <a:gd name="T3" fmla="*/ 52 h 66"/>
                <a:gd name="T4" fmla="*/ 118 w 128"/>
                <a:gd name="T5" fmla="*/ 56 h 66"/>
                <a:gd name="T6" fmla="*/ 102 w 128"/>
                <a:gd name="T7" fmla="*/ 62 h 66"/>
                <a:gd name="T8" fmla="*/ 92 w 128"/>
                <a:gd name="T9" fmla="*/ 66 h 66"/>
                <a:gd name="T10" fmla="*/ 0 w 128"/>
                <a:gd name="T11" fmla="*/ 28 h 66"/>
                <a:gd name="T12" fmla="*/ 0 w 128"/>
                <a:gd name="T13" fmla="*/ 0 h 66"/>
                <a:gd name="T14" fmla="*/ 128 w 128"/>
                <a:gd name="T15" fmla="*/ 52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66">
                  <a:moveTo>
                    <a:pt x="128" y="52"/>
                  </a:moveTo>
                  <a:cubicBezTo>
                    <a:pt x="127" y="52"/>
                    <a:pt x="127" y="52"/>
                    <a:pt x="127" y="52"/>
                  </a:cubicBezTo>
                  <a:cubicBezTo>
                    <a:pt x="124" y="53"/>
                    <a:pt x="121" y="55"/>
                    <a:pt x="118" y="56"/>
                  </a:cubicBezTo>
                  <a:cubicBezTo>
                    <a:pt x="113" y="58"/>
                    <a:pt x="107" y="60"/>
                    <a:pt x="102" y="62"/>
                  </a:cubicBezTo>
                  <a:cubicBezTo>
                    <a:pt x="99" y="63"/>
                    <a:pt x="95" y="65"/>
                    <a:pt x="92" y="66"/>
                  </a:cubicBezTo>
                  <a:cubicBezTo>
                    <a:pt x="61" y="53"/>
                    <a:pt x="31" y="41"/>
                    <a:pt x="0" y="28"/>
                  </a:cubicBezTo>
                  <a:cubicBezTo>
                    <a:pt x="0" y="19"/>
                    <a:pt x="0" y="9"/>
                    <a:pt x="0" y="0"/>
                  </a:cubicBezTo>
                  <a:cubicBezTo>
                    <a:pt x="43" y="17"/>
                    <a:pt x="85" y="34"/>
                    <a:pt x="128" y="52"/>
                  </a:cubicBezTo>
                  <a:close/>
                </a:path>
              </a:pathLst>
            </a:custGeom>
            <a:solidFill>
              <a:srgbClr val="357F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381" name="Freeform 285">
              <a:extLst>
                <a:ext uri="{FF2B5EF4-FFF2-40B4-BE49-F238E27FC236}">
                  <a16:creationId xmlns:a16="http://schemas.microsoft.com/office/drawing/2014/main" id="{D956DE38-E2B6-4E2E-AA16-D4AC6EA8250F}"/>
                </a:ext>
              </a:extLst>
            </p:cNvPr>
            <p:cNvSpPr>
              <a:spLocks/>
            </p:cNvSpPr>
            <p:nvPr/>
          </p:nvSpPr>
          <p:spPr bwMode="auto">
            <a:xfrm>
              <a:off x="3197" y="839"/>
              <a:ext cx="1113" cy="488"/>
            </a:xfrm>
            <a:custGeom>
              <a:avLst/>
              <a:gdLst>
                <a:gd name="T0" fmla="*/ 35 w 470"/>
                <a:gd name="T1" fmla="*/ 206 h 206"/>
                <a:gd name="T2" fmla="*/ 25 w 470"/>
                <a:gd name="T3" fmla="*/ 202 h 206"/>
                <a:gd name="T4" fmla="*/ 10 w 470"/>
                <a:gd name="T5" fmla="*/ 196 h 206"/>
                <a:gd name="T6" fmla="*/ 0 w 470"/>
                <a:gd name="T7" fmla="*/ 192 h 206"/>
                <a:gd name="T8" fmla="*/ 0 w 470"/>
                <a:gd name="T9" fmla="*/ 192 h 206"/>
                <a:gd name="T10" fmla="*/ 470 w 470"/>
                <a:gd name="T11" fmla="*/ 0 h 206"/>
                <a:gd name="T12" fmla="*/ 470 w 470"/>
                <a:gd name="T13" fmla="*/ 28 h 206"/>
                <a:gd name="T14" fmla="*/ 35 w 470"/>
                <a:gd name="T15" fmla="*/ 206 h 2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0" h="206">
                  <a:moveTo>
                    <a:pt x="35" y="206"/>
                  </a:moveTo>
                  <a:cubicBezTo>
                    <a:pt x="31" y="205"/>
                    <a:pt x="28" y="204"/>
                    <a:pt x="25" y="202"/>
                  </a:cubicBezTo>
                  <a:cubicBezTo>
                    <a:pt x="20" y="200"/>
                    <a:pt x="15" y="198"/>
                    <a:pt x="10" y="196"/>
                  </a:cubicBezTo>
                  <a:cubicBezTo>
                    <a:pt x="6" y="195"/>
                    <a:pt x="3" y="194"/>
                    <a:pt x="0" y="192"/>
                  </a:cubicBezTo>
                  <a:cubicBezTo>
                    <a:pt x="0" y="192"/>
                    <a:pt x="0" y="192"/>
                    <a:pt x="0" y="192"/>
                  </a:cubicBezTo>
                  <a:cubicBezTo>
                    <a:pt x="153" y="128"/>
                    <a:pt x="309" y="64"/>
                    <a:pt x="470" y="0"/>
                  </a:cubicBezTo>
                  <a:cubicBezTo>
                    <a:pt x="470" y="9"/>
                    <a:pt x="470" y="19"/>
                    <a:pt x="470" y="28"/>
                  </a:cubicBezTo>
                  <a:cubicBezTo>
                    <a:pt x="321" y="88"/>
                    <a:pt x="176" y="147"/>
                    <a:pt x="35" y="206"/>
                  </a:cubicBezTo>
                  <a:close/>
                </a:path>
              </a:pathLst>
            </a:custGeom>
            <a:solidFill>
              <a:srgbClr val="5FB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grpSp>
      <p:sp>
        <p:nvSpPr>
          <p:cNvPr id="582" name="矩形 581">
            <a:extLst>
              <a:ext uri="{FF2B5EF4-FFF2-40B4-BE49-F238E27FC236}">
                <a16:creationId xmlns:a16="http://schemas.microsoft.com/office/drawing/2014/main" id="{DA7B6109-6704-484F-9752-E46A4FDDA8D2}"/>
              </a:ext>
            </a:extLst>
          </p:cNvPr>
          <p:cNvSpPr/>
          <p:nvPr/>
        </p:nvSpPr>
        <p:spPr>
          <a:xfrm>
            <a:off x="7149714" y="2796884"/>
            <a:ext cx="2731271" cy="11414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r>
              <a:rPr lang="zh-TW" altLang="en-US" sz="2000" dirty="0" smtClean="0">
                <a:solidFill>
                  <a:schemeClr val="accent6">
                    <a:lumMod val="50000"/>
                  </a:schemeClr>
                </a:solidFill>
                <a:latin typeface="Microsoft YaHei" panose="020B0503020204020204" pitchFamily="34" charset="-122"/>
                <a:ea typeface="Microsoft YaHei" panose="020B0503020204020204" pitchFamily="34" charset="-122"/>
                <a:cs typeface="+mj-cs"/>
              </a:rPr>
              <a:t>美軍工產業廠商</a:t>
            </a:r>
            <a:endParaRPr lang="zh-TW" altLang="en-US" sz="2000" spc="-200" dirty="0">
              <a:solidFill>
                <a:schemeClr val="accent6">
                  <a:lumMod val="50000"/>
                </a:schemeClr>
              </a:solidFill>
              <a:latin typeface="Microsoft YaHei" panose="020B0503020204020204" pitchFamily="34" charset="-122"/>
              <a:ea typeface="Microsoft YaHei" panose="020B0503020204020204" pitchFamily="34" charset="-122"/>
            </a:endParaRPr>
          </a:p>
        </p:txBody>
      </p:sp>
      <p:sp>
        <p:nvSpPr>
          <p:cNvPr id="7" name="弧形箭號 (下彎) 6"/>
          <p:cNvSpPr/>
          <p:nvPr/>
        </p:nvSpPr>
        <p:spPr>
          <a:xfrm>
            <a:off x="2745480" y="1728317"/>
            <a:ext cx="4534117" cy="90234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85" name="弧形箭號 (下彎) 584"/>
          <p:cNvSpPr/>
          <p:nvPr/>
        </p:nvSpPr>
        <p:spPr>
          <a:xfrm rot="12880741">
            <a:off x="1909997" y="4534091"/>
            <a:ext cx="2521232" cy="803243"/>
          </a:xfrm>
          <a:prstGeom prst="curvedDownArrow">
            <a:avLst>
              <a:gd name="adj1" fmla="val 23087"/>
              <a:gd name="adj2" fmla="val 7380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86" name="矩形 585">
            <a:extLst>
              <a:ext uri="{FF2B5EF4-FFF2-40B4-BE49-F238E27FC236}">
                <a16:creationId xmlns:a16="http://schemas.microsoft.com/office/drawing/2014/main" id="{DA7B6109-6704-484F-9752-E46A4FDDA8D2}"/>
              </a:ext>
            </a:extLst>
          </p:cNvPr>
          <p:cNvSpPr/>
          <p:nvPr/>
        </p:nvSpPr>
        <p:spPr>
          <a:xfrm>
            <a:off x="3353245" y="2766320"/>
            <a:ext cx="3076578" cy="83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400" b="1" dirty="0">
              <a:solidFill>
                <a:srgbClr val="087885"/>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87" name="矩形 586">
            <a:extLst>
              <a:ext uri="{FF2B5EF4-FFF2-40B4-BE49-F238E27FC236}">
                <a16:creationId xmlns:a16="http://schemas.microsoft.com/office/drawing/2014/main" id="{DA7B6109-6704-484F-9752-E46A4FDDA8D2}"/>
              </a:ext>
            </a:extLst>
          </p:cNvPr>
          <p:cNvSpPr/>
          <p:nvPr/>
        </p:nvSpPr>
        <p:spPr>
          <a:xfrm>
            <a:off x="3248833" y="1911595"/>
            <a:ext cx="3252031"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en-US" altLang="zh-TW" sz="2000" b="1" dirty="0" smtClean="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588" name="矩形 587"/>
          <p:cNvSpPr/>
          <p:nvPr/>
        </p:nvSpPr>
        <p:spPr>
          <a:xfrm>
            <a:off x="4130855" y="1937194"/>
            <a:ext cx="1461088" cy="969496"/>
          </a:xfrm>
          <a:prstGeom prst="rect">
            <a:avLst/>
          </a:prstGeom>
        </p:spPr>
        <p:txBody>
          <a:bodyPr wrap="square">
            <a:spAutoFit/>
          </a:bodyPr>
          <a:lstStyle/>
          <a:p>
            <a:r>
              <a:rPr lang="zh-TW" altLang="en-US" dirty="0"/>
              <a:t>商源</a:t>
            </a:r>
            <a:r>
              <a:rPr lang="zh-TW" altLang="en-US" dirty="0" smtClean="0"/>
              <a:t>評選</a:t>
            </a:r>
            <a:r>
              <a:rPr lang="zh-TW" altLang="en-US" dirty="0" smtClean="0">
                <a:latin typeface="新細明體" panose="02020500000000000000" pitchFamily="18" charset="-120"/>
                <a:ea typeface="新細明體" panose="02020500000000000000" pitchFamily="18" charset="-120"/>
              </a:rPr>
              <a:t>、</a:t>
            </a:r>
            <a:endParaRPr lang="en-US" altLang="zh-TW" dirty="0" smtClean="0"/>
          </a:p>
          <a:p>
            <a:r>
              <a:rPr lang="zh-TW" altLang="en-US" dirty="0" smtClean="0"/>
              <a:t>合約稽核</a:t>
            </a:r>
            <a:r>
              <a:rPr lang="zh-TW" altLang="en-US" dirty="0" smtClean="0">
                <a:latin typeface="新細明體" panose="02020500000000000000" pitchFamily="18" charset="-120"/>
                <a:ea typeface="新細明體" panose="02020500000000000000" pitchFamily="18" charset="-120"/>
              </a:rPr>
              <a:t>、</a:t>
            </a:r>
            <a:endParaRPr lang="en-US" altLang="zh-TW" dirty="0" smtClean="0"/>
          </a:p>
          <a:p>
            <a:r>
              <a:rPr lang="zh-TW" altLang="en-US" dirty="0" smtClean="0"/>
              <a:t>履約管理</a:t>
            </a:r>
            <a:r>
              <a:rPr lang="zh-TW" altLang="en-US" b="1" dirty="0" smtClean="0"/>
              <a:t>。</a:t>
            </a:r>
            <a:endParaRPr lang="zh-TW" altLang="en-US" b="1" dirty="0"/>
          </a:p>
        </p:txBody>
      </p:sp>
      <p:sp>
        <p:nvSpPr>
          <p:cNvPr id="589" name="矩形 588"/>
          <p:cNvSpPr/>
          <p:nvPr/>
        </p:nvSpPr>
        <p:spPr>
          <a:xfrm>
            <a:off x="368720" y="4469722"/>
            <a:ext cx="2342933" cy="1554272"/>
          </a:xfrm>
          <a:prstGeom prst="rect">
            <a:avLst/>
          </a:prstGeom>
        </p:spPr>
        <p:txBody>
          <a:bodyPr wrap="square">
            <a:spAutoFit/>
          </a:bodyPr>
          <a:lstStyle/>
          <a:p>
            <a:r>
              <a:rPr lang="zh-TW" altLang="en-US" dirty="0">
                <a:solidFill>
                  <a:srgbClr val="002060"/>
                </a:solidFill>
              </a:rPr>
              <a:t>管理</a:t>
            </a:r>
            <a:r>
              <a:rPr lang="zh-TW" altLang="en-US" dirty="0" smtClean="0">
                <a:solidFill>
                  <a:srgbClr val="002060"/>
                </a:solidFill>
              </a:rPr>
              <a:t>美軍</a:t>
            </a:r>
            <a:r>
              <a:rPr lang="zh-TW" altLang="en-US" dirty="0">
                <a:solidFill>
                  <a:srgbClr val="002060"/>
                </a:solidFill>
              </a:rPr>
              <a:t>購案供售及服務之</a:t>
            </a:r>
            <a:r>
              <a:rPr lang="zh-TW" altLang="en-US" dirty="0" smtClean="0">
                <a:solidFill>
                  <a:srgbClr val="002060"/>
                </a:solidFill>
              </a:rPr>
              <a:t>過程</a:t>
            </a:r>
            <a:r>
              <a:rPr lang="zh-TW" altLang="en-US" dirty="0" smtClean="0">
                <a:solidFill>
                  <a:srgbClr val="002060"/>
                </a:solidFill>
                <a:latin typeface="新細明體" panose="02020500000000000000" pitchFamily="18" charset="-120"/>
                <a:ea typeface="新細明體" panose="02020500000000000000" pitchFamily="18" charset="-120"/>
              </a:rPr>
              <a:t>、</a:t>
            </a:r>
            <a:endParaRPr lang="en-US" altLang="zh-TW" dirty="0" smtClean="0">
              <a:solidFill>
                <a:srgbClr val="002060"/>
              </a:solidFill>
              <a:latin typeface="新細明體" panose="02020500000000000000" pitchFamily="18" charset="-120"/>
              <a:ea typeface="新細明體" panose="02020500000000000000" pitchFamily="18" charset="-120"/>
            </a:endParaRPr>
          </a:p>
          <a:p>
            <a:r>
              <a:rPr lang="zh-TW" altLang="en-US" dirty="0" smtClean="0">
                <a:solidFill>
                  <a:srgbClr val="00B050"/>
                </a:solidFill>
              </a:rPr>
              <a:t>掌握</a:t>
            </a:r>
            <a:r>
              <a:rPr lang="zh-TW" altLang="en-US" dirty="0">
                <a:solidFill>
                  <a:srgbClr val="00B050"/>
                </a:solidFill>
              </a:rPr>
              <a:t>案件執行</a:t>
            </a:r>
            <a:r>
              <a:rPr lang="zh-TW" altLang="en-US" dirty="0" smtClean="0">
                <a:solidFill>
                  <a:srgbClr val="00B050"/>
                </a:solidFill>
              </a:rPr>
              <a:t>進度</a:t>
            </a:r>
            <a:r>
              <a:rPr lang="zh-TW" altLang="en-US" dirty="0">
                <a:latin typeface="新細明體" panose="02020500000000000000" pitchFamily="18" charset="-120"/>
                <a:ea typeface="新細明體" panose="02020500000000000000" pitchFamily="18" charset="-120"/>
              </a:rPr>
              <a:t>、</a:t>
            </a:r>
            <a:endParaRPr lang="en-US" altLang="zh-TW" dirty="0">
              <a:latin typeface="新細明體" panose="02020500000000000000" pitchFamily="18" charset="-120"/>
              <a:ea typeface="新細明體" panose="02020500000000000000" pitchFamily="18" charset="-120"/>
            </a:endParaRPr>
          </a:p>
          <a:p>
            <a:r>
              <a:rPr lang="zh-TW" altLang="en-US" dirty="0" smtClean="0">
                <a:solidFill>
                  <a:schemeClr val="accent2">
                    <a:lumMod val="75000"/>
                  </a:schemeClr>
                </a:solidFill>
              </a:rPr>
              <a:t>依發價書或美方季帳單付款。</a:t>
            </a:r>
            <a:endParaRPr lang="zh-TW" altLang="en-US" dirty="0">
              <a:solidFill>
                <a:schemeClr val="accent2">
                  <a:lumMod val="75000"/>
                </a:schemeClr>
              </a:solidFill>
            </a:endParaRPr>
          </a:p>
        </p:txBody>
      </p:sp>
      <p:sp>
        <p:nvSpPr>
          <p:cNvPr id="3" name="弧形箭號 (下彎) 2"/>
          <p:cNvSpPr/>
          <p:nvPr/>
        </p:nvSpPr>
        <p:spPr>
          <a:xfrm rot="2656991">
            <a:off x="3451652" y="3248883"/>
            <a:ext cx="1914993" cy="90234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 name="投影片編號版面配置區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5</a:t>
            </a:fld>
            <a:endParaRPr lang="zh-CN" altLang="en-US">
              <a:solidFill>
                <a:prstClr val="black">
                  <a:tint val="75000"/>
                </a:prstClr>
              </a:solidFill>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812" y="1801564"/>
            <a:ext cx="2005031" cy="1412284"/>
          </a:xfrm>
          <a:prstGeom prst="rect">
            <a:avLst/>
          </a:prstGeom>
        </p:spPr>
      </p:pic>
    </p:spTree>
    <p:extLst>
      <p:ext uri="{BB962C8B-B14F-4D97-AF65-F5344CB8AC3E}">
        <p14:creationId xmlns:p14="http://schemas.microsoft.com/office/powerpoint/2010/main" val="80152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additive="base">
                                        <p:cTn id="7" dur="500" fill="hold"/>
                                        <p:tgtEl>
                                          <p:spTgt spid="300"/>
                                        </p:tgtEl>
                                        <p:attrNameLst>
                                          <p:attrName>ppt_x</p:attrName>
                                        </p:attrNameLst>
                                      </p:cBhvr>
                                      <p:tavLst>
                                        <p:tav tm="0">
                                          <p:val>
                                            <p:strVal val="#ppt_x"/>
                                          </p:val>
                                        </p:tav>
                                        <p:tav tm="100000">
                                          <p:val>
                                            <p:strVal val="#ppt_x"/>
                                          </p:val>
                                        </p:tav>
                                      </p:tavLst>
                                    </p:anim>
                                    <p:anim calcmode="lin" valueType="num">
                                      <p:cBhvr additive="base">
                                        <p:cTn id="8" dur="500" fill="hold"/>
                                        <p:tgtEl>
                                          <p:spTgt spid="3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7"/>
                                        </p:tgtEl>
                                        <p:attrNameLst>
                                          <p:attrName>style.visibility</p:attrName>
                                        </p:attrNameLst>
                                      </p:cBhvr>
                                      <p:to>
                                        <p:strVal val="visible"/>
                                      </p:to>
                                    </p:set>
                                    <p:anim calcmode="lin" valueType="num">
                                      <p:cBhvr additive="base">
                                        <p:cTn id="17" dur="500" fill="hold"/>
                                        <p:tgtEl>
                                          <p:spTgt spid="297"/>
                                        </p:tgtEl>
                                        <p:attrNameLst>
                                          <p:attrName>ppt_x</p:attrName>
                                        </p:attrNameLst>
                                      </p:cBhvr>
                                      <p:tavLst>
                                        <p:tav tm="0">
                                          <p:val>
                                            <p:strVal val="#ppt_x"/>
                                          </p:val>
                                        </p:tav>
                                        <p:tav tm="100000">
                                          <p:val>
                                            <p:strVal val="#ppt_x"/>
                                          </p:val>
                                        </p:tav>
                                      </p:tavLst>
                                    </p:anim>
                                    <p:anim calcmode="lin" valueType="num">
                                      <p:cBhvr additive="base">
                                        <p:cTn id="18" dur="500" fill="hold"/>
                                        <p:tgtEl>
                                          <p:spTgt spid="29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99"/>
                                        </p:tgtEl>
                                        <p:attrNameLst>
                                          <p:attrName>style.visibility</p:attrName>
                                        </p:attrNameLst>
                                      </p:cBhvr>
                                      <p:to>
                                        <p:strVal val="visible"/>
                                      </p:to>
                                    </p:set>
                                    <p:anim calcmode="lin" valueType="num">
                                      <p:cBhvr additive="base">
                                        <p:cTn id="21" dur="500" fill="hold"/>
                                        <p:tgtEl>
                                          <p:spTgt spid="299"/>
                                        </p:tgtEl>
                                        <p:attrNameLst>
                                          <p:attrName>ppt_x</p:attrName>
                                        </p:attrNameLst>
                                      </p:cBhvr>
                                      <p:tavLst>
                                        <p:tav tm="0">
                                          <p:val>
                                            <p:strVal val="#ppt_x"/>
                                          </p:val>
                                        </p:tav>
                                        <p:tav tm="100000">
                                          <p:val>
                                            <p:strVal val="#ppt_x"/>
                                          </p:val>
                                        </p:tav>
                                      </p:tavLst>
                                    </p:anim>
                                    <p:anim calcmode="lin" valueType="num">
                                      <p:cBhvr additive="base">
                                        <p:cTn id="22" dur="500" fill="hold"/>
                                        <p:tgtEl>
                                          <p:spTgt spid="29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85"/>
                                        </p:tgtEl>
                                        <p:attrNameLst>
                                          <p:attrName>style.visibility</p:attrName>
                                        </p:attrNameLst>
                                      </p:cBhvr>
                                      <p:to>
                                        <p:strVal val="visible"/>
                                      </p:to>
                                    </p:set>
                                    <p:anim calcmode="lin" valueType="num">
                                      <p:cBhvr additive="base">
                                        <p:cTn id="25" dur="500" fill="hold"/>
                                        <p:tgtEl>
                                          <p:spTgt spid="585"/>
                                        </p:tgtEl>
                                        <p:attrNameLst>
                                          <p:attrName>ppt_x</p:attrName>
                                        </p:attrNameLst>
                                      </p:cBhvr>
                                      <p:tavLst>
                                        <p:tav tm="0">
                                          <p:val>
                                            <p:strVal val="#ppt_x"/>
                                          </p:val>
                                        </p:tav>
                                        <p:tav tm="100000">
                                          <p:val>
                                            <p:strVal val="#ppt_x"/>
                                          </p:val>
                                        </p:tav>
                                      </p:tavLst>
                                    </p:anim>
                                    <p:anim calcmode="lin" valueType="num">
                                      <p:cBhvr additive="base">
                                        <p:cTn id="26" dur="500" fill="hold"/>
                                        <p:tgtEl>
                                          <p:spTgt spid="58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 grpId="0"/>
      <p:bldP spid="7" grpId="0" animBg="1"/>
      <p:bldP spid="585"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40204" y="1246571"/>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spc="-200" dirty="0" smtClean="0">
                <a:solidFill>
                  <a:schemeClr val="accent2">
                    <a:lumMod val="75000"/>
                  </a:schemeClr>
                </a:solidFill>
                <a:latin typeface="Microsoft YaHei" panose="020B0503020204020204" pitchFamily="34" charset="-122"/>
                <a:ea typeface="Microsoft YaHei" panose="020B0503020204020204" pitchFamily="34" charset="-122"/>
              </a:rPr>
              <a:t>管制措施</a:t>
            </a:r>
            <a:endParaRPr lang="zh-TW" altLang="en-US" sz="2800" spc="-200" dirty="0">
              <a:solidFill>
                <a:schemeClr val="accent2">
                  <a:lumMod val="75000"/>
                </a:schemeClr>
              </a:solidFill>
              <a:latin typeface="Microsoft YaHei" panose="020B0503020204020204" pitchFamily="34" charset="-122"/>
              <a:ea typeface="Microsoft YaHei" panose="020B0503020204020204" pitchFamily="34" charset="-122"/>
            </a:endParaRPr>
          </a:p>
        </p:txBody>
      </p:sp>
      <p:sp>
        <p:nvSpPr>
          <p:cNvPr id="17" name="矩形 16">
            <a:extLst>
              <a:ext uri="{FF2B5EF4-FFF2-40B4-BE49-F238E27FC236}">
                <a16:creationId xmlns:a16="http://schemas.microsoft.com/office/drawing/2014/main" id="{DA7B6109-6704-484F-9752-E46A4FDDA8D2}"/>
              </a:ext>
            </a:extLst>
          </p:cNvPr>
          <p:cNvSpPr/>
          <p:nvPr/>
        </p:nvSpPr>
        <p:spPr>
          <a:xfrm>
            <a:off x="1212466" y="3982276"/>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rgbClr val="087885"/>
                </a:solidFill>
                <a:latin typeface="Microsoft YaHei" panose="020B0503020204020204" pitchFamily="34" charset="-122"/>
                <a:ea typeface="Microsoft YaHei" panose="020B0503020204020204" pitchFamily="34" charset="-122"/>
                <a:cs typeface="+mj-cs"/>
              </a:rPr>
              <a:t>資訊</a:t>
            </a:r>
            <a:r>
              <a:rPr lang="zh-TW" altLang="en-US" sz="2800" dirty="0">
                <a:solidFill>
                  <a:srgbClr val="087885"/>
                </a:solidFill>
                <a:latin typeface="Microsoft YaHei" panose="020B0503020204020204" pitchFamily="34" charset="-122"/>
                <a:ea typeface="Microsoft YaHei" panose="020B0503020204020204" pitchFamily="34" charset="-122"/>
                <a:cs typeface="+mj-cs"/>
              </a:rPr>
              <a:t>系統輔助</a:t>
            </a:r>
            <a:r>
              <a:rPr lang="zh-TW" altLang="en-US" sz="2800" dirty="0" smtClean="0">
                <a:solidFill>
                  <a:srgbClr val="087885"/>
                </a:solidFill>
                <a:latin typeface="Microsoft YaHei" panose="020B0503020204020204" pitchFamily="34" charset="-122"/>
                <a:ea typeface="Microsoft YaHei" panose="020B0503020204020204" pitchFamily="34" charset="-122"/>
                <a:cs typeface="+mj-cs"/>
              </a:rPr>
              <a:t>管理</a:t>
            </a:r>
            <a:endParaRPr lang="en-US" altLang="zh-TW" sz="2800" dirty="0">
              <a:solidFill>
                <a:srgbClr val="087885"/>
              </a:solidFill>
              <a:latin typeface="Microsoft YaHei" panose="020B0503020204020204" pitchFamily="34" charset="-122"/>
              <a:ea typeface="Microsoft YaHei" panose="020B0503020204020204" pitchFamily="34" charset="-122"/>
              <a:cs typeface="+mj-cs"/>
            </a:endParaRPr>
          </a:p>
          <a:p>
            <a:pPr>
              <a:buSzPct val="70000"/>
            </a:pPr>
            <a:endParaRPr lang="zh-TW" altLang="en-US" sz="2400"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25" name="矩形 24">
            <a:extLst>
              <a:ext uri="{FF2B5EF4-FFF2-40B4-BE49-F238E27FC236}">
                <a16:creationId xmlns:a16="http://schemas.microsoft.com/office/drawing/2014/main" id="{F5A06EA3-2621-45CE-81DB-FEA2FD4867C2}"/>
              </a:ext>
            </a:extLst>
          </p:cNvPr>
          <p:cNvSpPr/>
          <p:nvPr/>
        </p:nvSpPr>
        <p:spPr>
          <a:xfrm>
            <a:off x="1614771" y="5593210"/>
            <a:ext cx="5940784"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rgbClr val="087885"/>
                </a:solidFill>
                <a:latin typeface="Microsoft YaHei" panose="020B0503020204020204" pitchFamily="34" charset="-122"/>
                <a:ea typeface="Microsoft YaHei" panose="020B0503020204020204" pitchFamily="34" charset="-122"/>
                <a:cs typeface="+mj-cs"/>
              </a:rPr>
              <a:t>國軍軍購案在途物資管制</a:t>
            </a:r>
            <a:r>
              <a:rPr lang="zh-TW" altLang="en-US" sz="2400" dirty="0" smtClean="0">
                <a:solidFill>
                  <a:srgbClr val="087885"/>
                </a:solidFill>
                <a:latin typeface="Microsoft YaHei" panose="020B0503020204020204" pitchFamily="34" charset="-122"/>
                <a:ea typeface="Microsoft YaHei" panose="020B0503020204020204" pitchFamily="34" charset="-122"/>
                <a:cs typeface="+mj-cs"/>
              </a:rPr>
              <a:t>系統</a:t>
            </a:r>
            <a:endParaRPr lang="en-US" altLang="zh-TW" sz="2800" b="1" dirty="0">
              <a:solidFill>
                <a:srgbClr val="087885"/>
              </a:solidFill>
              <a:latin typeface="Microsoft YaHei" panose="020B0503020204020204" pitchFamily="34" charset="-122"/>
              <a:ea typeface="Microsoft YaHei" panose="020B0503020204020204" pitchFamily="34" charset="-122"/>
              <a:cs typeface="+mj-cs"/>
            </a:endParaRPr>
          </a:p>
          <a:p>
            <a:pPr marL="457200" indent="-457200">
              <a:spcBef>
                <a:spcPts val="600"/>
              </a:spcBef>
              <a:buSzPct val="50000"/>
              <a:buFont typeface="Wingdings" panose="05000000000000000000" pitchFamily="2" charset="2"/>
              <a:buChar char="p"/>
            </a:pPr>
            <a:endParaRPr lang="en-US" altLang="zh-TW" sz="3200" b="1" dirty="0">
              <a:solidFill>
                <a:srgbClr val="0070C0"/>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1" name="文字版面配置區 1"/>
          <p:cNvSpPr>
            <a:spLocks noGrp="1"/>
          </p:cNvSpPr>
          <p:nvPr>
            <p:ph type="body" sz="quarter" idx="10"/>
          </p:nvPr>
        </p:nvSpPr>
        <p:spPr>
          <a:xfrm>
            <a:off x="706773" y="270092"/>
            <a:ext cx="7632121" cy="916823"/>
          </a:xfrm>
        </p:spPr>
        <p:txBody>
          <a:bodyPr>
            <a:noAutofit/>
          </a:bodyPr>
          <a:lstStyle/>
          <a:p>
            <a:pPr defTabSz="609585"/>
            <a:r>
              <a:rPr lang="zh-TW" altLang="en-US" sz="3600" b="0" dirty="0" smtClean="0">
                <a:solidFill>
                  <a:srgbClr val="5B9BD5">
                    <a:lumMod val="50000"/>
                  </a:srgbClr>
                </a:solidFill>
              </a:rPr>
              <a:t>一</a:t>
            </a:r>
            <a:r>
              <a:rPr lang="zh-TW" altLang="en-US" sz="3600" b="0" dirty="0" smtClean="0">
                <a:solidFill>
                  <a:schemeClr val="accent5">
                    <a:lumMod val="50000"/>
                  </a:schemeClr>
                </a:solidFill>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對美軍購特性與概述</a:t>
            </a:r>
            <a:r>
              <a:rPr lang="en-US" altLang="zh-TW"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r>
              <a:rPr lang="zh-TW" altLang="en-US"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續</a:t>
            </a:r>
            <a:r>
              <a:rPr lang="en-US" altLang="zh-TW" sz="3600" b="0" dirty="0">
                <a:solidFill>
                  <a:schemeClr val="accent5">
                    <a:lumMod val="50000"/>
                  </a:schemeClr>
                </a:solidFill>
                <a:latin typeface="Microsoft YaHei" panose="020B0503020204020204" pitchFamily="34" charset="-122"/>
                <a:ea typeface="Microsoft YaHei" panose="020B0503020204020204" pitchFamily="34" charset="-122"/>
                <a:cs typeface="+mn-ea"/>
                <a:sym typeface="+mn-lt"/>
              </a:rPr>
              <a:t>)</a:t>
            </a:r>
          </a:p>
        </p:txBody>
      </p:sp>
      <p:sp>
        <p:nvSpPr>
          <p:cNvPr id="12" name="矩形 11">
            <a:extLst>
              <a:ext uri="{FF2B5EF4-FFF2-40B4-BE49-F238E27FC236}">
                <a16:creationId xmlns:a16="http://schemas.microsoft.com/office/drawing/2014/main" id="{DA7B6109-6704-484F-9752-E46A4FDDA8D2}"/>
              </a:ext>
            </a:extLst>
          </p:cNvPr>
          <p:cNvSpPr/>
          <p:nvPr/>
        </p:nvSpPr>
        <p:spPr>
          <a:xfrm>
            <a:off x="344984" y="55143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tx1"/>
                </a:solidFill>
                <a:latin typeface="Microsoft YaHei" panose="020B0503020204020204" pitchFamily="34" charset="-122"/>
                <a:ea typeface="Microsoft YaHei" panose="020B0503020204020204" pitchFamily="34" charset="-122"/>
                <a:cs typeface="+mj-cs"/>
              </a:rPr>
              <a:t>國防部管理機制</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a:t>
            </a:r>
            <a:endParaRPr lang="en-US" altLang="zh-TW" sz="24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13" name="矩形 12">
            <a:extLst>
              <a:ext uri="{FF2B5EF4-FFF2-40B4-BE49-F238E27FC236}">
                <a16:creationId xmlns:a16="http://schemas.microsoft.com/office/drawing/2014/main" id="{BFCDAC5F-3430-4A90-BFFA-BFAF549A0CBA}"/>
              </a:ext>
            </a:extLst>
          </p:cNvPr>
          <p:cNvSpPr/>
          <p:nvPr/>
        </p:nvSpPr>
        <p:spPr>
          <a:xfrm>
            <a:off x="1289316" y="2415138"/>
            <a:ext cx="5940784"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2">
                    <a:lumMod val="75000"/>
                  </a:schemeClr>
                </a:solidFill>
                <a:latin typeface="Microsoft YaHei" panose="020B0503020204020204" pitchFamily="34" charset="-122"/>
                <a:ea typeface="Microsoft YaHei" panose="020B0503020204020204" pitchFamily="34" charset="-122"/>
                <a:cs typeface="+mj-cs"/>
              </a:rPr>
              <a:t>「國防部所屬機關軍購案支出結報作業規定」及「國軍對美軍購案執行驗收結案管制作業</a:t>
            </a: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要點」</a:t>
            </a:r>
            <a:r>
              <a:rPr lang="zh-TW" altLang="en-US" sz="2400" dirty="0" smtClean="0">
                <a:solidFill>
                  <a:srgbClr val="087885"/>
                </a:solidFill>
                <a:latin typeface="Microsoft YaHei" panose="020B0503020204020204" pitchFamily="34" charset="-122"/>
                <a:ea typeface="Microsoft YaHei" panose="020B0503020204020204" pitchFamily="34" charset="-122"/>
              </a:rPr>
              <a:t> </a:t>
            </a:r>
            <a:endParaRPr lang="zh-TW" altLang="en-US" sz="2400" spc="-200" dirty="0">
              <a:solidFill>
                <a:schemeClr val="accent2">
                  <a:lumMod val="75000"/>
                </a:schemeClr>
              </a:solidFill>
              <a:latin typeface="Microsoft YaHei" panose="020B0503020204020204" pitchFamily="34" charset="-122"/>
              <a:ea typeface="Microsoft YaHei" panose="020B0503020204020204" pitchFamily="34" charset="-122"/>
            </a:endParaRPr>
          </a:p>
        </p:txBody>
      </p:sp>
      <p:sp>
        <p:nvSpPr>
          <p:cNvPr id="15" name="矩形 14">
            <a:extLst>
              <a:ext uri="{FF2B5EF4-FFF2-40B4-BE49-F238E27FC236}">
                <a16:creationId xmlns:a16="http://schemas.microsoft.com/office/drawing/2014/main" id="{BFCDAC5F-3430-4A90-BFFA-BFAF549A0CBA}"/>
              </a:ext>
            </a:extLst>
          </p:cNvPr>
          <p:cNvSpPr/>
          <p:nvPr/>
        </p:nvSpPr>
        <p:spPr>
          <a:xfrm>
            <a:off x="1289316" y="3254039"/>
            <a:ext cx="6677394"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不同單位</a:t>
            </a:r>
            <a:r>
              <a:rPr lang="zh-TW" altLang="en-US" sz="2400" dirty="0" smtClean="0">
                <a:solidFill>
                  <a:schemeClr val="accent2">
                    <a:lumMod val="75000"/>
                  </a:schemeClr>
                </a:solidFill>
                <a:latin typeface="新細明體" panose="02020500000000000000" pitchFamily="18" charset="-120"/>
                <a:ea typeface="新細明體" panose="02020500000000000000" pitchFamily="18" charset="-120"/>
                <a:cs typeface="+mj-cs"/>
              </a:rPr>
              <a:t>、</a:t>
            </a:r>
            <a:r>
              <a:rPr lang="zh-TW" altLang="en-US" sz="2400" dirty="0" smtClean="0">
                <a:solidFill>
                  <a:schemeClr val="accent2">
                    <a:lumMod val="75000"/>
                  </a:schemeClr>
                </a:solidFill>
                <a:latin typeface="Microsoft YaHei" panose="020B0503020204020204" pitchFamily="34" charset="-122"/>
                <a:ea typeface="Microsoft YaHei" panose="020B0503020204020204" pitchFamily="34" charset="-122"/>
                <a:cs typeface="+mj-cs"/>
              </a:rPr>
              <a:t>層級及赴美召開各項管制會議</a:t>
            </a:r>
            <a:endParaRPr lang="zh-TW" altLang="en-US" sz="2400" spc="-200" dirty="0">
              <a:solidFill>
                <a:schemeClr val="accent2">
                  <a:lumMod val="75000"/>
                </a:schemeClr>
              </a:solidFill>
              <a:latin typeface="Microsoft YaHei" panose="020B0503020204020204" pitchFamily="34" charset="-122"/>
              <a:ea typeface="Microsoft YaHei" panose="020B0503020204020204" pitchFamily="34" charset="-122"/>
            </a:endParaRPr>
          </a:p>
        </p:txBody>
      </p:sp>
      <p:grpSp>
        <p:nvGrpSpPr>
          <p:cNvPr id="16" name="群組 15">
            <a:extLst>
              <a:ext uri="{FF2B5EF4-FFF2-40B4-BE49-F238E27FC236}">
                <a16:creationId xmlns:a16="http://schemas.microsoft.com/office/drawing/2014/main" id="{A3517648-6A4A-41C0-9040-DF7623B8C94B}"/>
              </a:ext>
            </a:extLst>
          </p:cNvPr>
          <p:cNvGrpSpPr/>
          <p:nvPr/>
        </p:nvGrpSpPr>
        <p:grpSpPr>
          <a:xfrm>
            <a:off x="6492934" y="4006080"/>
            <a:ext cx="2450100" cy="1934566"/>
            <a:chOff x="104418" y="919789"/>
            <a:chExt cx="5157405" cy="4678011"/>
          </a:xfrm>
        </p:grpSpPr>
        <p:sp>
          <p:nvSpPr>
            <p:cNvPr id="18" name="Oval 5">
              <a:extLst>
                <a:ext uri="{FF2B5EF4-FFF2-40B4-BE49-F238E27FC236}">
                  <a16:creationId xmlns:a16="http://schemas.microsoft.com/office/drawing/2014/main" id="{672D93A7-A574-4275-9F86-C7AD3FF2746B}"/>
                </a:ext>
              </a:extLst>
            </p:cNvPr>
            <p:cNvSpPr>
              <a:spLocks noChangeArrowheads="1"/>
            </p:cNvSpPr>
            <p:nvPr/>
          </p:nvSpPr>
          <p:spPr bwMode="auto">
            <a:xfrm>
              <a:off x="926361" y="2089510"/>
              <a:ext cx="3508291" cy="3508290"/>
            </a:xfrm>
            <a:prstGeom prst="ellipse">
              <a:avLst/>
            </a:pr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9" name="Group 33877">
              <a:extLst>
                <a:ext uri="{FF2B5EF4-FFF2-40B4-BE49-F238E27FC236}">
                  <a16:creationId xmlns:a16="http://schemas.microsoft.com/office/drawing/2014/main" id="{7DD69E4F-75E0-4413-AE50-A6E369B1A3D6}"/>
                </a:ext>
              </a:extLst>
            </p:cNvPr>
            <p:cNvGrpSpPr/>
            <p:nvPr/>
          </p:nvGrpSpPr>
          <p:grpSpPr>
            <a:xfrm>
              <a:off x="1089354" y="2640377"/>
              <a:ext cx="3182303" cy="2407428"/>
              <a:chOff x="7079607" y="3502911"/>
              <a:chExt cx="3182303" cy="2407428"/>
            </a:xfrm>
          </p:grpSpPr>
          <p:sp>
            <p:nvSpPr>
              <p:cNvPr id="121" name="Freeform 6">
                <a:extLst>
                  <a:ext uri="{FF2B5EF4-FFF2-40B4-BE49-F238E27FC236}">
                    <a16:creationId xmlns:a16="http://schemas.microsoft.com/office/drawing/2014/main" id="{2B107CD7-E9B7-4507-9F7B-4AFE30BA3279}"/>
                  </a:ext>
                </a:extLst>
              </p:cNvPr>
              <p:cNvSpPr>
                <a:spLocks/>
              </p:cNvSpPr>
              <p:nvPr/>
            </p:nvSpPr>
            <p:spPr bwMode="auto">
              <a:xfrm>
                <a:off x="8236254" y="5221755"/>
                <a:ext cx="869882" cy="672023"/>
              </a:xfrm>
              <a:custGeom>
                <a:avLst/>
                <a:gdLst>
                  <a:gd name="T0" fmla="*/ 326 w 422"/>
                  <a:gd name="T1" fmla="*/ 0 h 326"/>
                  <a:gd name="T2" fmla="*/ 248 w 422"/>
                  <a:gd name="T3" fmla="*/ 0 h 326"/>
                  <a:gd name="T4" fmla="*/ 174 w 422"/>
                  <a:gd name="T5" fmla="*/ 0 h 326"/>
                  <a:gd name="T6" fmla="*/ 96 w 422"/>
                  <a:gd name="T7" fmla="*/ 0 h 326"/>
                  <a:gd name="T8" fmla="*/ 0 w 422"/>
                  <a:gd name="T9" fmla="*/ 326 h 326"/>
                  <a:gd name="T10" fmla="*/ 174 w 422"/>
                  <a:gd name="T11" fmla="*/ 326 h 326"/>
                  <a:gd name="T12" fmla="*/ 248 w 422"/>
                  <a:gd name="T13" fmla="*/ 326 h 326"/>
                  <a:gd name="T14" fmla="*/ 422 w 422"/>
                  <a:gd name="T15" fmla="*/ 326 h 326"/>
                  <a:gd name="T16" fmla="*/ 326 w 422"/>
                  <a:gd name="T1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326">
                    <a:moveTo>
                      <a:pt x="326" y="0"/>
                    </a:moveTo>
                    <a:cubicBezTo>
                      <a:pt x="248" y="0"/>
                      <a:pt x="248" y="0"/>
                      <a:pt x="248" y="0"/>
                    </a:cubicBezTo>
                    <a:cubicBezTo>
                      <a:pt x="174" y="0"/>
                      <a:pt x="174" y="0"/>
                      <a:pt x="174" y="0"/>
                    </a:cubicBezTo>
                    <a:cubicBezTo>
                      <a:pt x="96" y="0"/>
                      <a:pt x="96" y="0"/>
                      <a:pt x="96" y="0"/>
                    </a:cubicBezTo>
                    <a:cubicBezTo>
                      <a:pt x="96" y="0"/>
                      <a:pt x="115" y="326"/>
                      <a:pt x="0" y="326"/>
                    </a:cubicBezTo>
                    <a:cubicBezTo>
                      <a:pt x="174" y="326"/>
                      <a:pt x="174" y="326"/>
                      <a:pt x="174" y="326"/>
                    </a:cubicBezTo>
                    <a:cubicBezTo>
                      <a:pt x="248" y="326"/>
                      <a:pt x="248" y="326"/>
                      <a:pt x="248" y="326"/>
                    </a:cubicBezTo>
                    <a:cubicBezTo>
                      <a:pt x="422" y="326"/>
                      <a:pt x="422" y="326"/>
                      <a:pt x="422" y="326"/>
                    </a:cubicBezTo>
                    <a:cubicBezTo>
                      <a:pt x="307" y="326"/>
                      <a:pt x="326" y="0"/>
                      <a:pt x="326" y="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7">
                <a:extLst>
                  <a:ext uri="{FF2B5EF4-FFF2-40B4-BE49-F238E27FC236}">
                    <a16:creationId xmlns:a16="http://schemas.microsoft.com/office/drawing/2014/main" id="{044FA680-D7EF-4CE2-BEA7-9CDFA847DDC7}"/>
                  </a:ext>
                </a:extLst>
              </p:cNvPr>
              <p:cNvSpPr>
                <a:spLocks/>
              </p:cNvSpPr>
              <p:nvPr/>
            </p:nvSpPr>
            <p:spPr bwMode="auto">
              <a:xfrm>
                <a:off x="7079607" y="3502911"/>
                <a:ext cx="3182303" cy="2090156"/>
              </a:xfrm>
              <a:custGeom>
                <a:avLst/>
                <a:gdLst>
                  <a:gd name="T0" fmla="*/ 1502 w 1544"/>
                  <a:gd name="T1" fmla="*/ 0 h 1014"/>
                  <a:gd name="T2" fmla="*/ 42 w 1544"/>
                  <a:gd name="T3" fmla="*/ 0 h 1014"/>
                  <a:gd name="T4" fmla="*/ 0 w 1544"/>
                  <a:gd name="T5" fmla="*/ 42 h 1014"/>
                  <a:gd name="T6" fmla="*/ 0 w 1544"/>
                  <a:gd name="T7" fmla="*/ 902 h 1014"/>
                  <a:gd name="T8" fmla="*/ 0 w 1544"/>
                  <a:gd name="T9" fmla="*/ 911 h 1014"/>
                  <a:gd name="T10" fmla="*/ 0 w 1544"/>
                  <a:gd name="T11" fmla="*/ 978 h 1014"/>
                  <a:gd name="T12" fmla="*/ 36 w 1544"/>
                  <a:gd name="T13" fmla="*/ 1014 h 1014"/>
                  <a:gd name="T14" fmla="*/ 1508 w 1544"/>
                  <a:gd name="T15" fmla="*/ 1014 h 1014"/>
                  <a:gd name="T16" fmla="*/ 1544 w 1544"/>
                  <a:gd name="T17" fmla="*/ 978 h 1014"/>
                  <a:gd name="T18" fmla="*/ 1544 w 1544"/>
                  <a:gd name="T19" fmla="*/ 911 h 1014"/>
                  <a:gd name="T20" fmla="*/ 1544 w 1544"/>
                  <a:gd name="T21" fmla="*/ 902 h 1014"/>
                  <a:gd name="T22" fmla="*/ 1544 w 1544"/>
                  <a:gd name="T23" fmla="*/ 42 h 1014"/>
                  <a:gd name="T24" fmla="*/ 1502 w 1544"/>
                  <a:gd name="T25" fmla="*/ 0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4" h="1014">
                    <a:moveTo>
                      <a:pt x="1502" y="0"/>
                    </a:moveTo>
                    <a:cubicBezTo>
                      <a:pt x="42" y="0"/>
                      <a:pt x="42" y="0"/>
                      <a:pt x="42" y="0"/>
                    </a:cubicBezTo>
                    <a:cubicBezTo>
                      <a:pt x="19" y="0"/>
                      <a:pt x="0" y="18"/>
                      <a:pt x="0" y="42"/>
                    </a:cubicBezTo>
                    <a:cubicBezTo>
                      <a:pt x="0" y="902"/>
                      <a:pt x="0" y="902"/>
                      <a:pt x="0" y="902"/>
                    </a:cubicBezTo>
                    <a:cubicBezTo>
                      <a:pt x="0" y="911"/>
                      <a:pt x="0" y="911"/>
                      <a:pt x="0" y="911"/>
                    </a:cubicBezTo>
                    <a:cubicBezTo>
                      <a:pt x="0" y="978"/>
                      <a:pt x="0" y="978"/>
                      <a:pt x="0" y="978"/>
                    </a:cubicBezTo>
                    <a:cubicBezTo>
                      <a:pt x="0" y="998"/>
                      <a:pt x="16" y="1014"/>
                      <a:pt x="36" y="1014"/>
                    </a:cubicBezTo>
                    <a:cubicBezTo>
                      <a:pt x="1508" y="1014"/>
                      <a:pt x="1508" y="1014"/>
                      <a:pt x="1508" y="1014"/>
                    </a:cubicBezTo>
                    <a:cubicBezTo>
                      <a:pt x="1528" y="1014"/>
                      <a:pt x="1544" y="998"/>
                      <a:pt x="1544" y="978"/>
                    </a:cubicBezTo>
                    <a:cubicBezTo>
                      <a:pt x="1544" y="911"/>
                      <a:pt x="1544" y="911"/>
                      <a:pt x="1544" y="911"/>
                    </a:cubicBezTo>
                    <a:cubicBezTo>
                      <a:pt x="1544" y="902"/>
                      <a:pt x="1544" y="902"/>
                      <a:pt x="1544" y="902"/>
                    </a:cubicBezTo>
                    <a:cubicBezTo>
                      <a:pt x="1544" y="42"/>
                      <a:pt x="1544" y="42"/>
                      <a:pt x="1544" y="42"/>
                    </a:cubicBezTo>
                    <a:cubicBezTo>
                      <a:pt x="1544" y="18"/>
                      <a:pt x="1525" y="0"/>
                      <a:pt x="1502"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Rectangle 8">
                <a:extLst>
                  <a:ext uri="{FF2B5EF4-FFF2-40B4-BE49-F238E27FC236}">
                    <a16:creationId xmlns:a16="http://schemas.microsoft.com/office/drawing/2014/main" id="{2641D531-5EEA-4EDF-93D7-EF17DA46DF8D}"/>
                  </a:ext>
                </a:extLst>
              </p:cNvPr>
              <p:cNvSpPr>
                <a:spLocks noChangeArrowheads="1"/>
              </p:cNvSpPr>
              <p:nvPr/>
            </p:nvSpPr>
            <p:spPr bwMode="auto">
              <a:xfrm>
                <a:off x="7182459" y="3601404"/>
                <a:ext cx="2976599" cy="1597689"/>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Rectangle 9">
                <a:extLst>
                  <a:ext uri="{FF2B5EF4-FFF2-40B4-BE49-F238E27FC236}">
                    <a16:creationId xmlns:a16="http://schemas.microsoft.com/office/drawing/2014/main" id="{17A7DC9C-21F0-422E-A3A3-6CEA60ED489A}"/>
                  </a:ext>
                </a:extLst>
              </p:cNvPr>
              <p:cNvSpPr>
                <a:spLocks noChangeArrowheads="1"/>
              </p:cNvSpPr>
              <p:nvPr/>
            </p:nvSpPr>
            <p:spPr bwMode="auto">
              <a:xfrm>
                <a:off x="7180716" y="5186890"/>
                <a:ext cx="2980957" cy="92392"/>
              </a:xfrm>
              <a:prstGeom prst="rect">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Oval 10">
                <a:extLst>
                  <a:ext uri="{FF2B5EF4-FFF2-40B4-BE49-F238E27FC236}">
                    <a16:creationId xmlns:a16="http://schemas.microsoft.com/office/drawing/2014/main" id="{36578BAA-662D-4F8C-9F32-EFFF5812F8CC}"/>
                  </a:ext>
                </a:extLst>
              </p:cNvPr>
              <p:cNvSpPr>
                <a:spLocks noChangeArrowheads="1"/>
              </p:cNvSpPr>
              <p:nvPr/>
            </p:nvSpPr>
            <p:spPr bwMode="auto">
              <a:xfrm>
                <a:off x="8592748" y="5353370"/>
                <a:ext cx="156892" cy="156892"/>
              </a:xfrm>
              <a:prstGeom prst="ellipse">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Rectangle 11">
                <a:extLst>
                  <a:ext uri="{FF2B5EF4-FFF2-40B4-BE49-F238E27FC236}">
                    <a16:creationId xmlns:a16="http://schemas.microsoft.com/office/drawing/2014/main" id="{6091160A-6551-4396-951F-759F36B29A3C}"/>
                  </a:ext>
                </a:extLst>
              </p:cNvPr>
              <p:cNvSpPr>
                <a:spLocks noChangeArrowheads="1"/>
              </p:cNvSpPr>
              <p:nvPr/>
            </p:nvSpPr>
            <p:spPr bwMode="auto">
              <a:xfrm>
                <a:off x="8227537" y="5881575"/>
                <a:ext cx="886443" cy="28764"/>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0" name="Group 33876">
              <a:extLst>
                <a:ext uri="{FF2B5EF4-FFF2-40B4-BE49-F238E27FC236}">
                  <a16:creationId xmlns:a16="http://schemas.microsoft.com/office/drawing/2014/main" id="{EE502611-5A7D-40A0-93A6-9E0E246B2E1E}"/>
                </a:ext>
              </a:extLst>
            </p:cNvPr>
            <p:cNvGrpSpPr/>
            <p:nvPr/>
          </p:nvGrpSpPr>
          <p:grpSpPr>
            <a:xfrm>
              <a:off x="2326190" y="3192115"/>
              <a:ext cx="709503" cy="798408"/>
              <a:chOff x="8316443" y="4054649"/>
              <a:chExt cx="709503" cy="798408"/>
            </a:xfrm>
          </p:grpSpPr>
          <p:sp>
            <p:nvSpPr>
              <p:cNvPr id="113" name="Freeform 12">
                <a:extLst>
                  <a:ext uri="{FF2B5EF4-FFF2-40B4-BE49-F238E27FC236}">
                    <a16:creationId xmlns:a16="http://schemas.microsoft.com/office/drawing/2014/main" id="{2ED4790E-46BD-43F9-B671-7F70D2ED3F64}"/>
                  </a:ext>
                </a:extLst>
              </p:cNvPr>
              <p:cNvSpPr>
                <a:spLocks/>
              </p:cNvSpPr>
              <p:nvPr/>
            </p:nvSpPr>
            <p:spPr bwMode="auto">
              <a:xfrm>
                <a:off x="8316443" y="4054649"/>
                <a:ext cx="709503" cy="798408"/>
              </a:xfrm>
              <a:custGeom>
                <a:avLst/>
                <a:gdLst>
                  <a:gd name="T0" fmla="*/ 344 w 344"/>
                  <a:gd name="T1" fmla="*/ 387 h 387"/>
                  <a:gd name="T2" fmla="*/ 0 w 344"/>
                  <a:gd name="T3" fmla="*/ 387 h 387"/>
                  <a:gd name="T4" fmla="*/ 0 w 344"/>
                  <a:gd name="T5" fmla="*/ 45 h 387"/>
                  <a:gd name="T6" fmla="*/ 45 w 344"/>
                  <a:gd name="T7" fmla="*/ 0 h 387"/>
                  <a:gd name="T8" fmla="*/ 299 w 344"/>
                  <a:gd name="T9" fmla="*/ 0 h 387"/>
                  <a:gd name="T10" fmla="*/ 344 w 344"/>
                  <a:gd name="T11" fmla="*/ 45 h 387"/>
                  <a:gd name="T12" fmla="*/ 344 w 344"/>
                  <a:gd name="T13" fmla="*/ 387 h 387"/>
                </a:gdLst>
                <a:ahLst/>
                <a:cxnLst>
                  <a:cxn ang="0">
                    <a:pos x="T0" y="T1"/>
                  </a:cxn>
                  <a:cxn ang="0">
                    <a:pos x="T2" y="T3"/>
                  </a:cxn>
                  <a:cxn ang="0">
                    <a:pos x="T4" y="T5"/>
                  </a:cxn>
                  <a:cxn ang="0">
                    <a:pos x="T6" y="T7"/>
                  </a:cxn>
                  <a:cxn ang="0">
                    <a:pos x="T8" y="T9"/>
                  </a:cxn>
                  <a:cxn ang="0">
                    <a:pos x="T10" y="T11"/>
                  </a:cxn>
                  <a:cxn ang="0">
                    <a:pos x="T12" y="T13"/>
                  </a:cxn>
                </a:cxnLst>
                <a:rect l="0" t="0" r="r" b="b"/>
                <a:pathLst>
                  <a:path w="344" h="387">
                    <a:moveTo>
                      <a:pt x="344" y="387"/>
                    </a:moveTo>
                    <a:cubicBezTo>
                      <a:pt x="0" y="387"/>
                      <a:pt x="0" y="387"/>
                      <a:pt x="0" y="387"/>
                    </a:cubicBezTo>
                    <a:cubicBezTo>
                      <a:pt x="0" y="45"/>
                      <a:pt x="0" y="45"/>
                      <a:pt x="0" y="45"/>
                    </a:cubicBezTo>
                    <a:cubicBezTo>
                      <a:pt x="0" y="20"/>
                      <a:pt x="20" y="0"/>
                      <a:pt x="45" y="0"/>
                    </a:cubicBezTo>
                    <a:cubicBezTo>
                      <a:pt x="299" y="0"/>
                      <a:pt x="299" y="0"/>
                      <a:pt x="299" y="0"/>
                    </a:cubicBezTo>
                    <a:cubicBezTo>
                      <a:pt x="324" y="0"/>
                      <a:pt x="344" y="20"/>
                      <a:pt x="344" y="45"/>
                    </a:cubicBezTo>
                    <a:lnTo>
                      <a:pt x="344" y="38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Rectangle 13">
                <a:extLst>
                  <a:ext uri="{FF2B5EF4-FFF2-40B4-BE49-F238E27FC236}">
                    <a16:creationId xmlns:a16="http://schemas.microsoft.com/office/drawing/2014/main" id="{BCF14C45-82F8-440B-8704-10677634F5B1}"/>
                  </a:ext>
                </a:extLst>
              </p:cNvPr>
              <p:cNvSpPr>
                <a:spLocks noChangeArrowheads="1"/>
              </p:cNvSpPr>
              <p:nvPr/>
            </p:nvSpPr>
            <p:spPr bwMode="auto">
              <a:xfrm>
                <a:off x="8337362" y="4184521"/>
                <a:ext cx="667665" cy="64587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4">
                <a:extLst>
                  <a:ext uri="{FF2B5EF4-FFF2-40B4-BE49-F238E27FC236}">
                    <a16:creationId xmlns:a16="http://schemas.microsoft.com/office/drawing/2014/main" id="{BC8AE7BD-F90A-4175-A10C-97DA8DD1B55C}"/>
                  </a:ext>
                </a:extLst>
              </p:cNvPr>
              <p:cNvSpPr>
                <a:spLocks/>
              </p:cNvSpPr>
              <p:nvPr/>
            </p:nvSpPr>
            <p:spPr bwMode="auto">
              <a:xfrm>
                <a:off x="8386173" y="4087771"/>
                <a:ext cx="41838" cy="41838"/>
              </a:xfrm>
              <a:custGeom>
                <a:avLst/>
                <a:gdLst>
                  <a:gd name="T0" fmla="*/ 15 w 20"/>
                  <a:gd name="T1" fmla="*/ 6 h 20"/>
                  <a:gd name="T2" fmla="*/ 5 w 20"/>
                  <a:gd name="T3" fmla="*/ 15 h 20"/>
                  <a:gd name="T4" fmla="*/ 15 w 20"/>
                  <a:gd name="T5" fmla="*/ 6 h 20"/>
                </a:gdLst>
                <a:ahLst/>
                <a:cxnLst>
                  <a:cxn ang="0">
                    <a:pos x="T0" y="T1"/>
                  </a:cxn>
                  <a:cxn ang="0">
                    <a:pos x="T2" y="T3"/>
                  </a:cxn>
                  <a:cxn ang="0">
                    <a:pos x="T4" y="T5"/>
                  </a:cxn>
                </a:cxnLst>
                <a:rect l="0" t="0" r="r" b="b"/>
                <a:pathLst>
                  <a:path w="20" h="20">
                    <a:moveTo>
                      <a:pt x="15" y="6"/>
                    </a:moveTo>
                    <a:cubicBezTo>
                      <a:pt x="20" y="13"/>
                      <a:pt x="12" y="20"/>
                      <a:pt x="5" y="15"/>
                    </a:cubicBezTo>
                    <a:cubicBezTo>
                      <a:pt x="0" y="8"/>
                      <a:pt x="8" y="0"/>
                      <a:pt x="15" y="6"/>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Oval 15">
                <a:extLst>
                  <a:ext uri="{FF2B5EF4-FFF2-40B4-BE49-F238E27FC236}">
                    <a16:creationId xmlns:a16="http://schemas.microsoft.com/office/drawing/2014/main" id="{09C766E1-92A0-4DD0-AEFD-D6C073F76C14}"/>
                  </a:ext>
                </a:extLst>
              </p:cNvPr>
              <p:cNvSpPr>
                <a:spLocks noChangeArrowheads="1"/>
              </p:cNvSpPr>
              <p:nvPr/>
            </p:nvSpPr>
            <p:spPr bwMode="auto">
              <a:xfrm>
                <a:off x="8353923" y="4096487"/>
                <a:ext cx="26149" cy="26149"/>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C143B7A-DC80-4EE4-805C-09932703AEFE}"/>
                  </a:ext>
                </a:extLst>
              </p:cNvPr>
              <p:cNvSpPr>
                <a:spLocks/>
              </p:cNvSpPr>
              <p:nvPr/>
            </p:nvSpPr>
            <p:spPr bwMode="auto">
              <a:xfrm>
                <a:off x="8428011" y="4087771"/>
                <a:ext cx="40967" cy="41838"/>
              </a:xfrm>
              <a:custGeom>
                <a:avLst/>
                <a:gdLst>
                  <a:gd name="T0" fmla="*/ 14 w 20"/>
                  <a:gd name="T1" fmla="*/ 6 h 20"/>
                  <a:gd name="T2" fmla="*/ 5 w 20"/>
                  <a:gd name="T3" fmla="*/ 15 h 20"/>
                  <a:gd name="T4" fmla="*/ 14 w 20"/>
                  <a:gd name="T5" fmla="*/ 6 h 20"/>
                </a:gdLst>
                <a:ahLst/>
                <a:cxnLst>
                  <a:cxn ang="0">
                    <a:pos x="T0" y="T1"/>
                  </a:cxn>
                  <a:cxn ang="0">
                    <a:pos x="T2" y="T3"/>
                  </a:cxn>
                  <a:cxn ang="0">
                    <a:pos x="T4" y="T5"/>
                  </a:cxn>
                </a:cxnLst>
                <a:rect l="0" t="0" r="r" b="b"/>
                <a:pathLst>
                  <a:path w="20" h="20">
                    <a:moveTo>
                      <a:pt x="14" y="6"/>
                    </a:moveTo>
                    <a:cubicBezTo>
                      <a:pt x="20" y="13"/>
                      <a:pt x="12" y="20"/>
                      <a:pt x="5" y="15"/>
                    </a:cubicBezTo>
                    <a:cubicBezTo>
                      <a:pt x="0" y="8"/>
                      <a:pt x="7" y="0"/>
                      <a:pt x="14"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7">
                <a:extLst>
                  <a:ext uri="{FF2B5EF4-FFF2-40B4-BE49-F238E27FC236}">
                    <a16:creationId xmlns:a16="http://schemas.microsoft.com/office/drawing/2014/main" id="{0542E6DC-2D77-4346-8517-919761324C09}"/>
                  </a:ext>
                </a:extLst>
              </p:cNvPr>
              <p:cNvSpPr>
                <a:spLocks/>
              </p:cNvSpPr>
              <p:nvPr/>
            </p:nvSpPr>
            <p:spPr bwMode="auto">
              <a:xfrm>
                <a:off x="8495998" y="4090386"/>
                <a:ext cx="484623" cy="36608"/>
              </a:xfrm>
              <a:custGeom>
                <a:avLst/>
                <a:gdLst>
                  <a:gd name="T0" fmla="*/ 226 w 235"/>
                  <a:gd name="T1" fmla="*/ 18 h 18"/>
                  <a:gd name="T2" fmla="*/ 9 w 235"/>
                  <a:gd name="T3" fmla="*/ 18 h 18"/>
                  <a:gd name="T4" fmla="*/ 0 w 235"/>
                  <a:gd name="T5" fmla="*/ 9 h 18"/>
                  <a:gd name="T6" fmla="*/ 9 w 235"/>
                  <a:gd name="T7" fmla="*/ 0 h 18"/>
                  <a:gd name="T8" fmla="*/ 226 w 235"/>
                  <a:gd name="T9" fmla="*/ 0 h 18"/>
                  <a:gd name="T10" fmla="*/ 235 w 235"/>
                  <a:gd name="T11" fmla="*/ 9 h 18"/>
                  <a:gd name="T12" fmla="*/ 226 w 235"/>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235" h="18">
                    <a:moveTo>
                      <a:pt x="226" y="18"/>
                    </a:moveTo>
                    <a:cubicBezTo>
                      <a:pt x="9" y="18"/>
                      <a:pt x="9" y="18"/>
                      <a:pt x="9" y="18"/>
                    </a:cubicBezTo>
                    <a:cubicBezTo>
                      <a:pt x="4" y="18"/>
                      <a:pt x="0" y="14"/>
                      <a:pt x="0" y="9"/>
                    </a:cubicBezTo>
                    <a:cubicBezTo>
                      <a:pt x="0" y="4"/>
                      <a:pt x="4" y="0"/>
                      <a:pt x="9" y="0"/>
                    </a:cubicBezTo>
                    <a:cubicBezTo>
                      <a:pt x="226" y="0"/>
                      <a:pt x="226" y="0"/>
                      <a:pt x="226" y="0"/>
                    </a:cubicBezTo>
                    <a:cubicBezTo>
                      <a:pt x="231" y="0"/>
                      <a:pt x="235" y="4"/>
                      <a:pt x="235" y="9"/>
                    </a:cubicBezTo>
                    <a:cubicBezTo>
                      <a:pt x="235" y="14"/>
                      <a:pt x="231" y="18"/>
                      <a:pt x="226" y="18"/>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8">
                <a:extLst>
                  <a:ext uri="{FF2B5EF4-FFF2-40B4-BE49-F238E27FC236}">
                    <a16:creationId xmlns:a16="http://schemas.microsoft.com/office/drawing/2014/main" id="{3D5B7D53-F519-4E42-9327-1EECEA2D1356}"/>
                  </a:ext>
                </a:extLst>
              </p:cNvPr>
              <p:cNvSpPr>
                <a:spLocks noEditPoints="1"/>
              </p:cNvSpPr>
              <p:nvPr/>
            </p:nvSpPr>
            <p:spPr bwMode="auto">
              <a:xfrm>
                <a:off x="8370484" y="4267326"/>
                <a:ext cx="597063" cy="247541"/>
              </a:xfrm>
              <a:custGeom>
                <a:avLst/>
                <a:gdLst>
                  <a:gd name="T0" fmla="*/ 102 w 290"/>
                  <a:gd name="T1" fmla="*/ 69 h 120"/>
                  <a:gd name="T2" fmla="*/ 89 w 290"/>
                  <a:gd name="T3" fmla="*/ 62 h 120"/>
                  <a:gd name="T4" fmla="*/ 74 w 290"/>
                  <a:gd name="T5" fmla="*/ 47 h 120"/>
                  <a:gd name="T6" fmla="*/ 59 w 290"/>
                  <a:gd name="T7" fmla="*/ 50 h 120"/>
                  <a:gd name="T8" fmla="*/ 52 w 290"/>
                  <a:gd name="T9" fmla="*/ 63 h 120"/>
                  <a:gd name="T10" fmla="*/ 36 w 290"/>
                  <a:gd name="T11" fmla="*/ 78 h 120"/>
                  <a:gd name="T12" fmla="*/ 40 w 290"/>
                  <a:gd name="T13" fmla="*/ 93 h 120"/>
                  <a:gd name="T14" fmla="*/ 53 w 290"/>
                  <a:gd name="T15" fmla="*/ 100 h 120"/>
                  <a:gd name="T16" fmla="*/ 68 w 290"/>
                  <a:gd name="T17" fmla="*/ 115 h 120"/>
                  <a:gd name="T18" fmla="*/ 83 w 290"/>
                  <a:gd name="T19" fmla="*/ 112 h 120"/>
                  <a:gd name="T20" fmla="*/ 90 w 290"/>
                  <a:gd name="T21" fmla="*/ 99 h 120"/>
                  <a:gd name="T22" fmla="*/ 105 w 290"/>
                  <a:gd name="T23" fmla="*/ 84 h 120"/>
                  <a:gd name="T24" fmla="*/ 63 w 290"/>
                  <a:gd name="T25" fmla="*/ 68 h 120"/>
                  <a:gd name="T26" fmla="*/ 65 w 290"/>
                  <a:gd name="T27" fmla="*/ 20 h 120"/>
                  <a:gd name="T28" fmla="*/ 65 w 290"/>
                  <a:gd name="T29" fmla="*/ 33 h 120"/>
                  <a:gd name="T30" fmla="*/ 72 w 290"/>
                  <a:gd name="T31" fmla="*/ 37 h 120"/>
                  <a:gd name="T32" fmla="*/ 80 w 290"/>
                  <a:gd name="T33" fmla="*/ 35 h 120"/>
                  <a:gd name="T34" fmla="*/ 93 w 290"/>
                  <a:gd name="T35" fmla="*/ 35 h 120"/>
                  <a:gd name="T36" fmla="*/ 97 w 290"/>
                  <a:gd name="T37" fmla="*/ 28 h 120"/>
                  <a:gd name="T38" fmla="*/ 95 w 290"/>
                  <a:gd name="T39" fmla="*/ 20 h 120"/>
                  <a:gd name="T40" fmla="*/ 95 w 290"/>
                  <a:gd name="T41" fmla="*/ 7 h 120"/>
                  <a:gd name="T42" fmla="*/ 88 w 290"/>
                  <a:gd name="T43" fmla="*/ 3 h 120"/>
                  <a:gd name="T44" fmla="*/ 80 w 290"/>
                  <a:gd name="T45" fmla="*/ 5 h 120"/>
                  <a:gd name="T46" fmla="*/ 67 w 290"/>
                  <a:gd name="T47" fmla="*/ 5 h 120"/>
                  <a:gd name="T48" fmla="*/ 63 w 290"/>
                  <a:gd name="T49" fmla="*/ 12 h 120"/>
                  <a:gd name="T50" fmla="*/ 75 w 290"/>
                  <a:gd name="T51" fmla="*/ 12 h 120"/>
                  <a:gd name="T52" fmla="*/ 75 w 290"/>
                  <a:gd name="T53" fmla="*/ 12 h 120"/>
                  <a:gd name="T54" fmla="*/ 43 w 290"/>
                  <a:gd name="T55" fmla="*/ 44 h 120"/>
                  <a:gd name="T56" fmla="*/ 55 w 290"/>
                  <a:gd name="T57" fmla="*/ 32 h 120"/>
                  <a:gd name="T58" fmla="*/ 53 w 290"/>
                  <a:gd name="T59" fmla="*/ 20 h 120"/>
                  <a:gd name="T60" fmla="*/ 42 w 290"/>
                  <a:gd name="T61" fmla="*/ 14 h 120"/>
                  <a:gd name="T62" fmla="*/ 30 w 290"/>
                  <a:gd name="T63" fmla="*/ 2 h 120"/>
                  <a:gd name="T64" fmla="*/ 18 w 290"/>
                  <a:gd name="T65" fmla="*/ 4 h 120"/>
                  <a:gd name="T66" fmla="*/ 13 w 290"/>
                  <a:gd name="T67" fmla="*/ 15 h 120"/>
                  <a:gd name="T68" fmla="*/ 0 w 290"/>
                  <a:gd name="T69" fmla="*/ 27 h 120"/>
                  <a:gd name="T70" fmla="*/ 3 w 290"/>
                  <a:gd name="T71" fmla="*/ 39 h 120"/>
                  <a:gd name="T72" fmla="*/ 13 w 290"/>
                  <a:gd name="T73" fmla="*/ 44 h 120"/>
                  <a:gd name="T74" fmla="*/ 25 w 290"/>
                  <a:gd name="T75" fmla="*/ 57 h 120"/>
                  <a:gd name="T76" fmla="*/ 37 w 290"/>
                  <a:gd name="T77" fmla="*/ 54 h 120"/>
                  <a:gd name="T78" fmla="*/ 21 w 290"/>
                  <a:gd name="T79" fmla="*/ 19 h 120"/>
                  <a:gd name="T80" fmla="*/ 133 w 290"/>
                  <a:gd name="T81" fmla="*/ 49 h 120"/>
                  <a:gd name="T82" fmla="*/ 150 w 290"/>
                  <a:gd name="T83" fmla="*/ 31 h 120"/>
                  <a:gd name="T84" fmla="*/ 178 w 290"/>
                  <a:gd name="T85" fmla="*/ 51 h 120"/>
                  <a:gd name="T86" fmla="*/ 192 w 290"/>
                  <a:gd name="T87" fmla="*/ 36 h 120"/>
                  <a:gd name="T88" fmla="*/ 202 w 290"/>
                  <a:gd name="T89" fmla="*/ 41 h 120"/>
                  <a:gd name="T90" fmla="*/ 226 w 290"/>
                  <a:gd name="T91" fmla="*/ 21 h 120"/>
                  <a:gd name="T92" fmla="*/ 258 w 290"/>
                  <a:gd name="T93" fmla="*/ 42 h 120"/>
                  <a:gd name="T94" fmla="*/ 285 w 290"/>
                  <a:gd name="T95" fmla="*/ 14 h 120"/>
                  <a:gd name="T96" fmla="*/ 287 w 290"/>
                  <a:gd name="T97" fmla="*/ 16 h 120"/>
                  <a:gd name="T98" fmla="*/ 258 w 290"/>
                  <a:gd name="T99" fmla="*/ 43 h 120"/>
                  <a:gd name="T100" fmla="*/ 228 w 290"/>
                  <a:gd name="T101" fmla="*/ 23 h 120"/>
                  <a:gd name="T102" fmla="*/ 202 w 290"/>
                  <a:gd name="T103" fmla="*/ 42 h 120"/>
                  <a:gd name="T104" fmla="*/ 181 w 290"/>
                  <a:gd name="T105" fmla="*/ 52 h 120"/>
                  <a:gd name="T106" fmla="*/ 177 w 290"/>
                  <a:gd name="T107" fmla="*/ 52 h 120"/>
                  <a:gd name="T108" fmla="*/ 137 w 290"/>
                  <a:gd name="T109" fmla="*/ 48 h 120"/>
                  <a:gd name="T110" fmla="*/ 290 w 290"/>
                  <a:gd name="T111" fmla="*/ 56 h 120"/>
                  <a:gd name="T112" fmla="*/ 157 w 290"/>
                  <a:gd name="T113" fmla="*/ 94 h 120"/>
                  <a:gd name="T114" fmla="*/ 227 w 290"/>
                  <a:gd name="T115" fmla="*/ 8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0" h="120">
                    <a:moveTo>
                      <a:pt x="105" y="82"/>
                    </a:moveTo>
                    <a:cubicBezTo>
                      <a:pt x="97" y="81"/>
                      <a:pt x="97" y="81"/>
                      <a:pt x="97" y="81"/>
                    </a:cubicBezTo>
                    <a:cubicBezTo>
                      <a:pt x="97" y="78"/>
                      <a:pt x="97" y="76"/>
                      <a:pt x="96" y="73"/>
                    </a:cubicBezTo>
                    <a:cubicBezTo>
                      <a:pt x="102" y="69"/>
                      <a:pt x="102" y="69"/>
                      <a:pt x="102" y="69"/>
                    </a:cubicBezTo>
                    <a:cubicBezTo>
                      <a:pt x="103" y="69"/>
                      <a:pt x="103" y="68"/>
                      <a:pt x="103" y="68"/>
                    </a:cubicBezTo>
                    <a:cubicBezTo>
                      <a:pt x="97" y="59"/>
                      <a:pt x="97" y="59"/>
                      <a:pt x="97" y="59"/>
                    </a:cubicBezTo>
                    <a:cubicBezTo>
                      <a:pt x="97" y="58"/>
                      <a:pt x="96" y="58"/>
                      <a:pt x="96" y="58"/>
                    </a:cubicBezTo>
                    <a:cubicBezTo>
                      <a:pt x="89" y="62"/>
                      <a:pt x="89" y="62"/>
                      <a:pt x="89" y="62"/>
                    </a:cubicBezTo>
                    <a:cubicBezTo>
                      <a:pt x="87" y="60"/>
                      <a:pt x="85" y="59"/>
                      <a:pt x="83" y="58"/>
                    </a:cubicBezTo>
                    <a:cubicBezTo>
                      <a:pt x="85" y="50"/>
                      <a:pt x="85" y="50"/>
                      <a:pt x="85" y="50"/>
                    </a:cubicBezTo>
                    <a:cubicBezTo>
                      <a:pt x="85" y="50"/>
                      <a:pt x="85" y="49"/>
                      <a:pt x="84" y="49"/>
                    </a:cubicBezTo>
                    <a:cubicBezTo>
                      <a:pt x="74" y="47"/>
                      <a:pt x="74" y="47"/>
                      <a:pt x="74" y="47"/>
                    </a:cubicBezTo>
                    <a:cubicBezTo>
                      <a:pt x="73" y="46"/>
                      <a:pt x="72" y="47"/>
                      <a:pt x="72" y="47"/>
                    </a:cubicBezTo>
                    <a:cubicBezTo>
                      <a:pt x="70" y="55"/>
                      <a:pt x="70" y="55"/>
                      <a:pt x="70" y="55"/>
                    </a:cubicBezTo>
                    <a:cubicBezTo>
                      <a:pt x="68" y="55"/>
                      <a:pt x="66" y="55"/>
                      <a:pt x="63" y="56"/>
                    </a:cubicBezTo>
                    <a:cubicBezTo>
                      <a:pt x="59" y="50"/>
                      <a:pt x="59" y="50"/>
                      <a:pt x="59" y="50"/>
                    </a:cubicBezTo>
                    <a:cubicBezTo>
                      <a:pt x="59" y="49"/>
                      <a:pt x="58" y="49"/>
                      <a:pt x="57" y="49"/>
                    </a:cubicBezTo>
                    <a:cubicBezTo>
                      <a:pt x="49" y="55"/>
                      <a:pt x="49" y="55"/>
                      <a:pt x="49" y="55"/>
                    </a:cubicBezTo>
                    <a:cubicBezTo>
                      <a:pt x="48" y="55"/>
                      <a:pt x="48" y="56"/>
                      <a:pt x="48" y="56"/>
                    </a:cubicBezTo>
                    <a:cubicBezTo>
                      <a:pt x="52" y="63"/>
                      <a:pt x="52" y="63"/>
                      <a:pt x="52" y="63"/>
                    </a:cubicBezTo>
                    <a:cubicBezTo>
                      <a:pt x="50" y="65"/>
                      <a:pt x="49" y="67"/>
                      <a:pt x="48" y="69"/>
                    </a:cubicBezTo>
                    <a:cubicBezTo>
                      <a:pt x="40" y="67"/>
                      <a:pt x="40" y="67"/>
                      <a:pt x="40" y="67"/>
                    </a:cubicBezTo>
                    <a:cubicBezTo>
                      <a:pt x="40" y="67"/>
                      <a:pt x="39" y="67"/>
                      <a:pt x="39" y="68"/>
                    </a:cubicBezTo>
                    <a:cubicBezTo>
                      <a:pt x="36" y="78"/>
                      <a:pt x="36" y="78"/>
                      <a:pt x="36" y="78"/>
                    </a:cubicBezTo>
                    <a:cubicBezTo>
                      <a:pt x="36" y="79"/>
                      <a:pt x="37" y="80"/>
                      <a:pt x="37" y="80"/>
                    </a:cubicBezTo>
                    <a:cubicBezTo>
                      <a:pt x="45" y="81"/>
                      <a:pt x="45" y="81"/>
                      <a:pt x="45" y="81"/>
                    </a:cubicBezTo>
                    <a:cubicBezTo>
                      <a:pt x="45" y="84"/>
                      <a:pt x="45" y="86"/>
                      <a:pt x="46" y="89"/>
                    </a:cubicBezTo>
                    <a:cubicBezTo>
                      <a:pt x="40" y="93"/>
                      <a:pt x="40" y="93"/>
                      <a:pt x="40" y="93"/>
                    </a:cubicBezTo>
                    <a:cubicBezTo>
                      <a:pt x="39" y="93"/>
                      <a:pt x="39" y="94"/>
                      <a:pt x="39" y="95"/>
                    </a:cubicBezTo>
                    <a:cubicBezTo>
                      <a:pt x="45" y="103"/>
                      <a:pt x="45" y="103"/>
                      <a:pt x="45" y="103"/>
                    </a:cubicBezTo>
                    <a:cubicBezTo>
                      <a:pt x="45" y="104"/>
                      <a:pt x="46" y="104"/>
                      <a:pt x="46" y="104"/>
                    </a:cubicBezTo>
                    <a:cubicBezTo>
                      <a:pt x="53" y="100"/>
                      <a:pt x="53" y="100"/>
                      <a:pt x="53" y="100"/>
                    </a:cubicBezTo>
                    <a:cubicBezTo>
                      <a:pt x="55" y="102"/>
                      <a:pt x="57" y="103"/>
                      <a:pt x="59" y="104"/>
                    </a:cubicBezTo>
                    <a:cubicBezTo>
                      <a:pt x="57" y="112"/>
                      <a:pt x="57" y="112"/>
                      <a:pt x="57" y="112"/>
                    </a:cubicBezTo>
                    <a:cubicBezTo>
                      <a:pt x="57" y="112"/>
                      <a:pt x="57" y="113"/>
                      <a:pt x="58" y="113"/>
                    </a:cubicBezTo>
                    <a:cubicBezTo>
                      <a:pt x="68" y="115"/>
                      <a:pt x="68" y="115"/>
                      <a:pt x="68" y="115"/>
                    </a:cubicBezTo>
                    <a:cubicBezTo>
                      <a:pt x="69" y="116"/>
                      <a:pt x="70" y="115"/>
                      <a:pt x="70" y="115"/>
                    </a:cubicBezTo>
                    <a:cubicBezTo>
                      <a:pt x="71" y="107"/>
                      <a:pt x="71" y="107"/>
                      <a:pt x="71" y="107"/>
                    </a:cubicBezTo>
                    <a:cubicBezTo>
                      <a:pt x="74" y="107"/>
                      <a:pt x="76" y="107"/>
                      <a:pt x="79" y="106"/>
                    </a:cubicBezTo>
                    <a:cubicBezTo>
                      <a:pt x="83" y="112"/>
                      <a:pt x="83" y="112"/>
                      <a:pt x="83" y="112"/>
                    </a:cubicBezTo>
                    <a:cubicBezTo>
                      <a:pt x="83" y="113"/>
                      <a:pt x="84" y="113"/>
                      <a:pt x="84" y="113"/>
                    </a:cubicBezTo>
                    <a:cubicBezTo>
                      <a:pt x="93" y="107"/>
                      <a:pt x="93" y="107"/>
                      <a:pt x="93" y="107"/>
                    </a:cubicBezTo>
                    <a:cubicBezTo>
                      <a:pt x="94" y="107"/>
                      <a:pt x="94" y="106"/>
                      <a:pt x="94" y="106"/>
                    </a:cubicBezTo>
                    <a:cubicBezTo>
                      <a:pt x="90" y="99"/>
                      <a:pt x="90" y="99"/>
                      <a:pt x="90" y="99"/>
                    </a:cubicBezTo>
                    <a:cubicBezTo>
                      <a:pt x="91" y="97"/>
                      <a:pt x="93" y="95"/>
                      <a:pt x="94" y="93"/>
                    </a:cubicBezTo>
                    <a:cubicBezTo>
                      <a:pt x="101" y="95"/>
                      <a:pt x="101" y="95"/>
                      <a:pt x="101" y="95"/>
                    </a:cubicBezTo>
                    <a:cubicBezTo>
                      <a:pt x="102" y="95"/>
                      <a:pt x="103" y="95"/>
                      <a:pt x="103" y="94"/>
                    </a:cubicBezTo>
                    <a:cubicBezTo>
                      <a:pt x="105" y="84"/>
                      <a:pt x="105" y="84"/>
                      <a:pt x="105" y="84"/>
                    </a:cubicBezTo>
                    <a:cubicBezTo>
                      <a:pt x="106" y="83"/>
                      <a:pt x="105" y="82"/>
                      <a:pt x="105" y="82"/>
                    </a:cubicBezTo>
                    <a:close/>
                    <a:moveTo>
                      <a:pt x="79" y="95"/>
                    </a:moveTo>
                    <a:cubicBezTo>
                      <a:pt x="72" y="99"/>
                      <a:pt x="62" y="97"/>
                      <a:pt x="57" y="89"/>
                    </a:cubicBezTo>
                    <a:cubicBezTo>
                      <a:pt x="53" y="82"/>
                      <a:pt x="55" y="72"/>
                      <a:pt x="63" y="68"/>
                    </a:cubicBezTo>
                    <a:cubicBezTo>
                      <a:pt x="70" y="63"/>
                      <a:pt x="80" y="65"/>
                      <a:pt x="84" y="73"/>
                    </a:cubicBezTo>
                    <a:cubicBezTo>
                      <a:pt x="89" y="80"/>
                      <a:pt x="87" y="90"/>
                      <a:pt x="79" y="95"/>
                    </a:cubicBezTo>
                    <a:close/>
                    <a:moveTo>
                      <a:pt x="61" y="19"/>
                    </a:moveTo>
                    <a:cubicBezTo>
                      <a:pt x="65" y="20"/>
                      <a:pt x="65" y="20"/>
                      <a:pt x="65" y="20"/>
                    </a:cubicBezTo>
                    <a:cubicBezTo>
                      <a:pt x="65" y="22"/>
                      <a:pt x="65" y="23"/>
                      <a:pt x="66" y="24"/>
                    </a:cubicBezTo>
                    <a:cubicBezTo>
                      <a:pt x="62" y="27"/>
                      <a:pt x="62" y="27"/>
                      <a:pt x="62" y="27"/>
                    </a:cubicBezTo>
                    <a:cubicBezTo>
                      <a:pt x="62" y="28"/>
                      <a:pt x="62" y="28"/>
                      <a:pt x="62" y="28"/>
                    </a:cubicBezTo>
                    <a:cubicBezTo>
                      <a:pt x="65" y="33"/>
                      <a:pt x="65" y="33"/>
                      <a:pt x="65" y="33"/>
                    </a:cubicBezTo>
                    <a:cubicBezTo>
                      <a:pt x="66" y="33"/>
                      <a:pt x="66" y="33"/>
                      <a:pt x="66" y="33"/>
                    </a:cubicBezTo>
                    <a:cubicBezTo>
                      <a:pt x="70" y="31"/>
                      <a:pt x="70" y="31"/>
                      <a:pt x="70" y="31"/>
                    </a:cubicBezTo>
                    <a:cubicBezTo>
                      <a:pt x="71" y="32"/>
                      <a:pt x="72" y="33"/>
                      <a:pt x="73" y="33"/>
                    </a:cubicBezTo>
                    <a:cubicBezTo>
                      <a:pt x="72" y="37"/>
                      <a:pt x="72" y="37"/>
                      <a:pt x="72" y="37"/>
                    </a:cubicBezTo>
                    <a:cubicBezTo>
                      <a:pt x="72" y="38"/>
                      <a:pt x="72" y="38"/>
                      <a:pt x="73" y="38"/>
                    </a:cubicBezTo>
                    <a:cubicBezTo>
                      <a:pt x="78" y="40"/>
                      <a:pt x="78" y="40"/>
                      <a:pt x="78" y="40"/>
                    </a:cubicBezTo>
                    <a:cubicBezTo>
                      <a:pt x="79" y="40"/>
                      <a:pt x="79" y="40"/>
                      <a:pt x="79" y="39"/>
                    </a:cubicBezTo>
                    <a:cubicBezTo>
                      <a:pt x="80" y="35"/>
                      <a:pt x="80" y="35"/>
                      <a:pt x="80" y="35"/>
                    </a:cubicBezTo>
                    <a:cubicBezTo>
                      <a:pt x="82" y="35"/>
                      <a:pt x="83" y="35"/>
                      <a:pt x="84" y="34"/>
                    </a:cubicBezTo>
                    <a:cubicBezTo>
                      <a:pt x="87" y="38"/>
                      <a:pt x="87" y="38"/>
                      <a:pt x="87" y="38"/>
                    </a:cubicBezTo>
                    <a:cubicBezTo>
                      <a:pt x="88" y="38"/>
                      <a:pt x="88" y="38"/>
                      <a:pt x="88" y="38"/>
                    </a:cubicBezTo>
                    <a:cubicBezTo>
                      <a:pt x="93" y="35"/>
                      <a:pt x="93" y="35"/>
                      <a:pt x="93" y="35"/>
                    </a:cubicBezTo>
                    <a:cubicBezTo>
                      <a:pt x="93" y="34"/>
                      <a:pt x="93" y="34"/>
                      <a:pt x="93" y="34"/>
                    </a:cubicBezTo>
                    <a:cubicBezTo>
                      <a:pt x="91" y="30"/>
                      <a:pt x="91" y="30"/>
                      <a:pt x="91" y="30"/>
                    </a:cubicBezTo>
                    <a:cubicBezTo>
                      <a:pt x="92" y="29"/>
                      <a:pt x="93" y="28"/>
                      <a:pt x="93" y="27"/>
                    </a:cubicBezTo>
                    <a:cubicBezTo>
                      <a:pt x="97" y="28"/>
                      <a:pt x="97" y="28"/>
                      <a:pt x="97" y="28"/>
                    </a:cubicBezTo>
                    <a:cubicBezTo>
                      <a:pt x="98" y="28"/>
                      <a:pt x="98" y="28"/>
                      <a:pt x="98" y="27"/>
                    </a:cubicBezTo>
                    <a:cubicBezTo>
                      <a:pt x="100" y="22"/>
                      <a:pt x="100" y="22"/>
                      <a:pt x="100" y="22"/>
                    </a:cubicBezTo>
                    <a:cubicBezTo>
                      <a:pt x="100" y="21"/>
                      <a:pt x="100" y="21"/>
                      <a:pt x="99" y="21"/>
                    </a:cubicBezTo>
                    <a:cubicBezTo>
                      <a:pt x="95" y="20"/>
                      <a:pt x="95" y="20"/>
                      <a:pt x="95" y="20"/>
                    </a:cubicBezTo>
                    <a:cubicBezTo>
                      <a:pt x="95" y="18"/>
                      <a:pt x="95" y="17"/>
                      <a:pt x="94" y="16"/>
                    </a:cubicBezTo>
                    <a:cubicBezTo>
                      <a:pt x="98" y="13"/>
                      <a:pt x="98" y="13"/>
                      <a:pt x="98" y="13"/>
                    </a:cubicBezTo>
                    <a:cubicBezTo>
                      <a:pt x="98" y="12"/>
                      <a:pt x="98" y="12"/>
                      <a:pt x="98" y="12"/>
                    </a:cubicBezTo>
                    <a:cubicBezTo>
                      <a:pt x="95" y="7"/>
                      <a:pt x="95" y="7"/>
                      <a:pt x="95" y="7"/>
                    </a:cubicBezTo>
                    <a:cubicBezTo>
                      <a:pt x="94" y="7"/>
                      <a:pt x="94" y="7"/>
                      <a:pt x="94" y="7"/>
                    </a:cubicBezTo>
                    <a:cubicBezTo>
                      <a:pt x="90" y="9"/>
                      <a:pt x="90" y="9"/>
                      <a:pt x="90" y="9"/>
                    </a:cubicBezTo>
                    <a:cubicBezTo>
                      <a:pt x="89" y="8"/>
                      <a:pt x="88" y="7"/>
                      <a:pt x="87" y="7"/>
                    </a:cubicBezTo>
                    <a:cubicBezTo>
                      <a:pt x="88" y="3"/>
                      <a:pt x="88" y="3"/>
                      <a:pt x="88" y="3"/>
                    </a:cubicBezTo>
                    <a:cubicBezTo>
                      <a:pt x="88" y="2"/>
                      <a:pt x="88" y="2"/>
                      <a:pt x="87" y="2"/>
                    </a:cubicBezTo>
                    <a:cubicBezTo>
                      <a:pt x="82" y="0"/>
                      <a:pt x="82" y="0"/>
                      <a:pt x="82" y="0"/>
                    </a:cubicBezTo>
                    <a:cubicBezTo>
                      <a:pt x="81" y="0"/>
                      <a:pt x="81" y="0"/>
                      <a:pt x="81" y="1"/>
                    </a:cubicBezTo>
                    <a:cubicBezTo>
                      <a:pt x="80" y="5"/>
                      <a:pt x="80" y="5"/>
                      <a:pt x="80" y="5"/>
                    </a:cubicBezTo>
                    <a:cubicBezTo>
                      <a:pt x="78" y="5"/>
                      <a:pt x="77" y="5"/>
                      <a:pt x="76" y="6"/>
                    </a:cubicBezTo>
                    <a:cubicBezTo>
                      <a:pt x="73" y="2"/>
                      <a:pt x="73" y="2"/>
                      <a:pt x="73" y="2"/>
                    </a:cubicBezTo>
                    <a:cubicBezTo>
                      <a:pt x="72" y="2"/>
                      <a:pt x="72" y="2"/>
                      <a:pt x="72" y="2"/>
                    </a:cubicBezTo>
                    <a:cubicBezTo>
                      <a:pt x="67" y="5"/>
                      <a:pt x="67" y="5"/>
                      <a:pt x="67" y="5"/>
                    </a:cubicBezTo>
                    <a:cubicBezTo>
                      <a:pt x="67" y="6"/>
                      <a:pt x="67" y="6"/>
                      <a:pt x="67" y="6"/>
                    </a:cubicBezTo>
                    <a:cubicBezTo>
                      <a:pt x="69" y="10"/>
                      <a:pt x="69" y="10"/>
                      <a:pt x="69" y="10"/>
                    </a:cubicBezTo>
                    <a:cubicBezTo>
                      <a:pt x="68" y="11"/>
                      <a:pt x="67" y="12"/>
                      <a:pt x="67" y="13"/>
                    </a:cubicBezTo>
                    <a:cubicBezTo>
                      <a:pt x="63" y="12"/>
                      <a:pt x="63" y="12"/>
                      <a:pt x="63" y="12"/>
                    </a:cubicBezTo>
                    <a:cubicBezTo>
                      <a:pt x="62" y="12"/>
                      <a:pt x="62" y="12"/>
                      <a:pt x="62" y="13"/>
                    </a:cubicBezTo>
                    <a:cubicBezTo>
                      <a:pt x="60" y="18"/>
                      <a:pt x="60" y="18"/>
                      <a:pt x="60" y="18"/>
                    </a:cubicBezTo>
                    <a:cubicBezTo>
                      <a:pt x="60" y="19"/>
                      <a:pt x="60" y="19"/>
                      <a:pt x="61" y="19"/>
                    </a:cubicBezTo>
                    <a:close/>
                    <a:moveTo>
                      <a:pt x="75" y="12"/>
                    </a:moveTo>
                    <a:cubicBezTo>
                      <a:pt x="79" y="10"/>
                      <a:pt x="85" y="11"/>
                      <a:pt x="88" y="15"/>
                    </a:cubicBezTo>
                    <a:cubicBezTo>
                      <a:pt x="90" y="20"/>
                      <a:pt x="89" y="25"/>
                      <a:pt x="85" y="28"/>
                    </a:cubicBezTo>
                    <a:cubicBezTo>
                      <a:pt x="80" y="30"/>
                      <a:pt x="75" y="29"/>
                      <a:pt x="72" y="25"/>
                    </a:cubicBezTo>
                    <a:cubicBezTo>
                      <a:pt x="70" y="21"/>
                      <a:pt x="71" y="15"/>
                      <a:pt x="75" y="12"/>
                    </a:cubicBezTo>
                    <a:close/>
                    <a:moveTo>
                      <a:pt x="38" y="54"/>
                    </a:moveTo>
                    <a:cubicBezTo>
                      <a:pt x="45" y="50"/>
                      <a:pt x="45" y="50"/>
                      <a:pt x="45" y="50"/>
                    </a:cubicBezTo>
                    <a:cubicBezTo>
                      <a:pt x="46" y="50"/>
                      <a:pt x="46" y="49"/>
                      <a:pt x="46" y="49"/>
                    </a:cubicBezTo>
                    <a:cubicBezTo>
                      <a:pt x="43" y="44"/>
                      <a:pt x="43" y="44"/>
                      <a:pt x="43" y="44"/>
                    </a:cubicBezTo>
                    <a:cubicBezTo>
                      <a:pt x="44" y="42"/>
                      <a:pt x="45" y="41"/>
                      <a:pt x="46" y="39"/>
                    </a:cubicBezTo>
                    <a:cubicBezTo>
                      <a:pt x="52" y="40"/>
                      <a:pt x="52" y="40"/>
                      <a:pt x="52" y="40"/>
                    </a:cubicBezTo>
                    <a:cubicBezTo>
                      <a:pt x="52" y="40"/>
                      <a:pt x="53" y="40"/>
                      <a:pt x="53" y="40"/>
                    </a:cubicBezTo>
                    <a:cubicBezTo>
                      <a:pt x="55" y="32"/>
                      <a:pt x="55" y="32"/>
                      <a:pt x="55" y="32"/>
                    </a:cubicBezTo>
                    <a:cubicBezTo>
                      <a:pt x="55" y="31"/>
                      <a:pt x="55" y="30"/>
                      <a:pt x="54" y="30"/>
                    </a:cubicBezTo>
                    <a:cubicBezTo>
                      <a:pt x="48" y="29"/>
                      <a:pt x="48" y="29"/>
                      <a:pt x="48" y="29"/>
                    </a:cubicBezTo>
                    <a:cubicBezTo>
                      <a:pt x="48" y="27"/>
                      <a:pt x="48" y="25"/>
                      <a:pt x="47" y="23"/>
                    </a:cubicBezTo>
                    <a:cubicBezTo>
                      <a:pt x="53" y="20"/>
                      <a:pt x="53" y="20"/>
                      <a:pt x="53" y="20"/>
                    </a:cubicBezTo>
                    <a:cubicBezTo>
                      <a:pt x="53" y="20"/>
                      <a:pt x="53" y="19"/>
                      <a:pt x="53" y="19"/>
                    </a:cubicBezTo>
                    <a:cubicBezTo>
                      <a:pt x="49" y="12"/>
                      <a:pt x="49" y="12"/>
                      <a:pt x="49" y="12"/>
                    </a:cubicBezTo>
                    <a:cubicBezTo>
                      <a:pt x="48" y="11"/>
                      <a:pt x="48" y="11"/>
                      <a:pt x="47" y="11"/>
                    </a:cubicBezTo>
                    <a:cubicBezTo>
                      <a:pt x="42" y="14"/>
                      <a:pt x="42" y="14"/>
                      <a:pt x="42" y="14"/>
                    </a:cubicBezTo>
                    <a:cubicBezTo>
                      <a:pt x="41" y="13"/>
                      <a:pt x="39" y="12"/>
                      <a:pt x="37" y="11"/>
                    </a:cubicBezTo>
                    <a:cubicBezTo>
                      <a:pt x="39" y="5"/>
                      <a:pt x="39" y="5"/>
                      <a:pt x="39" y="5"/>
                    </a:cubicBezTo>
                    <a:cubicBezTo>
                      <a:pt x="39" y="5"/>
                      <a:pt x="38" y="4"/>
                      <a:pt x="38" y="4"/>
                    </a:cubicBezTo>
                    <a:cubicBezTo>
                      <a:pt x="30" y="2"/>
                      <a:pt x="30" y="2"/>
                      <a:pt x="30" y="2"/>
                    </a:cubicBezTo>
                    <a:cubicBezTo>
                      <a:pt x="29" y="2"/>
                      <a:pt x="29" y="2"/>
                      <a:pt x="29" y="3"/>
                    </a:cubicBezTo>
                    <a:cubicBezTo>
                      <a:pt x="27" y="9"/>
                      <a:pt x="27" y="9"/>
                      <a:pt x="27" y="9"/>
                    </a:cubicBezTo>
                    <a:cubicBezTo>
                      <a:pt x="25" y="9"/>
                      <a:pt x="23" y="9"/>
                      <a:pt x="22" y="10"/>
                    </a:cubicBezTo>
                    <a:cubicBezTo>
                      <a:pt x="18" y="4"/>
                      <a:pt x="18" y="4"/>
                      <a:pt x="18" y="4"/>
                    </a:cubicBezTo>
                    <a:cubicBezTo>
                      <a:pt x="18" y="4"/>
                      <a:pt x="18" y="4"/>
                      <a:pt x="17" y="4"/>
                    </a:cubicBezTo>
                    <a:cubicBezTo>
                      <a:pt x="10" y="8"/>
                      <a:pt x="10" y="8"/>
                      <a:pt x="10" y="8"/>
                    </a:cubicBezTo>
                    <a:cubicBezTo>
                      <a:pt x="10" y="9"/>
                      <a:pt x="9" y="9"/>
                      <a:pt x="10" y="10"/>
                    </a:cubicBezTo>
                    <a:cubicBezTo>
                      <a:pt x="13" y="15"/>
                      <a:pt x="13" y="15"/>
                      <a:pt x="13" y="15"/>
                    </a:cubicBezTo>
                    <a:cubicBezTo>
                      <a:pt x="11" y="16"/>
                      <a:pt x="10" y="18"/>
                      <a:pt x="9" y="20"/>
                    </a:cubicBezTo>
                    <a:cubicBezTo>
                      <a:pt x="4" y="18"/>
                      <a:pt x="4" y="18"/>
                      <a:pt x="4" y="18"/>
                    </a:cubicBezTo>
                    <a:cubicBezTo>
                      <a:pt x="3" y="18"/>
                      <a:pt x="2" y="18"/>
                      <a:pt x="2" y="19"/>
                    </a:cubicBezTo>
                    <a:cubicBezTo>
                      <a:pt x="0" y="27"/>
                      <a:pt x="0" y="27"/>
                      <a:pt x="0" y="27"/>
                    </a:cubicBezTo>
                    <a:cubicBezTo>
                      <a:pt x="0" y="28"/>
                      <a:pt x="1" y="28"/>
                      <a:pt x="1" y="28"/>
                    </a:cubicBezTo>
                    <a:cubicBezTo>
                      <a:pt x="7" y="30"/>
                      <a:pt x="7" y="30"/>
                      <a:pt x="7" y="30"/>
                    </a:cubicBezTo>
                    <a:cubicBezTo>
                      <a:pt x="7" y="32"/>
                      <a:pt x="7" y="34"/>
                      <a:pt x="8" y="35"/>
                    </a:cubicBezTo>
                    <a:cubicBezTo>
                      <a:pt x="3" y="39"/>
                      <a:pt x="3" y="39"/>
                      <a:pt x="3" y="39"/>
                    </a:cubicBezTo>
                    <a:cubicBezTo>
                      <a:pt x="2" y="39"/>
                      <a:pt x="2" y="39"/>
                      <a:pt x="3" y="40"/>
                    </a:cubicBezTo>
                    <a:cubicBezTo>
                      <a:pt x="7" y="47"/>
                      <a:pt x="7" y="47"/>
                      <a:pt x="7" y="47"/>
                    </a:cubicBezTo>
                    <a:cubicBezTo>
                      <a:pt x="7" y="47"/>
                      <a:pt x="8" y="48"/>
                      <a:pt x="8" y="47"/>
                    </a:cubicBezTo>
                    <a:cubicBezTo>
                      <a:pt x="13" y="44"/>
                      <a:pt x="13" y="44"/>
                      <a:pt x="13" y="44"/>
                    </a:cubicBezTo>
                    <a:cubicBezTo>
                      <a:pt x="15" y="45"/>
                      <a:pt x="16" y="47"/>
                      <a:pt x="18" y="48"/>
                    </a:cubicBezTo>
                    <a:cubicBezTo>
                      <a:pt x="17" y="53"/>
                      <a:pt x="17" y="53"/>
                      <a:pt x="17" y="53"/>
                    </a:cubicBezTo>
                    <a:cubicBezTo>
                      <a:pt x="17" y="54"/>
                      <a:pt x="17" y="54"/>
                      <a:pt x="17" y="55"/>
                    </a:cubicBezTo>
                    <a:cubicBezTo>
                      <a:pt x="25" y="57"/>
                      <a:pt x="25" y="57"/>
                      <a:pt x="25" y="57"/>
                    </a:cubicBezTo>
                    <a:cubicBezTo>
                      <a:pt x="26" y="57"/>
                      <a:pt x="27" y="56"/>
                      <a:pt x="27" y="56"/>
                    </a:cubicBezTo>
                    <a:cubicBezTo>
                      <a:pt x="28" y="50"/>
                      <a:pt x="28" y="50"/>
                      <a:pt x="28" y="50"/>
                    </a:cubicBezTo>
                    <a:cubicBezTo>
                      <a:pt x="30" y="50"/>
                      <a:pt x="32" y="50"/>
                      <a:pt x="34" y="49"/>
                    </a:cubicBezTo>
                    <a:cubicBezTo>
                      <a:pt x="37" y="54"/>
                      <a:pt x="37" y="54"/>
                      <a:pt x="37" y="54"/>
                    </a:cubicBezTo>
                    <a:cubicBezTo>
                      <a:pt x="37" y="55"/>
                      <a:pt x="38" y="55"/>
                      <a:pt x="38" y="54"/>
                    </a:cubicBezTo>
                    <a:close/>
                    <a:moveTo>
                      <a:pt x="34" y="40"/>
                    </a:moveTo>
                    <a:cubicBezTo>
                      <a:pt x="28" y="44"/>
                      <a:pt x="21" y="42"/>
                      <a:pt x="17" y="36"/>
                    </a:cubicBezTo>
                    <a:cubicBezTo>
                      <a:pt x="13" y="30"/>
                      <a:pt x="15" y="22"/>
                      <a:pt x="21" y="19"/>
                    </a:cubicBezTo>
                    <a:cubicBezTo>
                      <a:pt x="27" y="15"/>
                      <a:pt x="35" y="17"/>
                      <a:pt x="38" y="23"/>
                    </a:cubicBezTo>
                    <a:cubicBezTo>
                      <a:pt x="42" y="29"/>
                      <a:pt x="40" y="36"/>
                      <a:pt x="34" y="40"/>
                    </a:cubicBezTo>
                    <a:close/>
                    <a:moveTo>
                      <a:pt x="136" y="52"/>
                    </a:moveTo>
                    <a:cubicBezTo>
                      <a:pt x="134" y="52"/>
                      <a:pt x="133" y="51"/>
                      <a:pt x="133" y="49"/>
                    </a:cubicBezTo>
                    <a:cubicBezTo>
                      <a:pt x="133" y="48"/>
                      <a:pt x="134" y="47"/>
                      <a:pt x="135" y="47"/>
                    </a:cubicBezTo>
                    <a:cubicBezTo>
                      <a:pt x="136" y="47"/>
                      <a:pt x="136" y="47"/>
                      <a:pt x="137" y="47"/>
                    </a:cubicBezTo>
                    <a:cubicBezTo>
                      <a:pt x="139" y="44"/>
                      <a:pt x="146" y="37"/>
                      <a:pt x="151" y="32"/>
                    </a:cubicBezTo>
                    <a:cubicBezTo>
                      <a:pt x="150" y="31"/>
                      <a:pt x="150" y="31"/>
                      <a:pt x="150" y="31"/>
                    </a:cubicBezTo>
                    <a:cubicBezTo>
                      <a:pt x="150" y="29"/>
                      <a:pt x="151" y="28"/>
                      <a:pt x="152" y="28"/>
                    </a:cubicBezTo>
                    <a:cubicBezTo>
                      <a:pt x="154" y="28"/>
                      <a:pt x="155" y="29"/>
                      <a:pt x="155" y="30"/>
                    </a:cubicBezTo>
                    <a:cubicBezTo>
                      <a:pt x="155" y="31"/>
                      <a:pt x="155" y="31"/>
                      <a:pt x="155" y="31"/>
                    </a:cubicBezTo>
                    <a:cubicBezTo>
                      <a:pt x="178" y="51"/>
                      <a:pt x="178" y="51"/>
                      <a:pt x="178" y="51"/>
                    </a:cubicBezTo>
                    <a:cubicBezTo>
                      <a:pt x="178" y="51"/>
                      <a:pt x="179" y="50"/>
                      <a:pt x="179" y="50"/>
                    </a:cubicBezTo>
                    <a:cubicBezTo>
                      <a:pt x="180" y="50"/>
                      <a:pt x="180" y="51"/>
                      <a:pt x="181" y="51"/>
                    </a:cubicBezTo>
                    <a:cubicBezTo>
                      <a:pt x="193" y="37"/>
                      <a:pt x="193" y="37"/>
                      <a:pt x="193" y="37"/>
                    </a:cubicBezTo>
                    <a:cubicBezTo>
                      <a:pt x="193" y="37"/>
                      <a:pt x="192" y="36"/>
                      <a:pt x="192" y="36"/>
                    </a:cubicBezTo>
                    <a:cubicBezTo>
                      <a:pt x="192" y="35"/>
                      <a:pt x="193" y="33"/>
                      <a:pt x="194" y="33"/>
                    </a:cubicBezTo>
                    <a:cubicBezTo>
                      <a:pt x="196" y="33"/>
                      <a:pt x="197" y="34"/>
                      <a:pt x="197" y="35"/>
                    </a:cubicBezTo>
                    <a:cubicBezTo>
                      <a:pt x="197" y="36"/>
                      <a:pt x="197" y="36"/>
                      <a:pt x="197" y="37"/>
                    </a:cubicBezTo>
                    <a:cubicBezTo>
                      <a:pt x="202" y="41"/>
                      <a:pt x="202" y="41"/>
                      <a:pt x="202" y="41"/>
                    </a:cubicBezTo>
                    <a:cubicBezTo>
                      <a:pt x="203" y="41"/>
                      <a:pt x="203" y="40"/>
                      <a:pt x="204" y="40"/>
                    </a:cubicBezTo>
                    <a:cubicBezTo>
                      <a:pt x="205" y="40"/>
                      <a:pt x="206" y="40"/>
                      <a:pt x="206" y="41"/>
                    </a:cubicBezTo>
                    <a:cubicBezTo>
                      <a:pt x="226" y="22"/>
                      <a:pt x="226" y="22"/>
                      <a:pt x="226" y="22"/>
                    </a:cubicBezTo>
                    <a:cubicBezTo>
                      <a:pt x="226" y="22"/>
                      <a:pt x="226" y="21"/>
                      <a:pt x="226" y="21"/>
                    </a:cubicBezTo>
                    <a:cubicBezTo>
                      <a:pt x="226" y="20"/>
                      <a:pt x="227" y="18"/>
                      <a:pt x="228" y="18"/>
                    </a:cubicBezTo>
                    <a:cubicBezTo>
                      <a:pt x="229" y="18"/>
                      <a:pt x="230" y="19"/>
                      <a:pt x="231" y="21"/>
                    </a:cubicBezTo>
                    <a:cubicBezTo>
                      <a:pt x="230" y="21"/>
                      <a:pt x="230" y="21"/>
                      <a:pt x="230" y="21"/>
                    </a:cubicBezTo>
                    <a:cubicBezTo>
                      <a:pt x="258" y="42"/>
                      <a:pt x="258" y="42"/>
                      <a:pt x="258" y="42"/>
                    </a:cubicBezTo>
                    <a:cubicBezTo>
                      <a:pt x="259" y="41"/>
                      <a:pt x="259" y="41"/>
                      <a:pt x="260" y="41"/>
                    </a:cubicBezTo>
                    <a:cubicBezTo>
                      <a:pt x="261" y="41"/>
                      <a:pt x="261" y="41"/>
                      <a:pt x="262" y="42"/>
                    </a:cubicBezTo>
                    <a:cubicBezTo>
                      <a:pt x="286" y="15"/>
                      <a:pt x="286" y="15"/>
                      <a:pt x="286" y="15"/>
                    </a:cubicBezTo>
                    <a:cubicBezTo>
                      <a:pt x="285" y="15"/>
                      <a:pt x="285" y="14"/>
                      <a:pt x="285" y="14"/>
                    </a:cubicBezTo>
                    <a:cubicBezTo>
                      <a:pt x="285" y="12"/>
                      <a:pt x="286" y="11"/>
                      <a:pt x="287" y="11"/>
                    </a:cubicBezTo>
                    <a:cubicBezTo>
                      <a:pt x="289" y="11"/>
                      <a:pt x="290" y="12"/>
                      <a:pt x="290" y="13"/>
                    </a:cubicBezTo>
                    <a:cubicBezTo>
                      <a:pt x="290" y="15"/>
                      <a:pt x="289" y="16"/>
                      <a:pt x="288" y="16"/>
                    </a:cubicBezTo>
                    <a:cubicBezTo>
                      <a:pt x="287" y="16"/>
                      <a:pt x="287" y="16"/>
                      <a:pt x="287" y="16"/>
                    </a:cubicBezTo>
                    <a:cubicBezTo>
                      <a:pt x="262" y="43"/>
                      <a:pt x="262" y="43"/>
                      <a:pt x="262" y="43"/>
                    </a:cubicBezTo>
                    <a:cubicBezTo>
                      <a:pt x="262" y="43"/>
                      <a:pt x="262" y="43"/>
                      <a:pt x="262" y="43"/>
                    </a:cubicBezTo>
                    <a:cubicBezTo>
                      <a:pt x="262" y="44"/>
                      <a:pt x="261" y="45"/>
                      <a:pt x="260" y="45"/>
                    </a:cubicBezTo>
                    <a:cubicBezTo>
                      <a:pt x="259" y="46"/>
                      <a:pt x="258" y="45"/>
                      <a:pt x="258" y="43"/>
                    </a:cubicBezTo>
                    <a:cubicBezTo>
                      <a:pt x="258" y="43"/>
                      <a:pt x="258" y="43"/>
                      <a:pt x="258" y="43"/>
                    </a:cubicBezTo>
                    <a:cubicBezTo>
                      <a:pt x="229" y="23"/>
                      <a:pt x="229" y="23"/>
                      <a:pt x="229" y="23"/>
                    </a:cubicBezTo>
                    <a:cubicBezTo>
                      <a:pt x="228" y="23"/>
                      <a:pt x="228" y="23"/>
                      <a:pt x="228" y="23"/>
                    </a:cubicBezTo>
                    <a:cubicBezTo>
                      <a:pt x="228" y="23"/>
                      <a:pt x="228" y="23"/>
                      <a:pt x="228" y="23"/>
                    </a:cubicBezTo>
                    <a:cubicBezTo>
                      <a:pt x="206" y="43"/>
                      <a:pt x="206" y="43"/>
                      <a:pt x="206" y="43"/>
                    </a:cubicBezTo>
                    <a:cubicBezTo>
                      <a:pt x="206" y="44"/>
                      <a:pt x="205" y="45"/>
                      <a:pt x="204" y="45"/>
                    </a:cubicBezTo>
                    <a:cubicBezTo>
                      <a:pt x="203" y="45"/>
                      <a:pt x="202" y="44"/>
                      <a:pt x="202" y="43"/>
                    </a:cubicBezTo>
                    <a:cubicBezTo>
                      <a:pt x="202" y="42"/>
                      <a:pt x="202" y="42"/>
                      <a:pt x="202" y="42"/>
                    </a:cubicBezTo>
                    <a:cubicBezTo>
                      <a:pt x="196" y="37"/>
                      <a:pt x="196" y="37"/>
                      <a:pt x="196" y="37"/>
                    </a:cubicBezTo>
                    <a:cubicBezTo>
                      <a:pt x="195" y="38"/>
                      <a:pt x="195" y="38"/>
                      <a:pt x="195" y="38"/>
                    </a:cubicBezTo>
                    <a:cubicBezTo>
                      <a:pt x="194" y="38"/>
                      <a:pt x="194" y="38"/>
                      <a:pt x="194" y="38"/>
                    </a:cubicBezTo>
                    <a:cubicBezTo>
                      <a:pt x="181" y="52"/>
                      <a:pt x="181" y="52"/>
                      <a:pt x="181" y="52"/>
                    </a:cubicBezTo>
                    <a:cubicBezTo>
                      <a:pt x="181" y="53"/>
                      <a:pt x="181" y="53"/>
                      <a:pt x="181" y="53"/>
                    </a:cubicBezTo>
                    <a:cubicBezTo>
                      <a:pt x="182" y="54"/>
                      <a:pt x="181" y="55"/>
                      <a:pt x="179" y="55"/>
                    </a:cubicBezTo>
                    <a:cubicBezTo>
                      <a:pt x="178" y="55"/>
                      <a:pt x="177" y="54"/>
                      <a:pt x="177" y="53"/>
                    </a:cubicBezTo>
                    <a:cubicBezTo>
                      <a:pt x="177" y="52"/>
                      <a:pt x="177" y="52"/>
                      <a:pt x="177" y="52"/>
                    </a:cubicBezTo>
                    <a:cubicBezTo>
                      <a:pt x="154" y="32"/>
                      <a:pt x="154" y="32"/>
                      <a:pt x="154" y="32"/>
                    </a:cubicBezTo>
                    <a:cubicBezTo>
                      <a:pt x="154" y="32"/>
                      <a:pt x="153" y="33"/>
                      <a:pt x="153" y="33"/>
                    </a:cubicBezTo>
                    <a:cubicBezTo>
                      <a:pt x="152" y="33"/>
                      <a:pt x="152" y="33"/>
                      <a:pt x="151" y="32"/>
                    </a:cubicBezTo>
                    <a:cubicBezTo>
                      <a:pt x="148" y="36"/>
                      <a:pt x="141" y="44"/>
                      <a:pt x="137" y="48"/>
                    </a:cubicBezTo>
                    <a:cubicBezTo>
                      <a:pt x="138" y="48"/>
                      <a:pt x="138" y="49"/>
                      <a:pt x="138" y="49"/>
                    </a:cubicBezTo>
                    <a:cubicBezTo>
                      <a:pt x="138" y="50"/>
                      <a:pt x="137" y="51"/>
                      <a:pt x="136" y="52"/>
                    </a:cubicBezTo>
                    <a:close/>
                    <a:moveTo>
                      <a:pt x="262" y="69"/>
                    </a:moveTo>
                    <a:cubicBezTo>
                      <a:pt x="290" y="56"/>
                      <a:pt x="290" y="56"/>
                      <a:pt x="290" y="56"/>
                    </a:cubicBezTo>
                    <a:cubicBezTo>
                      <a:pt x="290" y="120"/>
                      <a:pt x="290" y="120"/>
                      <a:pt x="290" y="120"/>
                    </a:cubicBezTo>
                    <a:cubicBezTo>
                      <a:pt x="135" y="120"/>
                      <a:pt x="135" y="120"/>
                      <a:pt x="135" y="120"/>
                    </a:cubicBezTo>
                    <a:cubicBezTo>
                      <a:pt x="134" y="100"/>
                      <a:pt x="134" y="100"/>
                      <a:pt x="134" y="100"/>
                    </a:cubicBezTo>
                    <a:cubicBezTo>
                      <a:pt x="157" y="94"/>
                      <a:pt x="157" y="94"/>
                      <a:pt x="157" y="94"/>
                    </a:cubicBezTo>
                    <a:cubicBezTo>
                      <a:pt x="170" y="88"/>
                      <a:pt x="170" y="88"/>
                      <a:pt x="170" y="88"/>
                    </a:cubicBezTo>
                    <a:cubicBezTo>
                      <a:pt x="193" y="100"/>
                      <a:pt x="193" y="100"/>
                      <a:pt x="193" y="100"/>
                    </a:cubicBezTo>
                    <a:cubicBezTo>
                      <a:pt x="206" y="81"/>
                      <a:pt x="206" y="81"/>
                      <a:pt x="206" y="81"/>
                    </a:cubicBezTo>
                    <a:cubicBezTo>
                      <a:pt x="227" y="83"/>
                      <a:pt x="227" y="83"/>
                      <a:pt x="227" y="83"/>
                    </a:cubicBezTo>
                    <a:cubicBezTo>
                      <a:pt x="240" y="64"/>
                      <a:pt x="240" y="64"/>
                      <a:pt x="240" y="64"/>
                    </a:cubicBezTo>
                    <a:lnTo>
                      <a:pt x="262" y="6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9">
                <a:extLst>
                  <a:ext uri="{FF2B5EF4-FFF2-40B4-BE49-F238E27FC236}">
                    <a16:creationId xmlns:a16="http://schemas.microsoft.com/office/drawing/2014/main" id="{599699D3-4D5E-44CA-90A4-3FD11E12DC5C}"/>
                  </a:ext>
                </a:extLst>
              </p:cNvPr>
              <p:cNvSpPr>
                <a:spLocks noEditPoints="1"/>
              </p:cNvSpPr>
              <p:nvPr/>
            </p:nvSpPr>
            <p:spPr bwMode="auto">
              <a:xfrm>
                <a:off x="8370484" y="4642125"/>
                <a:ext cx="597063" cy="142946"/>
              </a:xfrm>
              <a:custGeom>
                <a:avLst/>
                <a:gdLst>
                  <a:gd name="T0" fmla="*/ 159 w 290"/>
                  <a:gd name="T1" fmla="*/ 7 h 69"/>
                  <a:gd name="T2" fmla="*/ 157 w 290"/>
                  <a:gd name="T3" fmla="*/ 10 h 69"/>
                  <a:gd name="T4" fmla="*/ 3 w 290"/>
                  <a:gd name="T5" fmla="*/ 10 h 69"/>
                  <a:gd name="T6" fmla="*/ 0 w 290"/>
                  <a:gd name="T7" fmla="*/ 7 h 69"/>
                  <a:gd name="T8" fmla="*/ 3 w 290"/>
                  <a:gd name="T9" fmla="*/ 5 h 69"/>
                  <a:gd name="T10" fmla="*/ 157 w 290"/>
                  <a:gd name="T11" fmla="*/ 5 h 69"/>
                  <a:gd name="T12" fmla="*/ 159 w 290"/>
                  <a:gd name="T13" fmla="*/ 7 h 69"/>
                  <a:gd name="T14" fmla="*/ 157 w 290"/>
                  <a:gd name="T15" fmla="*/ 14 h 69"/>
                  <a:gd name="T16" fmla="*/ 3 w 290"/>
                  <a:gd name="T17" fmla="*/ 14 h 69"/>
                  <a:gd name="T18" fmla="*/ 0 w 290"/>
                  <a:gd name="T19" fmla="*/ 17 h 69"/>
                  <a:gd name="T20" fmla="*/ 3 w 290"/>
                  <a:gd name="T21" fmla="*/ 19 h 69"/>
                  <a:gd name="T22" fmla="*/ 157 w 290"/>
                  <a:gd name="T23" fmla="*/ 19 h 69"/>
                  <a:gd name="T24" fmla="*/ 159 w 290"/>
                  <a:gd name="T25" fmla="*/ 17 h 69"/>
                  <a:gd name="T26" fmla="*/ 157 w 290"/>
                  <a:gd name="T27" fmla="*/ 14 h 69"/>
                  <a:gd name="T28" fmla="*/ 157 w 290"/>
                  <a:gd name="T29" fmla="*/ 38 h 69"/>
                  <a:gd name="T30" fmla="*/ 3 w 290"/>
                  <a:gd name="T31" fmla="*/ 38 h 69"/>
                  <a:gd name="T32" fmla="*/ 0 w 290"/>
                  <a:gd name="T33" fmla="*/ 40 h 69"/>
                  <a:gd name="T34" fmla="*/ 3 w 290"/>
                  <a:gd name="T35" fmla="*/ 43 h 69"/>
                  <a:gd name="T36" fmla="*/ 157 w 290"/>
                  <a:gd name="T37" fmla="*/ 43 h 69"/>
                  <a:gd name="T38" fmla="*/ 159 w 290"/>
                  <a:gd name="T39" fmla="*/ 40 h 69"/>
                  <a:gd name="T40" fmla="*/ 157 w 290"/>
                  <a:gd name="T41" fmla="*/ 38 h 69"/>
                  <a:gd name="T42" fmla="*/ 157 w 290"/>
                  <a:gd name="T43" fmla="*/ 47 h 69"/>
                  <a:gd name="T44" fmla="*/ 3 w 290"/>
                  <a:gd name="T45" fmla="*/ 47 h 69"/>
                  <a:gd name="T46" fmla="*/ 0 w 290"/>
                  <a:gd name="T47" fmla="*/ 49 h 69"/>
                  <a:gd name="T48" fmla="*/ 3 w 290"/>
                  <a:gd name="T49" fmla="*/ 52 h 69"/>
                  <a:gd name="T50" fmla="*/ 157 w 290"/>
                  <a:gd name="T51" fmla="*/ 52 h 69"/>
                  <a:gd name="T52" fmla="*/ 159 w 290"/>
                  <a:gd name="T53" fmla="*/ 49 h 69"/>
                  <a:gd name="T54" fmla="*/ 157 w 290"/>
                  <a:gd name="T55" fmla="*/ 47 h 69"/>
                  <a:gd name="T56" fmla="*/ 268 w 290"/>
                  <a:gd name="T57" fmla="*/ 0 h 69"/>
                  <a:gd name="T58" fmla="*/ 217 w 290"/>
                  <a:gd name="T59" fmla="*/ 0 h 69"/>
                  <a:gd name="T60" fmla="*/ 195 w 290"/>
                  <a:gd name="T61" fmla="*/ 22 h 69"/>
                  <a:gd name="T62" fmla="*/ 195 w 290"/>
                  <a:gd name="T63" fmla="*/ 47 h 69"/>
                  <a:gd name="T64" fmla="*/ 217 w 290"/>
                  <a:gd name="T65" fmla="*/ 69 h 69"/>
                  <a:gd name="T66" fmla="*/ 268 w 290"/>
                  <a:gd name="T67" fmla="*/ 69 h 69"/>
                  <a:gd name="T68" fmla="*/ 290 w 290"/>
                  <a:gd name="T69" fmla="*/ 47 h 69"/>
                  <a:gd name="T70" fmla="*/ 290 w 290"/>
                  <a:gd name="T71" fmla="*/ 22 h 69"/>
                  <a:gd name="T72" fmla="*/ 268 w 290"/>
                  <a:gd name="T73"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0" h="69">
                    <a:moveTo>
                      <a:pt x="159" y="7"/>
                    </a:moveTo>
                    <a:cubicBezTo>
                      <a:pt x="159" y="9"/>
                      <a:pt x="158" y="10"/>
                      <a:pt x="157" y="10"/>
                    </a:cubicBezTo>
                    <a:cubicBezTo>
                      <a:pt x="3" y="10"/>
                      <a:pt x="3" y="10"/>
                      <a:pt x="3" y="10"/>
                    </a:cubicBezTo>
                    <a:cubicBezTo>
                      <a:pt x="1" y="10"/>
                      <a:pt x="0" y="9"/>
                      <a:pt x="0" y="7"/>
                    </a:cubicBezTo>
                    <a:cubicBezTo>
                      <a:pt x="0" y="6"/>
                      <a:pt x="1" y="5"/>
                      <a:pt x="3" y="5"/>
                    </a:cubicBezTo>
                    <a:cubicBezTo>
                      <a:pt x="157" y="5"/>
                      <a:pt x="157" y="5"/>
                      <a:pt x="157" y="5"/>
                    </a:cubicBezTo>
                    <a:cubicBezTo>
                      <a:pt x="158" y="5"/>
                      <a:pt x="159" y="6"/>
                      <a:pt x="159" y="7"/>
                    </a:cubicBezTo>
                    <a:close/>
                    <a:moveTo>
                      <a:pt x="157" y="14"/>
                    </a:moveTo>
                    <a:cubicBezTo>
                      <a:pt x="3" y="14"/>
                      <a:pt x="3" y="14"/>
                      <a:pt x="3" y="14"/>
                    </a:cubicBezTo>
                    <a:cubicBezTo>
                      <a:pt x="1" y="14"/>
                      <a:pt x="0" y="15"/>
                      <a:pt x="0" y="17"/>
                    </a:cubicBezTo>
                    <a:cubicBezTo>
                      <a:pt x="0" y="18"/>
                      <a:pt x="1" y="19"/>
                      <a:pt x="3" y="19"/>
                    </a:cubicBezTo>
                    <a:cubicBezTo>
                      <a:pt x="157" y="19"/>
                      <a:pt x="157" y="19"/>
                      <a:pt x="157" y="19"/>
                    </a:cubicBezTo>
                    <a:cubicBezTo>
                      <a:pt x="158" y="19"/>
                      <a:pt x="159" y="18"/>
                      <a:pt x="159" y="17"/>
                    </a:cubicBezTo>
                    <a:cubicBezTo>
                      <a:pt x="159" y="15"/>
                      <a:pt x="158" y="14"/>
                      <a:pt x="157" y="14"/>
                    </a:cubicBezTo>
                    <a:close/>
                    <a:moveTo>
                      <a:pt x="157" y="38"/>
                    </a:moveTo>
                    <a:cubicBezTo>
                      <a:pt x="3" y="38"/>
                      <a:pt x="3" y="38"/>
                      <a:pt x="3" y="38"/>
                    </a:cubicBezTo>
                    <a:cubicBezTo>
                      <a:pt x="1" y="38"/>
                      <a:pt x="0" y="39"/>
                      <a:pt x="0" y="40"/>
                    </a:cubicBezTo>
                    <a:cubicBezTo>
                      <a:pt x="0" y="42"/>
                      <a:pt x="1" y="43"/>
                      <a:pt x="3" y="43"/>
                    </a:cubicBezTo>
                    <a:cubicBezTo>
                      <a:pt x="157" y="43"/>
                      <a:pt x="157" y="43"/>
                      <a:pt x="157" y="43"/>
                    </a:cubicBezTo>
                    <a:cubicBezTo>
                      <a:pt x="158" y="43"/>
                      <a:pt x="159" y="42"/>
                      <a:pt x="159" y="40"/>
                    </a:cubicBezTo>
                    <a:cubicBezTo>
                      <a:pt x="159" y="39"/>
                      <a:pt x="158" y="38"/>
                      <a:pt x="157" y="38"/>
                    </a:cubicBezTo>
                    <a:close/>
                    <a:moveTo>
                      <a:pt x="157" y="47"/>
                    </a:moveTo>
                    <a:cubicBezTo>
                      <a:pt x="3" y="47"/>
                      <a:pt x="3" y="47"/>
                      <a:pt x="3" y="47"/>
                    </a:cubicBezTo>
                    <a:cubicBezTo>
                      <a:pt x="1" y="47"/>
                      <a:pt x="0" y="48"/>
                      <a:pt x="0" y="49"/>
                    </a:cubicBezTo>
                    <a:cubicBezTo>
                      <a:pt x="0" y="51"/>
                      <a:pt x="1" y="52"/>
                      <a:pt x="3" y="52"/>
                    </a:cubicBezTo>
                    <a:cubicBezTo>
                      <a:pt x="157" y="52"/>
                      <a:pt x="157" y="52"/>
                      <a:pt x="157" y="52"/>
                    </a:cubicBezTo>
                    <a:cubicBezTo>
                      <a:pt x="158" y="52"/>
                      <a:pt x="159" y="51"/>
                      <a:pt x="159" y="49"/>
                    </a:cubicBezTo>
                    <a:cubicBezTo>
                      <a:pt x="159" y="48"/>
                      <a:pt x="158" y="47"/>
                      <a:pt x="157" y="47"/>
                    </a:cubicBezTo>
                    <a:close/>
                    <a:moveTo>
                      <a:pt x="268" y="0"/>
                    </a:moveTo>
                    <a:cubicBezTo>
                      <a:pt x="217" y="0"/>
                      <a:pt x="217" y="0"/>
                      <a:pt x="217" y="0"/>
                    </a:cubicBezTo>
                    <a:cubicBezTo>
                      <a:pt x="205" y="0"/>
                      <a:pt x="195" y="10"/>
                      <a:pt x="195" y="22"/>
                    </a:cubicBezTo>
                    <a:cubicBezTo>
                      <a:pt x="195" y="47"/>
                      <a:pt x="195" y="47"/>
                      <a:pt x="195" y="47"/>
                    </a:cubicBezTo>
                    <a:cubicBezTo>
                      <a:pt x="195" y="59"/>
                      <a:pt x="205" y="69"/>
                      <a:pt x="217" y="69"/>
                    </a:cubicBezTo>
                    <a:cubicBezTo>
                      <a:pt x="268" y="69"/>
                      <a:pt x="268" y="69"/>
                      <a:pt x="268" y="69"/>
                    </a:cubicBezTo>
                    <a:cubicBezTo>
                      <a:pt x="280" y="69"/>
                      <a:pt x="290" y="59"/>
                      <a:pt x="290" y="47"/>
                    </a:cubicBezTo>
                    <a:cubicBezTo>
                      <a:pt x="290" y="22"/>
                      <a:pt x="290" y="22"/>
                      <a:pt x="290" y="22"/>
                    </a:cubicBezTo>
                    <a:cubicBezTo>
                      <a:pt x="290" y="10"/>
                      <a:pt x="280" y="0"/>
                      <a:pt x="268"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1" name="Group 33874">
              <a:extLst>
                <a:ext uri="{FF2B5EF4-FFF2-40B4-BE49-F238E27FC236}">
                  <a16:creationId xmlns:a16="http://schemas.microsoft.com/office/drawing/2014/main" id="{D48F040C-CE1A-4D92-875D-76BFA5BA9BA8}"/>
                </a:ext>
              </a:extLst>
            </p:cNvPr>
            <p:cNvGrpSpPr/>
            <p:nvPr/>
          </p:nvGrpSpPr>
          <p:grpSpPr>
            <a:xfrm>
              <a:off x="1315977" y="3078804"/>
              <a:ext cx="878598" cy="990166"/>
              <a:chOff x="7306230" y="3941338"/>
              <a:chExt cx="878598" cy="990166"/>
            </a:xfrm>
          </p:grpSpPr>
          <p:sp>
            <p:nvSpPr>
              <p:cNvPr id="104" name="Freeform 20">
                <a:extLst>
                  <a:ext uri="{FF2B5EF4-FFF2-40B4-BE49-F238E27FC236}">
                    <a16:creationId xmlns:a16="http://schemas.microsoft.com/office/drawing/2014/main" id="{343C6CCA-71AA-46C8-BA23-707B212A3A80}"/>
                  </a:ext>
                </a:extLst>
              </p:cNvPr>
              <p:cNvSpPr>
                <a:spLocks/>
              </p:cNvSpPr>
              <p:nvPr/>
            </p:nvSpPr>
            <p:spPr bwMode="auto">
              <a:xfrm>
                <a:off x="7306230" y="3941338"/>
                <a:ext cx="878598" cy="990166"/>
              </a:xfrm>
              <a:custGeom>
                <a:avLst/>
                <a:gdLst>
                  <a:gd name="T0" fmla="*/ 426 w 426"/>
                  <a:gd name="T1" fmla="*/ 480 h 480"/>
                  <a:gd name="T2" fmla="*/ 0 w 426"/>
                  <a:gd name="T3" fmla="*/ 480 h 480"/>
                  <a:gd name="T4" fmla="*/ 0 w 426"/>
                  <a:gd name="T5" fmla="*/ 45 h 480"/>
                  <a:gd name="T6" fmla="*/ 45 w 426"/>
                  <a:gd name="T7" fmla="*/ 0 h 480"/>
                  <a:gd name="T8" fmla="*/ 381 w 426"/>
                  <a:gd name="T9" fmla="*/ 0 h 480"/>
                  <a:gd name="T10" fmla="*/ 426 w 426"/>
                  <a:gd name="T11" fmla="*/ 45 h 480"/>
                  <a:gd name="T12" fmla="*/ 426 w 426"/>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426" h="480">
                    <a:moveTo>
                      <a:pt x="426" y="480"/>
                    </a:moveTo>
                    <a:cubicBezTo>
                      <a:pt x="0" y="480"/>
                      <a:pt x="0" y="480"/>
                      <a:pt x="0" y="480"/>
                    </a:cubicBezTo>
                    <a:cubicBezTo>
                      <a:pt x="0" y="45"/>
                      <a:pt x="0" y="45"/>
                      <a:pt x="0" y="45"/>
                    </a:cubicBezTo>
                    <a:cubicBezTo>
                      <a:pt x="0" y="20"/>
                      <a:pt x="20" y="0"/>
                      <a:pt x="45" y="0"/>
                    </a:cubicBezTo>
                    <a:cubicBezTo>
                      <a:pt x="381" y="0"/>
                      <a:pt x="381" y="0"/>
                      <a:pt x="381" y="0"/>
                    </a:cubicBezTo>
                    <a:cubicBezTo>
                      <a:pt x="406" y="0"/>
                      <a:pt x="426" y="20"/>
                      <a:pt x="426" y="45"/>
                    </a:cubicBezTo>
                    <a:lnTo>
                      <a:pt x="426" y="48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Rectangle 21">
                <a:extLst>
                  <a:ext uri="{FF2B5EF4-FFF2-40B4-BE49-F238E27FC236}">
                    <a16:creationId xmlns:a16="http://schemas.microsoft.com/office/drawing/2014/main" id="{80BFD47F-03EE-4475-9BB6-C1D094BAE4CA}"/>
                  </a:ext>
                </a:extLst>
              </p:cNvPr>
              <p:cNvSpPr>
                <a:spLocks noChangeArrowheads="1"/>
              </p:cNvSpPr>
              <p:nvPr/>
            </p:nvSpPr>
            <p:spPr bwMode="auto">
              <a:xfrm>
                <a:off x="7331507" y="4099973"/>
                <a:ext cx="828044" cy="801895"/>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2">
                <a:extLst>
                  <a:ext uri="{FF2B5EF4-FFF2-40B4-BE49-F238E27FC236}">
                    <a16:creationId xmlns:a16="http://schemas.microsoft.com/office/drawing/2014/main" id="{587E0159-B8E8-4FD3-BB5B-157CBE037506}"/>
                  </a:ext>
                </a:extLst>
              </p:cNvPr>
              <p:cNvSpPr>
                <a:spLocks/>
              </p:cNvSpPr>
              <p:nvPr/>
            </p:nvSpPr>
            <p:spPr bwMode="auto">
              <a:xfrm>
                <a:off x="7390778" y="3980561"/>
                <a:ext cx="51426" cy="51426"/>
              </a:xfrm>
              <a:custGeom>
                <a:avLst/>
                <a:gdLst>
                  <a:gd name="T0" fmla="*/ 19 w 25"/>
                  <a:gd name="T1" fmla="*/ 7 h 25"/>
                  <a:gd name="T2" fmla="*/ 7 w 25"/>
                  <a:gd name="T3" fmla="*/ 19 h 25"/>
                  <a:gd name="T4" fmla="*/ 19 w 25"/>
                  <a:gd name="T5" fmla="*/ 7 h 25"/>
                </a:gdLst>
                <a:ahLst/>
                <a:cxnLst>
                  <a:cxn ang="0">
                    <a:pos x="T0" y="T1"/>
                  </a:cxn>
                  <a:cxn ang="0">
                    <a:pos x="T2" y="T3"/>
                  </a:cxn>
                  <a:cxn ang="0">
                    <a:pos x="T4" y="T5"/>
                  </a:cxn>
                </a:cxnLst>
                <a:rect l="0" t="0" r="r" b="b"/>
                <a:pathLst>
                  <a:path w="25" h="25">
                    <a:moveTo>
                      <a:pt x="19" y="7"/>
                    </a:moveTo>
                    <a:cubicBezTo>
                      <a:pt x="25" y="16"/>
                      <a:pt x="16" y="25"/>
                      <a:pt x="7" y="19"/>
                    </a:cubicBezTo>
                    <a:cubicBezTo>
                      <a:pt x="0" y="10"/>
                      <a:pt x="10" y="0"/>
                      <a:pt x="19" y="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Oval 23">
                <a:extLst>
                  <a:ext uri="{FF2B5EF4-FFF2-40B4-BE49-F238E27FC236}">
                    <a16:creationId xmlns:a16="http://schemas.microsoft.com/office/drawing/2014/main" id="{8359B241-0908-4B7C-B15D-6552D2419A98}"/>
                  </a:ext>
                </a:extLst>
              </p:cNvPr>
              <p:cNvSpPr>
                <a:spLocks noChangeArrowheads="1"/>
              </p:cNvSpPr>
              <p:nvPr/>
            </p:nvSpPr>
            <p:spPr bwMode="auto">
              <a:xfrm>
                <a:off x="7349811" y="3991021"/>
                <a:ext cx="34865" cy="33122"/>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4">
                <a:extLst>
                  <a:ext uri="{FF2B5EF4-FFF2-40B4-BE49-F238E27FC236}">
                    <a16:creationId xmlns:a16="http://schemas.microsoft.com/office/drawing/2014/main" id="{2719A148-5F86-45A6-97FD-06EFF36B1C4C}"/>
                  </a:ext>
                </a:extLst>
              </p:cNvPr>
              <p:cNvSpPr>
                <a:spLocks/>
              </p:cNvSpPr>
              <p:nvPr/>
            </p:nvSpPr>
            <p:spPr bwMode="auto">
              <a:xfrm>
                <a:off x="7442203" y="3980561"/>
                <a:ext cx="51426" cy="51426"/>
              </a:xfrm>
              <a:custGeom>
                <a:avLst/>
                <a:gdLst>
                  <a:gd name="T0" fmla="*/ 18 w 25"/>
                  <a:gd name="T1" fmla="*/ 7 h 25"/>
                  <a:gd name="T2" fmla="*/ 6 w 25"/>
                  <a:gd name="T3" fmla="*/ 19 h 25"/>
                  <a:gd name="T4" fmla="*/ 18 w 25"/>
                  <a:gd name="T5" fmla="*/ 7 h 25"/>
                </a:gdLst>
                <a:ahLst/>
                <a:cxnLst>
                  <a:cxn ang="0">
                    <a:pos x="T0" y="T1"/>
                  </a:cxn>
                  <a:cxn ang="0">
                    <a:pos x="T2" y="T3"/>
                  </a:cxn>
                  <a:cxn ang="0">
                    <a:pos x="T4" y="T5"/>
                  </a:cxn>
                </a:cxnLst>
                <a:rect l="0" t="0" r="r" b="b"/>
                <a:pathLst>
                  <a:path w="25" h="25">
                    <a:moveTo>
                      <a:pt x="18" y="7"/>
                    </a:moveTo>
                    <a:cubicBezTo>
                      <a:pt x="25" y="16"/>
                      <a:pt x="15" y="25"/>
                      <a:pt x="6" y="19"/>
                    </a:cubicBezTo>
                    <a:cubicBezTo>
                      <a:pt x="0" y="10"/>
                      <a:pt x="10" y="0"/>
                      <a:pt x="18" y="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5">
                <a:extLst>
                  <a:ext uri="{FF2B5EF4-FFF2-40B4-BE49-F238E27FC236}">
                    <a16:creationId xmlns:a16="http://schemas.microsoft.com/office/drawing/2014/main" id="{472BE85B-FA6A-4460-87FB-E36E0AF98B55}"/>
                  </a:ext>
                </a:extLst>
              </p:cNvPr>
              <p:cNvSpPr>
                <a:spLocks/>
              </p:cNvSpPr>
              <p:nvPr/>
            </p:nvSpPr>
            <p:spPr bwMode="auto">
              <a:xfrm>
                <a:off x="7526751" y="3984919"/>
                <a:ext cx="602293" cy="45324"/>
              </a:xfrm>
              <a:custGeom>
                <a:avLst/>
                <a:gdLst>
                  <a:gd name="T0" fmla="*/ 281 w 292"/>
                  <a:gd name="T1" fmla="*/ 22 h 22"/>
                  <a:gd name="T2" fmla="*/ 11 w 292"/>
                  <a:gd name="T3" fmla="*/ 22 h 22"/>
                  <a:gd name="T4" fmla="*/ 0 w 292"/>
                  <a:gd name="T5" fmla="*/ 11 h 22"/>
                  <a:gd name="T6" fmla="*/ 11 w 292"/>
                  <a:gd name="T7" fmla="*/ 0 h 22"/>
                  <a:gd name="T8" fmla="*/ 281 w 292"/>
                  <a:gd name="T9" fmla="*/ 0 h 22"/>
                  <a:gd name="T10" fmla="*/ 292 w 292"/>
                  <a:gd name="T11" fmla="*/ 11 h 22"/>
                  <a:gd name="T12" fmla="*/ 281 w 292"/>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92" h="22">
                    <a:moveTo>
                      <a:pt x="281" y="22"/>
                    </a:moveTo>
                    <a:cubicBezTo>
                      <a:pt x="11" y="22"/>
                      <a:pt x="11" y="22"/>
                      <a:pt x="11" y="22"/>
                    </a:cubicBezTo>
                    <a:cubicBezTo>
                      <a:pt x="5" y="22"/>
                      <a:pt x="0" y="17"/>
                      <a:pt x="0" y="11"/>
                    </a:cubicBezTo>
                    <a:cubicBezTo>
                      <a:pt x="0" y="5"/>
                      <a:pt x="5" y="0"/>
                      <a:pt x="11" y="0"/>
                    </a:cubicBezTo>
                    <a:cubicBezTo>
                      <a:pt x="281" y="0"/>
                      <a:pt x="281" y="0"/>
                      <a:pt x="281" y="0"/>
                    </a:cubicBezTo>
                    <a:cubicBezTo>
                      <a:pt x="287" y="0"/>
                      <a:pt x="292" y="5"/>
                      <a:pt x="292" y="11"/>
                    </a:cubicBezTo>
                    <a:cubicBezTo>
                      <a:pt x="292" y="17"/>
                      <a:pt x="287" y="22"/>
                      <a:pt x="281"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26">
                <a:extLst>
                  <a:ext uri="{FF2B5EF4-FFF2-40B4-BE49-F238E27FC236}">
                    <a16:creationId xmlns:a16="http://schemas.microsoft.com/office/drawing/2014/main" id="{AB0467A4-905F-47B3-BBC3-4A78B5F54E3F}"/>
                  </a:ext>
                </a:extLst>
              </p:cNvPr>
              <p:cNvSpPr>
                <a:spLocks/>
              </p:cNvSpPr>
              <p:nvPr/>
            </p:nvSpPr>
            <p:spPr bwMode="auto">
              <a:xfrm>
                <a:off x="7372473" y="4160116"/>
                <a:ext cx="346035" cy="346035"/>
              </a:xfrm>
              <a:custGeom>
                <a:avLst/>
                <a:gdLst>
                  <a:gd name="T0" fmla="*/ 64 w 168"/>
                  <a:gd name="T1" fmla="*/ 158 h 168"/>
                  <a:gd name="T2" fmla="*/ 11 w 168"/>
                  <a:gd name="T3" fmla="*/ 65 h 168"/>
                  <a:gd name="T4" fmla="*/ 104 w 168"/>
                  <a:gd name="T5" fmla="*/ 11 h 168"/>
                  <a:gd name="T6" fmla="*/ 157 w 168"/>
                  <a:gd name="T7" fmla="*/ 104 h 168"/>
                  <a:gd name="T8" fmla="*/ 64 w 168"/>
                  <a:gd name="T9" fmla="*/ 158 h 168"/>
                </a:gdLst>
                <a:ahLst/>
                <a:cxnLst>
                  <a:cxn ang="0">
                    <a:pos x="T0" y="T1"/>
                  </a:cxn>
                  <a:cxn ang="0">
                    <a:pos x="T2" y="T3"/>
                  </a:cxn>
                  <a:cxn ang="0">
                    <a:pos x="T4" y="T5"/>
                  </a:cxn>
                  <a:cxn ang="0">
                    <a:pos x="T6" y="T7"/>
                  </a:cxn>
                  <a:cxn ang="0">
                    <a:pos x="T8" y="T9"/>
                  </a:cxn>
                </a:cxnLst>
                <a:rect l="0" t="0" r="r" b="b"/>
                <a:pathLst>
                  <a:path w="168" h="168">
                    <a:moveTo>
                      <a:pt x="64" y="158"/>
                    </a:moveTo>
                    <a:cubicBezTo>
                      <a:pt x="24" y="147"/>
                      <a:pt x="0" y="105"/>
                      <a:pt x="11" y="65"/>
                    </a:cubicBezTo>
                    <a:cubicBezTo>
                      <a:pt x="22" y="24"/>
                      <a:pt x="63" y="0"/>
                      <a:pt x="104" y="11"/>
                    </a:cubicBezTo>
                    <a:cubicBezTo>
                      <a:pt x="144" y="22"/>
                      <a:pt x="168" y="64"/>
                      <a:pt x="157" y="104"/>
                    </a:cubicBezTo>
                    <a:cubicBezTo>
                      <a:pt x="146" y="144"/>
                      <a:pt x="105" y="168"/>
                      <a:pt x="64" y="158"/>
                    </a:cubicBezTo>
                    <a:close/>
                  </a:path>
                </a:pathLst>
              </a:custGeom>
              <a:solidFill>
                <a:srgbClr val="0798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7">
                <a:extLst>
                  <a:ext uri="{FF2B5EF4-FFF2-40B4-BE49-F238E27FC236}">
                    <a16:creationId xmlns:a16="http://schemas.microsoft.com/office/drawing/2014/main" id="{D1DFB222-4506-4EFD-9127-D8C94E4180EE}"/>
                  </a:ext>
                </a:extLst>
              </p:cNvPr>
              <p:cNvSpPr>
                <a:spLocks noEditPoints="1"/>
              </p:cNvSpPr>
              <p:nvPr/>
            </p:nvSpPr>
            <p:spPr bwMode="auto">
              <a:xfrm>
                <a:off x="7372473" y="4160116"/>
                <a:ext cx="729550" cy="346035"/>
              </a:xfrm>
              <a:custGeom>
                <a:avLst/>
                <a:gdLst>
                  <a:gd name="T0" fmla="*/ 64 w 354"/>
                  <a:gd name="T1" fmla="*/ 158 h 168"/>
                  <a:gd name="T2" fmla="*/ 104 w 354"/>
                  <a:gd name="T3" fmla="*/ 11 h 168"/>
                  <a:gd name="T4" fmla="*/ 319 w 354"/>
                  <a:gd name="T5" fmla="*/ 79 h 168"/>
                  <a:gd name="T6" fmla="*/ 307 w 354"/>
                  <a:gd name="T7" fmla="*/ 85 h 168"/>
                  <a:gd name="T8" fmla="*/ 313 w 354"/>
                  <a:gd name="T9" fmla="*/ 160 h 168"/>
                  <a:gd name="T10" fmla="*/ 325 w 354"/>
                  <a:gd name="T11" fmla="*/ 154 h 168"/>
                  <a:gd name="T12" fmla="*/ 319 w 354"/>
                  <a:gd name="T13" fmla="*/ 79 h 168"/>
                  <a:gd name="T14" fmla="*/ 285 w 354"/>
                  <a:gd name="T15" fmla="*/ 92 h 168"/>
                  <a:gd name="T16" fmla="*/ 279 w 354"/>
                  <a:gd name="T17" fmla="*/ 154 h 168"/>
                  <a:gd name="T18" fmla="*/ 291 w 354"/>
                  <a:gd name="T19" fmla="*/ 160 h 168"/>
                  <a:gd name="T20" fmla="*/ 297 w 354"/>
                  <a:gd name="T21" fmla="*/ 98 h 168"/>
                  <a:gd name="T22" fmla="*/ 348 w 354"/>
                  <a:gd name="T23" fmla="*/ 64 h 168"/>
                  <a:gd name="T24" fmla="*/ 336 w 354"/>
                  <a:gd name="T25" fmla="*/ 70 h 168"/>
                  <a:gd name="T26" fmla="*/ 342 w 354"/>
                  <a:gd name="T27" fmla="*/ 160 h 168"/>
                  <a:gd name="T28" fmla="*/ 354 w 354"/>
                  <a:gd name="T29" fmla="*/ 154 h 168"/>
                  <a:gd name="T30" fmla="*/ 348 w 354"/>
                  <a:gd name="T31" fmla="*/ 64 h 168"/>
                  <a:gd name="T32" fmla="*/ 245 w 354"/>
                  <a:gd name="T33" fmla="*/ 3 h 168"/>
                  <a:gd name="T34" fmla="*/ 240 w 354"/>
                  <a:gd name="T35" fmla="*/ 40 h 168"/>
                  <a:gd name="T36" fmla="*/ 305 w 354"/>
                  <a:gd name="T37" fmla="*/ 45 h 168"/>
                  <a:gd name="T38" fmla="*/ 317 w 354"/>
                  <a:gd name="T39" fmla="*/ 45 h 168"/>
                  <a:gd name="T40" fmla="*/ 336 w 354"/>
                  <a:gd name="T41" fmla="*/ 40 h 168"/>
                  <a:gd name="T42" fmla="*/ 330 w 354"/>
                  <a:gd name="T43" fmla="*/ 3 h 168"/>
                  <a:gd name="T44" fmla="*/ 188 w 354"/>
                  <a:gd name="T45" fmla="*/ 139 h 168"/>
                  <a:gd name="T46" fmla="*/ 188 w 354"/>
                  <a:gd name="T47" fmla="*/ 146 h 168"/>
                  <a:gd name="T48" fmla="*/ 261 w 354"/>
                  <a:gd name="T49" fmla="*/ 143 h 168"/>
                  <a:gd name="T50" fmla="*/ 258 w 354"/>
                  <a:gd name="T51" fmla="*/ 153 h 168"/>
                  <a:gd name="T52" fmla="*/ 185 w 354"/>
                  <a:gd name="T53" fmla="*/ 157 h 168"/>
                  <a:gd name="T54" fmla="*/ 258 w 354"/>
                  <a:gd name="T55" fmla="*/ 160 h 168"/>
                  <a:gd name="T56" fmla="*/ 258 w 354"/>
                  <a:gd name="T57" fmla="*/ 153 h 168"/>
                  <a:gd name="T58" fmla="*/ 188 w 354"/>
                  <a:gd name="T59" fmla="*/ 114 h 168"/>
                  <a:gd name="T60" fmla="*/ 188 w 354"/>
                  <a:gd name="T61" fmla="*/ 120 h 168"/>
                  <a:gd name="T62" fmla="*/ 261 w 354"/>
                  <a:gd name="T63" fmla="*/ 117 h 168"/>
                  <a:gd name="T64" fmla="*/ 258 w 354"/>
                  <a:gd name="T65" fmla="*/ 127 h 168"/>
                  <a:gd name="T66" fmla="*/ 185 w 354"/>
                  <a:gd name="T67" fmla="*/ 131 h 168"/>
                  <a:gd name="T68" fmla="*/ 258 w 354"/>
                  <a:gd name="T69" fmla="*/ 134 h 168"/>
                  <a:gd name="T70" fmla="*/ 258 w 354"/>
                  <a:gd name="T71" fmla="*/ 12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4" h="168">
                    <a:moveTo>
                      <a:pt x="157" y="104"/>
                    </a:moveTo>
                    <a:cubicBezTo>
                      <a:pt x="146" y="144"/>
                      <a:pt x="105" y="168"/>
                      <a:pt x="64" y="158"/>
                    </a:cubicBezTo>
                    <a:cubicBezTo>
                      <a:pt x="24" y="147"/>
                      <a:pt x="0" y="105"/>
                      <a:pt x="11" y="65"/>
                    </a:cubicBezTo>
                    <a:cubicBezTo>
                      <a:pt x="22" y="24"/>
                      <a:pt x="63" y="0"/>
                      <a:pt x="104" y="11"/>
                    </a:cubicBezTo>
                    <a:cubicBezTo>
                      <a:pt x="144" y="22"/>
                      <a:pt x="168" y="64"/>
                      <a:pt x="157" y="104"/>
                    </a:cubicBezTo>
                    <a:close/>
                    <a:moveTo>
                      <a:pt x="319" y="79"/>
                    </a:moveTo>
                    <a:cubicBezTo>
                      <a:pt x="313" y="79"/>
                      <a:pt x="313" y="79"/>
                      <a:pt x="313" y="79"/>
                    </a:cubicBezTo>
                    <a:cubicBezTo>
                      <a:pt x="310" y="79"/>
                      <a:pt x="307" y="82"/>
                      <a:pt x="307" y="85"/>
                    </a:cubicBezTo>
                    <a:cubicBezTo>
                      <a:pt x="307" y="154"/>
                      <a:pt x="307" y="154"/>
                      <a:pt x="307" y="154"/>
                    </a:cubicBezTo>
                    <a:cubicBezTo>
                      <a:pt x="307" y="158"/>
                      <a:pt x="310" y="160"/>
                      <a:pt x="313" y="160"/>
                    </a:cubicBezTo>
                    <a:cubicBezTo>
                      <a:pt x="319" y="160"/>
                      <a:pt x="319" y="160"/>
                      <a:pt x="319" y="160"/>
                    </a:cubicBezTo>
                    <a:cubicBezTo>
                      <a:pt x="322" y="160"/>
                      <a:pt x="325" y="158"/>
                      <a:pt x="325" y="154"/>
                    </a:cubicBezTo>
                    <a:cubicBezTo>
                      <a:pt x="325" y="85"/>
                      <a:pt x="325" y="85"/>
                      <a:pt x="325" y="85"/>
                    </a:cubicBezTo>
                    <a:cubicBezTo>
                      <a:pt x="325" y="82"/>
                      <a:pt x="322" y="79"/>
                      <a:pt x="319" y="79"/>
                    </a:cubicBezTo>
                    <a:close/>
                    <a:moveTo>
                      <a:pt x="291" y="92"/>
                    </a:moveTo>
                    <a:cubicBezTo>
                      <a:pt x="285" y="92"/>
                      <a:pt x="285" y="92"/>
                      <a:pt x="285" y="92"/>
                    </a:cubicBezTo>
                    <a:cubicBezTo>
                      <a:pt x="281" y="92"/>
                      <a:pt x="279" y="95"/>
                      <a:pt x="279" y="98"/>
                    </a:cubicBezTo>
                    <a:cubicBezTo>
                      <a:pt x="279" y="154"/>
                      <a:pt x="279" y="154"/>
                      <a:pt x="279" y="154"/>
                    </a:cubicBezTo>
                    <a:cubicBezTo>
                      <a:pt x="279" y="158"/>
                      <a:pt x="281" y="160"/>
                      <a:pt x="285" y="160"/>
                    </a:cubicBezTo>
                    <a:cubicBezTo>
                      <a:pt x="291" y="160"/>
                      <a:pt x="291" y="160"/>
                      <a:pt x="291" y="160"/>
                    </a:cubicBezTo>
                    <a:cubicBezTo>
                      <a:pt x="294" y="160"/>
                      <a:pt x="297" y="158"/>
                      <a:pt x="297" y="154"/>
                    </a:cubicBezTo>
                    <a:cubicBezTo>
                      <a:pt x="297" y="98"/>
                      <a:pt x="297" y="98"/>
                      <a:pt x="297" y="98"/>
                    </a:cubicBezTo>
                    <a:cubicBezTo>
                      <a:pt x="297" y="95"/>
                      <a:pt x="294" y="92"/>
                      <a:pt x="291" y="92"/>
                    </a:cubicBezTo>
                    <a:close/>
                    <a:moveTo>
                      <a:pt x="348" y="64"/>
                    </a:moveTo>
                    <a:cubicBezTo>
                      <a:pt x="342" y="64"/>
                      <a:pt x="342" y="64"/>
                      <a:pt x="342" y="64"/>
                    </a:cubicBezTo>
                    <a:cubicBezTo>
                      <a:pt x="338" y="64"/>
                      <a:pt x="336" y="67"/>
                      <a:pt x="336" y="70"/>
                    </a:cubicBezTo>
                    <a:cubicBezTo>
                      <a:pt x="336" y="154"/>
                      <a:pt x="336" y="154"/>
                      <a:pt x="336" y="154"/>
                    </a:cubicBezTo>
                    <a:cubicBezTo>
                      <a:pt x="336" y="158"/>
                      <a:pt x="338" y="160"/>
                      <a:pt x="342" y="160"/>
                    </a:cubicBezTo>
                    <a:cubicBezTo>
                      <a:pt x="348" y="160"/>
                      <a:pt x="348" y="160"/>
                      <a:pt x="348" y="160"/>
                    </a:cubicBezTo>
                    <a:cubicBezTo>
                      <a:pt x="351" y="160"/>
                      <a:pt x="354" y="158"/>
                      <a:pt x="354" y="154"/>
                    </a:cubicBezTo>
                    <a:cubicBezTo>
                      <a:pt x="354" y="70"/>
                      <a:pt x="354" y="70"/>
                      <a:pt x="354" y="70"/>
                    </a:cubicBezTo>
                    <a:cubicBezTo>
                      <a:pt x="354" y="67"/>
                      <a:pt x="351" y="64"/>
                      <a:pt x="348" y="64"/>
                    </a:cubicBezTo>
                    <a:close/>
                    <a:moveTo>
                      <a:pt x="330" y="3"/>
                    </a:moveTo>
                    <a:cubicBezTo>
                      <a:pt x="245" y="3"/>
                      <a:pt x="245" y="3"/>
                      <a:pt x="245" y="3"/>
                    </a:cubicBezTo>
                    <a:cubicBezTo>
                      <a:pt x="242" y="3"/>
                      <a:pt x="240" y="5"/>
                      <a:pt x="240" y="9"/>
                    </a:cubicBezTo>
                    <a:cubicBezTo>
                      <a:pt x="240" y="40"/>
                      <a:pt x="240" y="40"/>
                      <a:pt x="240" y="40"/>
                    </a:cubicBezTo>
                    <a:cubicBezTo>
                      <a:pt x="240" y="43"/>
                      <a:pt x="242" y="45"/>
                      <a:pt x="245" y="45"/>
                    </a:cubicBezTo>
                    <a:cubicBezTo>
                      <a:pt x="305" y="45"/>
                      <a:pt x="305" y="45"/>
                      <a:pt x="305" y="45"/>
                    </a:cubicBezTo>
                    <a:cubicBezTo>
                      <a:pt x="310" y="55"/>
                      <a:pt x="317" y="67"/>
                      <a:pt x="317" y="67"/>
                    </a:cubicBezTo>
                    <a:cubicBezTo>
                      <a:pt x="317" y="45"/>
                      <a:pt x="317" y="45"/>
                      <a:pt x="317" y="45"/>
                    </a:cubicBezTo>
                    <a:cubicBezTo>
                      <a:pt x="330" y="45"/>
                      <a:pt x="330" y="45"/>
                      <a:pt x="330" y="45"/>
                    </a:cubicBezTo>
                    <a:cubicBezTo>
                      <a:pt x="333" y="45"/>
                      <a:pt x="336" y="43"/>
                      <a:pt x="336" y="40"/>
                    </a:cubicBezTo>
                    <a:cubicBezTo>
                      <a:pt x="336" y="9"/>
                      <a:pt x="336" y="9"/>
                      <a:pt x="336" y="9"/>
                    </a:cubicBezTo>
                    <a:cubicBezTo>
                      <a:pt x="336" y="5"/>
                      <a:pt x="333" y="3"/>
                      <a:pt x="330" y="3"/>
                    </a:cubicBezTo>
                    <a:close/>
                    <a:moveTo>
                      <a:pt x="258" y="139"/>
                    </a:moveTo>
                    <a:cubicBezTo>
                      <a:pt x="188" y="139"/>
                      <a:pt x="188" y="139"/>
                      <a:pt x="188" y="139"/>
                    </a:cubicBezTo>
                    <a:cubicBezTo>
                      <a:pt x="187" y="139"/>
                      <a:pt x="185" y="141"/>
                      <a:pt x="185" y="143"/>
                    </a:cubicBezTo>
                    <a:cubicBezTo>
                      <a:pt x="185" y="145"/>
                      <a:pt x="187" y="146"/>
                      <a:pt x="188" y="146"/>
                    </a:cubicBezTo>
                    <a:cubicBezTo>
                      <a:pt x="258" y="146"/>
                      <a:pt x="258" y="146"/>
                      <a:pt x="258" y="146"/>
                    </a:cubicBezTo>
                    <a:cubicBezTo>
                      <a:pt x="260" y="146"/>
                      <a:pt x="261" y="145"/>
                      <a:pt x="261" y="143"/>
                    </a:cubicBezTo>
                    <a:cubicBezTo>
                      <a:pt x="261" y="141"/>
                      <a:pt x="260" y="139"/>
                      <a:pt x="258" y="139"/>
                    </a:cubicBezTo>
                    <a:close/>
                    <a:moveTo>
                      <a:pt x="258" y="153"/>
                    </a:moveTo>
                    <a:cubicBezTo>
                      <a:pt x="188" y="153"/>
                      <a:pt x="188" y="153"/>
                      <a:pt x="188" y="153"/>
                    </a:cubicBezTo>
                    <a:cubicBezTo>
                      <a:pt x="187" y="153"/>
                      <a:pt x="185" y="155"/>
                      <a:pt x="185" y="157"/>
                    </a:cubicBezTo>
                    <a:cubicBezTo>
                      <a:pt x="185" y="159"/>
                      <a:pt x="187" y="160"/>
                      <a:pt x="188" y="160"/>
                    </a:cubicBezTo>
                    <a:cubicBezTo>
                      <a:pt x="258" y="160"/>
                      <a:pt x="258" y="160"/>
                      <a:pt x="258" y="160"/>
                    </a:cubicBezTo>
                    <a:cubicBezTo>
                      <a:pt x="260" y="160"/>
                      <a:pt x="261" y="159"/>
                      <a:pt x="261" y="157"/>
                    </a:cubicBezTo>
                    <a:cubicBezTo>
                      <a:pt x="261" y="155"/>
                      <a:pt x="260" y="153"/>
                      <a:pt x="258" y="153"/>
                    </a:cubicBezTo>
                    <a:close/>
                    <a:moveTo>
                      <a:pt x="258" y="114"/>
                    </a:moveTo>
                    <a:cubicBezTo>
                      <a:pt x="188" y="114"/>
                      <a:pt x="188" y="114"/>
                      <a:pt x="188" y="114"/>
                    </a:cubicBezTo>
                    <a:cubicBezTo>
                      <a:pt x="187" y="114"/>
                      <a:pt x="185" y="115"/>
                      <a:pt x="185" y="117"/>
                    </a:cubicBezTo>
                    <a:cubicBezTo>
                      <a:pt x="185" y="119"/>
                      <a:pt x="187" y="120"/>
                      <a:pt x="188" y="120"/>
                    </a:cubicBezTo>
                    <a:cubicBezTo>
                      <a:pt x="258" y="120"/>
                      <a:pt x="258" y="120"/>
                      <a:pt x="258" y="120"/>
                    </a:cubicBezTo>
                    <a:cubicBezTo>
                      <a:pt x="260" y="120"/>
                      <a:pt x="261" y="119"/>
                      <a:pt x="261" y="117"/>
                    </a:cubicBezTo>
                    <a:cubicBezTo>
                      <a:pt x="261" y="115"/>
                      <a:pt x="260" y="114"/>
                      <a:pt x="258" y="114"/>
                    </a:cubicBezTo>
                    <a:close/>
                    <a:moveTo>
                      <a:pt x="258" y="127"/>
                    </a:moveTo>
                    <a:cubicBezTo>
                      <a:pt x="188" y="127"/>
                      <a:pt x="188" y="127"/>
                      <a:pt x="188" y="127"/>
                    </a:cubicBezTo>
                    <a:cubicBezTo>
                      <a:pt x="187" y="127"/>
                      <a:pt x="185" y="129"/>
                      <a:pt x="185" y="131"/>
                    </a:cubicBezTo>
                    <a:cubicBezTo>
                      <a:pt x="185" y="133"/>
                      <a:pt x="187" y="134"/>
                      <a:pt x="188" y="134"/>
                    </a:cubicBezTo>
                    <a:cubicBezTo>
                      <a:pt x="258" y="134"/>
                      <a:pt x="258" y="134"/>
                      <a:pt x="258" y="134"/>
                    </a:cubicBezTo>
                    <a:cubicBezTo>
                      <a:pt x="260" y="134"/>
                      <a:pt x="261" y="133"/>
                      <a:pt x="261" y="131"/>
                    </a:cubicBezTo>
                    <a:cubicBezTo>
                      <a:pt x="261" y="129"/>
                      <a:pt x="260" y="127"/>
                      <a:pt x="258"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8">
                <a:extLst>
                  <a:ext uri="{FF2B5EF4-FFF2-40B4-BE49-F238E27FC236}">
                    <a16:creationId xmlns:a16="http://schemas.microsoft.com/office/drawing/2014/main" id="{8203156E-FC37-43CF-A8FE-0DA0FFC1B077}"/>
                  </a:ext>
                </a:extLst>
              </p:cNvPr>
              <p:cNvSpPr>
                <a:spLocks noEditPoints="1"/>
              </p:cNvSpPr>
              <p:nvPr/>
            </p:nvSpPr>
            <p:spPr bwMode="auto">
              <a:xfrm>
                <a:off x="7446562" y="4582854"/>
                <a:ext cx="597935" cy="249285"/>
              </a:xfrm>
              <a:custGeom>
                <a:avLst/>
                <a:gdLst>
                  <a:gd name="T0" fmla="*/ 0 w 290"/>
                  <a:gd name="T1" fmla="*/ 9 h 121"/>
                  <a:gd name="T2" fmla="*/ 42 w 290"/>
                  <a:gd name="T3" fmla="*/ 0 h 121"/>
                  <a:gd name="T4" fmla="*/ 51 w 290"/>
                  <a:gd name="T5" fmla="*/ 9 h 121"/>
                  <a:gd name="T6" fmla="*/ 68 w 290"/>
                  <a:gd name="T7" fmla="*/ 9 h 121"/>
                  <a:gd name="T8" fmla="*/ 76 w 290"/>
                  <a:gd name="T9" fmla="*/ 0 h 121"/>
                  <a:gd name="T10" fmla="*/ 111 w 290"/>
                  <a:gd name="T11" fmla="*/ 17 h 121"/>
                  <a:gd name="T12" fmla="*/ 145 w 290"/>
                  <a:gd name="T13" fmla="*/ 0 h 121"/>
                  <a:gd name="T14" fmla="*/ 153 w 290"/>
                  <a:gd name="T15" fmla="*/ 9 h 121"/>
                  <a:gd name="T16" fmla="*/ 171 w 290"/>
                  <a:gd name="T17" fmla="*/ 9 h 121"/>
                  <a:gd name="T18" fmla="*/ 179 w 290"/>
                  <a:gd name="T19" fmla="*/ 0 h 121"/>
                  <a:gd name="T20" fmla="*/ 213 w 290"/>
                  <a:gd name="T21" fmla="*/ 17 h 121"/>
                  <a:gd name="T22" fmla="*/ 247 w 290"/>
                  <a:gd name="T23" fmla="*/ 0 h 121"/>
                  <a:gd name="T24" fmla="*/ 256 w 290"/>
                  <a:gd name="T25" fmla="*/ 9 h 121"/>
                  <a:gd name="T26" fmla="*/ 290 w 290"/>
                  <a:gd name="T27" fmla="*/ 9 h 121"/>
                  <a:gd name="T28" fmla="*/ 282 w 290"/>
                  <a:gd name="T29" fmla="*/ 17 h 121"/>
                  <a:gd name="T30" fmla="*/ 8 w 290"/>
                  <a:gd name="T31" fmla="*/ 52 h 121"/>
                  <a:gd name="T32" fmla="*/ 42 w 290"/>
                  <a:gd name="T33" fmla="*/ 35 h 121"/>
                  <a:gd name="T34" fmla="*/ 51 w 290"/>
                  <a:gd name="T35" fmla="*/ 43 h 121"/>
                  <a:gd name="T36" fmla="*/ 68 w 290"/>
                  <a:gd name="T37" fmla="*/ 43 h 121"/>
                  <a:gd name="T38" fmla="*/ 76 w 290"/>
                  <a:gd name="T39" fmla="*/ 35 h 121"/>
                  <a:gd name="T40" fmla="*/ 111 w 290"/>
                  <a:gd name="T41" fmla="*/ 52 h 121"/>
                  <a:gd name="T42" fmla="*/ 145 w 290"/>
                  <a:gd name="T43" fmla="*/ 35 h 121"/>
                  <a:gd name="T44" fmla="*/ 153 w 290"/>
                  <a:gd name="T45" fmla="*/ 43 h 121"/>
                  <a:gd name="T46" fmla="*/ 171 w 290"/>
                  <a:gd name="T47" fmla="*/ 43 h 121"/>
                  <a:gd name="T48" fmla="*/ 179 w 290"/>
                  <a:gd name="T49" fmla="*/ 35 h 121"/>
                  <a:gd name="T50" fmla="*/ 213 w 290"/>
                  <a:gd name="T51" fmla="*/ 52 h 121"/>
                  <a:gd name="T52" fmla="*/ 247 w 290"/>
                  <a:gd name="T53" fmla="*/ 35 h 121"/>
                  <a:gd name="T54" fmla="*/ 256 w 290"/>
                  <a:gd name="T55" fmla="*/ 43 h 121"/>
                  <a:gd name="T56" fmla="*/ 273 w 290"/>
                  <a:gd name="T57" fmla="*/ 43 h 121"/>
                  <a:gd name="T58" fmla="*/ 282 w 290"/>
                  <a:gd name="T59" fmla="*/ 35 h 121"/>
                  <a:gd name="T60" fmla="*/ 8 w 290"/>
                  <a:gd name="T61" fmla="*/ 86 h 121"/>
                  <a:gd name="T62" fmla="*/ 42 w 290"/>
                  <a:gd name="T63" fmla="*/ 69 h 121"/>
                  <a:gd name="T64" fmla="*/ 51 w 290"/>
                  <a:gd name="T65" fmla="*/ 78 h 121"/>
                  <a:gd name="T66" fmla="*/ 68 w 290"/>
                  <a:gd name="T67" fmla="*/ 78 h 121"/>
                  <a:gd name="T68" fmla="*/ 76 w 290"/>
                  <a:gd name="T69" fmla="*/ 69 h 121"/>
                  <a:gd name="T70" fmla="*/ 111 w 290"/>
                  <a:gd name="T71" fmla="*/ 86 h 121"/>
                  <a:gd name="T72" fmla="*/ 145 w 290"/>
                  <a:gd name="T73" fmla="*/ 69 h 121"/>
                  <a:gd name="T74" fmla="*/ 153 w 290"/>
                  <a:gd name="T75" fmla="*/ 78 h 121"/>
                  <a:gd name="T76" fmla="*/ 171 w 290"/>
                  <a:gd name="T77" fmla="*/ 78 h 121"/>
                  <a:gd name="T78" fmla="*/ 179 w 290"/>
                  <a:gd name="T79" fmla="*/ 69 h 121"/>
                  <a:gd name="T80" fmla="*/ 213 w 290"/>
                  <a:gd name="T81" fmla="*/ 86 h 121"/>
                  <a:gd name="T82" fmla="*/ 247 w 290"/>
                  <a:gd name="T83" fmla="*/ 69 h 121"/>
                  <a:gd name="T84" fmla="*/ 256 w 290"/>
                  <a:gd name="T85" fmla="*/ 78 h 121"/>
                  <a:gd name="T86" fmla="*/ 273 w 290"/>
                  <a:gd name="T87" fmla="*/ 78 h 121"/>
                  <a:gd name="T88" fmla="*/ 282 w 290"/>
                  <a:gd name="T89" fmla="*/ 69 h 121"/>
                  <a:gd name="T90" fmla="*/ 8 w 290"/>
                  <a:gd name="T91" fmla="*/ 121 h 121"/>
                  <a:gd name="T92" fmla="*/ 42 w 290"/>
                  <a:gd name="T93" fmla="*/ 104 h 121"/>
                  <a:gd name="T94" fmla="*/ 51 w 290"/>
                  <a:gd name="T95" fmla="*/ 112 h 121"/>
                  <a:gd name="T96" fmla="*/ 68 w 290"/>
                  <a:gd name="T97" fmla="*/ 112 h 121"/>
                  <a:gd name="T98" fmla="*/ 76 w 290"/>
                  <a:gd name="T99" fmla="*/ 104 h 121"/>
                  <a:gd name="T100" fmla="*/ 111 w 290"/>
                  <a:gd name="T101" fmla="*/ 121 h 121"/>
                  <a:gd name="T102" fmla="*/ 145 w 290"/>
                  <a:gd name="T103" fmla="*/ 104 h 121"/>
                  <a:gd name="T104" fmla="*/ 153 w 290"/>
                  <a:gd name="T105" fmla="*/ 112 h 121"/>
                  <a:gd name="T106" fmla="*/ 171 w 290"/>
                  <a:gd name="T107" fmla="*/ 112 h 121"/>
                  <a:gd name="T108" fmla="*/ 179 w 290"/>
                  <a:gd name="T109" fmla="*/ 104 h 121"/>
                  <a:gd name="T110" fmla="*/ 213 w 290"/>
                  <a:gd name="T111" fmla="*/ 121 h 121"/>
                  <a:gd name="T112" fmla="*/ 247 w 290"/>
                  <a:gd name="T113" fmla="*/ 104 h 121"/>
                  <a:gd name="T114" fmla="*/ 256 w 290"/>
                  <a:gd name="T115" fmla="*/ 112 h 121"/>
                  <a:gd name="T116" fmla="*/ 273 w 290"/>
                  <a:gd name="T117" fmla="*/ 112 h 121"/>
                  <a:gd name="T118" fmla="*/ 282 w 290"/>
                  <a:gd name="T119" fmla="*/ 10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0" h="121">
                    <a:moveTo>
                      <a:pt x="17" y="9"/>
                    </a:moveTo>
                    <a:cubicBezTo>
                      <a:pt x="17" y="13"/>
                      <a:pt x="13" y="17"/>
                      <a:pt x="8" y="17"/>
                    </a:cubicBezTo>
                    <a:cubicBezTo>
                      <a:pt x="3" y="17"/>
                      <a:pt x="0" y="13"/>
                      <a:pt x="0" y="9"/>
                    </a:cubicBezTo>
                    <a:cubicBezTo>
                      <a:pt x="0" y="4"/>
                      <a:pt x="3" y="0"/>
                      <a:pt x="8" y="0"/>
                    </a:cubicBezTo>
                    <a:cubicBezTo>
                      <a:pt x="13" y="0"/>
                      <a:pt x="17" y="4"/>
                      <a:pt x="17" y="9"/>
                    </a:cubicBezTo>
                    <a:close/>
                    <a:moveTo>
                      <a:pt x="42" y="0"/>
                    </a:moveTo>
                    <a:cubicBezTo>
                      <a:pt x="38" y="0"/>
                      <a:pt x="34" y="4"/>
                      <a:pt x="34" y="9"/>
                    </a:cubicBezTo>
                    <a:cubicBezTo>
                      <a:pt x="34" y="13"/>
                      <a:pt x="38" y="17"/>
                      <a:pt x="42" y="17"/>
                    </a:cubicBezTo>
                    <a:cubicBezTo>
                      <a:pt x="47" y="17"/>
                      <a:pt x="51" y="13"/>
                      <a:pt x="51" y="9"/>
                    </a:cubicBezTo>
                    <a:cubicBezTo>
                      <a:pt x="51" y="4"/>
                      <a:pt x="47" y="0"/>
                      <a:pt x="42" y="0"/>
                    </a:cubicBezTo>
                    <a:close/>
                    <a:moveTo>
                      <a:pt x="76" y="0"/>
                    </a:moveTo>
                    <a:cubicBezTo>
                      <a:pt x="72" y="0"/>
                      <a:pt x="68" y="4"/>
                      <a:pt x="68" y="9"/>
                    </a:cubicBezTo>
                    <a:cubicBezTo>
                      <a:pt x="68" y="13"/>
                      <a:pt x="72" y="17"/>
                      <a:pt x="76" y="17"/>
                    </a:cubicBezTo>
                    <a:cubicBezTo>
                      <a:pt x="81" y="17"/>
                      <a:pt x="85" y="13"/>
                      <a:pt x="85" y="9"/>
                    </a:cubicBezTo>
                    <a:cubicBezTo>
                      <a:pt x="85" y="4"/>
                      <a:pt x="81" y="0"/>
                      <a:pt x="76" y="0"/>
                    </a:cubicBezTo>
                    <a:close/>
                    <a:moveTo>
                      <a:pt x="111" y="0"/>
                    </a:moveTo>
                    <a:cubicBezTo>
                      <a:pt x="106" y="0"/>
                      <a:pt x="102" y="4"/>
                      <a:pt x="102" y="9"/>
                    </a:cubicBezTo>
                    <a:cubicBezTo>
                      <a:pt x="102" y="13"/>
                      <a:pt x="106" y="17"/>
                      <a:pt x="111" y="17"/>
                    </a:cubicBezTo>
                    <a:cubicBezTo>
                      <a:pt x="115" y="17"/>
                      <a:pt x="119" y="13"/>
                      <a:pt x="119" y="9"/>
                    </a:cubicBezTo>
                    <a:cubicBezTo>
                      <a:pt x="119" y="4"/>
                      <a:pt x="115" y="0"/>
                      <a:pt x="111" y="0"/>
                    </a:cubicBezTo>
                    <a:close/>
                    <a:moveTo>
                      <a:pt x="145" y="0"/>
                    </a:moveTo>
                    <a:cubicBezTo>
                      <a:pt x="140" y="0"/>
                      <a:pt x="136" y="4"/>
                      <a:pt x="136" y="9"/>
                    </a:cubicBezTo>
                    <a:cubicBezTo>
                      <a:pt x="136" y="13"/>
                      <a:pt x="140" y="17"/>
                      <a:pt x="145" y="17"/>
                    </a:cubicBezTo>
                    <a:cubicBezTo>
                      <a:pt x="150" y="17"/>
                      <a:pt x="153" y="13"/>
                      <a:pt x="153" y="9"/>
                    </a:cubicBezTo>
                    <a:cubicBezTo>
                      <a:pt x="153" y="4"/>
                      <a:pt x="150" y="0"/>
                      <a:pt x="145" y="0"/>
                    </a:cubicBezTo>
                    <a:close/>
                    <a:moveTo>
                      <a:pt x="179" y="0"/>
                    </a:moveTo>
                    <a:cubicBezTo>
                      <a:pt x="174" y="0"/>
                      <a:pt x="171" y="4"/>
                      <a:pt x="171" y="9"/>
                    </a:cubicBezTo>
                    <a:cubicBezTo>
                      <a:pt x="171" y="13"/>
                      <a:pt x="174" y="17"/>
                      <a:pt x="179" y="17"/>
                    </a:cubicBezTo>
                    <a:cubicBezTo>
                      <a:pt x="184" y="17"/>
                      <a:pt x="188" y="13"/>
                      <a:pt x="188" y="9"/>
                    </a:cubicBezTo>
                    <a:cubicBezTo>
                      <a:pt x="188" y="4"/>
                      <a:pt x="184" y="0"/>
                      <a:pt x="179" y="0"/>
                    </a:cubicBezTo>
                    <a:close/>
                    <a:moveTo>
                      <a:pt x="213" y="0"/>
                    </a:moveTo>
                    <a:cubicBezTo>
                      <a:pt x="209" y="0"/>
                      <a:pt x="205" y="4"/>
                      <a:pt x="205" y="9"/>
                    </a:cubicBezTo>
                    <a:cubicBezTo>
                      <a:pt x="205" y="13"/>
                      <a:pt x="209" y="17"/>
                      <a:pt x="213" y="17"/>
                    </a:cubicBezTo>
                    <a:cubicBezTo>
                      <a:pt x="218" y="17"/>
                      <a:pt x="222" y="13"/>
                      <a:pt x="222" y="9"/>
                    </a:cubicBezTo>
                    <a:cubicBezTo>
                      <a:pt x="222" y="4"/>
                      <a:pt x="218" y="0"/>
                      <a:pt x="213" y="0"/>
                    </a:cubicBezTo>
                    <a:close/>
                    <a:moveTo>
                      <a:pt x="247" y="0"/>
                    </a:moveTo>
                    <a:cubicBezTo>
                      <a:pt x="243" y="0"/>
                      <a:pt x="239" y="4"/>
                      <a:pt x="239" y="9"/>
                    </a:cubicBezTo>
                    <a:cubicBezTo>
                      <a:pt x="239" y="13"/>
                      <a:pt x="243" y="17"/>
                      <a:pt x="247" y="17"/>
                    </a:cubicBezTo>
                    <a:cubicBezTo>
                      <a:pt x="252" y="17"/>
                      <a:pt x="256" y="13"/>
                      <a:pt x="256" y="9"/>
                    </a:cubicBezTo>
                    <a:cubicBezTo>
                      <a:pt x="256" y="4"/>
                      <a:pt x="252" y="0"/>
                      <a:pt x="247" y="0"/>
                    </a:cubicBezTo>
                    <a:close/>
                    <a:moveTo>
                      <a:pt x="282" y="17"/>
                    </a:moveTo>
                    <a:cubicBezTo>
                      <a:pt x="286" y="17"/>
                      <a:pt x="290" y="13"/>
                      <a:pt x="290" y="9"/>
                    </a:cubicBezTo>
                    <a:cubicBezTo>
                      <a:pt x="290" y="4"/>
                      <a:pt x="286" y="0"/>
                      <a:pt x="282" y="0"/>
                    </a:cubicBezTo>
                    <a:cubicBezTo>
                      <a:pt x="277" y="0"/>
                      <a:pt x="273" y="4"/>
                      <a:pt x="273" y="9"/>
                    </a:cubicBezTo>
                    <a:cubicBezTo>
                      <a:pt x="273" y="13"/>
                      <a:pt x="277" y="17"/>
                      <a:pt x="282" y="17"/>
                    </a:cubicBezTo>
                    <a:close/>
                    <a:moveTo>
                      <a:pt x="8" y="35"/>
                    </a:moveTo>
                    <a:cubicBezTo>
                      <a:pt x="3" y="35"/>
                      <a:pt x="0" y="39"/>
                      <a:pt x="0" y="43"/>
                    </a:cubicBezTo>
                    <a:cubicBezTo>
                      <a:pt x="0" y="48"/>
                      <a:pt x="3" y="52"/>
                      <a:pt x="8" y="52"/>
                    </a:cubicBezTo>
                    <a:cubicBezTo>
                      <a:pt x="13" y="52"/>
                      <a:pt x="17" y="48"/>
                      <a:pt x="17" y="43"/>
                    </a:cubicBezTo>
                    <a:cubicBezTo>
                      <a:pt x="17" y="39"/>
                      <a:pt x="13" y="35"/>
                      <a:pt x="8" y="35"/>
                    </a:cubicBezTo>
                    <a:close/>
                    <a:moveTo>
                      <a:pt x="42" y="35"/>
                    </a:moveTo>
                    <a:cubicBezTo>
                      <a:pt x="38" y="35"/>
                      <a:pt x="34" y="39"/>
                      <a:pt x="34" y="43"/>
                    </a:cubicBezTo>
                    <a:cubicBezTo>
                      <a:pt x="34" y="48"/>
                      <a:pt x="38" y="52"/>
                      <a:pt x="42" y="52"/>
                    </a:cubicBezTo>
                    <a:cubicBezTo>
                      <a:pt x="47" y="52"/>
                      <a:pt x="51" y="48"/>
                      <a:pt x="51" y="43"/>
                    </a:cubicBezTo>
                    <a:cubicBezTo>
                      <a:pt x="51" y="39"/>
                      <a:pt x="47" y="35"/>
                      <a:pt x="42" y="35"/>
                    </a:cubicBezTo>
                    <a:close/>
                    <a:moveTo>
                      <a:pt x="76" y="35"/>
                    </a:moveTo>
                    <a:cubicBezTo>
                      <a:pt x="72" y="35"/>
                      <a:pt x="68" y="39"/>
                      <a:pt x="68" y="43"/>
                    </a:cubicBezTo>
                    <a:cubicBezTo>
                      <a:pt x="68" y="48"/>
                      <a:pt x="72" y="52"/>
                      <a:pt x="76" y="52"/>
                    </a:cubicBezTo>
                    <a:cubicBezTo>
                      <a:pt x="81" y="52"/>
                      <a:pt x="85" y="48"/>
                      <a:pt x="85" y="43"/>
                    </a:cubicBezTo>
                    <a:cubicBezTo>
                      <a:pt x="85" y="39"/>
                      <a:pt x="81" y="35"/>
                      <a:pt x="76" y="35"/>
                    </a:cubicBezTo>
                    <a:close/>
                    <a:moveTo>
                      <a:pt x="111" y="35"/>
                    </a:moveTo>
                    <a:cubicBezTo>
                      <a:pt x="106" y="35"/>
                      <a:pt x="102" y="39"/>
                      <a:pt x="102" y="43"/>
                    </a:cubicBezTo>
                    <a:cubicBezTo>
                      <a:pt x="102" y="48"/>
                      <a:pt x="106" y="52"/>
                      <a:pt x="111" y="52"/>
                    </a:cubicBezTo>
                    <a:cubicBezTo>
                      <a:pt x="115" y="52"/>
                      <a:pt x="119" y="48"/>
                      <a:pt x="119" y="43"/>
                    </a:cubicBezTo>
                    <a:cubicBezTo>
                      <a:pt x="119" y="39"/>
                      <a:pt x="115" y="35"/>
                      <a:pt x="111" y="35"/>
                    </a:cubicBezTo>
                    <a:close/>
                    <a:moveTo>
                      <a:pt x="145" y="35"/>
                    </a:moveTo>
                    <a:cubicBezTo>
                      <a:pt x="140" y="35"/>
                      <a:pt x="136" y="39"/>
                      <a:pt x="136" y="43"/>
                    </a:cubicBezTo>
                    <a:cubicBezTo>
                      <a:pt x="136" y="48"/>
                      <a:pt x="140" y="52"/>
                      <a:pt x="145" y="52"/>
                    </a:cubicBezTo>
                    <a:cubicBezTo>
                      <a:pt x="150" y="52"/>
                      <a:pt x="153" y="48"/>
                      <a:pt x="153" y="43"/>
                    </a:cubicBezTo>
                    <a:cubicBezTo>
                      <a:pt x="153" y="39"/>
                      <a:pt x="150" y="35"/>
                      <a:pt x="145" y="35"/>
                    </a:cubicBezTo>
                    <a:close/>
                    <a:moveTo>
                      <a:pt x="179" y="35"/>
                    </a:moveTo>
                    <a:cubicBezTo>
                      <a:pt x="174" y="35"/>
                      <a:pt x="171" y="39"/>
                      <a:pt x="171" y="43"/>
                    </a:cubicBezTo>
                    <a:cubicBezTo>
                      <a:pt x="171" y="48"/>
                      <a:pt x="174" y="52"/>
                      <a:pt x="179" y="52"/>
                    </a:cubicBezTo>
                    <a:cubicBezTo>
                      <a:pt x="184" y="52"/>
                      <a:pt x="188" y="48"/>
                      <a:pt x="188" y="43"/>
                    </a:cubicBezTo>
                    <a:cubicBezTo>
                      <a:pt x="188" y="39"/>
                      <a:pt x="184" y="35"/>
                      <a:pt x="179" y="35"/>
                    </a:cubicBezTo>
                    <a:close/>
                    <a:moveTo>
                      <a:pt x="213" y="35"/>
                    </a:moveTo>
                    <a:cubicBezTo>
                      <a:pt x="209" y="35"/>
                      <a:pt x="205" y="39"/>
                      <a:pt x="205" y="43"/>
                    </a:cubicBezTo>
                    <a:cubicBezTo>
                      <a:pt x="205" y="48"/>
                      <a:pt x="209" y="52"/>
                      <a:pt x="213" y="52"/>
                    </a:cubicBezTo>
                    <a:cubicBezTo>
                      <a:pt x="218" y="52"/>
                      <a:pt x="222" y="48"/>
                      <a:pt x="222" y="43"/>
                    </a:cubicBezTo>
                    <a:cubicBezTo>
                      <a:pt x="222" y="39"/>
                      <a:pt x="218" y="35"/>
                      <a:pt x="213" y="35"/>
                    </a:cubicBezTo>
                    <a:close/>
                    <a:moveTo>
                      <a:pt x="247" y="35"/>
                    </a:moveTo>
                    <a:cubicBezTo>
                      <a:pt x="243" y="35"/>
                      <a:pt x="239" y="39"/>
                      <a:pt x="239" y="43"/>
                    </a:cubicBezTo>
                    <a:cubicBezTo>
                      <a:pt x="239" y="48"/>
                      <a:pt x="243" y="52"/>
                      <a:pt x="247" y="52"/>
                    </a:cubicBezTo>
                    <a:cubicBezTo>
                      <a:pt x="252" y="52"/>
                      <a:pt x="256" y="48"/>
                      <a:pt x="256" y="43"/>
                    </a:cubicBezTo>
                    <a:cubicBezTo>
                      <a:pt x="256" y="39"/>
                      <a:pt x="252" y="35"/>
                      <a:pt x="247" y="35"/>
                    </a:cubicBezTo>
                    <a:close/>
                    <a:moveTo>
                      <a:pt x="282" y="35"/>
                    </a:moveTo>
                    <a:cubicBezTo>
                      <a:pt x="277" y="35"/>
                      <a:pt x="273" y="39"/>
                      <a:pt x="273" y="43"/>
                    </a:cubicBezTo>
                    <a:cubicBezTo>
                      <a:pt x="273" y="48"/>
                      <a:pt x="277" y="52"/>
                      <a:pt x="282" y="52"/>
                    </a:cubicBezTo>
                    <a:cubicBezTo>
                      <a:pt x="286" y="52"/>
                      <a:pt x="290" y="48"/>
                      <a:pt x="290" y="43"/>
                    </a:cubicBezTo>
                    <a:cubicBezTo>
                      <a:pt x="290" y="39"/>
                      <a:pt x="286" y="35"/>
                      <a:pt x="282" y="35"/>
                    </a:cubicBezTo>
                    <a:close/>
                    <a:moveTo>
                      <a:pt x="8" y="69"/>
                    </a:moveTo>
                    <a:cubicBezTo>
                      <a:pt x="3" y="69"/>
                      <a:pt x="0" y="73"/>
                      <a:pt x="0" y="78"/>
                    </a:cubicBezTo>
                    <a:cubicBezTo>
                      <a:pt x="0" y="83"/>
                      <a:pt x="3" y="86"/>
                      <a:pt x="8" y="86"/>
                    </a:cubicBezTo>
                    <a:cubicBezTo>
                      <a:pt x="13" y="86"/>
                      <a:pt x="17" y="83"/>
                      <a:pt x="17" y="78"/>
                    </a:cubicBezTo>
                    <a:cubicBezTo>
                      <a:pt x="17" y="73"/>
                      <a:pt x="13" y="69"/>
                      <a:pt x="8" y="69"/>
                    </a:cubicBezTo>
                    <a:close/>
                    <a:moveTo>
                      <a:pt x="42" y="69"/>
                    </a:moveTo>
                    <a:cubicBezTo>
                      <a:pt x="38" y="69"/>
                      <a:pt x="34" y="73"/>
                      <a:pt x="34" y="78"/>
                    </a:cubicBezTo>
                    <a:cubicBezTo>
                      <a:pt x="34" y="83"/>
                      <a:pt x="38" y="86"/>
                      <a:pt x="42" y="86"/>
                    </a:cubicBezTo>
                    <a:cubicBezTo>
                      <a:pt x="47" y="86"/>
                      <a:pt x="51" y="83"/>
                      <a:pt x="51" y="78"/>
                    </a:cubicBezTo>
                    <a:cubicBezTo>
                      <a:pt x="51" y="73"/>
                      <a:pt x="47" y="69"/>
                      <a:pt x="42" y="69"/>
                    </a:cubicBezTo>
                    <a:close/>
                    <a:moveTo>
                      <a:pt x="76" y="69"/>
                    </a:moveTo>
                    <a:cubicBezTo>
                      <a:pt x="72" y="69"/>
                      <a:pt x="68" y="73"/>
                      <a:pt x="68" y="78"/>
                    </a:cubicBezTo>
                    <a:cubicBezTo>
                      <a:pt x="68" y="83"/>
                      <a:pt x="72" y="86"/>
                      <a:pt x="76" y="86"/>
                    </a:cubicBezTo>
                    <a:cubicBezTo>
                      <a:pt x="81" y="86"/>
                      <a:pt x="85" y="83"/>
                      <a:pt x="85" y="78"/>
                    </a:cubicBezTo>
                    <a:cubicBezTo>
                      <a:pt x="85" y="73"/>
                      <a:pt x="81" y="69"/>
                      <a:pt x="76" y="69"/>
                    </a:cubicBezTo>
                    <a:close/>
                    <a:moveTo>
                      <a:pt x="111" y="69"/>
                    </a:moveTo>
                    <a:cubicBezTo>
                      <a:pt x="106" y="69"/>
                      <a:pt x="102" y="73"/>
                      <a:pt x="102" y="78"/>
                    </a:cubicBezTo>
                    <a:cubicBezTo>
                      <a:pt x="102" y="83"/>
                      <a:pt x="106" y="86"/>
                      <a:pt x="111" y="86"/>
                    </a:cubicBezTo>
                    <a:cubicBezTo>
                      <a:pt x="115" y="86"/>
                      <a:pt x="119" y="83"/>
                      <a:pt x="119" y="78"/>
                    </a:cubicBezTo>
                    <a:cubicBezTo>
                      <a:pt x="119" y="73"/>
                      <a:pt x="115" y="69"/>
                      <a:pt x="111" y="69"/>
                    </a:cubicBezTo>
                    <a:close/>
                    <a:moveTo>
                      <a:pt x="145" y="69"/>
                    </a:moveTo>
                    <a:cubicBezTo>
                      <a:pt x="140" y="69"/>
                      <a:pt x="136" y="73"/>
                      <a:pt x="136" y="78"/>
                    </a:cubicBezTo>
                    <a:cubicBezTo>
                      <a:pt x="136" y="83"/>
                      <a:pt x="140" y="86"/>
                      <a:pt x="145" y="86"/>
                    </a:cubicBezTo>
                    <a:cubicBezTo>
                      <a:pt x="150" y="86"/>
                      <a:pt x="153" y="83"/>
                      <a:pt x="153" y="78"/>
                    </a:cubicBezTo>
                    <a:cubicBezTo>
                      <a:pt x="153" y="73"/>
                      <a:pt x="150" y="69"/>
                      <a:pt x="145" y="69"/>
                    </a:cubicBezTo>
                    <a:close/>
                    <a:moveTo>
                      <a:pt x="179" y="69"/>
                    </a:moveTo>
                    <a:cubicBezTo>
                      <a:pt x="174" y="69"/>
                      <a:pt x="171" y="73"/>
                      <a:pt x="171" y="78"/>
                    </a:cubicBezTo>
                    <a:cubicBezTo>
                      <a:pt x="171" y="83"/>
                      <a:pt x="174" y="86"/>
                      <a:pt x="179" y="86"/>
                    </a:cubicBezTo>
                    <a:cubicBezTo>
                      <a:pt x="184" y="86"/>
                      <a:pt x="188" y="83"/>
                      <a:pt x="188" y="78"/>
                    </a:cubicBezTo>
                    <a:cubicBezTo>
                      <a:pt x="188" y="73"/>
                      <a:pt x="184" y="69"/>
                      <a:pt x="179" y="69"/>
                    </a:cubicBezTo>
                    <a:close/>
                    <a:moveTo>
                      <a:pt x="213" y="69"/>
                    </a:moveTo>
                    <a:cubicBezTo>
                      <a:pt x="209" y="69"/>
                      <a:pt x="205" y="73"/>
                      <a:pt x="205" y="78"/>
                    </a:cubicBezTo>
                    <a:cubicBezTo>
                      <a:pt x="205" y="83"/>
                      <a:pt x="209" y="86"/>
                      <a:pt x="213" y="86"/>
                    </a:cubicBezTo>
                    <a:cubicBezTo>
                      <a:pt x="218" y="86"/>
                      <a:pt x="222" y="83"/>
                      <a:pt x="222" y="78"/>
                    </a:cubicBezTo>
                    <a:cubicBezTo>
                      <a:pt x="222" y="73"/>
                      <a:pt x="218" y="69"/>
                      <a:pt x="213" y="69"/>
                    </a:cubicBezTo>
                    <a:close/>
                    <a:moveTo>
                      <a:pt x="247" y="69"/>
                    </a:moveTo>
                    <a:cubicBezTo>
                      <a:pt x="243" y="69"/>
                      <a:pt x="239" y="73"/>
                      <a:pt x="239" y="78"/>
                    </a:cubicBezTo>
                    <a:cubicBezTo>
                      <a:pt x="239" y="83"/>
                      <a:pt x="243" y="86"/>
                      <a:pt x="247" y="86"/>
                    </a:cubicBezTo>
                    <a:cubicBezTo>
                      <a:pt x="252" y="86"/>
                      <a:pt x="256" y="83"/>
                      <a:pt x="256" y="78"/>
                    </a:cubicBezTo>
                    <a:cubicBezTo>
                      <a:pt x="256" y="73"/>
                      <a:pt x="252" y="69"/>
                      <a:pt x="247" y="69"/>
                    </a:cubicBezTo>
                    <a:close/>
                    <a:moveTo>
                      <a:pt x="282" y="69"/>
                    </a:moveTo>
                    <a:cubicBezTo>
                      <a:pt x="277" y="69"/>
                      <a:pt x="273" y="73"/>
                      <a:pt x="273" y="78"/>
                    </a:cubicBezTo>
                    <a:cubicBezTo>
                      <a:pt x="273" y="83"/>
                      <a:pt x="277" y="86"/>
                      <a:pt x="282" y="86"/>
                    </a:cubicBezTo>
                    <a:cubicBezTo>
                      <a:pt x="286" y="86"/>
                      <a:pt x="290" y="83"/>
                      <a:pt x="290" y="78"/>
                    </a:cubicBezTo>
                    <a:cubicBezTo>
                      <a:pt x="290" y="73"/>
                      <a:pt x="286" y="69"/>
                      <a:pt x="282" y="69"/>
                    </a:cubicBezTo>
                    <a:close/>
                    <a:moveTo>
                      <a:pt x="8" y="104"/>
                    </a:moveTo>
                    <a:cubicBezTo>
                      <a:pt x="3" y="104"/>
                      <a:pt x="0" y="108"/>
                      <a:pt x="0" y="112"/>
                    </a:cubicBezTo>
                    <a:cubicBezTo>
                      <a:pt x="0" y="117"/>
                      <a:pt x="3" y="121"/>
                      <a:pt x="8" y="121"/>
                    </a:cubicBezTo>
                    <a:cubicBezTo>
                      <a:pt x="13" y="121"/>
                      <a:pt x="17" y="117"/>
                      <a:pt x="17" y="112"/>
                    </a:cubicBezTo>
                    <a:cubicBezTo>
                      <a:pt x="17" y="108"/>
                      <a:pt x="13" y="104"/>
                      <a:pt x="8" y="104"/>
                    </a:cubicBezTo>
                    <a:close/>
                    <a:moveTo>
                      <a:pt x="42" y="104"/>
                    </a:moveTo>
                    <a:cubicBezTo>
                      <a:pt x="38" y="104"/>
                      <a:pt x="34" y="108"/>
                      <a:pt x="34" y="112"/>
                    </a:cubicBezTo>
                    <a:cubicBezTo>
                      <a:pt x="34" y="117"/>
                      <a:pt x="38" y="121"/>
                      <a:pt x="42" y="121"/>
                    </a:cubicBezTo>
                    <a:cubicBezTo>
                      <a:pt x="47" y="121"/>
                      <a:pt x="51" y="117"/>
                      <a:pt x="51" y="112"/>
                    </a:cubicBezTo>
                    <a:cubicBezTo>
                      <a:pt x="51" y="108"/>
                      <a:pt x="47" y="104"/>
                      <a:pt x="42" y="104"/>
                    </a:cubicBezTo>
                    <a:close/>
                    <a:moveTo>
                      <a:pt x="76" y="104"/>
                    </a:moveTo>
                    <a:cubicBezTo>
                      <a:pt x="72" y="104"/>
                      <a:pt x="68" y="108"/>
                      <a:pt x="68" y="112"/>
                    </a:cubicBezTo>
                    <a:cubicBezTo>
                      <a:pt x="68" y="117"/>
                      <a:pt x="72" y="121"/>
                      <a:pt x="76" y="121"/>
                    </a:cubicBezTo>
                    <a:cubicBezTo>
                      <a:pt x="81" y="121"/>
                      <a:pt x="85" y="117"/>
                      <a:pt x="85" y="112"/>
                    </a:cubicBezTo>
                    <a:cubicBezTo>
                      <a:pt x="85" y="108"/>
                      <a:pt x="81" y="104"/>
                      <a:pt x="76" y="104"/>
                    </a:cubicBezTo>
                    <a:close/>
                    <a:moveTo>
                      <a:pt x="111" y="104"/>
                    </a:moveTo>
                    <a:cubicBezTo>
                      <a:pt x="106" y="104"/>
                      <a:pt x="102" y="108"/>
                      <a:pt x="102" y="112"/>
                    </a:cubicBezTo>
                    <a:cubicBezTo>
                      <a:pt x="102" y="117"/>
                      <a:pt x="106" y="121"/>
                      <a:pt x="111" y="121"/>
                    </a:cubicBezTo>
                    <a:cubicBezTo>
                      <a:pt x="115" y="121"/>
                      <a:pt x="119" y="117"/>
                      <a:pt x="119" y="112"/>
                    </a:cubicBezTo>
                    <a:cubicBezTo>
                      <a:pt x="119" y="108"/>
                      <a:pt x="115" y="104"/>
                      <a:pt x="111" y="104"/>
                    </a:cubicBezTo>
                    <a:close/>
                    <a:moveTo>
                      <a:pt x="145" y="104"/>
                    </a:moveTo>
                    <a:cubicBezTo>
                      <a:pt x="140" y="104"/>
                      <a:pt x="136" y="108"/>
                      <a:pt x="136" y="112"/>
                    </a:cubicBezTo>
                    <a:cubicBezTo>
                      <a:pt x="136" y="117"/>
                      <a:pt x="140" y="121"/>
                      <a:pt x="145" y="121"/>
                    </a:cubicBezTo>
                    <a:cubicBezTo>
                      <a:pt x="150" y="121"/>
                      <a:pt x="153" y="117"/>
                      <a:pt x="153" y="112"/>
                    </a:cubicBezTo>
                    <a:cubicBezTo>
                      <a:pt x="153" y="108"/>
                      <a:pt x="150" y="104"/>
                      <a:pt x="145" y="104"/>
                    </a:cubicBezTo>
                    <a:close/>
                    <a:moveTo>
                      <a:pt x="179" y="104"/>
                    </a:moveTo>
                    <a:cubicBezTo>
                      <a:pt x="174" y="104"/>
                      <a:pt x="171" y="108"/>
                      <a:pt x="171" y="112"/>
                    </a:cubicBezTo>
                    <a:cubicBezTo>
                      <a:pt x="171" y="117"/>
                      <a:pt x="174" y="121"/>
                      <a:pt x="179" y="121"/>
                    </a:cubicBezTo>
                    <a:cubicBezTo>
                      <a:pt x="184" y="121"/>
                      <a:pt x="188" y="117"/>
                      <a:pt x="188" y="112"/>
                    </a:cubicBezTo>
                    <a:cubicBezTo>
                      <a:pt x="188" y="108"/>
                      <a:pt x="184" y="104"/>
                      <a:pt x="179" y="104"/>
                    </a:cubicBezTo>
                    <a:close/>
                    <a:moveTo>
                      <a:pt x="213" y="104"/>
                    </a:moveTo>
                    <a:cubicBezTo>
                      <a:pt x="209" y="104"/>
                      <a:pt x="205" y="108"/>
                      <a:pt x="205" y="112"/>
                    </a:cubicBezTo>
                    <a:cubicBezTo>
                      <a:pt x="205" y="117"/>
                      <a:pt x="209" y="121"/>
                      <a:pt x="213" y="121"/>
                    </a:cubicBezTo>
                    <a:cubicBezTo>
                      <a:pt x="218" y="121"/>
                      <a:pt x="222" y="117"/>
                      <a:pt x="222" y="112"/>
                    </a:cubicBezTo>
                    <a:cubicBezTo>
                      <a:pt x="222" y="108"/>
                      <a:pt x="218" y="104"/>
                      <a:pt x="213" y="104"/>
                    </a:cubicBezTo>
                    <a:close/>
                    <a:moveTo>
                      <a:pt x="247" y="104"/>
                    </a:moveTo>
                    <a:cubicBezTo>
                      <a:pt x="243" y="104"/>
                      <a:pt x="239" y="108"/>
                      <a:pt x="239" y="112"/>
                    </a:cubicBezTo>
                    <a:cubicBezTo>
                      <a:pt x="239" y="117"/>
                      <a:pt x="243" y="121"/>
                      <a:pt x="247" y="121"/>
                    </a:cubicBezTo>
                    <a:cubicBezTo>
                      <a:pt x="252" y="121"/>
                      <a:pt x="256" y="117"/>
                      <a:pt x="256" y="112"/>
                    </a:cubicBezTo>
                    <a:cubicBezTo>
                      <a:pt x="256" y="108"/>
                      <a:pt x="252" y="104"/>
                      <a:pt x="247" y="104"/>
                    </a:cubicBezTo>
                    <a:close/>
                    <a:moveTo>
                      <a:pt x="282" y="104"/>
                    </a:moveTo>
                    <a:cubicBezTo>
                      <a:pt x="277" y="104"/>
                      <a:pt x="273" y="108"/>
                      <a:pt x="273" y="112"/>
                    </a:cubicBezTo>
                    <a:cubicBezTo>
                      <a:pt x="273" y="117"/>
                      <a:pt x="277" y="121"/>
                      <a:pt x="282" y="121"/>
                    </a:cubicBezTo>
                    <a:cubicBezTo>
                      <a:pt x="286" y="121"/>
                      <a:pt x="290" y="117"/>
                      <a:pt x="290" y="112"/>
                    </a:cubicBezTo>
                    <a:cubicBezTo>
                      <a:pt x="290" y="108"/>
                      <a:pt x="286" y="104"/>
                      <a:pt x="282" y="10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2" name="Group 33875">
              <a:extLst>
                <a:ext uri="{FF2B5EF4-FFF2-40B4-BE49-F238E27FC236}">
                  <a16:creationId xmlns:a16="http://schemas.microsoft.com/office/drawing/2014/main" id="{1924F053-4D4B-4A16-A4CC-7F981AE526A2}"/>
                </a:ext>
              </a:extLst>
            </p:cNvPr>
            <p:cNvGrpSpPr/>
            <p:nvPr/>
          </p:nvGrpSpPr>
          <p:grpSpPr>
            <a:xfrm>
              <a:off x="3167308" y="3078804"/>
              <a:ext cx="877727" cy="990166"/>
              <a:chOff x="9157561" y="3941338"/>
              <a:chExt cx="877727" cy="990166"/>
            </a:xfrm>
          </p:grpSpPr>
          <p:sp>
            <p:nvSpPr>
              <p:cNvPr id="95" name="Freeform 29">
                <a:extLst>
                  <a:ext uri="{FF2B5EF4-FFF2-40B4-BE49-F238E27FC236}">
                    <a16:creationId xmlns:a16="http://schemas.microsoft.com/office/drawing/2014/main" id="{6F46C6CB-44E9-499E-AE6B-B82FD8D94C73}"/>
                  </a:ext>
                </a:extLst>
              </p:cNvPr>
              <p:cNvSpPr>
                <a:spLocks/>
              </p:cNvSpPr>
              <p:nvPr/>
            </p:nvSpPr>
            <p:spPr bwMode="auto">
              <a:xfrm>
                <a:off x="9157561" y="3941338"/>
                <a:ext cx="877727" cy="990166"/>
              </a:xfrm>
              <a:custGeom>
                <a:avLst/>
                <a:gdLst>
                  <a:gd name="T0" fmla="*/ 426 w 426"/>
                  <a:gd name="T1" fmla="*/ 480 h 480"/>
                  <a:gd name="T2" fmla="*/ 0 w 426"/>
                  <a:gd name="T3" fmla="*/ 480 h 480"/>
                  <a:gd name="T4" fmla="*/ 0 w 426"/>
                  <a:gd name="T5" fmla="*/ 45 h 480"/>
                  <a:gd name="T6" fmla="*/ 45 w 426"/>
                  <a:gd name="T7" fmla="*/ 0 h 480"/>
                  <a:gd name="T8" fmla="*/ 381 w 426"/>
                  <a:gd name="T9" fmla="*/ 0 h 480"/>
                  <a:gd name="T10" fmla="*/ 426 w 426"/>
                  <a:gd name="T11" fmla="*/ 45 h 480"/>
                  <a:gd name="T12" fmla="*/ 426 w 426"/>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426" h="480">
                    <a:moveTo>
                      <a:pt x="426" y="480"/>
                    </a:moveTo>
                    <a:cubicBezTo>
                      <a:pt x="0" y="480"/>
                      <a:pt x="0" y="480"/>
                      <a:pt x="0" y="480"/>
                    </a:cubicBezTo>
                    <a:cubicBezTo>
                      <a:pt x="0" y="45"/>
                      <a:pt x="0" y="45"/>
                      <a:pt x="0" y="45"/>
                    </a:cubicBezTo>
                    <a:cubicBezTo>
                      <a:pt x="0" y="20"/>
                      <a:pt x="20" y="0"/>
                      <a:pt x="45" y="0"/>
                    </a:cubicBezTo>
                    <a:cubicBezTo>
                      <a:pt x="381" y="0"/>
                      <a:pt x="381" y="0"/>
                      <a:pt x="381" y="0"/>
                    </a:cubicBezTo>
                    <a:cubicBezTo>
                      <a:pt x="406" y="0"/>
                      <a:pt x="426" y="20"/>
                      <a:pt x="426" y="45"/>
                    </a:cubicBezTo>
                    <a:lnTo>
                      <a:pt x="426" y="48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Rectangle 30">
                <a:extLst>
                  <a:ext uri="{FF2B5EF4-FFF2-40B4-BE49-F238E27FC236}">
                    <a16:creationId xmlns:a16="http://schemas.microsoft.com/office/drawing/2014/main" id="{C1E0A6E4-0A85-4B4E-8499-F443919D8C83}"/>
                  </a:ext>
                </a:extLst>
              </p:cNvPr>
              <p:cNvSpPr>
                <a:spLocks noChangeArrowheads="1"/>
              </p:cNvSpPr>
              <p:nvPr/>
            </p:nvSpPr>
            <p:spPr bwMode="auto">
              <a:xfrm>
                <a:off x="9181967" y="4099973"/>
                <a:ext cx="828916" cy="801895"/>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31">
                <a:extLst>
                  <a:ext uri="{FF2B5EF4-FFF2-40B4-BE49-F238E27FC236}">
                    <a16:creationId xmlns:a16="http://schemas.microsoft.com/office/drawing/2014/main" id="{3F020214-342C-41E1-BD1A-AD91381630B0}"/>
                  </a:ext>
                </a:extLst>
              </p:cNvPr>
              <p:cNvSpPr>
                <a:spLocks/>
              </p:cNvSpPr>
              <p:nvPr/>
            </p:nvSpPr>
            <p:spPr bwMode="auto">
              <a:xfrm>
                <a:off x="9243852" y="3980561"/>
                <a:ext cx="51426" cy="51426"/>
              </a:xfrm>
              <a:custGeom>
                <a:avLst/>
                <a:gdLst>
                  <a:gd name="T0" fmla="*/ 18 w 25"/>
                  <a:gd name="T1" fmla="*/ 7 h 25"/>
                  <a:gd name="T2" fmla="*/ 6 w 25"/>
                  <a:gd name="T3" fmla="*/ 19 h 25"/>
                  <a:gd name="T4" fmla="*/ 18 w 25"/>
                  <a:gd name="T5" fmla="*/ 7 h 25"/>
                </a:gdLst>
                <a:ahLst/>
                <a:cxnLst>
                  <a:cxn ang="0">
                    <a:pos x="T0" y="T1"/>
                  </a:cxn>
                  <a:cxn ang="0">
                    <a:pos x="T2" y="T3"/>
                  </a:cxn>
                  <a:cxn ang="0">
                    <a:pos x="T4" y="T5"/>
                  </a:cxn>
                </a:cxnLst>
                <a:rect l="0" t="0" r="r" b="b"/>
                <a:pathLst>
                  <a:path w="25" h="25">
                    <a:moveTo>
                      <a:pt x="18" y="7"/>
                    </a:moveTo>
                    <a:cubicBezTo>
                      <a:pt x="25" y="16"/>
                      <a:pt x="15" y="25"/>
                      <a:pt x="6" y="19"/>
                    </a:cubicBezTo>
                    <a:cubicBezTo>
                      <a:pt x="0" y="10"/>
                      <a:pt x="9" y="0"/>
                      <a:pt x="18" y="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Oval 32">
                <a:extLst>
                  <a:ext uri="{FF2B5EF4-FFF2-40B4-BE49-F238E27FC236}">
                    <a16:creationId xmlns:a16="http://schemas.microsoft.com/office/drawing/2014/main" id="{1098469F-A4A6-4B62-B505-4D84BBC4B80A}"/>
                  </a:ext>
                </a:extLst>
              </p:cNvPr>
              <p:cNvSpPr>
                <a:spLocks noChangeArrowheads="1"/>
              </p:cNvSpPr>
              <p:nvPr/>
            </p:nvSpPr>
            <p:spPr bwMode="auto">
              <a:xfrm>
                <a:off x="9202886" y="3991021"/>
                <a:ext cx="33122" cy="33122"/>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33">
                <a:extLst>
                  <a:ext uri="{FF2B5EF4-FFF2-40B4-BE49-F238E27FC236}">
                    <a16:creationId xmlns:a16="http://schemas.microsoft.com/office/drawing/2014/main" id="{8CA4376F-9885-4C55-A2D4-67BE302EB27B}"/>
                  </a:ext>
                </a:extLst>
              </p:cNvPr>
              <p:cNvSpPr>
                <a:spLocks/>
              </p:cNvSpPr>
              <p:nvPr/>
            </p:nvSpPr>
            <p:spPr bwMode="auto">
              <a:xfrm>
                <a:off x="9293535" y="3980561"/>
                <a:ext cx="51426" cy="51426"/>
              </a:xfrm>
              <a:custGeom>
                <a:avLst/>
                <a:gdLst>
                  <a:gd name="T0" fmla="*/ 19 w 25"/>
                  <a:gd name="T1" fmla="*/ 7 h 25"/>
                  <a:gd name="T2" fmla="*/ 7 w 25"/>
                  <a:gd name="T3" fmla="*/ 19 h 25"/>
                  <a:gd name="T4" fmla="*/ 19 w 25"/>
                  <a:gd name="T5" fmla="*/ 7 h 25"/>
                </a:gdLst>
                <a:ahLst/>
                <a:cxnLst>
                  <a:cxn ang="0">
                    <a:pos x="T0" y="T1"/>
                  </a:cxn>
                  <a:cxn ang="0">
                    <a:pos x="T2" y="T3"/>
                  </a:cxn>
                  <a:cxn ang="0">
                    <a:pos x="T4" y="T5"/>
                  </a:cxn>
                </a:cxnLst>
                <a:rect l="0" t="0" r="r" b="b"/>
                <a:pathLst>
                  <a:path w="25" h="25">
                    <a:moveTo>
                      <a:pt x="19" y="7"/>
                    </a:moveTo>
                    <a:cubicBezTo>
                      <a:pt x="25" y="16"/>
                      <a:pt x="15" y="25"/>
                      <a:pt x="7" y="19"/>
                    </a:cubicBezTo>
                    <a:cubicBezTo>
                      <a:pt x="0" y="10"/>
                      <a:pt x="10" y="0"/>
                      <a:pt x="19" y="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34">
                <a:extLst>
                  <a:ext uri="{FF2B5EF4-FFF2-40B4-BE49-F238E27FC236}">
                    <a16:creationId xmlns:a16="http://schemas.microsoft.com/office/drawing/2014/main" id="{AFD99CB5-3BE7-493B-A295-BED2D0FC0E48}"/>
                  </a:ext>
                </a:extLst>
              </p:cNvPr>
              <p:cNvSpPr>
                <a:spLocks/>
              </p:cNvSpPr>
              <p:nvPr/>
            </p:nvSpPr>
            <p:spPr bwMode="auto">
              <a:xfrm>
                <a:off x="9378082" y="3984919"/>
                <a:ext cx="602293" cy="45324"/>
              </a:xfrm>
              <a:custGeom>
                <a:avLst/>
                <a:gdLst>
                  <a:gd name="T0" fmla="*/ 281 w 292"/>
                  <a:gd name="T1" fmla="*/ 22 h 22"/>
                  <a:gd name="T2" fmla="*/ 12 w 292"/>
                  <a:gd name="T3" fmla="*/ 22 h 22"/>
                  <a:gd name="T4" fmla="*/ 0 w 292"/>
                  <a:gd name="T5" fmla="*/ 11 h 22"/>
                  <a:gd name="T6" fmla="*/ 12 w 292"/>
                  <a:gd name="T7" fmla="*/ 0 h 22"/>
                  <a:gd name="T8" fmla="*/ 281 w 292"/>
                  <a:gd name="T9" fmla="*/ 0 h 22"/>
                  <a:gd name="T10" fmla="*/ 292 w 292"/>
                  <a:gd name="T11" fmla="*/ 11 h 22"/>
                  <a:gd name="T12" fmla="*/ 281 w 292"/>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92" h="22">
                    <a:moveTo>
                      <a:pt x="281" y="22"/>
                    </a:moveTo>
                    <a:cubicBezTo>
                      <a:pt x="12" y="22"/>
                      <a:pt x="12" y="22"/>
                      <a:pt x="12" y="22"/>
                    </a:cubicBezTo>
                    <a:cubicBezTo>
                      <a:pt x="5" y="22"/>
                      <a:pt x="0" y="17"/>
                      <a:pt x="0" y="11"/>
                    </a:cubicBezTo>
                    <a:cubicBezTo>
                      <a:pt x="0" y="5"/>
                      <a:pt x="5" y="0"/>
                      <a:pt x="12" y="0"/>
                    </a:cubicBezTo>
                    <a:cubicBezTo>
                      <a:pt x="281" y="0"/>
                      <a:pt x="281" y="0"/>
                      <a:pt x="281" y="0"/>
                    </a:cubicBezTo>
                    <a:cubicBezTo>
                      <a:pt x="287" y="0"/>
                      <a:pt x="292" y="5"/>
                      <a:pt x="292" y="11"/>
                    </a:cubicBezTo>
                    <a:cubicBezTo>
                      <a:pt x="292" y="17"/>
                      <a:pt x="287" y="22"/>
                      <a:pt x="281"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35">
                <a:extLst>
                  <a:ext uri="{FF2B5EF4-FFF2-40B4-BE49-F238E27FC236}">
                    <a16:creationId xmlns:a16="http://schemas.microsoft.com/office/drawing/2014/main" id="{269D6B09-AABE-46AF-AE4F-30028BA288CF}"/>
                  </a:ext>
                </a:extLst>
              </p:cNvPr>
              <p:cNvSpPr>
                <a:spLocks noEditPoints="1"/>
              </p:cNvSpPr>
              <p:nvPr/>
            </p:nvSpPr>
            <p:spPr bwMode="auto">
              <a:xfrm>
                <a:off x="9344961" y="4450367"/>
                <a:ext cx="502928" cy="380028"/>
              </a:xfrm>
              <a:custGeom>
                <a:avLst/>
                <a:gdLst>
                  <a:gd name="T0" fmla="*/ 24 w 244"/>
                  <a:gd name="T1" fmla="*/ 114 h 184"/>
                  <a:gd name="T2" fmla="*/ 24 w 244"/>
                  <a:gd name="T3" fmla="*/ 175 h 184"/>
                  <a:gd name="T4" fmla="*/ 14 w 244"/>
                  <a:gd name="T5" fmla="*/ 184 h 184"/>
                  <a:gd name="T6" fmla="*/ 9 w 244"/>
                  <a:gd name="T7" fmla="*/ 184 h 184"/>
                  <a:gd name="T8" fmla="*/ 0 w 244"/>
                  <a:gd name="T9" fmla="*/ 175 h 184"/>
                  <a:gd name="T10" fmla="*/ 0 w 244"/>
                  <a:gd name="T11" fmla="*/ 114 h 184"/>
                  <a:gd name="T12" fmla="*/ 9 w 244"/>
                  <a:gd name="T13" fmla="*/ 104 h 184"/>
                  <a:gd name="T14" fmla="*/ 14 w 244"/>
                  <a:gd name="T15" fmla="*/ 104 h 184"/>
                  <a:gd name="T16" fmla="*/ 24 w 244"/>
                  <a:gd name="T17" fmla="*/ 114 h 184"/>
                  <a:gd name="T18" fmla="*/ 51 w 244"/>
                  <a:gd name="T19" fmla="*/ 56 h 184"/>
                  <a:gd name="T20" fmla="*/ 46 w 244"/>
                  <a:gd name="T21" fmla="*/ 56 h 184"/>
                  <a:gd name="T22" fmla="*/ 37 w 244"/>
                  <a:gd name="T23" fmla="*/ 66 h 184"/>
                  <a:gd name="T24" fmla="*/ 37 w 244"/>
                  <a:gd name="T25" fmla="*/ 175 h 184"/>
                  <a:gd name="T26" fmla="*/ 46 w 244"/>
                  <a:gd name="T27" fmla="*/ 184 h 184"/>
                  <a:gd name="T28" fmla="*/ 51 w 244"/>
                  <a:gd name="T29" fmla="*/ 184 h 184"/>
                  <a:gd name="T30" fmla="*/ 61 w 244"/>
                  <a:gd name="T31" fmla="*/ 175 h 184"/>
                  <a:gd name="T32" fmla="*/ 61 w 244"/>
                  <a:gd name="T33" fmla="*/ 66 h 184"/>
                  <a:gd name="T34" fmla="*/ 51 w 244"/>
                  <a:gd name="T35" fmla="*/ 56 h 184"/>
                  <a:gd name="T36" fmla="*/ 88 w 244"/>
                  <a:gd name="T37" fmla="*/ 85 h 184"/>
                  <a:gd name="T38" fmla="*/ 83 w 244"/>
                  <a:gd name="T39" fmla="*/ 85 h 184"/>
                  <a:gd name="T40" fmla="*/ 73 w 244"/>
                  <a:gd name="T41" fmla="*/ 95 h 184"/>
                  <a:gd name="T42" fmla="*/ 73 w 244"/>
                  <a:gd name="T43" fmla="*/ 175 h 184"/>
                  <a:gd name="T44" fmla="*/ 83 w 244"/>
                  <a:gd name="T45" fmla="*/ 184 h 184"/>
                  <a:gd name="T46" fmla="*/ 88 w 244"/>
                  <a:gd name="T47" fmla="*/ 184 h 184"/>
                  <a:gd name="T48" fmla="*/ 97 w 244"/>
                  <a:gd name="T49" fmla="*/ 175 h 184"/>
                  <a:gd name="T50" fmla="*/ 97 w 244"/>
                  <a:gd name="T51" fmla="*/ 95 h 184"/>
                  <a:gd name="T52" fmla="*/ 88 w 244"/>
                  <a:gd name="T53" fmla="*/ 85 h 184"/>
                  <a:gd name="T54" fmla="*/ 125 w 244"/>
                  <a:gd name="T55" fmla="*/ 42 h 184"/>
                  <a:gd name="T56" fmla="*/ 120 w 244"/>
                  <a:gd name="T57" fmla="*/ 42 h 184"/>
                  <a:gd name="T58" fmla="*/ 110 w 244"/>
                  <a:gd name="T59" fmla="*/ 51 h 184"/>
                  <a:gd name="T60" fmla="*/ 110 w 244"/>
                  <a:gd name="T61" fmla="*/ 175 h 184"/>
                  <a:gd name="T62" fmla="*/ 120 w 244"/>
                  <a:gd name="T63" fmla="*/ 184 h 184"/>
                  <a:gd name="T64" fmla="*/ 125 w 244"/>
                  <a:gd name="T65" fmla="*/ 184 h 184"/>
                  <a:gd name="T66" fmla="*/ 134 w 244"/>
                  <a:gd name="T67" fmla="*/ 175 h 184"/>
                  <a:gd name="T68" fmla="*/ 134 w 244"/>
                  <a:gd name="T69" fmla="*/ 51 h 184"/>
                  <a:gd name="T70" fmla="*/ 125 w 244"/>
                  <a:gd name="T71" fmla="*/ 42 h 184"/>
                  <a:gd name="T72" fmla="*/ 161 w 244"/>
                  <a:gd name="T73" fmla="*/ 56 h 184"/>
                  <a:gd name="T74" fmla="*/ 156 w 244"/>
                  <a:gd name="T75" fmla="*/ 56 h 184"/>
                  <a:gd name="T76" fmla="*/ 147 w 244"/>
                  <a:gd name="T77" fmla="*/ 65 h 184"/>
                  <a:gd name="T78" fmla="*/ 147 w 244"/>
                  <a:gd name="T79" fmla="*/ 175 h 184"/>
                  <a:gd name="T80" fmla="*/ 156 w 244"/>
                  <a:gd name="T81" fmla="*/ 184 h 184"/>
                  <a:gd name="T82" fmla="*/ 161 w 244"/>
                  <a:gd name="T83" fmla="*/ 184 h 184"/>
                  <a:gd name="T84" fmla="*/ 171 w 244"/>
                  <a:gd name="T85" fmla="*/ 175 h 184"/>
                  <a:gd name="T86" fmla="*/ 171 w 244"/>
                  <a:gd name="T87" fmla="*/ 65 h 184"/>
                  <a:gd name="T88" fmla="*/ 161 w 244"/>
                  <a:gd name="T89" fmla="*/ 56 h 184"/>
                  <a:gd name="T90" fmla="*/ 198 w 244"/>
                  <a:gd name="T91" fmla="*/ 14 h 184"/>
                  <a:gd name="T92" fmla="*/ 193 w 244"/>
                  <a:gd name="T93" fmla="*/ 14 h 184"/>
                  <a:gd name="T94" fmla="*/ 184 w 244"/>
                  <a:gd name="T95" fmla="*/ 24 h 184"/>
                  <a:gd name="T96" fmla="*/ 184 w 244"/>
                  <a:gd name="T97" fmla="*/ 175 h 184"/>
                  <a:gd name="T98" fmla="*/ 193 w 244"/>
                  <a:gd name="T99" fmla="*/ 184 h 184"/>
                  <a:gd name="T100" fmla="*/ 198 w 244"/>
                  <a:gd name="T101" fmla="*/ 184 h 184"/>
                  <a:gd name="T102" fmla="*/ 208 w 244"/>
                  <a:gd name="T103" fmla="*/ 175 h 184"/>
                  <a:gd name="T104" fmla="*/ 208 w 244"/>
                  <a:gd name="T105" fmla="*/ 24 h 184"/>
                  <a:gd name="T106" fmla="*/ 198 w 244"/>
                  <a:gd name="T107" fmla="*/ 14 h 184"/>
                  <a:gd name="T108" fmla="*/ 235 w 244"/>
                  <a:gd name="T109" fmla="*/ 0 h 184"/>
                  <a:gd name="T110" fmla="*/ 230 w 244"/>
                  <a:gd name="T111" fmla="*/ 0 h 184"/>
                  <a:gd name="T112" fmla="*/ 220 w 244"/>
                  <a:gd name="T113" fmla="*/ 9 h 184"/>
                  <a:gd name="T114" fmla="*/ 220 w 244"/>
                  <a:gd name="T115" fmla="*/ 175 h 184"/>
                  <a:gd name="T116" fmla="*/ 230 w 244"/>
                  <a:gd name="T117" fmla="*/ 184 h 184"/>
                  <a:gd name="T118" fmla="*/ 235 w 244"/>
                  <a:gd name="T119" fmla="*/ 184 h 184"/>
                  <a:gd name="T120" fmla="*/ 244 w 244"/>
                  <a:gd name="T121" fmla="*/ 175 h 184"/>
                  <a:gd name="T122" fmla="*/ 244 w 244"/>
                  <a:gd name="T123" fmla="*/ 9 h 184"/>
                  <a:gd name="T124" fmla="*/ 235 w 244"/>
                  <a:gd name="T125"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4" h="184">
                    <a:moveTo>
                      <a:pt x="24" y="114"/>
                    </a:moveTo>
                    <a:cubicBezTo>
                      <a:pt x="24" y="175"/>
                      <a:pt x="24" y="175"/>
                      <a:pt x="24" y="175"/>
                    </a:cubicBezTo>
                    <a:cubicBezTo>
                      <a:pt x="24" y="180"/>
                      <a:pt x="20" y="184"/>
                      <a:pt x="14" y="184"/>
                    </a:cubicBezTo>
                    <a:cubicBezTo>
                      <a:pt x="9" y="184"/>
                      <a:pt x="9" y="184"/>
                      <a:pt x="9" y="184"/>
                    </a:cubicBezTo>
                    <a:cubicBezTo>
                      <a:pt x="4" y="184"/>
                      <a:pt x="0" y="180"/>
                      <a:pt x="0" y="175"/>
                    </a:cubicBezTo>
                    <a:cubicBezTo>
                      <a:pt x="0" y="114"/>
                      <a:pt x="0" y="114"/>
                      <a:pt x="0" y="114"/>
                    </a:cubicBezTo>
                    <a:cubicBezTo>
                      <a:pt x="0" y="108"/>
                      <a:pt x="4" y="104"/>
                      <a:pt x="9" y="104"/>
                    </a:cubicBezTo>
                    <a:cubicBezTo>
                      <a:pt x="14" y="104"/>
                      <a:pt x="14" y="104"/>
                      <a:pt x="14" y="104"/>
                    </a:cubicBezTo>
                    <a:cubicBezTo>
                      <a:pt x="20" y="104"/>
                      <a:pt x="24" y="108"/>
                      <a:pt x="24" y="114"/>
                    </a:cubicBezTo>
                    <a:close/>
                    <a:moveTo>
                      <a:pt x="51" y="56"/>
                    </a:moveTo>
                    <a:cubicBezTo>
                      <a:pt x="46" y="56"/>
                      <a:pt x="46" y="56"/>
                      <a:pt x="46" y="56"/>
                    </a:cubicBezTo>
                    <a:cubicBezTo>
                      <a:pt x="41" y="56"/>
                      <a:pt x="37" y="60"/>
                      <a:pt x="37" y="66"/>
                    </a:cubicBezTo>
                    <a:cubicBezTo>
                      <a:pt x="37" y="175"/>
                      <a:pt x="37" y="175"/>
                      <a:pt x="37" y="175"/>
                    </a:cubicBezTo>
                    <a:cubicBezTo>
                      <a:pt x="37" y="180"/>
                      <a:pt x="41" y="184"/>
                      <a:pt x="46" y="184"/>
                    </a:cubicBezTo>
                    <a:cubicBezTo>
                      <a:pt x="51" y="184"/>
                      <a:pt x="51" y="184"/>
                      <a:pt x="51" y="184"/>
                    </a:cubicBezTo>
                    <a:cubicBezTo>
                      <a:pt x="56" y="184"/>
                      <a:pt x="61" y="180"/>
                      <a:pt x="61" y="175"/>
                    </a:cubicBezTo>
                    <a:cubicBezTo>
                      <a:pt x="61" y="66"/>
                      <a:pt x="61" y="66"/>
                      <a:pt x="61" y="66"/>
                    </a:cubicBezTo>
                    <a:cubicBezTo>
                      <a:pt x="61" y="60"/>
                      <a:pt x="56" y="56"/>
                      <a:pt x="51" y="56"/>
                    </a:cubicBezTo>
                    <a:close/>
                    <a:moveTo>
                      <a:pt x="88" y="85"/>
                    </a:moveTo>
                    <a:cubicBezTo>
                      <a:pt x="83" y="85"/>
                      <a:pt x="83" y="85"/>
                      <a:pt x="83" y="85"/>
                    </a:cubicBezTo>
                    <a:cubicBezTo>
                      <a:pt x="78" y="85"/>
                      <a:pt x="73" y="90"/>
                      <a:pt x="73" y="95"/>
                    </a:cubicBezTo>
                    <a:cubicBezTo>
                      <a:pt x="73" y="175"/>
                      <a:pt x="73" y="175"/>
                      <a:pt x="73" y="175"/>
                    </a:cubicBezTo>
                    <a:cubicBezTo>
                      <a:pt x="73" y="180"/>
                      <a:pt x="78" y="184"/>
                      <a:pt x="83" y="184"/>
                    </a:cubicBezTo>
                    <a:cubicBezTo>
                      <a:pt x="88" y="184"/>
                      <a:pt x="88" y="184"/>
                      <a:pt x="88" y="184"/>
                    </a:cubicBezTo>
                    <a:cubicBezTo>
                      <a:pt x="93" y="184"/>
                      <a:pt x="97" y="180"/>
                      <a:pt x="97" y="175"/>
                    </a:cubicBezTo>
                    <a:cubicBezTo>
                      <a:pt x="97" y="95"/>
                      <a:pt x="97" y="95"/>
                      <a:pt x="97" y="95"/>
                    </a:cubicBezTo>
                    <a:cubicBezTo>
                      <a:pt x="97" y="90"/>
                      <a:pt x="93" y="85"/>
                      <a:pt x="88" y="85"/>
                    </a:cubicBezTo>
                    <a:close/>
                    <a:moveTo>
                      <a:pt x="125" y="42"/>
                    </a:moveTo>
                    <a:cubicBezTo>
                      <a:pt x="120" y="42"/>
                      <a:pt x="120" y="42"/>
                      <a:pt x="120" y="42"/>
                    </a:cubicBezTo>
                    <a:cubicBezTo>
                      <a:pt x="114" y="42"/>
                      <a:pt x="110" y="46"/>
                      <a:pt x="110" y="51"/>
                    </a:cubicBezTo>
                    <a:cubicBezTo>
                      <a:pt x="110" y="175"/>
                      <a:pt x="110" y="175"/>
                      <a:pt x="110" y="175"/>
                    </a:cubicBezTo>
                    <a:cubicBezTo>
                      <a:pt x="110" y="180"/>
                      <a:pt x="114" y="184"/>
                      <a:pt x="120" y="184"/>
                    </a:cubicBezTo>
                    <a:cubicBezTo>
                      <a:pt x="125" y="184"/>
                      <a:pt x="125" y="184"/>
                      <a:pt x="125" y="184"/>
                    </a:cubicBezTo>
                    <a:cubicBezTo>
                      <a:pt x="130" y="184"/>
                      <a:pt x="134" y="180"/>
                      <a:pt x="134" y="175"/>
                    </a:cubicBezTo>
                    <a:cubicBezTo>
                      <a:pt x="134" y="51"/>
                      <a:pt x="134" y="51"/>
                      <a:pt x="134" y="51"/>
                    </a:cubicBezTo>
                    <a:cubicBezTo>
                      <a:pt x="134" y="46"/>
                      <a:pt x="130" y="42"/>
                      <a:pt x="125" y="42"/>
                    </a:cubicBezTo>
                    <a:close/>
                    <a:moveTo>
                      <a:pt x="161" y="56"/>
                    </a:moveTo>
                    <a:cubicBezTo>
                      <a:pt x="156" y="56"/>
                      <a:pt x="156" y="56"/>
                      <a:pt x="156" y="56"/>
                    </a:cubicBezTo>
                    <a:cubicBezTo>
                      <a:pt x="151" y="56"/>
                      <a:pt x="147" y="60"/>
                      <a:pt x="147" y="65"/>
                    </a:cubicBezTo>
                    <a:cubicBezTo>
                      <a:pt x="147" y="175"/>
                      <a:pt x="147" y="175"/>
                      <a:pt x="147" y="175"/>
                    </a:cubicBezTo>
                    <a:cubicBezTo>
                      <a:pt x="147" y="180"/>
                      <a:pt x="151" y="184"/>
                      <a:pt x="156" y="184"/>
                    </a:cubicBezTo>
                    <a:cubicBezTo>
                      <a:pt x="161" y="184"/>
                      <a:pt x="161" y="184"/>
                      <a:pt x="161" y="184"/>
                    </a:cubicBezTo>
                    <a:cubicBezTo>
                      <a:pt x="167" y="184"/>
                      <a:pt x="171" y="180"/>
                      <a:pt x="171" y="175"/>
                    </a:cubicBezTo>
                    <a:cubicBezTo>
                      <a:pt x="171" y="65"/>
                      <a:pt x="171" y="65"/>
                      <a:pt x="171" y="65"/>
                    </a:cubicBezTo>
                    <a:cubicBezTo>
                      <a:pt x="171" y="60"/>
                      <a:pt x="167" y="56"/>
                      <a:pt x="161" y="56"/>
                    </a:cubicBezTo>
                    <a:close/>
                    <a:moveTo>
                      <a:pt x="198" y="14"/>
                    </a:moveTo>
                    <a:cubicBezTo>
                      <a:pt x="193" y="14"/>
                      <a:pt x="193" y="14"/>
                      <a:pt x="193" y="14"/>
                    </a:cubicBezTo>
                    <a:cubicBezTo>
                      <a:pt x="188" y="14"/>
                      <a:pt x="184" y="19"/>
                      <a:pt x="184" y="24"/>
                    </a:cubicBezTo>
                    <a:cubicBezTo>
                      <a:pt x="184" y="175"/>
                      <a:pt x="184" y="175"/>
                      <a:pt x="184" y="175"/>
                    </a:cubicBezTo>
                    <a:cubicBezTo>
                      <a:pt x="184" y="180"/>
                      <a:pt x="188" y="184"/>
                      <a:pt x="193" y="184"/>
                    </a:cubicBezTo>
                    <a:cubicBezTo>
                      <a:pt x="198" y="184"/>
                      <a:pt x="198" y="184"/>
                      <a:pt x="198" y="184"/>
                    </a:cubicBezTo>
                    <a:cubicBezTo>
                      <a:pt x="203" y="184"/>
                      <a:pt x="208" y="180"/>
                      <a:pt x="208" y="175"/>
                    </a:cubicBezTo>
                    <a:cubicBezTo>
                      <a:pt x="208" y="24"/>
                      <a:pt x="208" y="24"/>
                      <a:pt x="208" y="24"/>
                    </a:cubicBezTo>
                    <a:cubicBezTo>
                      <a:pt x="208" y="19"/>
                      <a:pt x="203" y="14"/>
                      <a:pt x="198" y="14"/>
                    </a:cubicBezTo>
                    <a:close/>
                    <a:moveTo>
                      <a:pt x="235" y="0"/>
                    </a:moveTo>
                    <a:cubicBezTo>
                      <a:pt x="230" y="0"/>
                      <a:pt x="230" y="0"/>
                      <a:pt x="230" y="0"/>
                    </a:cubicBezTo>
                    <a:cubicBezTo>
                      <a:pt x="225" y="0"/>
                      <a:pt x="220" y="4"/>
                      <a:pt x="220" y="9"/>
                    </a:cubicBezTo>
                    <a:cubicBezTo>
                      <a:pt x="220" y="175"/>
                      <a:pt x="220" y="175"/>
                      <a:pt x="220" y="175"/>
                    </a:cubicBezTo>
                    <a:cubicBezTo>
                      <a:pt x="220" y="180"/>
                      <a:pt x="225" y="184"/>
                      <a:pt x="230" y="184"/>
                    </a:cubicBezTo>
                    <a:cubicBezTo>
                      <a:pt x="235" y="184"/>
                      <a:pt x="235" y="184"/>
                      <a:pt x="235" y="184"/>
                    </a:cubicBezTo>
                    <a:cubicBezTo>
                      <a:pt x="240" y="184"/>
                      <a:pt x="244" y="180"/>
                      <a:pt x="244" y="175"/>
                    </a:cubicBezTo>
                    <a:cubicBezTo>
                      <a:pt x="244" y="9"/>
                      <a:pt x="244" y="9"/>
                      <a:pt x="244" y="9"/>
                    </a:cubicBezTo>
                    <a:cubicBezTo>
                      <a:pt x="244" y="4"/>
                      <a:pt x="240" y="0"/>
                      <a:pt x="235" y="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36">
                <a:extLst>
                  <a:ext uri="{FF2B5EF4-FFF2-40B4-BE49-F238E27FC236}">
                    <a16:creationId xmlns:a16="http://schemas.microsoft.com/office/drawing/2014/main" id="{A2EB312E-7AB0-4A6E-A600-9B9FF238C934}"/>
                  </a:ext>
                </a:extLst>
              </p:cNvPr>
              <p:cNvSpPr>
                <a:spLocks noEditPoints="1"/>
              </p:cNvSpPr>
              <p:nvPr/>
            </p:nvSpPr>
            <p:spPr bwMode="auto">
              <a:xfrm>
                <a:off x="9207244" y="4158373"/>
                <a:ext cx="780976" cy="158636"/>
              </a:xfrm>
              <a:custGeom>
                <a:avLst/>
                <a:gdLst>
                  <a:gd name="T0" fmla="*/ 70 w 379"/>
                  <a:gd name="T1" fmla="*/ 42 h 77"/>
                  <a:gd name="T2" fmla="*/ 77 w 379"/>
                  <a:gd name="T3" fmla="*/ 42 h 77"/>
                  <a:gd name="T4" fmla="*/ 38 w 379"/>
                  <a:gd name="T5" fmla="*/ 77 h 77"/>
                  <a:gd name="T6" fmla="*/ 0 w 379"/>
                  <a:gd name="T7" fmla="*/ 39 h 77"/>
                  <a:gd name="T8" fmla="*/ 38 w 379"/>
                  <a:gd name="T9" fmla="*/ 0 h 77"/>
                  <a:gd name="T10" fmla="*/ 38 w 379"/>
                  <a:gd name="T11" fmla="*/ 8 h 77"/>
                  <a:gd name="T12" fmla="*/ 70 w 379"/>
                  <a:gd name="T13" fmla="*/ 39 h 77"/>
                  <a:gd name="T14" fmla="*/ 70 w 379"/>
                  <a:gd name="T15" fmla="*/ 42 h 77"/>
                  <a:gd name="T16" fmla="*/ 141 w 379"/>
                  <a:gd name="T17" fmla="*/ 8 h 77"/>
                  <a:gd name="T18" fmla="*/ 141 w 379"/>
                  <a:gd name="T19" fmla="*/ 0 h 77"/>
                  <a:gd name="T20" fmla="*/ 103 w 379"/>
                  <a:gd name="T21" fmla="*/ 39 h 77"/>
                  <a:gd name="T22" fmla="*/ 141 w 379"/>
                  <a:gd name="T23" fmla="*/ 77 h 77"/>
                  <a:gd name="T24" fmla="*/ 141 w 379"/>
                  <a:gd name="T25" fmla="*/ 71 h 77"/>
                  <a:gd name="T26" fmla="*/ 173 w 379"/>
                  <a:gd name="T27" fmla="*/ 39 h 77"/>
                  <a:gd name="T28" fmla="*/ 141 w 379"/>
                  <a:gd name="T29" fmla="*/ 8 h 77"/>
                  <a:gd name="T30" fmla="*/ 244 w 379"/>
                  <a:gd name="T31" fmla="*/ 8 h 77"/>
                  <a:gd name="T32" fmla="*/ 244 w 379"/>
                  <a:gd name="T33" fmla="*/ 0 h 77"/>
                  <a:gd name="T34" fmla="*/ 205 w 379"/>
                  <a:gd name="T35" fmla="*/ 39 h 77"/>
                  <a:gd name="T36" fmla="*/ 217 w 379"/>
                  <a:gd name="T37" fmla="*/ 66 h 77"/>
                  <a:gd name="T38" fmla="*/ 222 w 379"/>
                  <a:gd name="T39" fmla="*/ 61 h 77"/>
                  <a:gd name="T40" fmla="*/ 244 w 379"/>
                  <a:gd name="T41" fmla="*/ 71 h 77"/>
                  <a:gd name="T42" fmla="*/ 276 w 379"/>
                  <a:gd name="T43" fmla="*/ 39 h 77"/>
                  <a:gd name="T44" fmla="*/ 244 w 379"/>
                  <a:gd name="T45" fmla="*/ 8 h 77"/>
                  <a:gd name="T46" fmla="*/ 347 w 379"/>
                  <a:gd name="T47" fmla="*/ 8 h 77"/>
                  <a:gd name="T48" fmla="*/ 347 w 379"/>
                  <a:gd name="T49" fmla="*/ 0 h 77"/>
                  <a:gd name="T50" fmla="*/ 320 w 379"/>
                  <a:gd name="T51" fmla="*/ 11 h 77"/>
                  <a:gd name="T52" fmla="*/ 325 w 379"/>
                  <a:gd name="T53" fmla="*/ 17 h 77"/>
                  <a:gd name="T54" fmla="*/ 316 w 379"/>
                  <a:gd name="T55" fmla="*/ 39 h 77"/>
                  <a:gd name="T56" fmla="*/ 347 w 379"/>
                  <a:gd name="T57" fmla="*/ 71 h 77"/>
                  <a:gd name="T58" fmla="*/ 379 w 379"/>
                  <a:gd name="T59" fmla="*/ 39 h 77"/>
                  <a:gd name="T60" fmla="*/ 347 w 379"/>
                  <a:gd name="T61" fmla="*/ 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9" h="77">
                    <a:moveTo>
                      <a:pt x="70" y="42"/>
                    </a:moveTo>
                    <a:cubicBezTo>
                      <a:pt x="77" y="42"/>
                      <a:pt x="77" y="42"/>
                      <a:pt x="77" y="42"/>
                    </a:cubicBezTo>
                    <a:cubicBezTo>
                      <a:pt x="75" y="62"/>
                      <a:pt x="59" y="77"/>
                      <a:pt x="38" y="77"/>
                    </a:cubicBezTo>
                    <a:cubicBezTo>
                      <a:pt x="17" y="77"/>
                      <a:pt x="0" y="60"/>
                      <a:pt x="0" y="39"/>
                    </a:cubicBezTo>
                    <a:cubicBezTo>
                      <a:pt x="0" y="17"/>
                      <a:pt x="17" y="0"/>
                      <a:pt x="38" y="0"/>
                    </a:cubicBezTo>
                    <a:cubicBezTo>
                      <a:pt x="38" y="8"/>
                      <a:pt x="38" y="8"/>
                      <a:pt x="38" y="8"/>
                    </a:cubicBezTo>
                    <a:cubicBezTo>
                      <a:pt x="56" y="8"/>
                      <a:pt x="70" y="22"/>
                      <a:pt x="70" y="39"/>
                    </a:cubicBezTo>
                    <a:cubicBezTo>
                      <a:pt x="70" y="40"/>
                      <a:pt x="70" y="41"/>
                      <a:pt x="70" y="42"/>
                    </a:cubicBezTo>
                    <a:close/>
                    <a:moveTo>
                      <a:pt x="141" y="8"/>
                    </a:moveTo>
                    <a:cubicBezTo>
                      <a:pt x="141" y="0"/>
                      <a:pt x="141" y="0"/>
                      <a:pt x="141" y="0"/>
                    </a:cubicBezTo>
                    <a:cubicBezTo>
                      <a:pt x="120" y="0"/>
                      <a:pt x="103" y="17"/>
                      <a:pt x="103" y="39"/>
                    </a:cubicBezTo>
                    <a:cubicBezTo>
                      <a:pt x="103" y="60"/>
                      <a:pt x="120" y="77"/>
                      <a:pt x="141" y="77"/>
                    </a:cubicBezTo>
                    <a:cubicBezTo>
                      <a:pt x="141" y="71"/>
                      <a:pt x="141" y="71"/>
                      <a:pt x="141" y="71"/>
                    </a:cubicBezTo>
                    <a:cubicBezTo>
                      <a:pt x="159" y="71"/>
                      <a:pt x="173" y="57"/>
                      <a:pt x="173" y="39"/>
                    </a:cubicBezTo>
                    <a:cubicBezTo>
                      <a:pt x="173" y="22"/>
                      <a:pt x="159" y="8"/>
                      <a:pt x="141" y="8"/>
                    </a:cubicBezTo>
                    <a:close/>
                    <a:moveTo>
                      <a:pt x="244" y="8"/>
                    </a:moveTo>
                    <a:cubicBezTo>
                      <a:pt x="244" y="0"/>
                      <a:pt x="244" y="0"/>
                      <a:pt x="244" y="0"/>
                    </a:cubicBezTo>
                    <a:cubicBezTo>
                      <a:pt x="223" y="0"/>
                      <a:pt x="205" y="17"/>
                      <a:pt x="205" y="39"/>
                    </a:cubicBezTo>
                    <a:cubicBezTo>
                      <a:pt x="205" y="49"/>
                      <a:pt x="210" y="59"/>
                      <a:pt x="217" y="66"/>
                    </a:cubicBezTo>
                    <a:cubicBezTo>
                      <a:pt x="222" y="61"/>
                      <a:pt x="222" y="61"/>
                      <a:pt x="222" y="61"/>
                    </a:cubicBezTo>
                    <a:cubicBezTo>
                      <a:pt x="227" y="67"/>
                      <a:pt x="235" y="71"/>
                      <a:pt x="244" y="71"/>
                    </a:cubicBezTo>
                    <a:cubicBezTo>
                      <a:pt x="262" y="71"/>
                      <a:pt x="276" y="57"/>
                      <a:pt x="276" y="39"/>
                    </a:cubicBezTo>
                    <a:cubicBezTo>
                      <a:pt x="276" y="22"/>
                      <a:pt x="262" y="8"/>
                      <a:pt x="244" y="8"/>
                    </a:cubicBezTo>
                    <a:close/>
                    <a:moveTo>
                      <a:pt x="347" y="8"/>
                    </a:moveTo>
                    <a:cubicBezTo>
                      <a:pt x="347" y="0"/>
                      <a:pt x="347" y="0"/>
                      <a:pt x="347" y="0"/>
                    </a:cubicBezTo>
                    <a:cubicBezTo>
                      <a:pt x="337" y="0"/>
                      <a:pt x="327" y="4"/>
                      <a:pt x="320" y="11"/>
                    </a:cubicBezTo>
                    <a:cubicBezTo>
                      <a:pt x="325" y="17"/>
                      <a:pt x="325" y="17"/>
                      <a:pt x="325" y="17"/>
                    </a:cubicBezTo>
                    <a:cubicBezTo>
                      <a:pt x="319" y="22"/>
                      <a:pt x="316" y="30"/>
                      <a:pt x="316" y="39"/>
                    </a:cubicBezTo>
                    <a:cubicBezTo>
                      <a:pt x="316" y="57"/>
                      <a:pt x="330" y="71"/>
                      <a:pt x="347" y="71"/>
                    </a:cubicBezTo>
                    <a:cubicBezTo>
                      <a:pt x="365" y="71"/>
                      <a:pt x="379" y="57"/>
                      <a:pt x="379" y="39"/>
                    </a:cubicBezTo>
                    <a:cubicBezTo>
                      <a:pt x="379" y="22"/>
                      <a:pt x="365" y="8"/>
                      <a:pt x="347" y="8"/>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37">
                <a:extLst>
                  <a:ext uri="{FF2B5EF4-FFF2-40B4-BE49-F238E27FC236}">
                    <a16:creationId xmlns:a16="http://schemas.microsoft.com/office/drawing/2014/main" id="{20BCA990-A168-4F26-8E23-83BC761DBA22}"/>
                  </a:ext>
                </a:extLst>
              </p:cNvPr>
              <p:cNvSpPr>
                <a:spLocks noEditPoints="1"/>
              </p:cNvSpPr>
              <p:nvPr/>
            </p:nvSpPr>
            <p:spPr bwMode="auto">
              <a:xfrm>
                <a:off x="9213345" y="4401556"/>
                <a:ext cx="407920" cy="34865"/>
              </a:xfrm>
              <a:custGeom>
                <a:avLst/>
                <a:gdLst>
                  <a:gd name="T0" fmla="*/ 0 w 198"/>
                  <a:gd name="T1" fmla="*/ 3 h 17"/>
                  <a:gd name="T2" fmla="*/ 3 w 198"/>
                  <a:gd name="T3" fmla="*/ 0 h 17"/>
                  <a:gd name="T4" fmla="*/ 195 w 198"/>
                  <a:gd name="T5" fmla="*/ 0 h 17"/>
                  <a:gd name="T6" fmla="*/ 198 w 198"/>
                  <a:gd name="T7" fmla="*/ 3 h 17"/>
                  <a:gd name="T8" fmla="*/ 195 w 198"/>
                  <a:gd name="T9" fmla="*/ 6 h 17"/>
                  <a:gd name="T10" fmla="*/ 3 w 198"/>
                  <a:gd name="T11" fmla="*/ 6 h 17"/>
                  <a:gd name="T12" fmla="*/ 0 w 198"/>
                  <a:gd name="T13" fmla="*/ 3 h 17"/>
                  <a:gd name="T14" fmla="*/ 195 w 198"/>
                  <a:gd name="T15" fmla="*/ 11 h 17"/>
                  <a:gd name="T16" fmla="*/ 3 w 198"/>
                  <a:gd name="T17" fmla="*/ 11 h 17"/>
                  <a:gd name="T18" fmla="*/ 0 w 198"/>
                  <a:gd name="T19" fmla="*/ 14 h 17"/>
                  <a:gd name="T20" fmla="*/ 3 w 198"/>
                  <a:gd name="T21" fmla="*/ 17 h 17"/>
                  <a:gd name="T22" fmla="*/ 195 w 198"/>
                  <a:gd name="T23" fmla="*/ 17 h 17"/>
                  <a:gd name="T24" fmla="*/ 198 w 198"/>
                  <a:gd name="T25" fmla="*/ 14 h 17"/>
                  <a:gd name="T26" fmla="*/ 195 w 198"/>
                  <a:gd name="T27"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17">
                    <a:moveTo>
                      <a:pt x="0" y="3"/>
                    </a:moveTo>
                    <a:cubicBezTo>
                      <a:pt x="0" y="1"/>
                      <a:pt x="2" y="0"/>
                      <a:pt x="3" y="0"/>
                    </a:cubicBezTo>
                    <a:cubicBezTo>
                      <a:pt x="195" y="0"/>
                      <a:pt x="195" y="0"/>
                      <a:pt x="195" y="0"/>
                    </a:cubicBezTo>
                    <a:cubicBezTo>
                      <a:pt x="197" y="0"/>
                      <a:pt x="198" y="1"/>
                      <a:pt x="198" y="3"/>
                    </a:cubicBezTo>
                    <a:cubicBezTo>
                      <a:pt x="198" y="4"/>
                      <a:pt x="197" y="6"/>
                      <a:pt x="195" y="6"/>
                    </a:cubicBezTo>
                    <a:cubicBezTo>
                      <a:pt x="3" y="6"/>
                      <a:pt x="3" y="6"/>
                      <a:pt x="3" y="6"/>
                    </a:cubicBezTo>
                    <a:cubicBezTo>
                      <a:pt x="2" y="6"/>
                      <a:pt x="0" y="4"/>
                      <a:pt x="0" y="3"/>
                    </a:cubicBezTo>
                    <a:close/>
                    <a:moveTo>
                      <a:pt x="195" y="11"/>
                    </a:moveTo>
                    <a:cubicBezTo>
                      <a:pt x="3" y="11"/>
                      <a:pt x="3" y="11"/>
                      <a:pt x="3" y="11"/>
                    </a:cubicBezTo>
                    <a:cubicBezTo>
                      <a:pt x="2" y="11"/>
                      <a:pt x="0" y="13"/>
                      <a:pt x="0" y="14"/>
                    </a:cubicBezTo>
                    <a:cubicBezTo>
                      <a:pt x="0" y="16"/>
                      <a:pt x="2" y="17"/>
                      <a:pt x="3" y="17"/>
                    </a:cubicBezTo>
                    <a:cubicBezTo>
                      <a:pt x="195" y="17"/>
                      <a:pt x="195" y="17"/>
                      <a:pt x="195" y="17"/>
                    </a:cubicBezTo>
                    <a:cubicBezTo>
                      <a:pt x="197" y="17"/>
                      <a:pt x="198" y="16"/>
                      <a:pt x="198" y="14"/>
                    </a:cubicBezTo>
                    <a:cubicBezTo>
                      <a:pt x="198" y="13"/>
                      <a:pt x="197" y="11"/>
                      <a:pt x="195" y="1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 name="Group 33868">
              <a:extLst>
                <a:ext uri="{FF2B5EF4-FFF2-40B4-BE49-F238E27FC236}">
                  <a16:creationId xmlns:a16="http://schemas.microsoft.com/office/drawing/2014/main" id="{F9F7C932-2AEC-46C0-9AC5-7C7773586BFD}"/>
                </a:ext>
              </a:extLst>
            </p:cNvPr>
            <p:cNvGrpSpPr/>
            <p:nvPr/>
          </p:nvGrpSpPr>
          <p:grpSpPr>
            <a:xfrm>
              <a:off x="909799" y="3559069"/>
              <a:ext cx="1917576" cy="1961156"/>
              <a:chOff x="6900052" y="4421603"/>
              <a:chExt cx="1917576" cy="1961156"/>
            </a:xfrm>
          </p:grpSpPr>
          <p:sp>
            <p:nvSpPr>
              <p:cNvPr id="85" name="Freeform 38">
                <a:extLst>
                  <a:ext uri="{FF2B5EF4-FFF2-40B4-BE49-F238E27FC236}">
                    <a16:creationId xmlns:a16="http://schemas.microsoft.com/office/drawing/2014/main" id="{5DBDB3C0-29DA-45AD-84FD-7DD5B6D5C96D}"/>
                  </a:ext>
                </a:extLst>
              </p:cNvPr>
              <p:cNvSpPr>
                <a:spLocks/>
              </p:cNvSpPr>
              <p:nvPr/>
            </p:nvSpPr>
            <p:spPr bwMode="auto">
              <a:xfrm>
                <a:off x="7586893" y="4510509"/>
                <a:ext cx="1131369" cy="1131369"/>
              </a:xfrm>
              <a:custGeom>
                <a:avLst/>
                <a:gdLst>
                  <a:gd name="T0" fmla="*/ 541 w 549"/>
                  <a:gd name="T1" fmla="*/ 259 h 549"/>
                  <a:gd name="T2" fmla="*/ 290 w 549"/>
                  <a:gd name="T3" fmla="*/ 540 h 549"/>
                  <a:gd name="T4" fmla="*/ 8 w 549"/>
                  <a:gd name="T5" fmla="*/ 290 h 549"/>
                  <a:gd name="T6" fmla="*/ 259 w 549"/>
                  <a:gd name="T7" fmla="*/ 8 h 549"/>
                  <a:gd name="T8" fmla="*/ 541 w 549"/>
                  <a:gd name="T9" fmla="*/ 259 h 549"/>
                </a:gdLst>
                <a:ahLst/>
                <a:cxnLst>
                  <a:cxn ang="0">
                    <a:pos x="T0" y="T1"/>
                  </a:cxn>
                  <a:cxn ang="0">
                    <a:pos x="T2" y="T3"/>
                  </a:cxn>
                  <a:cxn ang="0">
                    <a:pos x="T4" y="T5"/>
                  </a:cxn>
                  <a:cxn ang="0">
                    <a:pos x="T6" y="T7"/>
                  </a:cxn>
                  <a:cxn ang="0">
                    <a:pos x="T8" y="T9"/>
                  </a:cxn>
                </a:cxnLst>
                <a:rect l="0" t="0" r="r" b="b"/>
                <a:pathLst>
                  <a:path w="549" h="549">
                    <a:moveTo>
                      <a:pt x="541" y="259"/>
                    </a:moveTo>
                    <a:cubicBezTo>
                      <a:pt x="549" y="406"/>
                      <a:pt x="437" y="532"/>
                      <a:pt x="290" y="540"/>
                    </a:cubicBezTo>
                    <a:cubicBezTo>
                      <a:pt x="143" y="549"/>
                      <a:pt x="17" y="437"/>
                      <a:pt x="8" y="290"/>
                    </a:cubicBezTo>
                    <a:cubicBezTo>
                      <a:pt x="0" y="143"/>
                      <a:pt x="112" y="17"/>
                      <a:pt x="259" y="8"/>
                    </a:cubicBezTo>
                    <a:cubicBezTo>
                      <a:pt x="406" y="0"/>
                      <a:pt x="532" y="112"/>
                      <a:pt x="541" y="2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39">
                <a:extLst>
                  <a:ext uri="{FF2B5EF4-FFF2-40B4-BE49-F238E27FC236}">
                    <a16:creationId xmlns:a16="http://schemas.microsoft.com/office/drawing/2014/main" id="{FEB50ED9-ABE0-49B8-87DB-7D391280145D}"/>
                  </a:ext>
                </a:extLst>
              </p:cNvPr>
              <p:cNvSpPr>
                <a:spLocks/>
              </p:cNvSpPr>
              <p:nvPr/>
            </p:nvSpPr>
            <p:spPr bwMode="auto">
              <a:xfrm>
                <a:off x="7769934" y="4640381"/>
                <a:ext cx="866395" cy="865524"/>
              </a:xfrm>
              <a:custGeom>
                <a:avLst/>
                <a:gdLst>
                  <a:gd name="T0" fmla="*/ 413 w 420"/>
                  <a:gd name="T1" fmla="*/ 198 h 420"/>
                  <a:gd name="T2" fmla="*/ 222 w 420"/>
                  <a:gd name="T3" fmla="*/ 414 h 420"/>
                  <a:gd name="T4" fmla="*/ 6 w 420"/>
                  <a:gd name="T5" fmla="*/ 222 h 420"/>
                  <a:gd name="T6" fmla="*/ 198 w 420"/>
                  <a:gd name="T7" fmla="*/ 6 h 420"/>
                  <a:gd name="T8" fmla="*/ 413 w 420"/>
                  <a:gd name="T9" fmla="*/ 198 h 420"/>
                </a:gdLst>
                <a:ahLst/>
                <a:cxnLst>
                  <a:cxn ang="0">
                    <a:pos x="T0" y="T1"/>
                  </a:cxn>
                  <a:cxn ang="0">
                    <a:pos x="T2" y="T3"/>
                  </a:cxn>
                  <a:cxn ang="0">
                    <a:pos x="T4" y="T5"/>
                  </a:cxn>
                  <a:cxn ang="0">
                    <a:pos x="T6" y="T7"/>
                  </a:cxn>
                  <a:cxn ang="0">
                    <a:pos x="T8" y="T9"/>
                  </a:cxn>
                </a:cxnLst>
                <a:rect l="0" t="0" r="r" b="b"/>
                <a:pathLst>
                  <a:path w="420" h="420">
                    <a:moveTo>
                      <a:pt x="413" y="198"/>
                    </a:moveTo>
                    <a:cubicBezTo>
                      <a:pt x="420" y="310"/>
                      <a:pt x="334" y="407"/>
                      <a:pt x="222" y="414"/>
                    </a:cubicBezTo>
                    <a:cubicBezTo>
                      <a:pt x="109" y="420"/>
                      <a:pt x="13" y="334"/>
                      <a:pt x="6" y="222"/>
                    </a:cubicBezTo>
                    <a:cubicBezTo>
                      <a:pt x="0" y="109"/>
                      <a:pt x="85" y="13"/>
                      <a:pt x="198" y="6"/>
                    </a:cubicBezTo>
                    <a:cubicBezTo>
                      <a:pt x="310" y="0"/>
                      <a:pt x="407" y="85"/>
                      <a:pt x="413" y="198"/>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40">
                <a:extLst>
                  <a:ext uri="{FF2B5EF4-FFF2-40B4-BE49-F238E27FC236}">
                    <a16:creationId xmlns:a16="http://schemas.microsoft.com/office/drawing/2014/main" id="{2AC998C1-45BA-4C5D-A11A-B63F39D1296B}"/>
                  </a:ext>
                </a:extLst>
              </p:cNvPr>
              <p:cNvSpPr>
                <a:spLocks/>
              </p:cNvSpPr>
              <p:nvPr/>
            </p:nvSpPr>
            <p:spPr bwMode="auto">
              <a:xfrm>
                <a:off x="8120327" y="4871362"/>
                <a:ext cx="392231" cy="391360"/>
              </a:xfrm>
              <a:custGeom>
                <a:avLst/>
                <a:gdLst>
                  <a:gd name="T0" fmla="*/ 187 w 190"/>
                  <a:gd name="T1" fmla="*/ 89 h 190"/>
                  <a:gd name="T2" fmla="*/ 101 w 190"/>
                  <a:gd name="T3" fmla="*/ 187 h 190"/>
                  <a:gd name="T4" fmla="*/ 3 w 190"/>
                  <a:gd name="T5" fmla="*/ 100 h 190"/>
                  <a:gd name="T6" fmla="*/ 90 w 190"/>
                  <a:gd name="T7" fmla="*/ 3 h 190"/>
                  <a:gd name="T8" fmla="*/ 187 w 190"/>
                  <a:gd name="T9" fmla="*/ 89 h 190"/>
                </a:gdLst>
                <a:ahLst/>
                <a:cxnLst>
                  <a:cxn ang="0">
                    <a:pos x="T0" y="T1"/>
                  </a:cxn>
                  <a:cxn ang="0">
                    <a:pos x="T2" y="T3"/>
                  </a:cxn>
                  <a:cxn ang="0">
                    <a:pos x="T4" y="T5"/>
                  </a:cxn>
                  <a:cxn ang="0">
                    <a:pos x="T6" y="T7"/>
                  </a:cxn>
                  <a:cxn ang="0">
                    <a:pos x="T8" y="T9"/>
                  </a:cxn>
                </a:cxnLst>
                <a:rect l="0" t="0" r="r" b="b"/>
                <a:pathLst>
                  <a:path w="190" h="190">
                    <a:moveTo>
                      <a:pt x="187" y="89"/>
                    </a:moveTo>
                    <a:cubicBezTo>
                      <a:pt x="190" y="140"/>
                      <a:pt x="152" y="184"/>
                      <a:pt x="101" y="187"/>
                    </a:cubicBezTo>
                    <a:cubicBezTo>
                      <a:pt x="50" y="190"/>
                      <a:pt x="6" y="151"/>
                      <a:pt x="3" y="100"/>
                    </a:cubicBezTo>
                    <a:cubicBezTo>
                      <a:pt x="0" y="49"/>
                      <a:pt x="39" y="6"/>
                      <a:pt x="90" y="3"/>
                    </a:cubicBezTo>
                    <a:cubicBezTo>
                      <a:pt x="141" y="0"/>
                      <a:pt x="184" y="38"/>
                      <a:pt x="187" y="8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41">
                <a:extLst>
                  <a:ext uri="{FF2B5EF4-FFF2-40B4-BE49-F238E27FC236}">
                    <a16:creationId xmlns:a16="http://schemas.microsoft.com/office/drawing/2014/main" id="{32C2EDA2-67AC-476A-B0B1-8464D19D3A83}"/>
                  </a:ext>
                </a:extLst>
              </p:cNvPr>
              <p:cNvSpPr>
                <a:spLocks/>
              </p:cNvSpPr>
              <p:nvPr/>
            </p:nvSpPr>
            <p:spPr bwMode="auto">
              <a:xfrm>
                <a:off x="7396879" y="5374289"/>
                <a:ext cx="484623" cy="488982"/>
              </a:xfrm>
              <a:custGeom>
                <a:avLst/>
                <a:gdLst>
                  <a:gd name="T0" fmla="*/ 61 w 235"/>
                  <a:gd name="T1" fmla="*/ 231 h 237"/>
                  <a:gd name="T2" fmla="*/ 7 w 235"/>
                  <a:gd name="T3" fmla="*/ 182 h 237"/>
                  <a:gd name="T4" fmla="*/ 6 w 235"/>
                  <a:gd name="T5" fmla="*/ 158 h 237"/>
                  <a:gd name="T6" fmla="*/ 150 w 235"/>
                  <a:gd name="T7" fmla="*/ 7 h 237"/>
                  <a:gd name="T8" fmla="*/ 173 w 235"/>
                  <a:gd name="T9" fmla="*/ 6 h 237"/>
                  <a:gd name="T10" fmla="*/ 227 w 235"/>
                  <a:gd name="T11" fmla="*/ 55 h 237"/>
                  <a:gd name="T12" fmla="*/ 228 w 235"/>
                  <a:gd name="T13" fmla="*/ 79 h 237"/>
                  <a:gd name="T14" fmla="*/ 85 w 235"/>
                  <a:gd name="T15" fmla="*/ 231 h 237"/>
                  <a:gd name="T16" fmla="*/ 61 w 235"/>
                  <a:gd name="T17" fmla="*/ 23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37">
                    <a:moveTo>
                      <a:pt x="61" y="231"/>
                    </a:moveTo>
                    <a:cubicBezTo>
                      <a:pt x="7" y="182"/>
                      <a:pt x="7" y="182"/>
                      <a:pt x="7" y="182"/>
                    </a:cubicBezTo>
                    <a:cubicBezTo>
                      <a:pt x="0" y="176"/>
                      <a:pt x="0" y="165"/>
                      <a:pt x="6" y="158"/>
                    </a:cubicBezTo>
                    <a:cubicBezTo>
                      <a:pt x="150" y="7"/>
                      <a:pt x="150" y="7"/>
                      <a:pt x="150" y="7"/>
                    </a:cubicBezTo>
                    <a:cubicBezTo>
                      <a:pt x="156" y="0"/>
                      <a:pt x="167" y="0"/>
                      <a:pt x="173" y="6"/>
                    </a:cubicBezTo>
                    <a:cubicBezTo>
                      <a:pt x="227" y="55"/>
                      <a:pt x="227" y="55"/>
                      <a:pt x="227" y="55"/>
                    </a:cubicBezTo>
                    <a:cubicBezTo>
                      <a:pt x="234" y="62"/>
                      <a:pt x="235" y="72"/>
                      <a:pt x="228" y="79"/>
                    </a:cubicBezTo>
                    <a:cubicBezTo>
                      <a:pt x="85" y="231"/>
                      <a:pt x="85" y="231"/>
                      <a:pt x="85" y="231"/>
                    </a:cubicBezTo>
                    <a:cubicBezTo>
                      <a:pt x="79" y="237"/>
                      <a:pt x="68" y="237"/>
                      <a:pt x="61" y="23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42">
                <a:extLst>
                  <a:ext uri="{FF2B5EF4-FFF2-40B4-BE49-F238E27FC236}">
                    <a16:creationId xmlns:a16="http://schemas.microsoft.com/office/drawing/2014/main" id="{825C66B4-80FC-469E-9D19-CA25CA79A95C}"/>
                  </a:ext>
                </a:extLst>
              </p:cNvPr>
              <p:cNvSpPr>
                <a:spLocks noEditPoints="1"/>
              </p:cNvSpPr>
              <p:nvPr/>
            </p:nvSpPr>
            <p:spPr bwMode="auto">
              <a:xfrm>
                <a:off x="7467481" y="4446881"/>
                <a:ext cx="1329228" cy="1306566"/>
              </a:xfrm>
              <a:custGeom>
                <a:avLst/>
                <a:gdLst>
                  <a:gd name="T0" fmla="*/ 521 w 645"/>
                  <a:gd name="T1" fmla="*/ 107 h 634"/>
                  <a:gd name="T2" fmla="*/ 110 w 645"/>
                  <a:gd name="T3" fmla="*/ 122 h 634"/>
                  <a:gd name="T4" fmla="*/ 124 w 645"/>
                  <a:gd name="T5" fmla="*/ 526 h 634"/>
                  <a:gd name="T6" fmla="*/ 535 w 645"/>
                  <a:gd name="T7" fmla="*/ 511 h 634"/>
                  <a:gd name="T8" fmla="*/ 521 w 645"/>
                  <a:gd name="T9" fmla="*/ 107 h 634"/>
                  <a:gd name="T10" fmla="*/ 181 w 645"/>
                  <a:gd name="T11" fmla="*/ 466 h 634"/>
                  <a:gd name="T12" fmla="*/ 171 w 645"/>
                  <a:gd name="T13" fmla="*/ 178 h 634"/>
                  <a:gd name="T14" fmla="*/ 464 w 645"/>
                  <a:gd name="T15" fmla="*/ 167 h 634"/>
                  <a:gd name="T16" fmla="*/ 475 w 645"/>
                  <a:gd name="T17" fmla="*/ 456 h 634"/>
                  <a:gd name="T18" fmla="*/ 181 w 645"/>
                  <a:gd name="T19" fmla="*/ 466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5" h="634">
                    <a:moveTo>
                      <a:pt x="521" y="107"/>
                    </a:moveTo>
                    <a:cubicBezTo>
                      <a:pt x="404" y="0"/>
                      <a:pt x="220" y="6"/>
                      <a:pt x="110" y="122"/>
                    </a:cubicBezTo>
                    <a:cubicBezTo>
                      <a:pt x="0" y="238"/>
                      <a:pt x="7" y="419"/>
                      <a:pt x="124" y="526"/>
                    </a:cubicBezTo>
                    <a:cubicBezTo>
                      <a:pt x="242" y="634"/>
                      <a:pt x="426" y="627"/>
                      <a:pt x="535" y="511"/>
                    </a:cubicBezTo>
                    <a:cubicBezTo>
                      <a:pt x="645" y="396"/>
                      <a:pt x="639" y="215"/>
                      <a:pt x="521" y="107"/>
                    </a:cubicBezTo>
                    <a:close/>
                    <a:moveTo>
                      <a:pt x="181" y="466"/>
                    </a:moveTo>
                    <a:cubicBezTo>
                      <a:pt x="97" y="390"/>
                      <a:pt x="93" y="260"/>
                      <a:pt x="171" y="178"/>
                    </a:cubicBezTo>
                    <a:cubicBezTo>
                      <a:pt x="249" y="95"/>
                      <a:pt x="381" y="90"/>
                      <a:pt x="464" y="167"/>
                    </a:cubicBezTo>
                    <a:cubicBezTo>
                      <a:pt x="548" y="244"/>
                      <a:pt x="553" y="373"/>
                      <a:pt x="475" y="456"/>
                    </a:cubicBezTo>
                    <a:cubicBezTo>
                      <a:pt x="396" y="538"/>
                      <a:pt x="265" y="543"/>
                      <a:pt x="181" y="466"/>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43">
                <a:extLst>
                  <a:ext uri="{FF2B5EF4-FFF2-40B4-BE49-F238E27FC236}">
                    <a16:creationId xmlns:a16="http://schemas.microsoft.com/office/drawing/2014/main" id="{3AFFA8FF-4590-435F-A0E7-B11D83E0177C}"/>
                  </a:ext>
                </a:extLst>
              </p:cNvPr>
              <p:cNvSpPr>
                <a:spLocks/>
              </p:cNvSpPr>
              <p:nvPr/>
            </p:nvSpPr>
            <p:spPr bwMode="auto">
              <a:xfrm>
                <a:off x="7044742" y="5739500"/>
                <a:ext cx="496826" cy="489853"/>
              </a:xfrm>
              <a:custGeom>
                <a:avLst/>
                <a:gdLst>
                  <a:gd name="T0" fmla="*/ 274 w 570"/>
                  <a:gd name="T1" fmla="*/ 562 h 562"/>
                  <a:gd name="T2" fmla="*/ 0 w 570"/>
                  <a:gd name="T3" fmla="*/ 309 h 562"/>
                  <a:gd name="T4" fmla="*/ 293 w 570"/>
                  <a:gd name="T5" fmla="*/ 0 h 562"/>
                  <a:gd name="T6" fmla="*/ 570 w 570"/>
                  <a:gd name="T7" fmla="*/ 250 h 562"/>
                  <a:gd name="T8" fmla="*/ 274 w 570"/>
                  <a:gd name="T9" fmla="*/ 562 h 562"/>
                </a:gdLst>
                <a:ahLst/>
                <a:cxnLst>
                  <a:cxn ang="0">
                    <a:pos x="T0" y="T1"/>
                  </a:cxn>
                  <a:cxn ang="0">
                    <a:pos x="T2" y="T3"/>
                  </a:cxn>
                  <a:cxn ang="0">
                    <a:pos x="T4" y="T5"/>
                  </a:cxn>
                  <a:cxn ang="0">
                    <a:pos x="T6" y="T7"/>
                  </a:cxn>
                  <a:cxn ang="0">
                    <a:pos x="T8" y="T9"/>
                  </a:cxn>
                </a:cxnLst>
                <a:rect l="0" t="0" r="r" b="b"/>
                <a:pathLst>
                  <a:path w="570" h="562">
                    <a:moveTo>
                      <a:pt x="274" y="562"/>
                    </a:moveTo>
                    <a:lnTo>
                      <a:pt x="0" y="309"/>
                    </a:lnTo>
                    <a:lnTo>
                      <a:pt x="293" y="0"/>
                    </a:lnTo>
                    <a:lnTo>
                      <a:pt x="570" y="250"/>
                    </a:lnTo>
                    <a:lnTo>
                      <a:pt x="274" y="562"/>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44">
                <a:extLst>
                  <a:ext uri="{FF2B5EF4-FFF2-40B4-BE49-F238E27FC236}">
                    <a16:creationId xmlns:a16="http://schemas.microsoft.com/office/drawing/2014/main" id="{9A0A1064-6BF2-467D-901B-4C34CB80D556}"/>
                  </a:ext>
                </a:extLst>
              </p:cNvPr>
              <p:cNvSpPr>
                <a:spLocks/>
              </p:cNvSpPr>
              <p:nvPr/>
            </p:nvSpPr>
            <p:spPr bwMode="auto">
              <a:xfrm>
                <a:off x="6900052" y="6008832"/>
                <a:ext cx="383515" cy="373927"/>
              </a:xfrm>
              <a:custGeom>
                <a:avLst/>
                <a:gdLst>
                  <a:gd name="T0" fmla="*/ 7 w 186"/>
                  <a:gd name="T1" fmla="*/ 66 h 181"/>
                  <a:gd name="T2" fmla="*/ 8 w 186"/>
                  <a:gd name="T3" fmla="*/ 93 h 181"/>
                  <a:gd name="T4" fmla="*/ 97 w 186"/>
                  <a:gd name="T5" fmla="*/ 174 h 181"/>
                  <a:gd name="T6" fmla="*/ 124 w 186"/>
                  <a:gd name="T7" fmla="*/ 173 h 181"/>
                  <a:gd name="T8" fmla="*/ 186 w 186"/>
                  <a:gd name="T9" fmla="*/ 107 h 181"/>
                  <a:gd name="T10" fmla="*/ 70 w 186"/>
                  <a:gd name="T11" fmla="*/ 0 h 181"/>
                  <a:gd name="T12" fmla="*/ 7 w 186"/>
                  <a:gd name="T13" fmla="*/ 66 h 181"/>
                </a:gdLst>
                <a:ahLst/>
                <a:cxnLst>
                  <a:cxn ang="0">
                    <a:pos x="T0" y="T1"/>
                  </a:cxn>
                  <a:cxn ang="0">
                    <a:pos x="T2" y="T3"/>
                  </a:cxn>
                  <a:cxn ang="0">
                    <a:pos x="T4" y="T5"/>
                  </a:cxn>
                  <a:cxn ang="0">
                    <a:pos x="T6" y="T7"/>
                  </a:cxn>
                  <a:cxn ang="0">
                    <a:pos x="T8" y="T9"/>
                  </a:cxn>
                  <a:cxn ang="0">
                    <a:pos x="T10" y="T11"/>
                  </a:cxn>
                  <a:cxn ang="0">
                    <a:pos x="T12" y="T13"/>
                  </a:cxn>
                </a:cxnLst>
                <a:rect l="0" t="0" r="r" b="b"/>
                <a:pathLst>
                  <a:path w="186" h="181">
                    <a:moveTo>
                      <a:pt x="7" y="66"/>
                    </a:moveTo>
                    <a:cubicBezTo>
                      <a:pt x="0" y="74"/>
                      <a:pt x="0" y="86"/>
                      <a:pt x="8" y="93"/>
                    </a:cubicBezTo>
                    <a:cubicBezTo>
                      <a:pt x="97" y="174"/>
                      <a:pt x="97" y="174"/>
                      <a:pt x="97" y="174"/>
                    </a:cubicBezTo>
                    <a:cubicBezTo>
                      <a:pt x="104" y="181"/>
                      <a:pt x="117" y="181"/>
                      <a:pt x="124" y="173"/>
                    </a:cubicBezTo>
                    <a:cubicBezTo>
                      <a:pt x="186" y="107"/>
                      <a:pt x="186" y="107"/>
                      <a:pt x="186" y="107"/>
                    </a:cubicBezTo>
                    <a:cubicBezTo>
                      <a:pt x="70" y="0"/>
                      <a:pt x="70" y="0"/>
                      <a:pt x="70" y="0"/>
                    </a:cubicBezTo>
                    <a:lnTo>
                      <a:pt x="7" y="6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45">
                <a:extLst>
                  <a:ext uri="{FF2B5EF4-FFF2-40B4-BE49-F238E27FC236}">
                    <a16:creationId xmlns:a16="http://schemas.microsoft.com/office/drawing/2014/main" id="{86BC0B21-4541-4521-9D7B-8D80171ED1CC}"/>
                  </a:ext>
                </a:extLst>
              </p:cNvPr>
              <p:cNvSpPr>
                <a:spLocks/>
              </p:cNvSpPr>
              <p:nvPr/>
            </p:nvSpPr>
            <p:spPr bwMode="auto">
              <a:xfrm>
                <a:off x="7300129" y="5588709"/>
                <a:ext cx="383515" cy="368698"/>
              </a:xfrm>
              <a:custGeom>
                <a:avLst/>
                <a:gdLst>
                  <a:gd name="T0" fmla="*/ 178 w 186"/>
                  <a:gd name="T1" fmla="*/ 88 h 179"/>
                  <a:gd name="T2" fmla="*/ 89 w 186"/>
                  <a:gd name="T3" fmla="*/ 7 h 179"/>
                  <a:gd name="T4" fmla="*/ 62 w 186"/>
                  <a:gd name="T5" fmla="*/ 8 h 179"/>
                  <a:gd name="T6" fmla="*/ 0 w 186"/>
                  <a:gd name="T7" fmla="*/ 73 h 179"/>
                  <a:gd name="T8" fmla="*/ 117 w 186"/>
                  <a:gd name="T9" fmla="*/ 179 h 179"/>
                  <a:gd name="T10" fmla="*/ 179 w 186"/>
                  <a:gd name="T11" fmla="*/ 114 h 179"/>
                  <a:gd name="T12" fmla="*/ 178 w 186"/>
                  <a:gd name="T13" fmla="*/ 88 h 179"/>
                </a:gdLst>
                <a:ahLst/>
                <a:cxnLst>
                  <a:cxn ang="0">
                    <a:pos x="T0" y="T1"/>
                  </a:cxn>
                  <a:cxn ang="0">
                    <a:pos x="T2" y="T3"/>
                  </a:cxn>
                  <a:cxn ang="0">
                    <a:pos x="T4" y="T5"/>
                  </a:cxn>
                  <a:cxn ang="0">
                    <a:pos x="T6" y="T7"/>
                  </a:cxn>
                  <a:cxn ang="0">
                    <a:pos x="T8" y="T9"/>
                  </a:cxn>
                  <a:cxn ang="0">
                    <a:pos x="T10" y="T11"/>
                  </a:cxn>
                  <a:cxn ang="0">
                    <a:pos x="T12" y="T13"/>
                  </a:cxn>
                </a:cxnLst>
                <a:rect l="0" t="0" r="r" b="b"/>
                <a:pathLst>
                  <a:path w="186" h="179">
                    <a:moveTo>
                      <a:pt x="178" y="88"/>
                    </a:moveTo>
                    <a:cubicBezTo>
                      <a:pt x="89" y="7"/>
                      <a:pt x="89" y="7"/>
                      <a:pt x="89" y="7"/>
                    </a:cubicBezTo>
                    <a:cubicBezTo>
                      <a:pt x="81" y="0"/>
                      <a:pt x="69" y="0"/>
                      <a:pt x="62" y="8"/>
                    </a:cubicBezTo>
                    <a:cubicBezTo>
                      <a:pt x="0" y="73"/>
                      <a:pt x="0" y="73"/>
                      <a:pt x="0" y="73"/>
                    </a:cubicBezTo>
                    <a:cubicBezTo>
                      <a:pt x="117" y="179"/>
                      <a:pt x="117" y="179"/>
                      <a:pt x="117" y="179"/>
                    </a:cubicBezTo>
                    <a:cubicBezTo>
                      <a:pt x="179" y="114"/>
                      <a:pt x="179" y="114"/>
                      <a:pt x="179" y="114"/>
                    </a:cubicBezTo>
                    <a:cubicBezTo>
                      <a:pt x="186" y="107"/>
                      <a:pt x="185" y="95"/>
                      <a:pt x="178" y="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48">
                <a:extLst>
                  <a:ext uri="{FF2B5EF4-FFF2-40B4-BE49-F238E27FC236}">
                    <a16:creationId xmlns:a16="http://schemas.microsoft.com/office/drawing/2014/main" id="{CD5989DA-0DB0-4C7F-A36F-7C43DA987936}"/>
                  </a:ext>
                </a:extLst>
              </p:cNvPr>
              <p:cNvSpPr>
                <a:spLocks noEditPoints="1"/>
              </p:cNvSpPr>
              <p:nvPr/>
            </p:nvSpPr>
            <p:spPr bwMode="auto">
              <a:xfrm>
                <a:off x="7487528" y="4421603"/>
                <a:ext cx="1330100" cy="1307437"/>
              </a:xfrm>
              <a:custGeom>
                <a:avLst/>
                <a:gdLst>
                  <a:gd name="T0" fmla="*/ 521 w 645"/>
                  <a:gd name="T1" fmla="*/ 108 h 634"/>
                  <a:gd name="T2" fmla="*/ 110 w 645"/>
                  <a:gd name="T3" fmla="*/ 123 h 634"/>
                  <a:gd name="T4" fmla="*/ 124 w 645"/>
                  <a:gd name="T5" fmla="*/ 527 h 634"/>
                  <a:gd name="T6" fmla="*/ 535 w 645"/>
                  <a:gd name="T7" fmla="*/ 512 h 634"/>
                  <a:gd name="T8" fmla="*/ 521 w 645"/>
                  <a:gd name="T9" fmla="*/ 108 h 634"/>
                  <a:gd name="T10" fmla="*/ 275 w 645"/>
                  <a:gd name="T11" fmla="*/ 548 h 634"/>
                  <a:gd name="T12" fmla="*/ 92 w 645"/>
                  <a:gd name="T13" fmla="*/ 270 h 634"/>
                  <a:gd name="T14" fmla="*/ 370 w 645"/>
                  <a:gd name="T15" fmla="*/ 86 h 634"/>
                  <a:gd name="T16" fmla="*/ 554 w 645"/>
                  <a:gd name="T17" fmla="*/ 365 h 634"/>
                  <a:gd name="T18" fmla="*/ 275 w 645"/>
                  <a:gd name="T19" fmla="*/ 548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5" h="634">
                    <a:moveTo>
                      <a:pt x="521" y="108"/>
                    </a:moveTo>
                    <a:cubicBezTo>
                      <a:pt x="404" y="0"/>
                      <a:pt x="220" y="7"/>
                      <a:pt x="110" y="123"/>
                    </a:cubicBezTo>
                    <a:cubicBezTo>
                      <a:pt x="0" y="238"/>
                      <a:pt x="7" y="419"/>
                      <a:pt x="124" y="527"/>
                    </a:cubicBezTo>
                    <a:cubicBezTo>
                      <a:pt x="242" y="634"/>
                      <a:pt x="426" y="628"/>
                      <a:pt x="535" y="512"/>
                    </a:cubicBezTo>
                    <a:cubicBezTo>
                      <a:pt x="645" y="396"/>
                      <a:pt x="638" y="215"/>
                      <a:pt x="521" y="108"/>
                    </a:cubicBezTo>
                    <a:close/>
                    <a:moveTo>
                      <a:pt x="275" y="548"/>
                    </a:moveTo>
                    <a:cubicBezTo>
                      <a:pt x="148" y="522"/>
                      <a:pt x="65" y="398"/>
                      <a:pt x="92" y="270"/>
                    </a:cubicBezTo>
                    <a:cubicBezTo>
                      <a:pt x="118" y="142"/>
                      <a:pt x="242" y="60"/>
                      <a:pt x="370" y="86"/>
                    </a:cubicBezTo>
                    <a:cubicBezTo>
                      <a:pt x="498" y="113"/>
                      <a:pt x="580" y="237"/>
                      <a:pt x="554" y="365"/>
                    </a:cubicBezTo>
                    <a:cubicBezTo>
                      <a:pt x="527" y="492"/>
                      <a:pt x="403" y="575"/>
                      <a:pt x="275" y="54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49">
                <a:extLst>
                  <a:ext uri="{FF2B5EF4-FFF2-40B4-BE49-F238E27FC236}">
                    <a16:creationId xmlns:a16="http://schemas.microsoft.com/office/drawing/2014/main" id="{595E483F-CE54-4B36-A773-0248EAB248D5}"/>
                  </a:ext>
                </a:extLst>
              </p:cNvPr>
              <p:cNvSpPr>
                <a:spLocks noEditPoints="1"/>
              </p:cNvSpPr>
              <p:nvPr/>
            </p:nvSpPr>
            <p:spPr bwMode="auto">
              <a:xfrm>
                <a:off x="7600839" y="4533171"/>
                <a:ext cx="1103477" cy="1084301"/>
              </a:xfrm>
              <a:custGeom>
                <a:avLst/>
                <a:gdLst>
                  <a:gd name="T0" fmla="*/ 103 w 535"/>
                  <a:gd name="T1" fmla="*/ 437 h 526"/>
                  <a:gd name="T2" fmla="*/ 91 w 535"/>
                  <a:gd name="T3" fmla="*/ 102 h 526"/>
                  <a:gd name="T4" fmla="*/ 432 w 535"/>
                  <a:gd name="T5" fmla="*/ 90 h 526"/>
                  <a:gd name="T6" fmla="*/ 444 w 535"/>
                  <a:gd name="T7" fmla="*/ 425 h 526"/>
                  <a:gd name="T8" fmla="*/ 103 w 535"/>
                  <a:gd name="T9" fmla="*/ 437 h 526"/>
                  <a:gd name="T10" fmla="*/ 424 w 535"/>
                  <a:gd name="T11" fmla="*/ 98 h 526"/>
                  <a:gd name="T12" fmla="*/ 100 w 535"/>
                  <a:gd name="T13" fmla="*/ 109 h 526"/>
                  <a:gd name="T14" fmla="*/ 111 w 535"/>
                  <a:gd name="T15" fmla="*/ 429 h 526"/>
                  <a:gd name="T16" fmla="*/ 436 w 535"/>
                  <a:gd name="T17" fmla="*/ 417 h 526"/>
                  <a:gd name="T18" fmla="*/ 424 w 535"/>
                  <a:gd name="T19" fmla="*/ 98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5" h="526">
                    <a:moveTo>
                      <a:pt x="103" y="437"/>
                    </a:moveTo>
                    <a:cubicBezTo>
                      <a:pt x="6" y="348"/>
                      <a:pt x="0" y="198"/>
                      <a:pt x="91" y="102"/>
                    </a:cubicBezTo>
                    <a:cubicBezTo>
                      <a:pt x="182" y="6"/>
                      <a:pt x="335" y="0"/>
                      <a:pt x="432" y="90"/>
                    </a:cubicBezTo>
                    <a:cubicBezTo>
                      <a:pt x="529" y="179"/>
                      <a:pt x="535" y="329"/>
                      <a:pt x="444" y="425"/>
                    </a:cubicBezTo>
                    <a:cubicBezTo>
                      <a:pt x="353" y="521"/>
                      <a:pt x="200" y="526"/>
                      <a:pt x="103" y="437"/>
                    </a:cubicBezTo>
                    <a:close/>
                    <a:moveTo>
                      <a:pt x="424" y="98"/>
                    </a:moveTo>
                    <a:cubicBezTo>
                      <a:pt x="332" y="13"/>
                      <a:pt x="186" y="18"/>
                      <a:pt x="100" y="109"/>
                    </a:cubicBezTo>
                    <a:cubicBezTo>
                      <a:pt x="13" y="201"/>
                      <a:pt x="18" y="344"/>
                      <a:pt x="111" y="429"/>
                    </a:cubicBezTo>
                    <a:cubicBezTo>
                      <a:pt x="203" y="514"/>
                      <a:pt x="349" y="509"/>
                      <a:pt x="436" y="417"/>
                    </a:cubicBezTo>
                    <a:cubicBezTo>
                      <a:pt x="522" y="326"/>
                      <a:pt x="517" y="183"/>
                      <a:pt x="424" y="98"/>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9" name="Group 33871">
              <a:extLst>
                <a:ext uri="{FF2B5EF4-FFF2-40B4-BE49-F238E27FC236}">
                  <a16:creationId xmlns:a16="http://schemas.microsoft.com/office/drawing/2014/main" id="{B0B1745D-06A6-45B8-927C-56ECDBFCEE6E}"/>
                </a:ext>
              </a:extLst>
            </p:cNvPr>
            <p:cNvGrpSpPr/>
            <p:nvPr/>
          </p:nvGrpSpPr>
          <p:grpSpPr>
            <a:xfrm>
              <a:off x="2162324" y="919789"/>
              <a:ext cx="1034619" cy="977092"/>
              <a:chOff x="8153449" y="1772735"/>
              <a:chExt cx="1034619" cy="977092"/>
            </a:xfrm>
            <a:solidFill>
              <a:srgbClr val="FFC000"/>
            </a:solidFill>
          </p:grpSpPr>
          <p:sp>
            <p:nvSpPr>
              <p:cNvPr id="77" name="Rectangle 51">
                <a:extLst>
                  <a:ext uri="{FF2B5EF4-FFF2-40B4-BE49-F238E27FC236}">
                    <a16:creationId xmlns:a16="http://schemas.microsoft.com/office/drawing/2014/main" id="{307F26F0-96A4-49E0-AB40-66942C4E15A1}"/>
                  </a:ext>
                </a:extLst>
              </p:cNvPr>
              <p:cNvSpPr>
                <a:spLocks noChangeArrowheads="1"/>
              </p:cNvSpPr>
              <p:nvPr/>
            </p:nvSpPr>
            <p:spPr bwMode="auto">
              <a:xfrm>
                <a:off x="8153449" y="2334062"/>
                <a:ext cx="239697" cy="409664"/>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78" name="Freeform 52">
                <a:extLst>
                  <a:ext uri="{FF2B5EF4-FFF2-40B4-BE49-F238E27FC236}">
                    <a16:creationId xmlns:a16="http://schemas.microsoft.com/office/drawing/2014/main" id="{070980C7-7681-491B-9492-CD9757D28B90}"/>
                  </a:ext>
                </a:extLst>
              </p:cNvPr>
              <p:cNvSpPr>
                <a:spLocks/>
              </p:cNvSpPr>
              <p:nvPr/>
            </p:nvSpPr>
            <p:spPr bwMode="auto">
              <a:xfrm>
                <a:off x="8153449" y="2273920"/>
                <a:ext cx="239697" cy="60142"/>
              </a:xfrm>
              <a:custGeom>
                <a:avLst/>
                <a:gdLst>
                  <a:gd name="T0" fmla="*/ 234 w 275"/>
                  <a:gd name="T1" fmla="*/ 0 h 69"/>
                  <a:gd name="T2" fmla="*/ 40 w 275"/>
                  <a:gd name="T3" fmla="*/ 0 h 69"/>
                  <a:gd name="T4" fmla="*/ 0 w 275"/>
                  <a:gd name="T5" fmla="*/ 69 h 69"/>
                  <a:gd name="T6" fmla="*/ 275 w 275"/>
                  <a:gd name="T7" fmla="*/ 69 h 69"/>
                  <a:gd name="T8" fmla="*/ 234 w 275"/>
                  <a:gd name="T9" fmla="*/ 0 h 69"/>
                </a:gdLst>
                <a:ahLst/>
                <a:cxnLst>
                  <a:cxn ang="0">
                    <a:pos x="T0" y="T1"/>
                  </a:cxn>
                  <a:cxn ang="0">
                    <a:pos x="T2" y="T3"/>
                  </a:cxn>
                  <a:cxn ang="0">
                    <a:pos x="T4" y="T5"/>
                  </a:cxn>
                  <a:cxn ang="0">
                    <a:pos x="T6" y="T7"/>
                  </a:cxn>
                  <a:cxn ang="0">
                    <a:pos x="T8" y="T9"/>
                  </a:cxn>
                </a:cxnLst>
                <a:rect l="0" t="0" r="r" b="b"/>
                <a:pathLst>
                  <a:path w="275" h="69">
                    <a:moveTo>
                      <a:pt x="234" y="0"/>
                    </a:moveTo>
                    <a:lnTo>
                      <a:pt x="40" y="0"/>
                    </a:lnTo>
                    <a:lnTo>
                      <a:pt x="0" y="69"/>
                    </a:lnTo>
                    <a:lnTo>
                      <a:pt x="275" y="69"/>
                    </a:lnTo>
                    <a:lnTo>
                      <a:pt x="234"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79" name="Rectangle 53">
                <a:extLst>
                  <a:ext uri="{FF2B5EF4-FFF2-40B4-BE49-F238E27FC236}">
                    <a16:creationId xmlns:a16="http://schemas.microsoft.com/office/drawing/2014/main" id="{BD55AD16-8380-47FC-9CB5-B5C748800A1E}"/>
                  </a:ext>
                </a:extLst>
              </p:cNvPr>
              <p:cNvSpPr>
                <a:spLocks noChangeArrowheads="1"/>
              </p:cNvSpPr>
              <p:nvPr/>
            </p:nvSpPr>
            <p:spPr bwMode="auto">
              <a:xfrm>
                <a:off x="8415808" y="2156250"/>
                <a:ext cx="238825" cy="590090"/>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80" name="Freeform 54">
                <a:extLst>
                  <a:ext uri="{FF2B5EF4-FFF2-40B4-BE49-F238E27FC236}">
                    <a16:creationId xmlns:a16="http://schemas.microsoft.com/office/drawing/2014/main" id="{C0633829-B1B1-4C3E-8E3D-7487979C687F}"/>
                  </a:ext>
                </a:extLst>
              </p:cNvPr>
              <p:cNvSpPr>
                <a:spLocks/>
              </p:cNvSpPr>
              <p:nvPr/>
            </p:nvSpPr>
            <p:spPr bwMode="auto">
              <a:xfrm>
                <a:off x="8415808" y="2096980"/>
                <a:ext cx="238825" cy="59270"/>
              </a:xfrm>
              <a:custGeom>
                <a:avLst/>
                <a:gdLst>
                  <a:gd name="T0" fmla="*/ 236 w 274"/>
                  <a:gd name="T1" fmla="*/ 2 h 68"/>
                  <a:gd name="T2" fmla="*/ 40 w 274"/>
                  <a:gd name="T3" fmla="*/ 0 h 68"/>
                  <a:gd name="T4" fmla="*/ 0 w 274"/>
                  <a:gd name="T5" fmla="*/ 68 h 68"/>
                  <a:gd name="T6" fmla="*/ 274 w 274"/>
                  <a:gd name="T7" fmla="*/ 68 h 68"/>
                  <a:gd name="T8" fmla="*/ 236 w 274"/>
                  <a:gd name="T9" fmla="*/ 2 h 68"/>
                </a:gdLst>
                <a:ahLst/>
                <a:cxnLst>
                  <a:cxn ang="0">
                    <a:pos x="T0" y="T1"/>
                  </a:cxn>
                  <a:cxn ang="0">
                    <a:pos x="T2" y="T3"/>
                  </a:cxn>
                  <a:cxn ang="0">
                    <a:pos x="T4" y="T5"/>
                  </a:cxn>
                  <a:cxn ang="0">
                    <a:pos x="T6" y="T7"/>
                  </a:cxn>
                  <a:cxn ang="0">
                    <a:pos x="T8" y="T9"/>
                  </a:cxn>
                </a:cxnLst>
                <a:rect l="0" t="0" r="r" b="b"/>
                <a:pathLst>
                  <a:path w="274" h="68">
                    <a:moveTo>
                      <a:pt x="236" y="2"/>
                    </a:moveTo>
                    <a:lnTo>
                      <a:pt x="40" y="0"/>
                    </a:lnTo>
                    <a:lnTo>
                      <a:pt x="0" y="68"/>
                    </a:lnTo>
                    <a:lnTo>
                      <a:pt x="274" y="68"/>
                    </a:lnTo>
                    <a:lnTo>
                      <a:pt x="236" y="2"/>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81" name="Rectangle 55">
                <a:extLst>
                  <a:ext uri="{FF2B5EF4-FFF2-40B4-BE49-F238E27FC236}">
                    <a16:creationId xmlns:a16="http://schemas.microsoft.com/office/drawing/2014/main" id="{D1A7E51F-A21F-4BA1-8F47-612E0074BD68}"/>
                  </a:ext>
                </a:extLst>
              </p:cNvPr>
              <p:cNvSpPr>
                <a:spLocks noChangeArrowheads="1"/>
              </p:cNvSpPr>
              <p:nvPr/>
            </p:nvSpPr>
            <p:spPr bwMode="auto">
              <a:xfrm>
                <a:off x="8681654" y="1832878"/>
                <a:ext cx="238825" cy="916949"/>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82" name="Freeform 56">
                <a:extLst>
                  <a:ext uri="{FF2B5EF4-FFF2-40B4-BE49-F238E27FC236}">
                    <a16:creationId xmlns:a16="http://schemas.microsoft.com/office/drawing/2014/main" id="{C98EA26C-AAE2-4F1F-897D-A71D5B9421FE}"/>
                  </a:ext>
                </a:extLst>
              </p:cNvPr>
              <p:cNvSpPr>
                <a:spLocks/>
              </p:cNvSpPr>
              <p:nvPr/>
            </p:nvSpPr>
            <p:spPr bwMode="auto">
              <a:xfrm>
                <a:off x="8681654" y="1772735"/>
                <a:ext cx="238825" cy="60142"/>
              </a:xfrm>
              <a:custGeom>
                <a:avLst/>
                <a:gdLst>
                  <a:gd name="T0" fmla="*/ 236 w 274"/>
                  <a:gd name="T1" fmla="*/ 0 h 69"/>
                  <a:gd name="T2" fmla="*/ 40 w 274"/>
                  <a:gd name="T3" fmla="*/ 0 h 69"/>
                  <a:gd name="T4" fmla="*/ 0 w 274"/>
                  <a:gd name="T5" fmla="*/ 69 h 69"/>
                  <a:gd name="T6" fmla="*/ 274 w 274"/>
                  <a:gd name="T7" fmla="*/ 69 h 69"/>
                  <a:gd name="T8" fmla="*/ 236 w 274"/>
                  <a:gd name="T9" fmla="*/ 0 h 69"/>
                </a:gdLst>
                <a:ahLst/>
                <a:cxnLst>
                  <a:cxn ang="0">
                    <a:pos x="T0" y="T1"/>
                  </a:cxn>
                  <a:cxn ang="0">
                    <a:pos x="T2" y="T3"/>
                  </a:cxn>
                  <a:cxn ang="0">
                    <a:pos x="T4" y="T5"/>
                  </a:cxn>
                  <a:cxn ang="0">
                    <a:pos x="T6" y="T7"/>
                  </a:cxn>
                  <a:cxn ang="0">
                    <a:pos x="T8" y="T9"/>
                  </a:cxn>
                </a:cxnLst>
                <a:rect l="0" t="0" r="r" b="b"/>
                <a:pathLst>
                  <a:path w="274" h="69">
                    <a:moveTo>
                      <a:pt x="236" y="0"/>
                    </a:moveTo>
                    <a:lnTo>
                      <a:pt x="40" y="0"/>
                    </a:lnTo>
                    <a:lnTo>
                      <a:pt x="0" y="69"/>
                    </a:lnTo>
                    <a:lnTo>
                      <a:pt x="274" y="69"/>
                    </a:lnTo>
                    <a:lnTo>
                      <a:pt x="236"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83" name="Rectangle 57">
                <a:extLst>
                  <a:ext uri="{FF2B5EF4-FFF2-40B4-BE49-F238E27FC236}">
                    <a16:creationId xmlns:a16="http://schemas.microsoft.com/office/drawing/2014/main" id="{719CD397-A5F3-40AA-8CDB-D8D17C8E236F}"/>
                  </a:ext>
                </a:extLst>
              </p:cNvPr>
              <p:cNvSpPr>
                <a:spLocks noChangeArrowheads="1"/>
              </p:cNvSpPr>
              <p:nvPr/>
            </p:nvSpPr>
            <p:spPr bwMode="auto">
              <a:xfrm>
                <a:off x="8949243" y="1995871"/>
                <a:ext cx="238825" cy="753956"/>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84" name="Freeform 58">
                <a:extLst>
                  <a:ext uri="{FF2B5EF4-FFF2-40B4-BE49-F238E27FC236}">
                    <a16:creationId xmlns:a16="http://schemas.microsoft.com/office/drawing/2014/main" id="{0B67A428-487E-4C06-9D42-C7B28FC0C06B}"/>
                  </a:ext>
                </a:extLst>
              </p:cNvPr>
              <p:cNvSpPr>
                <a:spLocks/>
              </p:cNvSpPr>
              <p:nvPr/>
            </p:nvSpPr>
            <p:spPr bwMode="auto">
              <a:xfrm>
                <a:off x="8949243" y="1935729"/>
                <a:ext cx="238825" cy="60142"/>
              </a:xfrm>
              <a:custGeom>
                <a:avLst/>
                <a:gdLst>
                  <a:gd name="T0" fmla="*/ 237 w 274"/>
                  <a:gd name="T1" fmla="*/ 2 h 69"/>
                  <a:gd name="T2" fmla="*/ 40 w 274"/>
                  <a:gd name="T3" fmla="*/ 0 h 69"/>
                  <a:gd name="T4" fmla="*/ 0 w 274"/>
                  <a:gd name="T5" fmla="*/ 69 h 69"/>
                  <a:gd name="T6" fmla="*/ 274 w 274"/>
                  <a:gd name="T7" fmla="*/ 69 h 69"/>
                  <a:gd name="T8" fmla="*/ 237 w 274"/>
                  <a:gd name="T9" fmla="*/ 2 h 69"/>
                </a:gdLst>
                <a:ahLst/>
                <a:cxnLst>
                  <a:cxn ang="0">
                    <a:pos x="T0" y="T1"/>
                  </a:cxn>
                  <a:cxn ang="0">
                    <a:pos x="T2" y="T3"/>
                  </a:cxn>
                  <a:cxn ang="0">
                    <a:pos x="T4" y="T5"/>
                  </a:cxn>
                  <a:cxn ang="0">
                    <a:pos x="T6" y="T7"/>
                  </a:cxn>
                  <a:cxn ang="0">
                    <a:pos x="T8" y="T9"/>
                  </a:cxn>
                </a:cxnLst>
                <a:rect l="0" t="0" r="r" b="b"/>
                <a:pathLst>
                  <a:path w="274" h="69">
                    <a:moveTo>
                      <a:pt x="237" y="2"/>
                    </a:moveTo>
                    <a:lnTo>
                      <a:pt x="40" y="0"/>
                    </a:lnTo>
                    <a:lnTo>
                      <a:pt x="0" y="69"/>
                    </a:lnTo>
                    <a:lnTo>
                      <a:pt x="274" y="69"/>
                    </a:lnTo>
                    <a:lnTo>
                      <a:pt x="237" y="2"/>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grpSp>
        <p:grpSp>
          <p:nvGrpSpPr>
            <p:cNvPr id="30" name="Group 33872">
              <a:extLst>
                <a:ext uri="{FF2B5EF4-FFF2-40B4-BE49-F238E27FC236}">
                  <a16:creationId xmlns:a16="http://schemas.microsoft.com/office/drawing/2014/main" id="{D282D3A6-D788-4398-B1C9-17CE87E822BC}"/>
                </a:ext>
              </a:extLst>
            </p:cNvPr>
            <p:cNvGrpSpPr/>
            <p:nvPr/>
          </p:nvGrpSpPr>
          <p:grpSpPr>
            <a:xfrm>
              <a:off x="3749972" y="1468462"/>
              <a:ext cx="825362" cy="824832"/>
              <a:chOff x="9740225" y="2330996"/>
              <a:chExt cx="825362" cy="824832"/>
            </a:xfrm>
          </p:grpSpPr>
          <p:sp>
            <p:nvSpPr>
              <p:cNvPr id="70" name="Freeform 125">
                <a:extLst>
                  <a:ext uri="{FF2B5EF4-FFF2-40B4-BE49-F238E27FC236}">
                    <a16:creationId xmlns:a16="http://schemas.microsoft.com/office/drawing/2014/main" id="{478F344E-1AE0-45C4-8A10-C7585E165D4F}"/>
                  </a:ext>
                </a:extLst>
              </p:cNvPr>
              <p:cNvSpPr>
                <a:spLocks/>
              </p:cNvSpPr>
              <p:nvPr/>
            </p:nvSpPr>
            <p:spPr bwMode="auto">
              <a:xfrm>
                <a:off x="10069885" y="2743725"/>
                <a:ext cx="285112" cy="412103"/>
              </a:xfrm>
              <a:custGeom>
                <a:avLst/>
                <a:gdLst>
                  <a:gd name="connsiteX0" fmla="*/ 83071 w 285112"/>
                  <a:gd name="connsiteY0" fmla="*/ 0 h 412103"/>
                  <a:gd name="connsiteX1" fmla="*/ 83071 w 285112"/>
                  <a:gd name="connsiteY1" fmla="*/ 1 h 412103"/>
                  <a:gd name="connsiteX2" fmla="*/ 83072 w 285112"/>
                  <a:gd name="connsiteY2" fmla="*/ 1 h 412103"/>
                  <a:gd name="connsiteX3" fmla="*/ 166548 w 285112"/>
                  <a:gd name="connsiteY3" fmla="*/ 147078 h 412103"/>
                  <a:gd name="connsiteX4" fmla="*/ 285112 w 285112"/>
                  <a:gd name="connsiteY4" fmla="*/ 355977 h 412103"/>
                  <a:gd name="connsiteX5" fmla="*/ 233872 w 285112"/>
                  <a:gd name="connsiteY5" fmla="*/ 382926 h 412103"/>
                  <a:gd name="connsiteX6" fmla="*/ 27569 w 285112"/>
                  <a:gd name="connsiteY6" fmla="*/ 408389 h 412103"/>
                  <a:gd name="connsiteX7" fmla="*/ 0 w 285112"/>
                  <a:gd name="connsiteY7" fmla="*/ 402268 h 412103"/>
                  <a:gd name="connsiteX8" fmla="*/ 83071 w 285112"/>
                  <a:gd name="connsiteY8" fmla="*/ 0 h 4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112" h="412103">
                    <a:moveTo>
                      <a:pt x="83071" y="0"/>
                    </a:moveTo>
                    <a:lnTo>
                      <a:pt x="83071" y="1"/>
                    </a:lnTo>
                    <a:lnTo>
                      <a:pt x="83072" y="1"/>
                    </a:lnTo>
                    <a:lnTo>
                      <a:pt x="166548" y="147078"/>
                    </a:lnTo>
                    <a:lnTo>
                      <a:pt x="285112" y="355977"/>
                    </a:lnTo>
                    <a:lnTo>
                      <a:pt x="233872" y="382926"/>
                    </a:lnTo>
                    <a:cubicBezTo>
                      <a:pt x="167264" y="409675"/>
                      <a:pt x="96191" y="417677"/>
                      <a:pt x="27569" y="408389"/>
                    </a:cubicBezTo>
                    <a:lnTo>
                      <a:pt x="0" y="402268"/>
                    </a:lnTo>
                    <a:lnTo>
                      <a:pt x="83071"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1" name="Freeform 124">
                <a:extLst>
                  <a:ext uri="{FF2B5EF4-FFF2-40B4-BE49-F238E27FC236}">
                    <a16:creationId xmlns:a16="http://schemas.microsoft.com/office/drawing/2014/main" id="{F82D69DA-76D2-46B7-872C-E5AB960D440D}"/>
                  </a:ext>
                </a:extLst>
              </p:cNvPr>
              <p:cNvSpPr>
                <a:spLocks/>
              </p:cNvSpPr>
              <p:nvPr/>
            </p:nvSpPr>
            <p:spPr bwMode="auto">
              <a:xfrm>
                <a:off x="9740225" y="2333474"/>
                <a:ext cx="440081" cy="812518"/>
              </a:xfrm>
              <a:custGeom>
                <a:avLst/>
                <a:gdLst>
                  <a:gd name="connsiteX0" fmla="*/ 440080 w 440081"/>
                  <a:gd name="connsiteY0" fmla="*/ 0 h 812518"/>
                  <a:gd name="connsiteX1" fmla="*/ 440081 w 440081"/>
                  <a:gd name="connsiteY1" fmla="*/ 0 h 812518"/>
                  <a:gd name="connsiteX2" fmla="*/ 412731 w 440081"/>
                  <a:gd name="connsiteY2" fmla="*/ 410250 h 812518"/>
                  <a:gd name="connsiteX3" fmla="*/ 329660 w 440081"/>
                  <a:gd name="connsiteY3" fmla="*/ 812518 h 812518"/>
                  <a:gd name="connsiteX4" fmla="*/ 289679 w 440081"/>
                  <a:gd name="connsiteY4" fmla="*/ 803641 h 812518"/>
                  <a:gd name="connsiteX5" fmla="*/ 66557 w 440081"/>
                  <a:gd name="connsiteY5" fmla="*/ 634851 h 812518"/>
                  <a:gd name="connsiteX6" fmla="*/ 121435 w 440081"/>
                  <a:gd name="connsiteY6" fmla="*/ 116916 h 812518"/>
                  <a:gd name="connsiteX7" fmla="*/ 185747 w 440081"/>
                  <a:gd name="connsiteY7" fmla="*/ 64342 h 812518"/>
                  <a:gd name="connsiteX8" fmla="*/ 412730 w 440081"/>
                  <a:gd name="connsiteY8" fmla="*/ 410251 h 812518"/>
                  <a:gd name="connsiteX9" fmla="*/ 440080 w 440081"/>
                  <a:gd name="connsiteY9" fmla="*/ 0 h 81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081" h="812518">
                    <a:moveTo>
                      <a:pt x="440080" y="0"/>
                    </a:moveTo>
                    <a:lnTo>
                      <a:pt x="440081" y="0"/>
                    </a:lnTo>
                    <a:lnTo>
                      <a:pt x="412731" y="410250"/>
                    </a:lnTo>
                    <a:lnTo>
                      <a:pt x="329660" y="812518"/>
                    </a:lnTo>
                    <a:lnTo>
                      <a:pt x="289679" y="803641"/>
                    </a:lnTo>
                    <a:cubicBezTo>
                      <a:pt x="201386" y="776104"/>
                      <a:pt x="121548" y="718690"/>
                      <a:pt x="66557" y="634851"/>
                    </a:cubicBezTo>
                    <a:cubicBezTo>
                      <a:pt x="-41622" y="468977"/>
                      <a:pt x="-14127" y="252619"/>
                      <a:pt x="121435" y="116916"/>
                    </a:cubicBezTo>
                    <a:lnTo>
                      <a:pt x="185747" y="64342"/>
                    </a:lnTo>
                    <a:lnTo>
                      <a:pt x="412730" y="410251"/>
                    </a:lnTo>
                    <a:lnTo>
                      <a:pt x="44008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2" name="Freeform 123">
                <a:extLst>
                  <a:ext uri="{FF2B5EF4-FFF2-40B4-BE49-F238E27FC236}">
                    <a16:creationId xmlns:a16="http://schemas.microsoft.com/office/drawing/2014/main" id="{4CD8B13F-4714-4F72-98E7-CEC3196D5A76}"/>
                  </a:ext>
                </a:extLst>
              </p:cNvPr>
              <p:cNvSpPr>
                <a:spLocks/>
              </p:cNvSpPr>
              <p:nvPr/>
            </p:nvSpPr>
            <p:spPr bwMode="auto">
              <a:xfrm>
                <a:off x="10152957" y="2743726"/>
                <a:ext cx="83476" cy="147077"/>
              </a:xfrm>
              <a:custGeom>
                <a:avLst/>
                <a:gdLst>
                  <a:gd name="connsiteX0" fmla="*/ 0 w 83476"/>
                  <a:gd name="connsiteY0" fmla="*/ 0 h 147077"/>
                  <a:gd name="connsiteX1" fmla="*/ 0 w 83476"/>
                  <a:gd name="connsiteY1" fmla="*/ 0 h 147077"/>
                  <a:gd name="connsiteX2" fmla="*/ 83476 w 83476"/>
                  <a:gd name="connsiteY2" fmla="*/ 147077 h 147077"/>
                  <a:gd name="connsiteX3" fmla="*/ 0 w 83476"/>
                  <a:gd name="connsiteY3" fmla="*/ 0 h 147077"/>
                </a:gdLst>
                <a:ahLst/>
                <a:cxnLst>
                  <a:cxn ang="0">
                    <a:pos x="connsiteX0" y="connsiteY0"/>
                  </a:cxn>
                  <a:cxn ang="0">
                    <a:pos x="connsiteX1" y="connsiteY1"/>
                  </a:cxn>
                  <a:cxn ang="0">
                    <a:pos x="connsiteX2" y="connsiteY2"/>
                  </a:cxn>
                  <a:cxn ang="0">
                    <a:pos x="connsiteX3" y="connsiteY3"/>
                  </a:cxn>
                </a:cxnLst>
                <a:rect l="l" t="t" r="r" b="b"/>
                <a:pathLst>
                  <a:path w="83476" h="147077">
                    <a:moveTo>
                      <a:pt x="0" y="0"/>
                    </a:moveTo>
                    <a:lnTo>
                      <a:pt x="0" y="0"/>
                    </a:lnTo>
                    <a:lnTo>
                      <a:pt x="83476" y="147077"/>
                    </a:lnTo>
                    <a:lnTo>
                      <a:pt x="0" y="0"/>
                    </a:lnTo>
                    <a:close/>
                  </a:path>
                </a:pathLst>
              </a:custGeom>
              <a:solidFill>
                <a:srgbClr val="35B4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
            <p:nvSpPr>
              <p:cNvPr id="73" name="Freeform 111">
                <a:extLst>
                  <a:ext uri="{FF2B5EF4-FFF2-40B4-BE49-F238E27FC236}">
                    <a16:creationId xmlns:a16="http://schemas.microsoft.com/office/drawing/2014/main" id="{4C3413C4-1676-4AC2-A7B2-67A9F0D7162C}"/>
                  </a:ext>
                </a:extLst>
              </p:cNvPr>
              <p:cNvSpPr>
                <a:spLocks/>
              </p:cNvSpPr>
              <p:nvPr/>
            </p:nvSpPr>
            <p:spPr bwMode="auto">
              <a:xfrm>
                <a:off x="9925974" y="2330996"/>
                <a:ext cx="254333" cy="412731"/>
              </a:xfrm>
              <a:custGeom>
                <a:avLst/>
                <a:gdLst>
                  <a:gd name="connsiteX0" fmla="*/ 232642 w 254333"/>
                  <a:gd name="connsiteY0" fmla="*/ 57 h 412731"/>
                  <a:gd name="connsiteX1" fmla="*/ 254333 w 254333"/>
                  <a:gd name="connsiteY1" fmla="*/ 2480 h 412731"/>
                  <a:gd name="connsiteX2" fmla="*/ 226983 w 254333"/>
                  <a:gd name="connsiteY2" fmla="*/ 412731 h 412731"/>
                  <a:gd name="connsiteX3" fmla="*/ 0 w 254333"/>
                  <a:gd name="connsiteY3" fmla="*/ 66822 h 412731"/>
                  <a:gd name="connsiteX4" fmla="*/ 322 w 254333"/>
                  <a:gd name="connsiteY4" fmla="*/ 66558 h 412731"/>
                  <a:gd name="connsiteX5" fmla="*/ 232642 w 254333"/>
                  <a:gd name="connsiteY5" fmla="*/ 57 h 41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333" h="412731">
                    <a:moveTo>
                      <a:pt x="232642" y="57"/>
                    </a:moveTo>
                    <a:lnTo>
                      <a:pt x="254333" y="2480"/>
                    </a:lnTo>
                    <a:lnTo>
                      <a:pt x="226983" y="412731"/>
                    </a:lnTo>
                    <a:lnTo>
                      <a:pt x="0" y="66822"/>
                    </a:lnTo>
                    <a:lnTo>
                      <a:pt x="322" y="66558"/>
                    </a:lnTo>
                    <a:cubicBezTo>
                      <a:pt x="72184" y="20196"/>
                      <a:pt x="153029" y="-1247"/>
                      <a:pt x="232642" y="57"/>
                    </a:cubicBez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4" name="Freeform 114">
                <a:extLst>
                  <a:ext uri="{FF2B5EF4-FFF2-40B4-BE49-F238E27FC236}">
                    <a16:creationId xmlns:a16="http://schemas.microsoft.com/office/drawing/2014/main" id="{064002A6-A615-4E73-81C0-8F8D7EDEEEDA}"/>
                  </a:ext>
                </a:extLst>
              </p:cNvPr>
              <p:cNvSpPr>
                <a:spLocks/>
              </p:cNvSpPr>
              <p:nvPr/>
            </p:nvSpPr>
            <p:spPr bwMode="auto">
              <a:xfrm>
                <a:off x="10152957" y="2333476"/>
                <a:ext cx="399624" cy="410251"/>
              </a:xfrm>
              <a:custGeom>
                <a:avLst/>
                <a:gdLst>
                  <a:gd name="connsiteX0" fmla="*/ 27350 w 399624"/>
                  <a:gd name="connsiteY0" fmla="*/ 0 h 410251"/>
                  <a:gd name="connsiteX1" fmla="*/ 84482 w 399624"/>
                  <a:gd name="connsiteY1" fmla="*/ 6383 h 410251"/>
                  <a:gd name="connsiteX2" fmla="*/ 346172 w 399624"/>
                  <a:gd name="connsiteY2" fmla="*/ 183590 h 410251"/>
                  <a:gd name="connsiteX3" fmla="*/ 384304 w 399624"/>
                  <a:gd name="connsiteY3" fmla="*/ 258064 h 410251"/>
                  <a:gd name="connsiteX4" fmla="*/ 399624 w 399624"/>
                  <a:gd name="connsiteY4" fmla="*/ 312553 h 410251"/>
                  <a:gd name="connsiteX5" fmla="*/ 0 w 399624"/>
                  <a:gd name="connsiteY5" fmla="*/ 410251 h 410251"/>
                  <a:gd name="connsiteX6" fmla="*/ 27350 w 399624"/>
                  <a:gd name="connsiteY6" fmla="*/ 0 h 4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624" h="410251">
                    <a:moveTo>
                      <a:pt x="27350" y="0"/>
                    </a:moveTo>
                    <a:lnTo>
                      <a:pt x="84482" y="6383"/>
                    </a:lnTo>
                    <a:cubicBezTo>
                      <a:pt x="188024" y="28018"/>
                      <a:pt x="283325" y="88805"/>
                      <a:pt x="346172" y="183590"/>
                    </a:cubicBezTo>
                    <a:cubicBezTo>
                      <a:pt x="361626" y="207544"/>
                      <a:pt x="374311" y="232496"/>
                      <a:pt x="384304" y="258064"/>
                    </a:cubicBezTo>
                    <a:lnTo>
                      <a:pt x="399624" y="312553"/>
                    </a:lnTo>
                    <a:lnTo>
                      <a:pt x="0" y="410251"/>
                    </a:lnTo>
                    <a:lnTo>
                      <a:pt x="2735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5" name="Freeform 121">
                <a:extLst>
                  <a:ext uri="{FF2B5EF4-FFF2-40B4-BE49-F238E27FC236}">
                    <a16:creationId xmlns:a16="http://schemas.microsoft.com/office/drawing/2014/main" id="{41C43D58-737F-4E14-9771-437BEE2DA8E6}"/>
                  </a:ext>
                </a:extLst>
              </p:cNvPr>
              <p:cNvSpPr>
                <a:spLocks/>
              </p:cNvSpPr>
              <p:nvPr/>
            </p:nvSpPr>
            <p:spPr bwMode="auto">
              <a:xfrm>
                <a:off x="10152958" y="2743726"/>
                <a:ext cx="393840" cy="355976"/>
              </a:xfrm>
              <a:custGeom>
                <a:avLst/>
                <a:gdLst>
                  <a:gd name="connsiteX0" fmla="*/ 0 w 393840"/>
                  <a:gd name="connsiteY0" fmla="*/ 0 h 355976"/>
                  <a:gd name="connsiteX1" fmla="*/ 393840 w 393840"/>
                  <a:gd name="connsiteY1" fmla="*/ 118749 h 355976"/>
                  <a:gd name="connsiteX2" fmla="*/ 379876 w 393840"/>
                  <a:gd name="connsiteY2" fmla="*/ 159713 h 355976"/>
                  <a:gd name="connsiteX3" fmla="*/ 224598 w 393840"/>
                  <a:gd name="connsiteY3" fmla="*/ 344112 h 355976"/>
                  <a:gd name="connsiteX4" fmla="*/ 202040 w 393840"/>
                  <a:gd name="connsiteY4" fmla="*/ 355976 h 355976"/>
                  <a:gd name="connsiteX5" fmla="*/ 0 w 393840"/>
                  <a:gd name="connsiteY5" fmla="*/ 0 h 355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840" h="355976">
                    <a:moveTo>
                      <a:pt x="0" y="0"/>
                    </a:moveTo>
                    <a:lnTo>
                      <a:pt x="393840" y="118749"/>
                    </a:lnTo>
                    <a:lnTo>
                      <a:pt x="379876" y="159713"/>
                    </a:lnTo>
                    <a:cubicBezTo>
                      <a:pt x="348908" y="232842"/>
                      <a:pt x="296460" y="297750"/>
                      <a:pt x="224598" y="344112"/>
                    </a:cubicBezTo>
                    <a:lnTo>
                      <a:pt x="202040" y="355976"/>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6" name="Freeform 118">
                <a:extLst>
                  <a:ext uri="{FF2B5EF4-FFF2-40B4-BE49-F238E27FC236}">
                    <a16:creationId xmlns:a16="http://schemas.microsoft.com/office/drawing/2014/main" id="{56AEA4DF-9262-442B-8DB8-0303DC51C9CF}"/>
                  </a:ext>
                </a:extLst>
              </p:cNvPr>
              <p:cNvSpPr>
                <a:spLocks/>
              </p:cNvSpPr>
              <p:nvPr/>
            </p:nvSpPr>
            <p:spPr bwMode="auto">
              <a:xfrm>
                <a:off x="10152958" y="2646028"/>
                <a:ext cx="412629" cy="216447"/>
              </a:xfrm>
              <a:custGeom>
                <a:avLst/>
                <a:gdLst>
                  <a:gd name="connsiteX0" fmla="*/ 399624 w 412629"/>
                  <a:gd name="connsiteY0" fmla="*/ 0 h 216447"/>
                  <a:gd name="connsiteX1" fmla="*/ 406282 w 412629"/>
                  <a:gd name="connsiteY1" fmla="*/ 23679 h 216447"/>
                  <a:gd name="connsiteX2" fmla="*/ 399044 w 412629"/>
                  <a:gd name="connsiteY2" fmla="*/ 201183 h 216447"/>
                  <a:gd name="connsiteX3" fmla="*/ 393841 w 412629"/>
                  <a:gd name="connsiteY3" fmla="*/ 216447 h 216447"/>
                  <a:gd name="connsiteX4" fmla="*/ 0 w 412629"/>
                  <a:gd name="connsiteY4" fmla="*/ 97698 h 216447"/>
                  <a:gd name="connsiteX5" fmla="*/ 399624 w 412629"/>
                  <a:gd name="connsiteY5" fmla="*/ 0 h 21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629" h="216447">
                    <a:moveTo>
                      <a:pt x="399624" y="0"/>
                    </a:moveTo>
                    <a:lnTo>
                      <a:pt x="406282" y="23679"/>
                    </a:lnTo>
                    <a:cubicBezTo>
                      <a:pt x="416822" y="83117"/>
                      <a:pt x="414119" y="143737"/>
                      <a:pt x="399044" y="201183"/>
                    </a:cubicBezTo>
                    <a:lnTo>
                      <a:pt x="393841" y="216447"/>
                    </a:lnTo>
                    <a:lnTo>
                      <a:pt x="0" y="97698"/>
                    </a:lnTo>
                    <a:lnTo>
                      <a:pt x="399624"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31" name="Group 33870">
              <a:extLst>
                <a:ext uri="{FF2B5EF4-FFF2-40B4-BE49-F238E27FC236}">
                  <a16:creationId xmlns:a16="http://schemas.microsoft.com/office/drawing/2014/main" id="{B668FD9B-E904-4C49-A158-54F7413937A2}"/>
                </a:ext>
              </a:extLst>
            </p:cNvPr>
            <p:cNvGrpSpPr/>
            <p:nvPr/>
          </p:nvGrpSpPr>
          <p:grpSpPr>
            <a:xfrm>
              <a:off x="770339" y="1380007"/>
              <a:ext cx="960531" cy="963146"/>
              <a:chOff x="6760592" y="2242541"/>
              <a:chExt cx="960531" cy="963146"/>
            </a:xfrm>
          </p:grpSpPr>
          <p:sp>
            <p:nvSpPr>
              <p:cNvPr id="67" name="Freeform 70">
                <a:extLst>
                  <a:ext uri="{FF2B5EF4-FFF2-40B4-BE49-F238E27FC236}">
                    <a16:creationId xmlns:a16="http://schemas.microsoft.com/office/drawing/2014/main" id="{C7C137EF-A1C7-40B2-8FB4-80B7D4E45737}"/>
                  </a:ext>
                </a:extLst>
              </p:cNvPr>
              <p:cNvSpPr>
                <a:spLocks/>
              </p:cNvSpPr>
              <p:nvPr/>
            </p:nvSpPr>
            <p:spPr bwMode="auto">
              <a:xfrm>
                <a:off x="6760592" y="2242541"/>
                <a:ext cx="960531" cy="963146"/>
              </a:xfrm>
              <a:custGeom>
                <a:avLst/>
                <a:gdLst>
                  <a:gd name="T0" fmla="*/ 373 w 466"/>
                  <a:gd name="T1" fmla="*/ 78 h 467"/>
                  <a:gd name="T2" fmla="*/ 77 w 466"/>
                  <a:gd name="T3" fmla="*/ 94 h 467"/>
                  <a:gd name="T4" fmla="*/ 93 w 466"/>
                  <a:gd name="T5" fmla="*/ 390 h 467"/>
                  <a:gd name="T6" fmla="*/ 389 w 466"/>
                  <a:gd name="T7" fmla="*/ 373 h 467"/>
                  <a:gd name="T8" fmla="*/ 373 w 466"/>
                  <a:gd name="T9" fmla="*/ 78 h 467"/>
                </a:gdLst>
                <a:ahLst/>
                <a:cxnLst>
                  <a:cxn ang="0">
                    <a:pos x="T0" y="T1"/>
                  </a:cxn>
                  <a:cxn ang="0">
                    <a:pos x="T2" y="T3"/>
                  </a:cxn>
                  <a:cxn ang="0">
                    <a:pos x="T4" y="T5"/>
                  </a:cxn>
                  <a:cxn ang="0">
                    <a:pos x="T6" y="T7"/>
                  </a:cxn>
                  <a:cxn ang="0">
                    <a:pos x="T8" y="T9"/>
                  </a:cxn>
                </a:cxnLst>
                <a:rect l="0" t="0" r="r" b="b"/>
                <a:pathLst>
                  <a:path w="466" h="467">
                    <a:moveTo>
                      <a:pt x="373" y="78"/>
                    </a:moveTo>
                    <a:cubicBezTo>
                      <a:pt x="287" y="0"/>
                      <a:pt x="154" y="8"/>
                      <a:pt x="77" y="94"/>
                    </a:cubicBezTo>
                    <a:cubicBezTo>
                      <a:pt x="0" y="180"/>
                      <a:pt x="7" y="312"/>
                      <a:pt x="93" y="390"/>
                    </a:cubicBezTo>
                    <a:cubicBezTo>
                      <a:pt x="179" y="467"/>
                      <a:pt x="311" y="460"/>
                      <a:pt x="389" y="373"/>
                    </a:cubicBezTo>
                    <a:cubicBezTo>
                      <a:pt x="466" y="287"/>
                      <a:pt x="459" y="155"/>
                      <a:pt x="373" y="78"/>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71">
                <a:extLst>
                  <a:ext uri="{FF2B5EF4-FFF2-40B4-BE49-F238E27FC236}">
                    <a16:creationId xmlns:a16="http://schemas.microsoft.com/office/drawing/2014/main" id="{9040B3DC-1576-47FA-86E6-BB238338D87C}"/>
                  </a:ext>
                </a:extLst>
              </p:cNvPr>
              <p:cNvSpPr>
                <a:spLocks noEditPoints="1"/>
              </p:cNvSpPr>
              <p:nvPr/>
            </p:nvSpPr>
            <p:spPr bwMode="auto">
              <a:xfrm>
                <a:off x="6778897" y="2263460"/>
                <a:ext cx="923051" cy="923922"/>
              </a:xfrm>
              <a:custGeom>
                <a:avLst/>
                <a:gdLst>
                  <a:gd name="T0" fmla="*/ 74 w 448"/>
                  <a:gd name="T1" fmla="*/ 89 h 448"/>
                  <a:gd name="T2" fmla="*/ 374 w 448"/>
                  <a:gd name="T3" fmla="*/ 358 h 448"/>
                  <a:gd name="T4" fmla="*/ 357 w 448"/>
                  <a:gd name="T5" fmla="*/ 333 h 448"/>
                  <a:gd name="T6" fmla="*/ 347 w 448"/>
                  <a:gd name="T7" fmla="*/ 213 h 448"/>
                  <a:gd name="T8" fmla="*/ 357 w 448"/>
                  <a:gd name="T9" fmla="*/ 333 h 448"/>
                  <a:gd name="T10" fmla="*/ 337 w 448"/>
                  <a:gd name="T11" fmla="*/ 192 h 448"/>
                  <a:gd name="T12" fmla="*/ 340 w 448"/>
                  <a:gd name="T13" fmla="*/ 105 h 448"/>
                  <a:gd name="T14" fmla="*/ 396 w 448"/>
                  <a:gd name="T15" fmla="*/ 210 h 448"/>
                  <a:gd name="T16" fmla="*/ 358 w 448"/>
                  <a:gd name="T17" fmla="*/ 114 h 448"/>
                  <a:gd name="T18" fmla="*/ 326 w 448"/>
                  <a:gd name="T19" fmla="*/ 95 h 448"/>
                  <a:gd name="T20" fmla="*/ 279 w 448"/>
                  <a:gd name="T21" fmla="*/ 150 h 448"/>
                  <a:gd name="T22" fmla="*/ 284 w 448"/>
                  <a:gd name="T23" fmla="*/ 96 h 448"/>
                  <a:gd name="T24" fmla="*/ 218 w 448"/>
                  <a:gd name="T25" fmla="*/ 51 h 448"/>
                  <a:gd name="T26" fmla="*/ 235 w 448"/>
                  <a:gd name="T27" fmla="*/ 94 h 448"/>
                  <a:gd name="T28" fmla="*/ 223 w 448"/>
                  <a:gd name="T29" fmla="*/ 213 h 448"/>
                  <a:gd name="T30" fmla="*/ 229 w 448"/>
                  <a:gd name="T31" fmla="*/ 114 h 448"/>
                  <a:gd name="T32" fmla="*/ 213 w 448"/>
                  <a:gd name="T33" fmla="*/ 224 h 448"/>
                  <a:gd name="T34" fmla="*/ 115 w 448"/>
                  <a:gd name="T35" fmla="*/ 241 h 448"/>
                  <a:gd name="T36" fmla="*/ 213 w 448"/>
                  <a:gd name="T37" fmla="*/ 224 h 448"/>
                  <a:gd name="T38" fmla="*/ 107 w 448"/>
                  <a:gd name="T39" fmla="*/ 342 h 448"/>
                  <a:gd name="T40" fmla="*/ 157 w 448"/>
                  <a:gd name="T41" fmla="*/ 287 h 448"/>
                  <a:gd name="T42" fmla="*/ 52 w 448"/>
                  <a:gd name="T43" fmla="*/ 237 h 448"/>
                  <a:gd name="T44" fmla="*/ 90 w 448"/>
                  <a:gd name="T45" fmla="*/ 333 h 448"/>
                  <a:gd name="T46" fmla="*/ 121 w 448"/>
                  <a:gd name="T47" fmla="*/ 353 h 448"/>
                  <a:gd name="T48" fmla="*/ 169 w 448"/>
                  <a:gd name="T49" fmla="*/ 297 h 448"/>
                  <a:gd name="T50" fmla="*/ 164 w 448"/>
                  <a:gd name="T51" fmla="*/ 351 h 448"/>
                  <a:gd name="T52" fmla="*/ 229 w 448"/>
                  <a:gd name="T53" fmla="*/ 396 h 448"/>
                  <a:gd name="T54" fmla="*/ 212 w 448"/>
                  <a:gd name="T55" fmla="*/ 353 h 448"/>
                  <a:gd name="T56" fmla="*/ 224 w 448"/>
                  <a:gd name="T57" fmla="*/ 235 h 448"/>
                  <a:gd name="T58" fmla="*/ 218 w 448"/>
                  <a:gd name="T59" fmla="*/ 333 h 448"/>
                  <a:gd name="T60" fmla="*/ 235 w 448"/>
                  <a:gd name="T61" fmla="*/ 223 h 448"/>
                  <a:gd name="T62" fmla="*/ 332 w 448"/>
                  <a:gd name="T63" fmla="*/ 206 h 448"/>
                  <a:gd name="T64" fmla="*/ 235 w 448"/>
                  <a:gd name="T65" fmla="*/ 223 h 448"/>
                  <a:gd name="T66" fmla="*/ 221 w 448"/>
                  <a:gd name="T67" fmla="*/ 100 h 448"/>
                  <a:gd name="T68" fmla="*/ 100 w 448"/>
                  <a:gd name="T69" fmla="*/ 103 h 448"/>
                  <a:gd name="T70" fmla="*/ 90 w 448"/>
                  <a:gd name="T71" fmla="*/ 114 h 448"/>
                  <a:gd name="T72" fmla="*/ 101 w 448"/>
                  <a:gd name="T73" fmla="*/ 235 h 448"/>
                  <a:gd name="T74" fmla="*/ 90 w 448"/>
                  <a:gd name="T75" fmla="*/ 114 h 448"/>
                  <a:gd name="T76" fmla="*/ 226 w 448"/>
                  <a:gd name="T77" fmla="*/ 347 h 448"/>
                  <a:gd name="T78" fmla="*/ 347 w 448"/>
                  <a:gd name="T79" fmla="*/ 345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48" h="448">
                    <a:moveTo>
                      <a:pt x="358" y="74"/>
                    </a:moveTo>
                    <a:cubicBezTo>
                      <a:pt x="275" y="0"/>
                      <a:pt x="148" y="7"/>
                      <a:pt x="74" y="89"/>
                    </a:cubicBezTo>
                    <a:cubicBezTo>
                      <a:pt x="0" y="172"/>
                      <a:pt x="7" y="299"/>
                      <a:pt x="89" y="373"/>
                    </a:cubicBezTo>
                    <a:cubicBezTo>
                      <a:pt x="172" y="448"/>
                      <a:pt x="299" y="441"/>
                      <a:pt x="374" y="358"/>
                    </a:cubicBezTo>
                    <a:cubicBezTo>
                      <a:pt x="448" y="275"/>
                      <a:pt x="441" y="148"/>
                      <a:pt x="358" y="74"/>
                    </a:cubicBezTo>
                    <a:close/>
                    <a:moveTo>
                      <a:pt x="357" y="333"/>
                    </a:moveTo>
                    <a:cubicBezTo>
                      <a:pt x="304" y="285"/>
                      <a:pt x="304" y="285"/>
                      <a:pt x="304" y="285"/>
                    </a:cubicBezTo>
                    <a:cubicBezTo>
                      <a:pt x="325" y="260"/>
                      <a:pt x="338" y="236"/>
                      <a:pt x="347" y="213"/>
                    </a:cubicBezTo>
                    <a:cubicBezTo>
                      <a:pt x="364" y="220"/>
                      <a:pt x="381" y="224"/>
                      <a:pt x="397" y="226"/>
                    </a:cubicBezTo>
                    <a:cubicBezTo>
                      <a:pt x="396" y="264"/>
                      <a:pt x="383" y="302"/>
                      <a:pt x="357" y="333"/>
                    </a:cubicBezTo>
                    <a:close/>
                    <a:moveTo>
                      <a:pt x="340" y="105"/>
                    </a:moveTo>
                    <a:cubicBezTo>
                      <a:pt x="344" y="122"/>
                      <a:pt x="347" y="154"/>
                      <a:pt x="337" y="192"/>
                    </a:cubicBezTo>
                    <a:cubicBezTo>
                      <a:pt x="322" y="184"/>
                      <a:pt x="306" y="174"/>
                      <a:pt x="291" y="161"/>
                    </a:cubicBezTo>
                    <a:lnTo>
                      <a:pt x="340" y="105"/>
                    </a:lnTo>
                    <a:close/>
                    <a:moveTo>
                      <a:pt x="358" y="114"/>
                    </a:moveTo>
                    <a:cubicBezTo>
                      <a:pt x="381" y="142"/>
                      <a:pt x="393" y="176"/>
                      <a:pt x="396" y="210"/>
                    </a:cubicBezTo>
                    <a:cubicBezTo>
                      <a:pt x="382" y="208"/>
                      <a:pt x="367" y="204"/>
                      <a:pt x="351" y="198"/>
                    </a:cubicBezTo>
                    <a:cubicBezTo>
                      <a:pt x="361" y="164"/>
                      <a:pt x="360" y="135"/>
                      <a:pt x="358" y="114"/>
                    </a:cubicBezTo>
                    <a:close/>
                    <a:moveTo>
                      <a:pt x="284" y="96"/>
                    </a:moveTo>
                    <a:cubicBezTo>
                      <a:pt x="301" y="94"/>
                      <a:pt x="316" y="94"/>
                      <a:pt x="326" y="95"/>
                    </a:cubicBezTo>
                    <a:cubicBezTo>
                      <a:pt x="327" y="95"/>
                      <a:pt x="328" y="95"/>
                      <a:pt x="329" y="95"/>
                    </a:cubicBezTo>
                    <a:cubicBezTo>
                      <a:pt x="279" y="150"/>
                      <a:pt x="279" y="150"/>
                      <a:pt x="279" y="150"/>
                    </a:cubicBezTo>
                    <a:cubicBezTo>
                      <a:pt x="264" y="136"/>
                      <a:pt x="253" y="122"/>
                      <a:pt x="243" y="108"/>
                    </a:cubicBezTo>
                    <a:cubicBezTo>
                      <a:pt x="258" y="102"/>
                      <a:pt x="271" y="98"/>
                      <a:pt x="284" y="96"/>
                    </a:cubicBezTo>
                    <a:close/>
                    <a:moveTo>
                      <a:pt x="235" y="94"/>
                    </a:moveTo>
                    <a:cubicBezTo>
                      <a:pt x="227" y="79"/>
                      <a:pt x="222" y="65"/>
                      <a:pt x="218" y="51"/>
                    </a:cubicBezTo>
                    <a:cubicBezTo>
                      <a:pt x="253" y="50"/>
                      <a:pt x="288" y="59"/>
                      <a:pt x="318" y="79"/>
                    </a:cubicBezTo>
                    <a:cubicBezTo>
                      <a:pt x="298" y="78"/>
                      <a:pt x="268" y="81"/>
                      <a:pt x="235" y="94"/>
                    </a:cubicBezTo>
                    <a:close/>
                    <a:moveTo>
                      <a:pt x="269" y="162"/>
                    </a:moveTo>
                    <a:cubicBezTo>
                      <a:pt x="223" y="213"/>
                      <a:pt x="223" y="213"/>
                      <a:pt x="223" y="213"/>
                    </a:cubicBezTo>
                    <a:cubicBezTo>
                      <a:pt x="166" y="161"/>
                      <a:pt x="166" y="161"/>
                      <a:pt x="166" y="161"/>
                    </a:cubicBezTo>
                    <a:cubicBezTo>
                      <a:pt x="187" y="139"/>
                      <a:pt x="208" y="124"/>
                      <a:pt x="229" y="114"/>
                    </a:cubicBezTo>
                    <a:cubicBezTo>
                      <a:pt x="239" y="130"/>
                      <a:pt x="252" y="146"/>
                      <a:pt x="269" y="162"/>
                    </a:cubicBezTo>
                    <a:close/>
                    <a:moveTo>
                      <a:pt x="213" y="224"/>
                    </a:moveTo>
                    <a:cubicBezTo>
                      <a:pt x="167" y="275"/>
                      <a:pt x="167" y="275"/>
                      <a:pt x="167" y="275"/>
                    </a:cubicBezTo>
                    <a:cubicBezTo>
                      <a:pt x="150" y="260"/>
                      <a:pt x="132" y="249"/>
                      <a:pt x="115" y="241"/>
                    </a:cubicBezTo>
                    <a:cubicBezTo>
                      <a:pt x="123" y="219"/>
                      <a:pt x="136" y="196"/>
                      <a:pt x="155" y="173"/>
                    </a:cubicBezTo>
                    <a:lnTo>
                      <a:pt x="213" y="224"/>
                    </a:lnTo>
                    <a:close/>
                    <a:moveTo>
                      <a:pt x="157" y="287"/>
                    </a:moveTo>
                    <a:cubicBezTo>
                      <a:pt x="107" y="342"/>
                      <a:pt x="107" y="342"/>
                      <a:pt x="107" y="342"/>
                    </a:cubicBezTo>
                    <a:cubicBezTo>
                      <a:pt x="104" y="325"/>
                      <a:pt x="100" y="294"/>
                      <a:pt x="111" y="256"/>
                    </a:cubicBezTo>
                    <a:cubicBezTo>
                      <a:pt x="126" y="263"/>
                      <a:pt x="141" y="273"/>
                      <a:pt x="157" y="287"/>
                    </a:cubicBezTo>
                    <a:close/>
                    <a:moveTo>
                      <a:pt x="90" y="333"/>
                    </a:moveTo>
                    <a:cubicBezTo>
                      <a:pt x="67" y="305"/>
                      <a:pt x="54" y="271"/>
                      <a:pt x="52" y="237"/>
                    </a:cubicBezTo>
                    <a:cubicBezTo>
                      <a:pt x="65" y="239"/>
                      <a:pt x="81" y="243"/>
                      <a:pt x="96" y="249"/>
                    </a:cubicBezTo>
                    <a:cubicBezTo>
                      <a:pt x="87" y="283"/>
                      <a:pt x="87" y="313"/>
                      <a:pt x="90" y="333"/>
                    </a:cubicBezTo>
                    <a:close/>
                    <a:moveTo>
                      <a:pt x="164" y="351"/>
                    </a:moveTo>
                    <a:cubicBezTo>
                      <a:pt x="147" y="354"/>
                      <a:pt x="132" y="353"/>
                      <a:pt x="121" y="353"/>
                    </a:cubicBezTo>
                    <a:cubicBezTo>
                      <a:pt x="120" y="353"/>
                      <a:pt x="119" y="353"/>
                      <a:pt x="119" y="352"/>
                    </a:cubicBezTo>
                    <a:cubicBezTo>
                      <a:pt x="169" y="297"/>
                      <a:pt x="169" y="297"/>
                      <a:pt x="169" y="297"/>
                    </a:cubicBezTo>
                    <a:cubicBezTo>
                      <a:pt x="183" y="311"/>
                      <a:pt x="195" y="325"/>
                      <a:pt x="204" y="340"/>
                    </a:cubicBezTo>
                    <a:cubicBezTo>
                      <a:pt x="190" y="345"/>
                      <a:pt x="176" y="349"/>
                      <a:pt x="164" y="351"/>
                    </a:cubicBezTo>
                    <a:close/>
                    <a:moveTo>
                      <a:pt x="212" y="353"/>
                    </a:moveTo>
                    <a:cubicBezTo>
                      <a:pt x="220" y="368"/>
                      <a:pt x="226" y="383"/>
                      <a:pt x="229" y="396"/>
                    </a:cubicBezTo>
                    <a:cubicBezTo>
                      <a:pt x="195" y="397"/>
                      <a:pt x="160" y="388"/>
                      <a:pt x="130" y="369"/>
                    </a:cubicBezTo>
                    <a:cubicBezTo>
                      <a:pt x="150" y="369"/>
                      <a:pt x="180" y="366"/>
                      <a:pt x="212" y="353"/>
                    </a:cubicBezTo>
                    <a:close/>
                    <a:moveTo>
                      <a:pt x="179" y="285"/>
                    </a:moveTo>
                    <a:cubicBezTo>
                      <a:pt x="224" y="235"/>
                      <a:pt x="224" y="235"/>
                      <a:pt x="224" y="235"/>
                    </a:cubicBezTo>
                    <a:cubicBezTo>
                      <a:pt x="282" y="286"/>
                      <a:pt x="282" y="286"/>
                      <a:pt x="282" y="286"/>
                    </a:cubicBezTo>
                    <a:cubicBezTo>
                      <a:pt x="261" y="308"/>
                      <a:pt x="239" y="323"/>
                      <a:pt x="218" y="333"/>
                    </a:cubicBezTo>
                    <a:cubicBezTo>
                      <a:pt x="208" y="317"/>
                      <a:pt x="195" y="301"/>
                      <a:pt x="179" y="285"/>
                    </a:cubicBezTo>
                    <a:close/>
                    <a:moveTo>
                      <a:pt x="235" y="223"/>
                    </a:moveTo>
                    <a:cubicBezTo>
                      <a:pt x="280" y="172"/>
                      <a:pt x="280" y="172"/>
                      <a:pt x="280" y="172"/>
                    </a:cubicBezTo>
                    <a:cubicBezTo>
                      <a:pt x="298" y="187"/>
                      <a:pt x="315" y="198"/>
                      <a:pt x="332" y="206"/>
                    </a:cubicBezTo>
                    <a:cubicBezTo>
                      <a:pt x="325" y="228"/>
                      <a:pt x="312" y="251"/>
                      <a:pt x="292" y="275"/>
                    </a:cubicBezTo>
                    <a:lnTo>
                      <a:pt x="235" y="223"/>
                    </a:lnTo>
                    <a:close/>
                    <a:moveTo>
                      <a:pt x="203" y="52"/>
                    </a:moveTo>
                    <a:cubicBezTo>
                      <a:pt x="207" y="67"/>
                      <a:pt x="212" y="84"/>
                      <a:pt x="221" y="100"/>
                    </a:cubicBezTo>
                    <a:cubicBezTo>
                      <a:pt x="199" y="111"/>
                      <a:pt x="176" y="127"/>
                      <a:pt x="154" y="151"/>
                    </a:cubicBezTo>
                    <a:cubicBezTo>
                      <a:pt x="100" y="103"/>
                      <a:pt x="100" y="103"/>
                      <a:pt x="100" y="103"/>
                    </a:cubicBezTo>
                    <a:cubicBezTo>
                      <a:pt x="129" y="74"/>
                      <a:pt x="165" y="57"/>
                      <a:pt x="203" y="52"/>
                    </a:cubicBezTo>
                    <a:close/>
                    <a:moveTo>
                      <a:pt x="90" y="114"/>
                    </a:moveTo>
                    <a:cubicBezTo>
                      <a:pt x="144" y="162"/>
                      <a:pt x="144" y="162"/>
                      <a:pt x="144" y="162"/>
                    </a:cubicBezTo>
                    <a:cubicBezTo>
                      <a:pt x="123" y="187"/>
                      <a:pt x="110" y="211"/>
                      <a:pt x="101" y="235"/>
                    </a:cubicBezTo>
                    <a:cubicBezTo>
                      <a:pt x="83" y="228"/>
                      <a:pt x="67" y="223"/>
                      <a:pt x="51" y="221"/>
                    </a:cubicBezTo>
                    <a:cubicBezTo>
                      <a:pt x="52" y="183"/>
                      <a:pt x="64" y="145"/>
                      <a:pt x="90" y="114"/>
                    </a:cubicBezTo>
                    <a:close/>
                    <a:moveTo>
                      <a:pt x="245" y="395"/>
                    </a:moveTo>
                    <a:cubicBezTo>
                      <a:pt x="241" y="380"/>
                      <a:pt x="235" y="364"/>
                      <a:pt x="226" y="347"/>
                    </a:cubicBezTo>
                    <a:cubicBezTo>
                      <a:pt x="248" y="336"/>
                      <a:pt x="271" y="320"/>
                      <a:pt x="293" y="296"/>
                    </a:cubicBezTo>
                    <a:cubicBezTo>
                      <a:pt x="347" y="345"/>
                      <a:pt x="347" y="345"/>
                      <a:pt x="347" y="345"/>
                    </a:cubicBezTo>
                    <a:cubicBezTo>
                      <a:pt x="319" y="374"/>
                      <a:pt x="283" y="390"/>
                      <a:pt x="245" y="39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72">
                <a:extLst>
                  <a:ext uri="{FF2B5EF4-FFF2-40B4-BE49-F238E27FC236}">
                    <a16:creationId xmlns:a16="http://schemas.microsoft.com/office/drawing/2014/main" id="{6C6F733D-D334-47F7-9317-A07DA97C357E}"/>
                  </a:ext>
                </a:extLst>
              </p:cNvPr>
              <p:cNvSpPr>
                <a:spLocks noEditPoints="1"/>
              </p:cNvSpPr>
              <p:nvPr/>
            </p:nvSpPr>
            <p:spPr bwMode="auto">
              <a:xfrm>
                <a:off x="6815505" y="2300940"/>
                <a:ext cx="849835" cy="847219"/>
              </a:xfrm>
              <a:custGeom>
                <a:avLst/>
                <a:gdLst>
                  <a:gd name="T0" fmla="*/ 3 w 412"/>
                  <a:gd name="T1" fmla="*/ 217 h 411"/>
                  <a:gd name="T2" fmla="*/ 54 w 412"/>
                  <a:gd name="T3" fmla="*/ 70 h 411"/>
                  <a:gd name="T4" fmla="*/ 195 w 412"/>
                  <a:gd name="T5" fmla="*/ 3 h 411"/>
                  <a:gd name="T6" fmla="*/ 342 w 412"/>
                  <a:gd name="T7" fmla="*/ 54 h 411"/>
                  <a:gd name="T8" fmla="*/ 409 w 412"/>
                  <a:gd name="T9" fmla="*/ 195 h 411"/>
                  <a:gd name="T10" fmla="*/ 357 w 412"/>
                  <a:gd name="T11" fmla="*/ 341 h 411"/>
                  <a:gd name="T12" fmla="*/ 217 w 412"/>
                  <a:gd name="T13" fmla="*/ 409 h 411"/>
                  <a:gd name="T14" fmla="*/ 217 w 412"/>
                  <a:gd name="T15" fmla="*/ 407 h 411"/>
                  <a:gd name="T16" fmla="*/ 217 w 412"/>
                  <a:gd name="T17" fmla="*/ 409 h 411"/>
                  <a:gd name="T18" fmla="*/ 70 w 412"/>
                  <a:gd name="T19" fmla="*/ 357 h 411"/>
                  <a:gd name="T20" fmla="*/ 3 w 412"/>
                  <a:gd name="T21" fmla="*/ 217 h 411"/>
                  <a:gd name="T22" fmla="*/ 195 w 412"/>
                  <a:gd name="T23" fmla="*/ 7 h 411"/>
                  <a:gd name="T24" fmla="*/ 58 w 412"/>
                  <a:gd name="T25" fmla="*/ 73 h 411"/>
                  <a:gd name="T26" fmla="*/ 7 w 412"/>
                  <a:gd name="T27" fmla="*/ 216 h 411"/>
                  <a:gd name="T28" fmla="*/ 73 w 412"/>
                  <a:gd name="T29" fmla="*/ 354 h 411"/>
                  <a:gd name="T30" fmla="*/ 217 w 412"/>
                  <a:gd name="T31" fmla="*/ 404 h 411"/>
                  <a:gd name="T32" fmla="*/ 354 w 412"/>
                  <a:gd name="T33" fmla="*/ 339 h 411"/>
                  <a:gd name="T34" fmla="*/ 405 w 412"/>
                  <a:gd name="T35" fmla="*/ 195 h 411"/>
                  <a:gd name="T36" fmla="*/ 339 w 412"/>
                  <a:gd name="T37" fmla="*/ 57 h 411"/>
                  <a:gd name="T38" fmla="*/ 195 w 412"/>
                  <a:gd name="T39" fmla="*/ 7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2" h="411">
                    <a:moveTo>
                      <a:pt x="3" y="217"/>
                    </a:moveTo>
                    <a:cubicBezTo>
                      <a:pt x="0" y="165"/>
                      <a:pt x="17" y="112"/>
                      <a:pt x="54" y="70"/>
                    </a:cubicBezTo>
                    <a:cubicBezTo>
                      <a:pt x="92" y="28"/>
                      <a:pt x="143" y="5"/>
                      <a:pt x="195" y="3"/>
                    </a:cubicBezTo>
                    <a:cubicBezTo>
                      <a:pt x="247" y="0"/>
                      <a:pt x="300" y="17"/>
                      <a:pt x="342" y="54"/>
                    </a:cubicBezTo>
                    <a:cubicBezTo>
                      <a:pt x="383" y="92"/>
                      <a:pt x="406" y="143"/>
                      <a:pt x="409" y="195"/>
                    </a:cubicBezTo>
                    <a:cubicBezTo>
                      <a:pt x="412" y="247"/>
                      <a:pt x="395" y="300"/>
                      <a:pt x="357" y="341"/>
                    </a:cubicBezTo>
                    <a:cubicBezTo>
                      <a:pt x="320" y="383"/>
                      <a:pt x="269" y="406"/>
                      <a:pt x="217" y="409"/>
                    </a:cubicBezTo>
                    <a:cubicBezTo>
                      <a:pt x="217" y="407"/>
                      <a:pt x="217" y="407"/>
                      <a:pt x="217" y="407"/>
                    </a:cubicBezTo>
                    <a:cubicBezTo>
                      <a:pt x="217" y="409"/>
                      <a:pt x="217" y="409"/>
                      <a:pt x="217" y="409"/>
                    </a:cubicBezTo>
                    <a:cubicBezTo>
                      <a:pt x="165" y="411"/>
                      <a:pt x="112" y="394"/>
                      <a:pt x="70" y="357"/>
                    </a:cubicBezTo>
                    <a:cubicBezTo>
                      <a:pt x="28" y="319"/>
                      <a:pt x="6" y="269"/>
                      <a:pt x="3" y="217"/>
                    </a:cubicBezTo>
                    <a:close/>
                    <a:moveTo>
                      <a:pt x="195" y="7"/>
                    </a:moveTo>
                    <a:cubicBezTo>
                      <a:pt x="144" y="10"/>
                      <a:pt x="94" y="32"/>
                      <a:pt x="58" y="73"/>
                    </a:cubicBezTo>
                    <a:cubicBezTo>
                      <a:pt x="21" y="114"/>
                      <a:pt x="4" y="166"/>
                      <a:pt x="7" y="216"/>
                    </a:cubicBezTo>
                    <a:cubicBezTo>
                      <a:pt x="10" y="267"/>
                      <a:pt x="32" y="317"/>
                      <a:pt x="73" y="354"/>
                    </a:cubicBezTo>
                    <a:cubicBezTo>
                      <a:pt x="114" y="391"/>
                      <a:pt x="166" y="407"/>
                      <a:pt x="217" y="404"/>
                    </a:cubicBezTo>
                    <a:cubicBezTo>
                      <a:pt x="268" y="402"/>
                      <a:pt x="317" y="379"/>
                      <a:pt x="354" y="339"/>
                    </a:cubicBezTo>
                    <a:cubicBezTo>
                      <a:pt x="391" y="298"/>
                      <a:pt x="407" y="246"/>
                      <a:pt x="405" y="195"/>
                    </a:cubicBezTo>
                    <a:cubicBezTo>
                      <a:pt x="402" y="144"/>
                      <a:pt x="380" y="94"/>
                      <a:pt x="339" y="57"/>
                    </a:cubicBezTo>
                    <a:cubicBezTo>
                      <a:pt x="298" y="21"/>
                      <a:pt x="246" y="4"/>
                      <a:pt x="195" y="7"/>
                    </a:cubicBezTo>
                    <a:close/>
                  </a:path>
                </a:pathLst>
              </a:custGeom>
              <a:solidFill>
                <a:srgbClr val="F5F7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2" name="Group 33873">
              <a:extLst>
                <a:ext uri="{FF2B5EF4-FFF2-40B4-BE49-F238E27FC236}">
                  <a16:creationId xmlns:a16="http://schemas.microsoft.com/office/drawing/2014/main" id="{A9B21B1C-ED2A-44EB-8769-E7445CC9F476}"/>
                </a:ext>
              </a:extLst>
            </p:cNvPr>
            <p:cNvGrpSpPr/>
            <p:nvPr/>
          </p:nvGrpSpPr>
          <p:grpSpPr>
            <a:xfrm>
              <a:off x="4405887" y="2147037"/>
              <a:ext cx="855936" cy="892544"/>
              <a:chOff x="10396140" y="3009571"/>
              <a:chExt cx="855936" cy="892544"/>
            </a:xfrm>
          </p:grpSpPr>
          <p:sp>
            <p:nvSpPr>
              <p:cNvPr id="42" name="Freeform 74">
                <a:extLst>
                  <a:ext uri="{FF2B5EF4-FFF2-40B4-BE49-F238E27FC236}">
                    <a16:creationId xmlns:a16="http://schemas.microsoft.com/office/drawing/2014/main" id="{8F714424-9F64-40CE-8CCA-5BA665AA7A77}"/>
                  </a:ext>
                </a:extLst>
              </p:cNvPr>
              <p:cNvSpPr>
                <a:spLocks/>
              </p:cNvSpPr>
              <p:nvPr/>
            </p:nvSpPr>
            <p:spPr bwMode="auto">
              <a:xfrm>
                <a:off x="10396140" y="3009571"/>
                <a:ext cx="855936" cy="892544"/>
              </a:xfrm>
              <a:custGeom>
                <a:avLst/>
                <a:gdLst>
                  <a:gd name="T0" fmla="*/ 403 w 415"/>
                  <a:gd name="T1" fmla="*/ 129 h 433"/>
                  <a:gd name="T2" fmla="*/ 175 w 415"/>
                  <a:gd name="T3" fmla="*/ 5 h 433"/>
                  <a:gd name="T4" fmla="*/ 150 w 415"/>
                  <a:gd name="T5" fmla="*/ 12 h 433"/>
                  <a:gd name="T6" fmla="*/ 5 w 415"/>
                  <a:gd name="T7" fmla="*/ 279 h 433"/>
                  <a:gd name="T8" fmla="*/ 12 w 415"/>
                  <a:gd name="T9" fmla="*/ 304 h 433"/>
                  <a:gd name="T10" fmla="*/ 240 w 415"/>
                  <a:gd name="T11" fmla="*/ 428 h 433"/>
                  <a:gd name="T12" fmla="*/ 265 w 415"/>
                  <a:gd name="T13" fmla="*/ 421 h 433"/>
                  <a:gd name="T14" fmla="*/ 410 w 415"/>
                  <a:gd name="T15" fmla="*/ 154 h 433"/>
                  <a:gd name="T16" fmla="*/ 403 w 415"/>
                  <a:gd name="T17" fmla="*/ 129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 h="433">
                    <a:moveTo>
                      <a:pt x="403" y="129"/>
                    </a:moveTo>
                    <a:cubicBezTo>
                      <a:pt x="175" y="5"/>
                      <a:pt x="175" y="5"/>
                      <a:pt x="175" y="5"/>
                    </a:cubicBezTo>
                    <a:cubicBezTo>
                      <a:pt x="166" y="0"/>
                      <a:pt x="155" y="3"/>
                      <a:pt x="150" y="12"/>
                    </a:cubicBezTo>
                    <a:cubicBezTo>
                      <a:pt x="5" y="279"/>
                      <a:pt x="5" y="279"/>
                      <a:pt x="5" y="279"/>
                    </a:cubicBezTo>
                    <a:cubicBezTo>
                      <a:pt x="0" y="288"/>
                      <a:pt x="3" y="299"/>
                      <a:pt x="12" y="304"/>
                    </a:cubicBezTo>
                    <a:cubicBezTo>
                      <a:pt x="240" y="428"/>
                      <a:pt x="240" y="428"/>
                      <a:pt x="240" y="428"/>
                    </a:cubicBezTo>
                    <a:cubicBezTo>
                      <a:pt x="249" y="433"/>
                      <a:pt x="260" y="429"/>
                      <a:pt x="265" y="421"/>
                    </a:cubicBezTo>
                    <a:cubicBezTo>
                      <a:pt x="410" y="154"/>
                      <a:pt x="410" y="154"/>
                      <a:pt x="410" y="154"/>
                    </a:cubicBezTo>
                    <a:cubicBezTo>
                      <a:pt x="415" y="145"/>
                      <a:pt x="412" y="134"/>
                      <a:pt x="403" y="12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75">
                <a:extLst>
                  <a:ext uri="{FF2B5EF4-FFF2-40B4-BE49-F238E27FC236}">
                    <a16:creationId xmlns:a16="http://schemas.microsoft.com/office/drawing/2014/main" id="{415860CE-7C87-4E58-BE97-3D64F4EB9DFF}"/>
                  </a:ext>
                </a:extLst>
              </p:cNvPr>
              <p:cNvSpPr>
                <a:spLocks/>
              </p:cNvSpPr>
              <p:nvPr/>
            </p:nvSpPr>
            <p:spPr bwMode="auto">
              <a:xfrm>
                <a:off x="10613175" y="3009571"/>
                <a:ext cx="638901" cy="488982"/>
              </a:xfrm>
              <a:custGeom>
                <a:avLst/>
                <a:gdLst>
                  <a:gd name="T0" fmla="*/ 306 w 310"/>
                  <a:gd name="T1" fmla="*/ 152 h 237"/>
                  <a:gd name="T2" fmla="*/ 299 w 310"/>
                  <a:gd name="T3" fmla="*/ 130 h 237"/>
                  <a:gd name="T4" fmla="*/ 69 w 310"/>
                  <a:gd name="T5" fmla="*/ 4 h 237"/>
                  <a:gd name="T6" fmla="*/ 46 w 310"/>
                  <a:gd name="T7" fmla="*/ 11 h 237"/>
                  <a:gd name="T8" fmla="*/ 0 w 310"/>
                  <a:gd name="T9" fmla="*/ 95 h 237"/>
                  <a:gd name="T10" fmla="*/ 260 w 310"/>
                  <a:gd name="T11" fmla="*/ 237 h 237"/>
                  <a:gd name="T12" fmla="*/ 306 w 310"/>
                  <a:gd name="T13" fmla="*/ 152 h 237"/>
                </a:gdLst>
                <a:ahLst/>
                <a:cxnLst>
                  <a:cxn ang="0">
                    <a:pos x="T0" y="T1"/>
                  </a:cxn>
                  <a:cxn ang="0">
                    <a:pos x="T2" y="T3"/>
                  </a:cxn>
                  <a:cxn ang="0">
                    <a:pos x="T4" y="T5"/>
                  </a:cxn>
                  <a:cxn ang="0">
                    <a:pos x="T6" y="T7"/>
                  </a:cxn>
                  <a:cxn ang="0">
                    <a:pos x="T8" y="T9"/>
                  </a:cxn>
                  <a:cxn ang="0">
                    <a:pos x="T10" y="T11"/>
                  </a:cxn>
                  <a:cxn ang="0">
                    <a:pos x="T12" y="T13"/>
                  </a:cxn>
                </a:cxnLst>
                <a:rect l="0" t="0" r="r" b="b"/>
                <a:pathLst>
                  <a:path w="310" h="237">
                    <a:moveTo>
                      <a:pt x="306" y="152"/>
                    </a:moveTo>
                    <a:cubicBezTo>
                      <a:pt x="310" y="144"/>
                      <a:pt x="307" y="134"/>
                      <a:pt x="299" y="130"/>
                    </a:cubicBezTo>
                    <a:cubicBezTo>
                      <a:pt x="69" y="4"/>
                      <a:pt x="69" y="4"/>
                      <a:pt x="69" y="4"/>
                    </a:cubicBezTo>
                    <a:cubicBezTo>
                      <a:pt x="60" y="0"/>
                      <a:pt x="50" y="3"/>
                      <a:pt x="46" y="11"/>
                    </a:cubicBezTo>
                    <a:cubicBezTo>
                      <a:pt x="0" y="95"/>
                      <a:pt x="0" y="95"/>
                      <a:pt x="0" y="95"/>
                    </a:cubicBezTo>
                    <a:cubicBezTo>
                      <a:pt x="260" y="237"/>
                      <a:pt x="260" y="237"/>
                      <a:pt x="260" y="237"/>
                    </a:cubicBezTo>
                    <a:lnTo>
                      <a:pt x="306" y="152"/>
                    </a:ln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76">
                <a:extLst>
                  <a:ext uri="{FF2B5EF4-FFF2-40B4-BE49-F238E27FC236}">
                    <a16:creationId xmlns:a16="http://schemas.microsoft.com/office/drawing/2014/main" id="{41B3A5C9-B0A2-40D3-ACAF-821D1CD8E40B}"/>
                  </a:ext>
                </a:extLst>
              </p:cNvPr>
              <p:cNvSpPr>
                <a:spLocks/>
              </p:cNvSpPr>
              <p:nvPr/>
            </p:nvSpPr>
            <p:spPr bwMode="auto">
              <a:xfrm>
                <a:off x="10690750" y="3090632"/>
                <a:ext cx="478522" cy="341677"/>
              </a:xfrm>
              <a:custGeom>
                <a:avLst/>
                <a:gdLst>
                  <a:gd name="T0" fmla="*/ 215 w 232"/>
                  <a:gd name="T1" fmla="*/ 96 h 166"/>
                  <a:gd name="T2" fmla="*/ 51 w 232"/>
                  <a:gd name="T3" fmla="*/ 7 h 166"/>
                  <a:gd name="T4" fmla="*/ 16 w 232"/>
                  <a:gd name="T5" fmla="*/ 17 h 166"/>
                  <a:gd name="T6" fmla="*/ 6 w 232"/>
                  <a:gd name="T7" fmla="*/ 36 h 166"/>
                  <a:gd name="T8" fmla="*/ 17 w 232"/>
                  <a:gd name="T9" fmla="*/ 70 h 166"/>
                  <a:gd name="T10" fmla="*/ 180 w 232"/>
                  <a:gd name="T11" fmla="*/ 159 h 166"/>
                  <a:gd name="T12" fmla="*/ 215 w 232"/>
                  <a:gd name="T13" fmla="*/ 149 h 166"/>
                  <a:gd name="T14" fmla="*/ 225 w 232"/>
                  <a:gd name="T15" fmla="*/ 131 h 166"/>
                  <a:gd name="T16" fmla="*/ 215 w 232"/>
                  <a:gd name="T17" fmla="*/ 9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166">
                    <a:moveTo>
                      <a:pt x="215" y="96"/>
                    </a:moveTo>
                    <a:cubicBezTo>
                      <a:pt x="51" y="7"/>
                      <a:pt x="51" y="7"/>
                      <a:pt x="51" y="7"/>
                    </a:cubicBezTo>
                    <a:cubicBezTo>
                      <a:pt x="39" y="0"/>
                      <a:pt x="23" y="5"/>
                      <a:pt x="16" y="17"/>
                    </a:cubicBezTo>
                    <a:cubicBezTo>
                      <a:pt x="6" y="36"/>
                      <a:pt x="6" y="36"/>
                      <a:pt x="6" y="36"/>
                    </a:cubicBezTo>
                    <a:cubicBezTo>
                      <a:pt x="0" y="48"/>
                      <a:pt x="4" y="64"/>
                      <a:pt x="17" y="70"/>
                    </a:cubicBezTo>
                    <a:cubicBezTo>
                      <a:pt x="180" y="159"/>
                      <a:pt x="180" y="159"/>
                      <a:pt x="180" y="159"/>
                    </a:cubicBezTo>
                    <a:cubicBezTo>
                      <a:pt x="193" y="166"/>
                      <a:pt x="208" y="162"/>
                      <a:pt x="215" y="149"/>
                    </a:cubicBezTo>
                    <a:cubicBezTo>
                      <a:pt x="225" y="131"/>
                      <a:pt x="225" y="131"/>
                      <a:pt x="225" y="131"/>
                    </a:cubicBezTo>
                    <a:cubicBezTo>
                      <a:pt x="232" y="118"/>
                      <a:pt x="227" y="103"/>
                      <a:pt x="215" y="96"/>
                    </a:cubicBezTo>
                    <a:close/>
                  </a:path>
                </a:pathLst>
              </a:custGeom>
              <a:solidFill>
                <a:srgbClr val="CCD1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77">
                <a:extLst>
                  <a:ext uri="{FF2B5EF4-FFF2-40B4-BE49-F238E27FC236}">
                    <a16:creationId xmlns:a16="http://schemas.microsoft.com/office/drawing/2014/main" id="{C282BBF2-D666-4B7C-BAD0-993B2F581F95}"/>
                  </a:ext>
                </a:extLst>
              </p:cNvPr>
              <p:cNvSpPr>
                <a:spLocks/>
              </p:cNvSpPr>
              <p:nvPr/>
            </p:nvSpPr>
            <p:spPr bwMode="auto">
              <a:xfrm>
                <a:off x="10696851" y="3096734"/>
                <a:ext cx="466320" cy="329474"/>
              </a:xfrm>
              <a:custGeom>
                <a:avLst/>
                <a:gdLst>
                  <a:gd name="T0" fmla="*/ 210 w 226"/>
                  <a:gd name="T1" fmla="*/ 94 h 160"/>
                  <a:gd name="T2" fmla="*/ 49 w 226"/>
                  <a:gd name="T3" fmla="*/ 7 h 160"/>
                  <a:gd name="T4" fmla="*/ 16 w 226"/>
                  <a:gd name="T5" fmla="*/ 16 h 160"/>
                  <a:gd name="T6" fmla="*/ 7 w 226"/>
                  <a:gd name="T7" fmla="*/ 34 h 160"/>
                  <a:gd name="T8" fmla="*/ 16 w 226"/>
                  <a:gd name="T9" fmla="*/ 67 h 160"/>
                  <a:gd name="T10" fmla="*/ 177 w 226"/>
                  <a:gd name="T11" fmla="*/ 154 h 160"/>
                  <a:gd name="T12" fmla="*/ 210 w 226"/>
                  <a:gd name="T13" fmla="*/ 144 h 160"/>
                  <a:gd name="T14" fmla="*/ 219 w 226"/>
                  <a:gd name="T15" fmla="*/ 127 h 160"/>
                  <a:gd name="T16" fmla="*/ 210 w 226"/>
                  <a:gd name="T17"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160">
                    <a:moveTo>
                      <a:pt x="210" y="94"/>
                    </a:moveTo>
                    <a:cubicBezTo>
                      <a:pt x="49" y="7"/>
                      <a:pt x="49" y="7"/>
                      <a:pt x="49" y="7"/>
                    </a:cubicBezTo>
                    <a:cubicBezTo>
                      <a:pt x="37" y="0"/>
                      <a:pt x="22" y="5"/>
                      <a:pt x="16" y="16"/>
                    </a:cubicBezTo>
                    <a:cubicBezTo>
                      <a:pt x="7" y="34"/>
                      <a:pt x="7" y="34"/>
                      <a:pt x="7" y="34"/>
                    </a:cubicBezTo>
                    <a:cubicBezTo>
                      <a:pt x="0" y="45"/>
                      <a:pt x="5" y="60"/>
                      <a:pt x="16" y="67"/>
                    </a:cubicBezTo>
                    <a:cubicBezTo>
                      <a:pt x="177" y="154"/>
                      <a:pt x="177" y="154"/>
                      <a:pt x="177" y="154"/>
                    </a:cubicBezTo>
                    <a:cubicBezTo>
                      <a:pt x="189" y="160"/>
                      <a:pt x="204" y="156"/>
                      <a:pt x="210" y="144"/>
                    </a:cubicBezTo>
                    <a:cubicBezTo>
                      <a:pt x="219" y="127"/>
                      <a:pt x="219" y="127"/>
                      <a:pt x="219" y="127"/>
                    </a:cubicBezTo>
                    <a:cubicBezTo>
                      <a:pt x="226" y="115"/>
                      <a:pt x="222" y="101"/>
                      <a:pt x="210" y="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78">
                <a:extLst>
                  <a:ext uri="{FF2B5EF4-FFF2-40B4-BE49-F238E27FC236}">
                    <a16:creationId xmlns:a16="http://schemas.microsoft.com/office/drawing/2014/main" id="{4E0CD5F6-17AE-44B1-884C-D4112BC85403}"/>
                  </a:ext>
                </a:extLst>
              </p:cNvPr>
              <p:cNvSpPr>
                <a:spLocks/>
              </p:cNvSpPr>
              <p:nvPr/>
            </p:nvSpPr>
            <p:spPr bwMode="auto">
              <a:xfrm>
                <a:off x="10587898" y="3284133"/>
                <a:ext cx="164737" cy="142075"/>
              </a:xfrm>
              <a:custGeom>
                <a:avLst/>
                <a:gdLst>
                  <a:gd name="T0" fmla="*/ 68 w 80"/>
                  <a:gd name="T1" fmla="*/ 23 h 69"/>
                  <a:gd name="T2" fmla="*/ 35 w 80"/>
                  <a:gd name="T3" fmla="*/ 5 h 69"/>
                  <a:gd name="T4" fmla="*/ 10 w 80"/>
                  <a:gd name="T5" fmla="*/ 13 h 69"/>
                  <a:gd name="T6" fmla="*/ 5 w 80"/>
                  <a:gd name="T7" fmla="*/ 21 h 69"/>
                  <a:gd name="T8" fmla="*/ 13 w 80"/>
                  <a:gd name="T9" fmla="*/ 47 h 69"/>
                  <a:gd name="T10" fmla="*/ 45 w 80"/>
                  <a:gd name="T11" fmla="*/ 64 h 69"/>
                  <a:gd name="T12" fmla="*/ 71 w 80"/>
                  <a:gd name="T13" fmla="*/ 57 h 69"/>
                  <a:gd name="T14" fmla="*/ 75 w 80"/>
                  <a:gd name="T15" fmla="*/ 48 h 69"/>
                  <a:gd name="T16" fmla="*/ 68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8" y="23"/>
                    </a:moveTo>
                    <a:cubicBezTo>
                      <a:pt x="35" y="5"/>
                      <a:pt x="35" y="5"/>
                      <a:pt x="35" y="5"/>
                    </a:cubicBezTo>
                    <a:cubicBezTo>
                      <a:pt x="26" y="0"/>
                      <a:pt x="15" y="4"/>
                      <a:pt x="10" y="13"/>
                    </a:cubicBezTo>
                    <a:cubicBezTo>
                      <a:pt x="5" y="21"/>
                      <a:pt x="5" y="21"/>
                      <a:pt x="5" y="21"/>
                    </a:cubicBezTo>
                    <a:cubicBezTo>
                      <a:pt x="0" y="30"/>
                      <a:pt x="4" y="42"/>
                      <a:pt x="13" y="47"/>
                    </a:cubicBezTo>
                    <a:cubicBezTo>
                      <a:pt x="45" y="64"/>
                      <a:pt x="45" y="64"/>
                      <a:pt x="45" y="64"/>
                    </a:cubicBezTo>
                    <a:cubicBezTo>
                      <a:pt x="54" y="69"/>
                      <a:pt x="66" y="66"/>
                      <a:pt x="71" y="57"/>
                    </a:cubicBezTo>
                    <a:cubicBezTo>
                      <a:pt x="75" y="48"/>
                      <a:pt x="75" y="48"/>
                      <a:pt x="75" y="48"/>
                    </a:cubicBezTo>
                    <a:cubicBezTo>
                      <a:pt x="80" y="39"/>
                      <a:pt x="77" y="28"/>
                      <a:pt x="68"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79">
                <a:extLst>
                  <a:ext uri="{FF2B5EF4-FFF2-40B4-BE49-F238E27FC236}">
                    <a16:creationId xmlns:a16="http://schemas.microsoft.com/office/drawing/2014/main" id="{AB0C06E6-8FFF-4E0D-A5A0-E6C6A91C29F4}"/>
                  </a:ext>
                </a:extLst>
              </p:cNvPr>
              <p:cNvSpPr>
                <a:spLocks/>
              </p:cNvSpPr>
              <p:nvPr/>
            </p:nvSpPr>
            <p:spPr bwMode="auto">
              <a:xfrm>
                <a:off x="10750891" y="3373038"/>
                <a:ext cx="162994" cy="142075"/>
              </a:xfrm>
              <a:custGeom>
                <a:avLst/>
                <a:gdLst>
                  <a:gd name="T0" fmla="*/ 67 w 79"/>
                  <a:gd name="T1" fmla="*/ 22 h 69"/>
                  <a:gd name="T2" fmla="*/ 35 w 79"/>
                  <a:gd name="T3" fmla="*/ 5 h 69"/>
                  <a:gd name="T4" fmla="*/ 9 w 79"/>
                  <a:gd name="T5" fmla="*/ 12 h 69"/>
                  <a:gd name="T6" fmla="*/ 5 w 79"/>
                  <a:gd name="T7" fmla="*/ 21 h 69"/>
                  <a:gd name="T8" fmla="*/ 12 w 79"/>
                  <a:gd name="T9" fmla="*/ 46 h 69"/>
                  <a:gd name="T10" fmla="*/ 44 w 79"/>
                  <a:gd name="T11" fmla="*/ 64 h 69"/>
                  <a:gd name="T12" fmla="*/ 70 w 79"/>
                  <a:gd name="T13" fmla="*/ 56 h 69"/>
                  <a:gd name="T14" fmla="*/ 74 w 79"/>
                  <a:gd name="T15" fmla="*/ 48 h 69"/>
                  <a:gd name="T16" fmla="*/ 67 w 79"/>
                  <a:gd name="T17" fmla="*/ 2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69">
                    <a:moveTo>
                      <a:pt x="67" y="22"/>
                    </a:moveTo>
                    <a:cubicBezTo>
                      <a:pt x="35" y="5"/>
                      <a:pt x="35" y="5"/>
                      <a:pt x="35" y="5"/>
                    </a:cubicBezTo>
                    <a:cubicBezTo>
                      <a:pt x="25" y="0"/>
                      <a:pt x="14" y="3"/>
                      <a:pt x="9" y="12"/>
                    </a:cubicBezTo>
                    <a:cubicBezTo>
                      <a:pt x="5" y="21"/>
                      <a:pt x="5" y="21"/>
                      <a:pt x="5" y="21"/>
                    </a:cubicBezTo>
                    <a:cubicBezTo>
                      <a:pt x="0" y="30"/>
                      <a:pt x="3" y="41"/>
                      <a:pt x="12" y="46"/>
                    </a:cubicBezTo>
                    <a:cubicBezTo>
                      <a:pt x="44" y="64"/>
                      <a:pt x="44" y="64"/>
                      <a:pt x="44" y="64"/>
                    </a:cubicBezTo>
                    <a:cubicBezTo>
                      <a:pt x="53" y="69"/>
                      <a:pt x="65" y="65"/>
                      <a:pt x="70" y="56"/>
                    </a:cubicBezTo>
                    <a:cubicBezTo>
                      <a:pt x="74" y="48"/>
                      <a:pt x="74" y="48"/>
                      <a:pt x="74" y="48"/>
                    </a:cubicBezTo>
                    <a:cubicBezTo>
                      <a:pt x="79" y="39"/>
                      <a:pt x="76"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80">
                <a:extLst>
                  <a:ext uri="{FF2B5EF4-FFF2-40B4-BE49-F238E27FC236}">
                    <a16:creationId xmlns:a16="http://schemas.microsoft.com/office/drawing/2014/main" id="{DCCE554E-DE72-44F0-86DA-D1FD9029A085}"/>
                  </a:ext>
                </a:extLst>
              </p:cNvPr>
              <p:cNvSpPr>
                <a:spLocks/>
              </p:cNvSpPr>
              <p:nvPr/>
            </p:nvSpPr>
            <p:spPr bwMode="auto">
              <a:xfrm>
                <a:off x="10528627" y="3395701"/>
                <a:ext cx="164737" cy="142075"/>
              </a:xfrm>
              <a:custGeom>
                <a:avLst/>
                <a:gdLst>
                  <a:gd name="T0" fmla="*/ 67 w 80"/>
                  <a:gd name="T1" fmla="*/ 23 h 69"/>
                  <a:gd name="T2" fmla="*/ 35 w 80"/>
                  <a:gd name="T3" fmla="*/ 5 h 69"/>
                  <a:gd name="T4" fmla="*/ 10 w 80"/>
                  <a:gd name="T5" fmla="*/ 13 h 69"/>
                  <a:gd name="T6" fmla="*/ 5 w 80"/>
                  <a:gd name="T7" fmla="*/ 21 h 69"/>
                  <a:gd name="T8" fmla="*/ 13 w 80"/>
                  <a:gd name="T9" fmla="*/ 46 h 69"/>
                  <a:gd name="T10" fmla="*/ 45 w 80"/>
                  <a:gd name="T11" fmla="*/ 64 h 69"/>
                  <a:gd name="T12" fmla="*/ 70 w 80"/>
                  <a:gd name="T13" fmla="*/ 56 h 69"/>
                  <a:gd name="T14" fmla="*/ 75 w 80"/>
                  <a:gd name="T15" fmla="*/ 48 h 69"/>
                  <a:gd name="T16" fmla="*/ 67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7" y="23"/>
                    </a:moveTo>
                    <a:cubicBezTo>
                      <a:pt x="35" y="5"/>
                      <a:pt x="35" y="5"/>
                      <a:pt x="35" y="5"/>
                    </a:cubicBezTo>
                    <a:cubicBezTo>
                      <a:pt x="26" y="0"/>
                      <a:pt x="15" y="3"/>
                      <a:pt x="10" y="13"/>
                    </a:cubicBezTo>
                    <a:cubicBezTo>
                      <a:pt x="5" y="21"/>
                      <a:pt x="5" y="21"/>
                      <a:pt x="5" y="21"/>
                    </a:cubicBezTo>
                    <a:cubicBezTo>
                      <a:pt x="0" y="30"/>
                      <a:pt x="4" y="41"/>
                      <a:pt x="13" y="46"/>
                    </a:cubicBezTo>
                    <a:cubicBezTo>
                      <a:pt x="45" y="64"/>
                      <a:pt x="45" y="64"/>
                      <a:pt x="45" y="64"/>
                    </a:cubicBezTo>
                    <a:cubicBezTo>
                      <a:pt x="54" y="69"/>
                      <a:pt x="65" y="65"/>
                      <a:pt x="70" y="56"/>
                    </a:cubicBezTo>
                    <a:cubicBezTo>
                      <a:pt x="75" y="48"/>
                      <a:pt x="75" y="48"/>
                      <a:pt x="75" y="48"/>
                    </a:cubicBezTo>
                    <a:cubicBezTo>
                      <a:pt x="80" y="39"/>
                      <a:pt x="77" y="28"/>
                      <a:pt x="67"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81">
                <a:extLst>
                  <a:ext uri="{FF2B5EF4-FFF2-40B4-BE49-F238E27FC236}">
                    <a16:creationId xmlns:a16="http://schemas.microsoft.com/office/drawing/2014/main" id="{D32FCE97-875D-4EF0-8B41-3C282FFD36B3}"/>
                  </a:ext>
                </a:extLst>
              </p:cNvPr>
              <p:cNvSpPr>
                <a:spLocks/>
              </p:cNvSpPr>
              <p:nvPr/>
            </p:nvSpPr>
            <p:spPr bwMode="auto">
              <a:xfrm>
                <a:off x="10689006" y="3483735"/>
                <a:ext cx="164737" cy="140332"/>
              </a:xfrm>
              <a:custGeom>
                <a:avLst/>
                <a:gdLst>
                  <a:gd name="T0" fmla="*/ 68 w 80"/>
                  <a:gd name="T1" fmla="*/ 22 h 68"/>
                  <a:gd name="T2" fmla="*/ 35 w 80"/>
                  <a:gd name="T3" fmla="*/ 5 h 68"/>
                  <a:gd name="T4" fmla="*/ 10 w 80"/>
                  <a:gd name="T5" fmla="*/ 12 h 68"/>
                  <a:gd name="T6" fmla="*/ 5 w 80"/>
                  <a:gd name="T7" fmla="*/ 20 h 68"/>
                  <a:gd name="T8" fmla="*/ 13 w 80"/>
                  <a:gd name="T9" fmla="*/ 46 h 68"/>
                  <a:gd name="T10" fmla="*/ 45 w 80"/>
                  <a:gd name="T11" fmla="*/ 63 h 68"/>
                  <a:gd name="T12" fmla="*/ 71 w 80"/>
                  <a:gd name="T13" fmla="*/ 56 h 68"/>
                  <a:gd name="T14" fmla="*/ 75 w 80"/>
                  <a:gd name="T15" fmla="*/ 48 h 68"/>
                  <a:gd name="T16" fmla="*/ 68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8" y="22"/>
                    </a:moveTo>
                    <a:cubicBezTo>
                      <a:pt x="35" y="5"/>
                      <a:pt x="35" y="5"/>
                      <a:pt x="35" y="5"/>
                    </a:cubicBezTo>
                    <a:cubicBezTo>
                      <a:pt x="26" y="0"/>
                      <a:pt x="15" y="3"/>
                      <a:pt x="10" y="12"/>
                    </a:cubicBezTo>
                    <a:cubicBezTo>
                      <a:pt x="5" y="20"/>
                      <a:pt x="5" y="20"/>
                      <a:pt x="5" y="20"/>
                    </a:cubicBezTo>
                    <a:cubicBezTo>
                      <a:pt x="0" y="30"/>
                      <a:pt x="4" y="41"/>
                      <a:pt x="13" y="46"/>
                    </a:cubicBezTo>
                    <a:cubicBezTo>
                      <a:pt x="45" y="63"/>
                      <a:pt x="45" y="63"/>
                      <a:pt x="45" y="63"/>
                    </a:cubicBezTo>
                    <a:cubicBezTo>
                      <a:pt x="54" y="68"/>
                      <a:pt x="66" y="65"/>
                      <a:pt x="71" y="56"/>
                    </a:cubicBezTo>
                    <a:cubicBezTo>
                      <a:pt x="75" y="48"/>
                      <a:pt x="75" y="48"/>
                      <a:pt x="75" y="48"/>
                    </a:cubicBezTo>
                    <a:cubicBezTo>
                      <a:pt x="80" y="38"/>
                      <a:pt x="77" y="27"/>
                      <a:pt x="68"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82">
                <a:extLst>
                  <a:ext uri="{FF2B5EF4-FFF2-40B4-BE49-F238E27FC236}">
                    <a16:creationId xmlns:a16="http://schemas.microsoft.com/office/drawing/2014/main" id="{AE91F463-2969-4625-8C41-A2184EA4EEBF}"/>
                  </a:ext>
                </a:extLst>
              </p:cNvPr>
              <p:cNvSpPr>
                <a:spLocks/>
              </p:cNvSpPr>
              <p:nvPr/>
            </p:nvSpPr>
            <p:spPr bwMode="auto">
              <a:xfrm>
                <a:off x="10852000" y="3572640"/>
                <a:ext cx="164737" cy="140333"/>
              </a:xfrm>
              <a:custGeom>
                <a:avLst/>
                <a:gdLst>
                  <a:gd name="T0" fmla="*/ 67 w 80"/>
                  <a:gd name="T1" fmla="*/ 22 h 68"/>
                  <a:gd name="T2" fmla="*/ 35 w 80"/>
                  <a:gd name="T3" fmla="*/ 4 h 68"/>
                  <a:gd name="T4" fmla="*/ 10 w 80"/>
                  <a:gd name="T5" fmla="*/ 12 h 68"/>
                  <a:gd name="T6" fmla="*/ 5 w 80"/>
                  <a:gd name="T7" fmla="*/ 20 h 68"/>
                  <a:gd name="T8" fmla="*/ 13 w 80"/>
                  <a:gd name="T9" fmla="*/ 46 h 68"/>
                  <a:gd name="T10" fmla="*/ 45 w 80"/>
                  <a:gd name="T11" fmla="*/ 63 h 68"/>
                  <a:gd name="T12" fmla="*/ 70 w 80"/>
                  <a:gd name="T13" fmla="*/ 56 h 68"/>
                  <a:gd name="T14" fmla="*/ 75 w 80"/>
                  <a:gd name="T15" fmla="*/ 47 h 68"/>
                  <a:gd name="T16" fmla="*/ 67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7" y="22"/>
                    </a:moveTo>
                    <a:cubicBezTo>
                      <a:pt x="35" y="4"/>
                      <a:pt x="35" y="4"/>
                      <a:pt x="35" y="4"/>
                    </a:cubicBezTo>
                    <a:cubicBezTo>
                      <a:pt x="26" y="0"/>
                      <a:pt x="15" y="3"/>
                      <a:pt x="10" y="12"/>
                    </a:cubicBezTo>
                    <a:cubicBezTo>
                      <a:pt x="5" y="20"/>
                      <a:pt x="5" y="20"/>
                      <a:pt x="5" y="20"/>
                    </a:cubicBezTo>
                    <a:cubicBezTo>
                      <a:pt x="0" y="29"/>
                      <a:pt x="4" y="41"/>
                      <a:pt x="13" y="46"/>
                    </a:cubicBezTo>
                    <a:cubicBezTo>
                      <a:pt x="45" y="63"/>
                      <a:pt x="45" y="63"/>
                      <a:pt x="45" y="63"/>
                    </a:cubicBezTo>
                    <a:cubicBezTo>
                      <a:pt x="54" y="68"/>
                      <a:pt x="65" y="65"/>
                      <a:pt x="70" y="56"/>
                    </a:cubicBezTo>
                    <a:cubicBezTo>
                      <a:pt x="75" y="47"/>
                      <a:pt x="75" y="47"/>
                      <a:pt x="75" y="47"/>
                    </a:cubicBezTo>
                    <a:cubicBezTo>
                      <a:pt x="80" y="38"/>
                      <a:pt x="77"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83">
                <a:extLst>
                  <a:ext uri="{FF2B5EF4-FFF2-40B4-BE49-F238E27FC236}">
                    <a16:creationId xmlns:a16="http://schemas.microsoft.com/office/drawing/2014/main" id="{E361ABB5-95DD-4353-8AF3-8BDEAF0B5EBD}"/>
                  </a:ext>
                </a:extLst>
              </p:cNvPr>
              <p:cNvSpPr>
                <a:spLocks/>
              </p:cNvSpPr>
              <p:nvPr/>
            </p:nvSpPr>
            <p:spPr bwMode="auto">
              <a:xfrm>
                <a:off x="10468485" y="3504654"/>
                <a:ext cx="164737" cy="142075"/>
              </a:xfrm>
              <a:custGeom>
                <a:avLst/>
                <a:gdLst>
                  <a:gd name="T0" fmla="*/ 68 w 80"/>
                  <a:gd name="T1" fmla="*/ 23 h 69"/>
                  <a:gd name="T2" fmla="*/ 35 w 80"/>
                  <a:gd name="T3" fmla="*/ 5 h 69"/>
                  <a:gd name="T4" fmla="*/ 10 w 80"/>
                  <a:gd name="T5" fmla="*/ 13 h 69"/>
                  <a:gd name="T6" fmla="*/ 5 w 80"/>
                  <a:gd name="T7" fmla="*/ 21 h 69"/>
                  <a:gd name="T8" fmla="*/ 13 w 80"/>
                  <a:gd name="T9" fmla="*/ 46 h 69"/>
                  <a:gd name="T10" fmla="*/ 45 w 80"/>
                  <a:gd name="T11" fmla="*/ 64 h 69"/>
                  <a:gd name="T12" fmla="*/ 71 w 80"/>
                  <a:gd name="T13" fmla="*/ 56 h 69"/>
                  <a:gd name="T14" fmla="*/ 75 w 80"/>
                  <a:gd name="T15" fmla="*/ 48 h 69"/>
                  <a:gd name="T16" fmla="*/ 68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8" y="23"/>
                    </a:moveTo>
                    <a:cubicBezTo>
                      <a:pt x="35" y="5"/>
                      <a:pt x="35" y="5"/>
                      <a:pt x="35" y="5"/>
                    </a:cubicBezTo>
                    <a:cubicBezTo>
                      <a:pt x="26" y="0"/>
                      <a:pt x="15" y="3"/>
                      <a:pt x="10" y="13"/>
                    </a:cubicBezTo>
                    <a:cubicBezTo>
                      <a:pt x="5" y="21"/>
                      <a:pt x="5" y="21"/>
                      <a:pt x="5" y="21"/>
                    </a:cubicBezTo>
                    <a:cubicBezTo>
                      <a:pt x="0" y="30"/>
                      <a:pt x="4" y="41"/>
                      <a:pt x="13" y="46"/>
                    </a:cubicBezTo>
                    <a:cubicBezTo>
                      <a:pt x="45" y="64"/>
                      <a:pt x="45" y="64"/>
                      <a:pt x="45" y="64"/>
                    </a:cubicBezTo>
                    <a:cubicBezTo>
                      <a:pt x="54" y="69"/>
                      <a:pt x="66" y="66"/>
                      <a:pt x="71" y="56"/>
                    </a:cubicBezTo>
                    <a:cubicBezTo>
                      <a:pt x="75" y="48"/>
                      <a:pt x="75" y="48"/>
                      <a:pt x="75" y="48"/>
                    </a:cubicBezTo>
                    <a:cubicBezTo>
                      <a:pt x="80" y="39"/>
                      <a:pt x="77" y="28"/>
                      <a:pt x="68"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84">
                <a:extLst>
                  <a:ext uri="{FF2B5EF4-FFF2-40B4-BE49-F238E27FC236}">
                    <a16:creationId xmlns:a16="http://schemas.microsoft.com/office/drawing/2014/main" id="{F05FB126-77D1-4F2F-BD89-B33F7F8EA198}"/>
                  </a:ext>
                </a:extLst>
              </p:cNvPr>
              <p:cNvSpPr>
                <a:spLocks/>
              </p:cNvSpPr>
              <p:nvPr/>
            </p:nvSpPr>
            <p:spPr bwMode="auto">
              <a:xfrm>
                <a:off x="10631479" y="3593560"/>
                <a:ext cx="162994" cy="139460"/>
              </a:xfrm>
              <a:custGeom>
                <a:avLst/>
                <a:gdLst>
                  <a:gd name="T0" fmla="*/ 67 w 79"/>
                  <a:gd name="T1" fmla="*/ 22 h 68"/>
                  <a:gd name="T2" fmla="*/ 34 w 79"/>
                  <a:gd name="T3" fmla="*/ 5 h 68"/>
                  <a:gd name="T4" fmla="*/ 9 w 79"/>
                  <a:gd name="T5" fmla="*/ 12 h 68"/>
                  <a:gd name="T6" fmla="*/ 4 w 79"/>
                  <a:gd name="T7" fmla="*/ 20 h 68"/>
                  <a:gd name="T8" fmla="*/ 12 w 79"/>
                  <a:gd name="T9" fmla="*/ 46 h 68"/>
                  <a:gd name="T10" fmla="*/ 44 w 79"/>
                  <a:gd name="T11" fmla="*/ 63 h 68"/>
                  <a:gd name="T12" fmla="*/ 70 w 79"/>
                  <a:gd name="T13" fmla="*/ 56 h 68"/>
                  <a:gd name="T14" fmla="*/ 74 w 79"/>
                  <a:gd name="T15" fmla="*/ 48 h 68"/>
                  <a:gd name="T16" fmla="*/ 67 w 79"/>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68">
                    <a:moveTo>
                      <a:pt x="67" y="22"/>
                    </a:moveTo>
                    <a:cubicBezTo>
                      <a:pt x="34" y="5"/>
                      <a:pt x="34" y="5"/>
                      <a:pt x="34" y="5"/>
                    </a:cubicBezTo>
                    <a:cubicBezTo>
                      <a:pt x="25" y="0"/>
                      <a:pt x="14" y="3"/>
                      <a:pt x="9" y="12"/>
                    </a:cubicBezTo>
                    <a:cubicBezTo>
                      <a:pt x="4" y="20"/>
                      <a:pt x="4" y="20"/>
                      <a:pt x="4" y="20"/>
                    </a:cubicBezTo>
                    <a:cubicBezTo>
                      <a:pt x="0" y="30"/>
                      <a:pt x="3" y="41"/>
                      <a:pt x="12" y="46"/>
                    </a:cubicBezTo>
                    <a:cubicBezTo>
                      <a:pt x="44" y="63"/>
                      <a:pt x="44" y="63"/>
                      <a:pt x="44" y="63"/>
                    </a:cubicBezTo>
                    <a:cubicBezTo>
                      <a:pt x="53" y="68"/>
                      <a:pt x="65" y="65"/>
                      <a:pt x="70" y="56"/>
                    </a:cubicBezTo>
                    <a:cubicBezTo>
                      <a:pt x="74" y="48"/>
                      <a:pt x="74" y="48"/>
                      <a:pt x="74" y="48"/>
                    </a:cubicBezTo>
                    <a:cubicBezTo>
                      <a:pt x="79" y="38"/>
                      <a:pt x="76"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5">
                <a:extLst>
                  <a:ext uri="{FF2B5EF4-FFF2-40B4-BE49-F238E27FC236}">
                    <a16:creationId xmlns:a16="http://schemas.microsoft.com/office/drawing/2014/main" id="{FD07C907-0553-4974-B85D-A6AF5617949F}"/>
                  </a:ext>
                </a:extLst>
              </p:cNvPr>
              <p:cNvSpPr>
                <a:spLocks/>
              </p:cNvSpPr>
              <p:nvPr/>
            </p:nvSpPr>
            <p:spPr bwMode="auto">
              <a:xfrm>
                <a:off x="10791858" y="3681594"/>
                <a:ext cx="164737" cy="140332"/>
              </a:xfrm>
              <a:custGeom>
                <a:avLst/>
                <a:gdLst>
                  <a:gd name="T0" fmla="*/ 68 w 80"/>
                  <a:gd name="T1" fmla="*/ 22 h 68"/>
                  <a:gd name="T2" fmla="*/ 35 w 80"/>
                  <a:gd name="T3" fmla="*/ 4 h 68"/>
                  <a:gd name="T4" fmla="*/ 10 w 80"/>
                  <a:gd name="T5" fmla="*/ 12 h 68"/>
                  <a:gd name="T6" fmla="*/ 5 w 80"/>
                  <a:gd name="T7" fmla="*/ 20 h 68"/>
                  <a:gd name="T8" fmla="*/ 13 w 80"/>
                  <a:gd name="T9" fmla="*/ 46 h 68"/>
                  <a:gd name="T10" fmla="*/ 45 w 80"/>
                  <a:gd name="T11" fmla="*/ 63 h 68"/>
                  <a:gd name="T12" fmla="*/ 71 w 80"/>
                  <a:gd name="T13" fmla="*/ 56 h 68"/>
                  <a:gd name="T14" fmla="*/ 75 w 80"/>
                  <a:gd name="T15" fmla="*/ 47 h 68"/>
                  <a:gd name="T16" fmla="*/ 68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8" y="22"/>
                    </a:moveTo>
                    <a:cubicBezTo>
                      <a:pt x="35" y="4"/>
                      <a:pt x="35" y="4"/>
                      <a:pt x="35" y="4"/>
                    </a:cubicBezTo>
                    <a:cubicBezTo>
                      <a:pt x="26" y="0"/>
                      <a:pt x="15" y="3"/>
                      <a:pt x="10" y="12"/>
                    </a:cubicBezTo>
                    <a:cubicBezTo>
                      <a:pt x="5" y="20"/>
                      <a:pt x="5" y="20"/>
                      <a:pt x="5" y="20"/>
                    </a:cubicBezTo>
                    <a:cubicBezTo>
                      <a:pt x="0" y="29"/>
                      <a:pt x="4" y="41"/>
                      <a:pt x="13" y="46"/>
                    </a:cubicBezTo>
                    <a:cubicBezTo>
                      <a:pt x="45" y="63"/>
                      <a:pt x="45" y="63"/>
                      <a:pt x="45" y="63"/>
                    </a:cubicBezTo>
                    <a:cubicBezTo>
                      <a:pt x="54" y="68"/>
                      <a:pt x="66" y="65"/>
                      <a:pt x="71" y="56"/>
                    </a:cubicBezTo>
                    <a:cubicBezTo>
                      <a:pt x="75" y="47"/>
                      <a:pt x="75" y="47"/>
                      <a:pt x="75" y="47"/>
                    </a:cubicBezTo>
                    <a:cubicBezTo>
                      <a:pt x="80" y="38"/>
                      <a:pt x="77" y="27"/>
                      <a:pt x="68"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6">
                <a:extLst>
                  <a:ext uri="{FF2B5EF4-FFF2-40B4-BE49-F238E27FC236}">
                    <a16:creationId xmlns:a16="http://schemas.microsoft.com/office/drawing/2014/main" id="{57F0AFE4-B37D-4B9E-A5C6-2BE50B76FCD8}"/>
                  </a:ext>
                </a:extLst>
              </p:cNvPr>
              <p:cNvSpPr>
                <a:spLocks/>
              </p:cNvSpPr>
              <p:nvPr/>
            </p:nvSpPr>
            <p:spPr bwMode="auto">
              <a:xfrm>
                <a:off x="10911270" y="3461073"/>
                <a:ext cx="165609" cy="142075"/>
              </a:xfrm>
              <a:custGeom>
                <a:avLst/>
                <a:gdLst>
                  <a:gd name="T0" fmla="*/ 71 w 80"/>
                  <a:gd name="T1" fmla="*/ 56 h 69"/>
                  <a:gd name="T2" fmla="*/ 45 w 80"/>
                  <a:gd name="T3" fmla="*/ 64 h 69"/>
                  <a:gd name="T4" fmla="*/ 13 w 80"/>
                  <a:gd name="T5" fmla="*/ 46 h 69"/>
                  <a:gd name="T6" fmla="*/ 5 w 80"/>
                  <a:gd name="T7" fmla="*/ 21 h 69"/>
                  <a:gd name="T8" fmla="*/ 10 w 80"/>
                  <a:gd name="T9" fmla="*/ 12 h 69"/>
                  <a:gd name="T10" fmla="*/ 35 w 80"/>
                  <a:gd name="T11" fmla="*/ 5 h 69"/>
                  <a:gd name="T12" fmla="*/ 68 w 80"/>
                  <a:gd name="T13" fmla="*/ 22 h 69"/>
                  <a:gd name="T14" fmla="*/ 75 w 80"/>
                  <a:gd name="T15" fmla="*/ 48 h 69"/>
                  <a:gd name="T16" fmla="*/ 71 w 80"/>
                  <a:gd name="T17" fmla="*/ 5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71" y="56"/>
                    </a:moveTo>
                    <a:cubicBezTo>
                      <a:pt x="66" y="65"/>
                      <a:pt x="54" y="69"/>
                      <a:pt x="45" y="64"/>
                    </a:cubicBezTo>
                    <a:cubicBezTo>
                      <a:pt x="13" y="46"/>
                      <a:pt x="13" y="46"/>
                      <a:pt x="13" y="46"/>
                    </a:cubicBezTo>
                    <a:cubicBezTo>
                      <a:pt x="4" y="41"/>
                      <a:pt x="0" y="30"/>
                      <a:pt x="5" y="21"/>
                    </a:cubicBezTo>
                    <a:cubicBezTo>
                      <a:pt x="10" y="12"/>
                      <a:pt x="10" y="12"/>
                      <a:pt x="10" y="12"/>
                    </a:cubicBezTo>
                    <a:cubicBezTo>
                      <a:pt x="15" y="3"/>
                      <a:pt x="26" y="0"/>
                      <a:pt x="35" y="5"/>
                    </a:cubicBezTo>
                    <a:cubicBezTo>
                      <a:pt x="68" y="22"/>
                      <a:pt x="68" y="22"/>
                      <a:pt x="68" y="22"/>
                    </a:cubicBezTo>
                    <a:cubicBezTo>
                      <a:pt x="77" y="27"/>
                      <a:pt x="80" y="39"/>
                      <a:pt x="75" y="48"/>
                    </a:cubicBezTo>
                    <a:lnTo>
                      <a:pt x="71" y="5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7">
                <a:extLst>
                  <a:ext uri="{FF2B5EF4-FFF2-40B4-BE49-F238E27FC236}">
                    <a16:creationId xmlns:a16="http://schemas.microsoft.com/office/drawing/2014/main" id="{94123D8C-63F3-453B-850E-4F866838CDC6}"/>
                  </a:ext>
                </a:extLst>
              </p:cNvPr>
              <p:cNvSpPr>
                <a:spLocks/>
              </p:cNvSpPr>
              <p:nvPr/>
            </p:nvSpPr>
            <p:spPr bwMode="auto">
              <a:xfrm>
                <a:off x="10915629" y="3628425"/>
                <a:ext cx="39223" cy="28764"/>
              </a:xfrm>
              <a:custGeom>
                <a:avLst/>
                <a:gdLst>
                  <a:gd name="T0" fmla="*/ 17 w 19"/>
                  <a:gd name="T1" fmla="*/ 14 h 14"/>
                  <a:gd name="T2" fmla="*/ 16 w 19"/>
                  <a:gd name="T3" fmla="*/ 14 h 14"/>
                  <a:gd name="T4" fmla="*/ 0 w 19"/>
                  <a:gd name="T5" fmla="*/ 6 h 14"/>
                  <a:gd name="T6" fmla="*/ 0 w 19"/>
                  <a:gd name="T7" fmla="*/ 5 h 14"/>
                  <a:gd name="T8" fmla="*/ 2 w 19"/>
                  <a:gd name="T9" fmla="*/ 1 h 14"/>
                  <a:gd name="T10" fmla="*/ 3 w 19"/>
                  <a:gd name="T11" fmla="*/ 0 h 14"/>
                  <a:gd name="T12" fmla="*/ 18 w 19"/>
                  <a:gd name="T13" fmla="*/ 9 h 14"/>
                  <a:gd name="T14" fmla="*/ 19 w 19"/>
                  <a:gd name="T15" fmla="*/ 10 h 14"/>
                  <a:gd name="T16" fmla="*/ 17 w 19"/>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17" y="14"/>
                    </a:moveTo>
                    <a:cubicBezTo>
                      <a:pt x="16" y="14"/>
                      <a:pt x="16" y="14"/>
                      <a:pt x="16" y="14"/>
                    </a:cubicBezTo>
                    <a:cubicBezTo>
                      <a:pt x="0" y="6"/>
                      <a:pt x="0" y="6"/>
                      <a:pt x="0" y="6"/>
                    </a:cubicBezTo>
                    <a:cubicBezTo>
                      <a:pt x="0" y="5"/>
                      <a:pt x="0" y="5"/>
                      <a:pt x="0" y="5"/>
                    </a:cubicBezTo>
                    <a:cubicBezTo>
                      <a:pt x="2" y="1"/>
                      <a:pt x="2" y="1"/>
                      <a:pt x="2" y="1"/>
                    </a:cubicBezTo>
                    <a:cubicBezTo>
                      <a:pt x="2" y="0"/>
                      <a:pt x="3" y="0"/>
                      <a:pt x="3" y="0"/>
                    </a:cubicBezTo>
                    <a:cubicBezTo>
                      <a:pt x="18" y="9"/>
                      <a:pt x="18" y="9"/>
                      <a:pt x="18" y="9"/>
                    </a:cubicBezTo>
                    <a:cubicBezTo>
                      <a:pt x="19" y="10"/>
                      <a:pt x="19" y="10"/>
                      <a:pt x="19" y="10"/>
                    </a:cubicBezTo>
                    <a:lnTo>
                      <a:pt x="1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88">
                <a:extLst>
                  <a:ext uri="{FF2B5EF4-FFF2-40B4-BE49-F238E27FC236}">
                    <a16:creationId xmlns:a16="http://schemas.microsoft.com/office/drawing/2014/main" id="{F8CF8F49-0E5D-4D22-B2C9-6831810C7274}"/>
                  </a:ext>
                </a:extLst>
              </p:cNvPr>
              <p:cNvSpPr>
                <a:spLocks/>
              </p:cNvSpPr>
              <p:nvPr/>
            </p:nvSpPr>
            <p:spPr bwMode="auto">
              <a:xfrm>
                <a:off x="10919987" y="3624066"/>
                <a:ext cx="28764" cy="39223"/>
              </a:xfrm>
              <a:custGeom>
                <a:avLst/>
                <a:gdLst>
                  <a:gd name="T0" fmla="*/ 1 w 14"/>
                  <a:gd name="T1" fmla="*/ 16 h 19"/>
                  <a:gd name="T2" fmla="*/ 0 w 14"/>
                  <a:gd name="T3" fmla="*/ 15 h 19"/>
                  <a:gd name="T4" fmla="*/ 9 w 14"/>
                  <a:gd name="T5" fmla="*/ 0 h 19"/>
                  <a:gd name="T6" fmla="*/ 10 w 14"/>
                  <a:gd name="T7" fmla="*/ 0 h 19"/>
                  <a:gd name="T8" fmla="*/ 14 w 14"/>
                  <a:gd name="T9" fmla="*/ 2 h 19"/>
                  <a:gd name="T10" fmla="*/ 14 w 14"/>
                  <a:gd name="T11" fmla="*/ 3 h 19"/>
                  <a:gd name="T12" fmla="*/ 6 w 14"/>
                  <a:gd name="T13" fmla="*/ 18 h 19"/>
                  <a:gd name="T14" fmla="*/ 5 w 14"/>
                  <a:gd name="T15" fmla="*/ 18 h 19"/>
                  <a:gd name="T16" fmla="*/ 1 w 14"/>
                  <a:gd name="T1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
                    <a:moveTo>
                      <a:pt x="1" y="16"/>
                    </a:moveTo>
                    <a:cubicBezTo>
                      <a:pt x="0" y="16"/>
                      <a:pt x="0" y="16"/>
                      <a:pt x="0" y="15"/>
                    </a:cubicBezTo>
                    <a:cubicBezTo>
                      <a:pt x="9" y="0"/>
                      <a:pt x="9" y="0"/>
                      <a:pt x="9" y="0"/>
                    </a:cubicBezTo>
                    <a:cubicBezTo>
                      <a:pt x="9" y="0"/>
                      <a:pt x="9" y="0"/>
                      <a:pt x="10" y="0"/>
                    </a:cubicBezTo>
                    <a:cubicBezTo>
                      <a:pt x="14" y="2"/>
                      <a:pt x="14" y="2"/>
                      <a:pt x="14" y="2"/>
                    </a:cubicBezTo>
                    <a:cubicBezTo>
                      <a:pt x="14" y="2"/>
                      <a:pt x="14" y="3"/>
                      <a:pt x="14" y="3"/>
                    </a:cubicBezTo>
                    <a:cubicBezTo>
                      <a:pt x="6" y="18"/>
                      <a:pt x="6" y="18"/>
                      <a:pt x="6" y="18"/>
                    </a:cubicBezTo>
                    <a:cubicBezTo>
                      <a:pt x="5" y="19"/>
                      <a:pt x="5" y="19"/>
                      <a:pt x="5" y="18"/>
                    </a:cubicBezTo>
                    <a:lnTo>
                      <a:pt x="1"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89">
                <a:extLst>
                  <a:ext uri="{FF2B5EF4-FFF2-40B4-BE49-F238E27FC236}">
                    <a16:creationId xmlns:a16="http://schemas.microsoft.com/office/drawing/2014/main" id="{96770DAA-260E-42ED-95FE-CD6668719079}"/>
                  </a:ext>
                </a:extLst>
              </p:cNvPr>
              <p:cNvSpPr>
                <a:spLocks/>
              </p:cNvSpPr>
              <p:nvPr/>
            </p:nvSpPr>
            <p:spPr bwMode="auto">
              <a:xfrm>
                <a:off x="10701209" y="3642371"/>
                <a:ext cx="22662" cy="41838"/>
              </a:xfrm>
              <a:custGeom>
                <a:avLst/>
                <a:gdLst>
                  <a:gd name="T0" fmla="*/ 6 w 11"/>
                  <a:gd name="T1" fmla="*/ 20 h 20"/>
                  <a:gd name="T2" fmla="*/ 5 w 11"/>
                  <a:gd name="T3" fmla="*/ 19 h 20"/>
                  <a:gd name="T4" fmla="*/ 0 w 11"/>
                  <a:gd name="T5" fmla="*/ 3 h 20"/>
                  <a:gd name="T6" fmla="*/ 1 w 11"/>
                  <a:gd name="T7" fmla="*/ 2 h 20"/>
                  <a:gd name="T8" fmla="*/ 5 w 11"/>
                  <a:gd name="T9" fmla="*/ 0 h 20"/>
                  <a:gd name="T10" fmla="*/ 6 w 11"/>
                  <a:gd name="T11" fmla="*/ 1 h 20"/>
                  <a:gd name="T12" fmla="*/ 11 w 11"/>
                  <a:gd name="T13" fmla="*/ 18 h 20"/>
                  <a:gd name="T14" fmla="*/ 10 w 11"/>
                  <a:gd name="T15" fmla="*/ 18 h 20"/>
                  <a:gd name="T16" fmla="*/ 6 w 11"/>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6" y="20"/>
                    </a:moveTo>
                    <a:cubicBezTo>
                      <a:pt x="6" y="20"/>
                      <a:pt x="5" y="20"/>
                      <a:pt x="5" y="19"/>
                    </a:cubicBezTo>
                    <a:cubicBezTo>
                      <a:pt x="0" y="3"/>
                      <a:pt x="0" y="3"/>
                      <a:pt x="0" y="3"/>
                    </a:cubicBezTo>
                    <a:cubicBezTo>
                      <a:pt x="0" y="2"/>
                      <a:pt x="0" y="2"/>
                      <a:pt x="1" y="2"/>
                    </a:cubicBezTo>
                    <a:cubicBezTo>
                      <a:pt x="5" y="0"/>
                      <a:pt x="5" y="0"/>
                      <a:pt x="5" y="0"/>
                    </a:cubicBezTo>
                    <a:cubicBezTo>
                      <a:pt x="5" y="0"/>
                      <a:pt x="6" y="0"/>
                      <a:pt x="6" y="1"/>
                    </a:cubicBezTo>
                    <a:cubicBezTo>
                      <a:pt x="11" y="18"/>
                      <a:pt x="11" y="18"/>
                      <a:pt x="11" y="18"/>
                    </a:cubicBezTo>
                    <a:cubicBezTo>
                      <a:pt x="11" y="18"/>
                      <a:pt x="11" y="18"/>
                      <a:pt x="10" y="18"/>
                    </a:cubicBezTo>
                    <a:lnTo>
                      <a:pt x="6"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90">
                <a:extLst>
                  <a:ext uri="{FF2B5EF4-FFF2-40B4-BE49-F238E27FC236}">
                    <a16:creationId xmlns:a16="http://schemas.microsoft.com/office/drawing/2014/main" id="{C53AD5F8-A5E2-4876-854F-F199FADDD2D0}"/>
                  </a:ext>
                </a:extLst>
              </p:cNvPr>
              <p:cNvSpPr>
                <a:spLocks/>
              </p:cNvSpPr>
              <p:nvPr/>
            </p:nvSpPr>
            <p:spPr bwMode="auto">
              <a:xfrm>
                <a:off x="10693364" y="3652830"/>
                <a:ext cx="39223" cy="20919"/>
              </a:xfrm>
              <a:custGeom>
                <a:avLst/>
                <a:gdLst>
                  <a:gd name="T0" fmla="*/ 0 w 19"/>
                  <a:gd name="T1" fmla="*/ 6 h 10"/>
                  <a:gd name="T2" fmla="*/ 0 w 19"/>
                  <a:gd name="T3" fmla="*/ 5 h 10"/>
                  <a:gd name="T4" fmla="*/ 17 w 19"/>
                  <a:gd name="T5" fmla="*/ 0 h 10"/>
                  <a:gd name="T6" fmla="*/ 18 w 19"/>
                  <a:gd name="T7" fmla="*/ 0 h 10"/>
                  <a:gd name="T8" fmla="*/ 19 w 19"/>
                  <a:gd name="T9" fmla="*/ 4 h 10"/>
                  <a:gd name="T10" fmla="*/ 19 w 19"/>
                  <a:gd name="T11" fmla="*/ 5 h 10"/>
                  <a:gd name="T12" fmla="*/ 2 w 19"/>
                  <a:gd name="T13" fmla="*/ 10 h 10"/>
                  <a:gd name="T14" fmla="*/ 1 w 19"/>
                  <a:gd name="T15" fmla="*/ 10 h 10"/>
                  <a:gd name="T16" fmla="*/ 0 w 19"/>
                  <a:gd name="T1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0">
                    <a:moveTo>
                      <a:pt x="0" y="6"/>
                    </a:moveTo>
                    <a:cubicBezTo>
                      <a:pt x="0" y="5"/>
                      <a:pt x="0" y="5"/>
                      <a:pt x="0" y="5"/>
                    </a:cubicBezTo>
                    <a:cubicBezTo>
                      <a:pt x="17" y="0"/>
                      <a:pt x="17" y="0"/>
                      <a:pt x="17" y="0"/>
                    </a:cubicBezTo>
                    <a:cubicBezTo>
                      <a:pt x="17" y="0"/>
                      <a:pt x="18" y="0"/>
                      <a:pt x="18" y="0"/>
                    </a:cubicBezTo>
                    <a:cubicBezTo>
                      <a:pt x="19" y="4"/>
                      <a:pt x="19" y="4"/>
                      <a:pt x="19" y="4"/>
                    </a:cubicBezTo>
                    <a:cubicBezTo>
                      <a:pt x="19" y="5"/>
                      <a:pt x="19" y="5"/>
                      <a:pt x="19" y="5"/>
                    </a:cubicBezTo>
                    <a:cubicBezTo>
                      <a:pt x="2" y="10"/>
                      <a:pt x="2" y="10"/>
                      <a:pt x="2" y="10"/>
                    </a:cubicBezTo>
                    <a:cubicBezTo>
                      <a:pt x="1" y="10"/>
                      <a:pt x="1" y="10"/>
                      <a:pt x="1" y="1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91">
                <a:extLst>
                  <a:ext uri="{FF2B5EF4-FFF2-40B4-BE49-F238E27FC236}">
                    <a16:creationId xmlns:a16="http://schemas.microsoft.com/office/drawing/2014/main" id="{12F9E6B6-5BA0-4BA7-91F7-BF39C4A6C3ED}"/>
                  </a:ext>
                </a:extLst>
              </p:cNvPr>
              <p:cNvSpPr>
                <a:spLocks/>
              </p:cNvSpPr>
              <p:nvPr/>
            </p:nvSpPr>
            <p:spPr bwMode="auto">
              <a:xfrm>
                <a:off x="10530371" y="3563924"/>
                <a:ext cx="40967" cy="23534"/>
              </a:xfrm>
              <a:custGeom>
                <a:avLst/>
                <a:gdLst>
                  <a:gd name="T0" fmla="*/ 0 w 20"/>
                  <a:gd name="T1" fmla="*/ 6 h 11"/>
                  <a:gd name="T2" fmla="*/ 1 w 20"/>
                  <a:gd name="T3" fmla="*/ 5 h 11"/>
                  <a:gd name="T4" fmla="*/ 17 w 20"/>
                  <a:gd name="T5" fmla="*/ 0 h 11"/>
                  <a:gd name="T6" fmla="*/ 18 w 20"/>
                  <a:gd name="T7" fmla="*/ 0 h 11"/>
                  <a:gd name="T8" fmla="*/ 19 w 20"/>
                  <a:gd name="T9" fmla="*/ 5 h 11"/>
                  <a:gd name="T10" fmla="*/ 19 w 20"/>
                  <a:gd name="T11" fmla="*/ 6 h 11"/>
                  <a:gd name="T12" fmla="*/ 2 w 20"/>
                  <a:gd name="T13" fmla="*/ 11 h 11"/>
                  <a:gd name="T14" fmla="*/ 1 w 20"/>
                  <a:gd name="T15" fmla="*/ 10 h 11"/>
                  <a:gd name="T16" fmla="*/ 0 w 20"/>
                  <a:gd name="T17"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1">
                    <a:moveTo>
                      <a:pt x="0" y="6"/>
                    </a:moveTo>
                    <a:cubicBezTo>
                      <a:pt x="0" y="5"/>
                      <a:pt x="0" y="5"/>
                      <a:pt x="1" y="5"/>
                    </a:cubicBezTo>
                    <a:cubicBezTo>
                      <a:pt x="17" y="0"/>
                      <a:pt x="17" y="0"/>
                      <a:pt x="17" y="0"/>
                    </a:cubicBezTo>
                    <a:cubicBezTo>
                      <a:pt x="18" y="0"/>
                      <a:pt x="18" y="0"/>
                      <a:pt x="18" y="0"/>
                    </a:cubicBezTo>
                    <a:cubicBezTo>
                      <a:pt x="19" y="5"/>
                      <a:pt x="19" y="5"/>
                      <a:pt x="19" y="5"/>
                    </a:cubicBezTo>
                    <a:cubicBezTo>
                      <a:pt x="20" y="5"/>
                      <a:pt x="19" y="6"/>
                      <a:pt x="19" y="6"/>
                    </a:cubicBezTo>
                    <a:cubicBezTo>
                      <a:pt x="2" y="11"/>
                      <a:pt x="2" y="11"/>
                      <a:pt x="2" y="11"/>
                    </a:cubicBezTo>
                    <a:cubicBezTo>
                      <a:pt x="2" y="11"/>
                      <a:pt x="1" y="10"/>
                      <a:pt x="1" y="1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92">
                <a:extLst>
                  <a:ext uri="{FF2B5EF4-FFF2-40B4-BE49-F238E27FC236}">
                    <a16:creationId xmlns:a16="http://schemas.microsoft.com/office/drawing/2014/main" id="{3A1CDF9F-4ECB-41E1-9AEF-A4E1333C6C74}"/>
                  </a:ext>
                </a:extLst>
              </p:cNvPr>
              <p:cNvSpPr>
                <a:spLocks/>
              </p:cNvSpPr>
              <p:nvPr/>
            </p:nvSpPr>
            <p:spPr bwMode="auto">
              <a:xfrm>
                <a:off x="10856358" y="3737378"/>
                <a:ext cx="39223" cy="28764"/>
              </a:xfrm>
              <a:custGeom>
                <a:avLst/>
                <a:gdLst>
                  <a:gd name="T0" fmla="*/ 17 w 19"/>
                  <a:gd name="T1" fmla="*/ 14 h 14"/>
                  <a:gd name="T2" fmla="*/ 16 w 19"/>
                  <a:gd name="T3" fmla="*/ 14 h 14"/>
                  <a:gd name="T4" fmla="*/ 0 w 19"/>
                  <a:gd name="T5" fmla="*/ 5 h 14"/>
                  <a:gd name="T6" fmla="*/ 0 w 19"/>
                  <a:gd name="T7" fmla="*/ 4 h 14"/>
                  <a:gd name="T8" fmla="*/ 2 w 19"/>
                  <a:gd name="T9" fmla="*/ 1 h 14"/>
                  <a:gd name="T10" fmla="*/ 3 w 19"/>
                  <a:gd name="T11" fmla="*/ 0 h 14"/>
                  <a:gd name="T12" fmla="*/ 19 w 19"/>
                  <a:gd name="T13" fmla="*/ 9 h 14"/>
                  <a:gd name="T14" fmla="*/ 19 w 19"/>
                  <a:gd name="T15" fmla="*/ 10 h 14"/>
                  <a:gd name="T16" fmla="*/ 17 w 19"/>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17" y="14"/>
                    </a:moveTo>
                    <a:cubicBezTo>
                      <a:pt x="17" y="14"/>
                      <a:pt x="16" y="14"/>
                      <a:pt x="16" y="14"/>
                    </a:cubicBezTo>
                    <a:cubicBezTo>
                      <a:pt x="0" y="5"/>
                      <a:pt x="0" y="5"/>
                      <a:pt x="0" y="5"/>
                    </a:cubicBezTo>
                    <a:cubicBezTo>
                      <a:pt x="0" y="5"/>
                      <a:pt x="0" y="5"/>
                      <a:pt x="0" y="4"/>
                    </a:cubicBezTo>
                    <a:cubicBezTo>
                      <a:pt x="2" y="1"/>
                      <a:pt x="2" y="1"/>
                      <a:pt x="2" y="1"/>
                    </a:cubicBezTo>
                    <a:cubicBezTo>
                      <a:pt x="2" y="0"/>
                      <a:pt x="3" y="0"/>
                      <a:pt x="3" y="0"/>
                    </a:cubicBezTo>
                    <a:cubicBezTo>
                      <a:pt x="19" y="9"/>
                      <a:pt x="19" y="9"/>
                      <a:pt x="19" y="9"/>
                    </a:cubicBezTo>
                    <a:cubicBezTo>
                      <a:pt x="19" y="9"/>
                      <a:pt x="19" y="9"/>
                      <a:pt x="19" y="10"/>
                    </a:cubicBezTo>
                    <a:lnTo>
                      <a:pt x="1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93">
                <a:extLst>
                  <a:ext uri="{FF2B5EF4-FFF2-40B4-BE49-F238E27FC236}">
                    <a16:creationId xmlns:a16="http://schemas.microsoft.com/office/drawing/2014/main" id="{95391E43-675E-41DA-839C-308D9D75ECB2}"/>
                  </a:ext>
                </a:extLst>
              </p:cNvPr>
              <p:cNvSpPr>
                <a:spLocks/>
              </p:cNvSpPr>
              <p:nvPr/>
            </p:nvSpPr>
            <p:spPr bwMode="auto">
              <a:xfrm>
                <a:off x="10965311" y="3506397"/>
                <a:ext cx="53169" cy="54041"/>
              </a:xfrm>
              <a:custGeom>
                <a:avLst/>
                <a:gdLst>
                  <a:gd name="T0" fmla="*/ 4 w 26"/>
                  <a:gd name="T1" fmla="*/ 6 h 26"/>
                  <a:gd name="T2" fmla="*/ 12 w 26"/>
                  <a:gd name="T3" fmla="*/ 0 h 26"/>
                  <a:gd name="T4" fmla="*/ 15 w 26"/>
                  <a:gd name="T5" fmla="*/ 2 h 26"/>
                  <a:gd name="T6" fmla="*/ 13 w 26"/>
                  <a:gd name="T7" fmla="*/ 5 h 26"/>
                  <a:gd name="T8" fmla="*/ 8 w 26"/>
                  <a:gd name="T9" fmla="*/ 9 h 26"/>
                  <a:gd name="T10" fmla="*/ 11 w 26"/>
                  <a:gd name="T11" fmla="*/ 19 h 26"/>
                  <a:gd name="T12" fmla="*/ 20 w 26"/>
                  <a:gd name="T13" fmla="*/ 16 h 26"/>
                  <a:gd name="T14" fmla="*/ 21 w 26"/>
                  <a:gd name="T15" fmla="*/ 9 h 26"/>
                  <a:gd name="T16" fmla="*/ 22 w 26"/>
                  <a:gd name="T17" fmla="*/ 6 h 26"/>
                  <a:gd name="T18" fmla="*/ 25 w 26"/>
                  <a:gd name="T19" fmla="*/ 8 h 26"/>
                  <a:gd name="T20" fmla="*/ 25 w 26"/>
                  <a:gd name="T21" fmla="*/ 18 h 26"/>
                  <a:gd name="T22" fmla="*/ 8 w 26"/>
                  <a:gd name="T23" fmla="*/ 23 h 26"/>
                  <a:gd name="T24" fmla="*/ 4 w 26"/>
                  <a:gd name="T25"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26">
                    <a:moveTo>
                      <a:pt x="4" y="6"/>
                    </a:moveTo>
                    <a:cubicBezTo>
                      <a:pt x="5" y="3"/>
                      <a:pt x="8" y="1"/>
                      <a:pt x="12" y="0"/>
                    </a:cubicBezTo>
                    <a:cubicBezTo>
                      <a:pt x="13" y="0"/>
                      <a:pt x="14" y="1"/>
                      <a:pt x="15" y="2"/>
                    </a:cubicBezTo>
                    <a:cubicBezTo>
                      <a:pt x="15" y="3"/>
                      <a:pt x="14" y="5"/>
                      <a:pt x="13" y="5"/>
                    </a:cubicBezTo>
                    <a:cubicBezTo>
                      <a:pt x="11" y="5"/>
                      <a:pt x="9" y="7"/>
                      <a:pt x="8" y="9"/>
                    </a:cubicBezTo>
                    <a:cubicBezTo>
                      <a:pt x="6" y="12"/>
                      <a:pt x="7" y="17"/>
                      <a:pt x="11" y="19"/>
                    </a:cubicBezTo>
                    <a:cubicBezTo>
                      <a:pt x="14" y="20"/>
                      <a:pt x="19" y="19"/>
                      <a:pt x="20" y="16"/>
                    </a:cubicBezTo>
                    <a:cubicBezTo>
                      <a:pt x="22" y="14"/>
                      <a:pt x="22" y="11"/>
                      <a:pt x="21" y="9"/>
                    </a:cubicBezTo>
                    <a:cubicBezTo>
                      <a:pt x="20" y="8"/>
                      <a:pt x="21" y="7"/>
                      <a:pt x="22" y="6"/>
                    </a:cubicBezTo>
                    <a:cubicBezTo>
                      <a:pt x="23" y="6"/>
                      <a:pt x="25" y="6"/>
                      <a:pt x="25" y="8"/>
                    </a:cubicBezTo>
                    <a:cubicBezTo>
                      <a:pt x="26" y="11"/>
                      <a:pt x="26" y="15"/>
                      <a:pt x="25" y="18"/>
                    </a:cubicBezTo>
                    <a:cubicBezTo>
                      <a:pt x="21" y="24"/>
                      <a:pt x="14" y="26"/>
                      <a:pt x="8" y="23"/>
                    </a:cubicBezTo>
                    <a:cubicBezTo>
                      <a:pt x="2" y="19"/>
                      <a:pt x="0" y="12"/>
                      <a:pt x="4"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94">
                <a:extLst>
                  <a:ext uri="{FF2B5EF4-FFF2-40B4-BE49-F238E27FC236}">
                    <a16:creationId xmlns:a16="http://schemas.microsoft.com/office/drawing/2014/main" id="{A05715E9-43FB-4E68-B9D8-D6EA6A557CE4}"/>
                  </a:ext>
                </a:extLst>
              </p:cNvPr>
              <p:cNvSpPr>
                <a:spLocks/>
              </p:cNvSpPr>
              <p:nvPr/>
            </p:nvSpPr>
            <p:spPr bwMode="auto">
              <a:xfrm>
                <a:off x="10987973" y="3506397"/>
                <a:ext cx="22662" cy="31378"/>
              </a:xfrm>
              <a:custGeom>
                <a:avLst/>
                <a:gdLst>
                  <a:gd name="T0" fmla="*/ 1 w 11"/>
                  <a:gd name="T1" fmla="*/ 12 h 15"/>
                  <a:gd name="T2" fmla="*/ 6 w 11"/>
                  <a:gd name="T3" fmla="*/ 2 h 15"/>
                  <a:gd name="T4" fmla="*/ 9 w 11"/>
                  <a:gd name="T5" fmla="*/ 1 h 15"/>
                  <a:gd name="T6" fmla="*/ 10 w 11"/>
                  <a:gd name="T7" fmla="*/ 4 h 15"/>
                  <a:gd name="T8" fmla="*/ 5 w 11"/>
                  <a:gd name="T9" fmla="*/ 14 h 15"/>
                  <a:gd name="T10" fmla="*/ 2 w 11"/>
                  <a:gd name="T11" fmla="*/ 15 h 15"/>
                  <a:gd name="T12" fmla="*/ 1 w 11"/>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1" h="15">
                    <a:moveTo>
                      <a:pt x="1" y="12"/>
                    </a:moveTo>
                    <a:cubicBezTo>
                      <a:pt x="6" y="2"/>
                      <a:pt x="6" y="2"/>
                      <a:pt x="6" y="2"/>
                    </a:cubicBezTo>
                    <a:cubicBezTo>
                      <a:pt x="7" y="0"/>
                      <a:pt x="8" y="0"/>
                      <a:pt x="9" y="1"/>
                    </a:cubicBezTo>
                    <a:cubicBezTo>
                      <a:pt x="11" y="1"/>
                      <a:pt x="11" y="3"/>
                      <a:pt x="10" y="4"/>
                    </a:cubicBezTo>
                    <a:cubicBezTo>
                      <a:pt x="5" y="14"/>
                      <a:pt x="5" y="14"/>
                      <a:pt x="5" y="14"/>
                    </a:cubicBezTo>
                    <a:cubicBezTo>
                      <a:pt x="4" y="15"/>
                      <a:pt x="3" y="15"/>
                      <a:pt x="2" y="15"/>
                    </a:cubicBezTo>
                    <a:cubicBezTo>
                      <a:pt x="1" y="14"/>
                      <a:pt x="0" y="13"/>
                      <a:pt x="1"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95">
                <a:extLst>
                  <a:ext uri="{FF2B5EF4-FFF2-40B4-BE49-F238E27FC236}">
                    <a16:creationId xmlns:a16="http://schemas.microsoft.com/office/drawing/2014/main" id="{263AFFE6-6963-4761-A94B-884CFD70DA09}"/>
                  </a:ext>
                </a:extLst>
              </p:cNvPr>
              <p:cNvSpPr>
                <a:spLocks/>
              </p:cNvSpPr>
              <p:nvPr/>
            </p:nvSpPr>
            <p:spPr bwMode="auto">
              <a:xfrm>
                <a:off x="10655885" y="3339917"/>
                <a:ext cx="27021" cy="34865"/>
              </a:xfrm>
              <a:custGeom>
                <a:avLst/>
                <a:gdLst>
                  <a:gd name="T0" fmla="*/ 0 w 13"/>
                  <a:gd name="T1" fmla="*/ 16 h 17"/>
                  <a:gd name="T2" fmla="*/ 7 w 13"/>
                  <a:gd name="T3" fmla="*/ 4 h 17"/>
                  <a:gd name="T4" fmla="*/ 2 w 13"/>
                  <a:gd name="T5" fmla="*/ 4 h 17"/>
                  <a:gd name="T6" fmla="*/ 4 w 13"/>
                  <a:gd name="T7" fmla="*/ 1 h 17"/>
                  <a:gd name="T8" fmla="*/ 11 w 13"/>
                  <a:gd name="T9" fmla="*/ 0 h 17"/>
                  <a:gd name="T10" fmla="*/ 13 w 13"/>
                  <a:gd name="T11" fmla="*/ 1 h 17"/>
                  <a:gd name="T12" fmla="*/ 3 w 13"/>
                  <a:gd name="T13" fmla="*/ 17 h 17"/>
                  <a:gd name="T14" fmla="*/ 0 w 13"/>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7">
                    <a:moveTo>
                      <a:pt x="0" y="16"/>
                    </a:moveTo>
                    <a:cubicBezTo>
                      <a:pt x="7" y="4"/>
                      <a:pt x="7" y="4"/>
                      <a:pt x="7" y="4"/>
                    </a:cubicBezTo>
                    <a:cubicBezTo>
                      <a:pt x="2" y="4"/>
                      <a:pt x="2" y="4"/>
                      <a:pt x="2" y="4"/>
                    </a:cubicBezTo>
                    <a:cubicBezTo>
                      <a:pt x="4" y="1"/>
                      <a:pt x="4" y="1"/>
                      <a:pt x="4" y="1"/>
                    </a:cubicBezTo>
                    <a:cubicBezTo>
                      <a:pt x="7" y="1"/>
                      <a:pt x="9" y="1"/>
                      <a:pt x="11" y="0"/>
                    </a:cubicBezTo>
                    <a:cubicBezTo>
                      <a:pt x="13" y="1"/>
                      <a:pt x="13" y="1"/>
                      <a:pt x="13" y="1"/>
                    </a:cubicBezTo>
                    <a:cubicBezTo>
                      <a:pt x="3" y="17"/>
                      <a:pt x="3" y="17"/>
                      <a:pt x="3" y="17"/>
                    </a:cubicBezTo>
                    <a:lnTo>
                      <a:pt x="0"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96">
                <a:extLst>
                  <a:ext uri="{FF2B5EF4-FFF2-40B4-BE49-F238E27FC236}">
                    <a16:creationId xmlns:a16="http://schemas.microsoft.com/office/drawing/2014/main" id="{642DDB78-AE8E-4483-A25C-9DBB54ACDBF9}"/>
                  </a:ext>
                </a:extLst>
              </p:cNvPr>
              <p:cNvSpPr>
                <a:spLocks/>
              </p:cNvSpPr>
              <p:nvPr/>
            </p:nvSpPr>
            <p:spPr bwMode="auto">
              <a:xfrm>
                <a:off x="10590512" y="3444512"/>
                <a:ext cx="34865" cy="45324"/>
              </a:xfrm>
              <a:custGeom>
                <a:avLst/>
                <a:gdLst>
                  <a:gd name="T0" fmla="*/ 0 w 17"/>
                  <a:gd name="T1" fmla="*/ 16 h 22"/>
                  <a:gd name="T2" fmla="*/ 0 w 17"/>
                  <a:gd name="T3" fmla="*/ 15 h 22"/>
                  <a:gd name="T4" fmla="*/ 10 w 17"/>
                  <a:gd name="T5" fmla="*/ 10 h 22"/>
                  <a:gd name="T6" fmla="*/ 13 w 17"/>
                  <a:gd name="T7" fmla="*/ 7 h 22"/>
                  <a:gd name="T8" fmla="*/ 12 w 17"/>
                  <a:gd name="T9" fmla="*/ 4 h 22"/>
                  <a:gd name="T10" fmla="*/ 8 w 17"/>
                  <a:gd name="T11" fmla="*/ 4 h 22"/>
                  <a:gd name="T12" fmla="*/ 7 w 17"/>
                  <a:gd name="T13" fmla="*/ 2 h 22"/>
                  <a:gd name="T14" fmla="*/ 10 w 17"/>
                  <a:gd name="T15" fmla="*/ 1 h 22"/>
                  <a:gd name="T16" fmla="*/ 13 w 17"/>
                  <a:gd name="T17" fmla="*/ 1 h 22"/>
                  <a:gd name="T18" fmla="*/ 17 w 17"/>
                  <a:gd name="T19" fmla="*/ 5 h 22"/>
                  <a:gd name="T20" fmla="*/ 16 w 17"/>
                  <a:gd name="T21" fmla="*/ 9 h 22"/>
                  <a:gd name="T22" fmla="*/ 12 w 17"/>
                  <a:gd name="T23" fmla="*/ 12 h 22"/>
                  <a:gd name="T24" fmla="*/ 6 w 17"/>
                  <a:gd name="T25" fmla="*/ 16 h 22"/>
                  <a:gd name="T26" fmla="*/ 12 w 17"/>
                  <a:gd name="T27" fmla="*/ 19 h 22"/>
                  <a:gd name="T28" fmla="*/ 11 w 17"/>
                  <a:gd name="T29" fmla="*/ 22 h 22"/>
                  <a:gd name="T30" fmla="*/ 0 w 17"/>
                  <a:gd name="T3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22">
                    <a:moveTo>
                      <a:pt x="0" y="16"/>
                    </a:moveTo>
                    <a:cubicBezTo>
                      <a:pt x="0" y="15"/>
                      <a:pt x="0" y="15"/>
                      <a:pt x="0" y="15"/>
                    </a:cubicBezTo>
                    <a:cubicBezTo>
                      <a:pt x="10" y="10"/>
                      <a:pt x="10" y="10"/>
                      <a:pt x="10" y="10"/>
                    </a:cubicBezTo>
                    <a:cubicBezTo>
                      <a:pt x="12" y="9"/>
                      <a:pt x="13" y="8"/>
                      <a:pt x="13" y="7"/>
                    </a:cubicBezTo>
                    <a:cubicBezTo>
                      <a:pt x="14" y="6"/>
                      <a:pt x="14" y="5"/>
                      <a:pt x="12" y="4"/>
                    </a:cubicBezTo>
                    <a:cubicBezTo>
                      <a:pt x="11" y="3"/>
                      <a:pt x="10" y="3"/>
                      <a:pt x="8" y="4"/>
                    </a:cubicBezTo>
                    <a:cubicBezTo>
                      <a:pt x="7" y="2"/>
                      <a:pt x="7" y="2"/>
                      <a:pt x="7" y="2"/>
                    </a:cubicBezTo>
                    <a:cubicBezTo>
                      <a:pt x="8" y="1"/>
                      <a:pt x="9" y="1"/>
                      <a:pt x="10" y="1"/>
                    </a:cubicBezTo>
                    <a:cubicBezTo>
                      <a:pt x="11" y="0"/>
                      <a:pt x="12" y="1"/>
                      <a:pt x="13" y="1"/>
                    </a:cubicBezTo>
                    <a:cubicBezTo>
                      <a:pt x="15" y="2"/>
                      <a:pt x="16" y="3"/>
                      <a:pt x="17" y="5"/>
                    </a:cubicBezTo>
                    <a:cubicBezTo>
                      <a:pt x="17" y="6"/>
                      <a:pt x="17" y="7"/>
                      <a:pt x="16" y="9"/>
                    </a:cubicBezTo>
                    <a:cubicBezTo>
                      <a:pt x="16" y="10"/>
                      <a:pt x="14" y="11"/>
                      <a:pt x="12" y="12"/>
                    </a:cubicBezTo>
                    <a:cubicBezTo>
                      <a:pt x="6" y="16"/>
                      <a:pt x="6" y="16"/>
                      <a:pt x="6" y="16"/>
                    </a:cubicBezTo>
                    <a:cubicBezTo>
                      <a:pt x="12" y="19"/>
                      <a:pt x="12" y="19"/>
                      <a:pt x="12" y="19"/>
                    </a:cubicBezTo>
                    <a:cubicBezTo>
                      <a:pt x="11" y="22"/>
                      <a:pt x="11" y="22"/>
                      <a:pt x="11" y="22"/>
                    </a:cubicBezTo>
                    <a:lnTo>
                      <a:pt x="0"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97">
                <a:extLst>
                  <a:ext uri="{FF2B5EF4-FFF2-40B4-BE49-F238E27FC236}">
                    <a16:creationId xmlns:a16="http://schemas.microsoft.com/office/drawing/2014/main" id="{1EC161B3-5422-4F0D-8DE4-6B504268438F}"/>
                  </a:ext>
                </a:extLst>
              </p:cNvPr>
              <p:cNvSpPr>
                <a:spLocks/>
              </p:cNvSpPr>
              <p:nvPr/>
            </p:nvSpPr>
            <p:spPr bwMode="auto">
              <a:xfrm>
                <a:off x="10814520" y="3421849"/>
                <a:ext cx="33122" cy="39223"/>
              </a:xfrm>
              <a:custGeom>
                <a:avLst/>
                <a:gdLst>
                  <a:gd name="T0" fmla="*/ 0 w 16"/>
                  <a:gd name="T1" fmla="*/ 14 h 19"/>
                  <a:gd name="T2" fmla="*/ 2 w 16"/>
                  <a:gd name="T3" fmla="*/ 12 h 19"/>
                  <a:gd name="T4" fmla="*/ 5 w 16"/>
                  <a:gd name="T5" fmla="*/ 15 h 19"/>
                  <a:gd name="T6" fmla="*/ 9 w 16"/>
                  <a:gd name="T7" fmla="*/ 14 h 19"/>
                  <a:gd name="T8" fmla="*/ 9 w 16"/>
                  <a:gd name="T9" fmla="*/ 12 h 19"/>
                  <a:gd name="T10" fmla="*/ 7 w 16"/>
                  <a:gd name="T11" fmla="*/ 10 h 19"/>
                  <a:gd name="T12" fmla="*/ 7 w 16"/>
                  <a:gd name="T13" fmla="*/ 10 h 19"/>
                  <a:gd name="T14" fmla="*/ 8 w 16"/>
                  <a:gd name="T15" fmla="*/ 7 h 19"/>
                  <a:gd name="T16" fmla="*/ 8 w 16"/>
                  <a:gd name="T17" fmla="*/ 7 h 19"/>
                  <a:gd name="T18" fmla="*/ 12 w 16"/>
                  <a:gd name="T19" fmla="*/ 7 h 19"/>
                  <a:gd name="T20" fmla="*/ 11 w 16"/>
                  <a:gd name="T21" fmla="*/ 3 h 19"/>
                  <a:gd name="T22" fmla="*/ 8 w 16"/>
                  <a:gd name="T23" fmla="*/ 3 h 19"/>
                  <a:gd name="T24" fmla="*/ 8 w 16"/>
                  <a:gd name="T25" fmla="*/ 0 h 19"/>
                  <a:gd name="T26" fmla="*/ 10 w 16"/>
                  <a:gd name="T27" fmla="*/ 0 h 19"/>
                  <a:gd name="T28" fmla="*/ 13 w 16"/>
                  <a:gd name="T29" fmla="*/ 1 h 19"/>
                  <a:gd name="T30" fmla="*/ 16 w 16"/>
                  <a:gd name="T31" fmla="*/ 4 h 19"/>
                  <a:gd name="T32" fmla="*/ 15 w 16"/>
                  <a:gd name="T33" fmla="*/ 8 h 19"/>
                  <a:gd name="T34" fmla="*/ 11 w 16"/>
                  <a:gd name="T35" fmla="*/ 11 h 19"/>
                  <a:gd name="T36" fmla="*/ 12 w 16"/>
                  <a:gd name="T37" fmla="*/ 16 h 19"/>
                  <a:gd name="T38" fmla="*/ 8 w 16"/>
                  <a:gd name="T39" fmla="*/ 19 h 19"/>
                  <a:gd name="T40" fmla="*/ 3 w 16"/>
                  <a:gd name="T41" fmla="*/ 18 h 19"/>
                  <a:gd name="T42" fmla="*/ 0 w 16"/>
                  <a:gd name="T43"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 h="19">
                    <a:moveTo>
                      <a:pt x="0" y="14"/>
                    </a:moveTo>
                    <a:cubicBezTo>
                      <a:pt x="2" y="12"/>
                      <a:pt x="2" y="12"/>
                      <a:pt x="2" y="12"/>
                    </a:cubicBezTo>
                    <a:cubicBezTo>
                      <a:pt x="3" y="14"/>
                      <a:pt x="3" y="15"/>
                      <a:pt x="5" y="15"/>
                    </a:cubicBezTo>
                    <a:cubicBezTo>
                      <a:pt x="6" y="16"/>
                      <a:pt x="8" y="16"/>
                      <a:pt x="9" y="14"/>
                    </a:cubicBezTo>
                    <a:cubicBezTo>
                      <a:pt x="9" y="13"/>
                      <a:pt x="9" y="13"/>
                      <a:pt x="9" y="12"/>
                    </a:cubicBezTo>
                    <a:cubicBezTo>
                      <a:pt x="9" y="11"/>
                      <a:pt x="8" y="10"/>
                      <a:pt x="7" y="10"/>
                    </a:cubicBezTo>
                    <a:cubicBezTo>
                      <a:pt x="7" y="10"/>
                      <a:pt x="7" y="10"/>
                      <a:pt x="7" y="10"/>
                    </a:cubicBezTo>
                    <a:cubicBezTo>
                      <a:pt x="8" y="7"/>
                      <a:pt x="8" y="7"/>
                      <a:pt x="8" y="7"/>
                    </a:cubicBezTo>
                    <a:cubicBezTo>
                      <a:pt x="8" y="7"/>
                      <a:pt x="8" y="7"/>
                      <a:pt x="8" y="7"/>
                    </a:cubicBezTo>
                    <a:cubicBezTo>
                      <a:pt x="10" y="8"/>
                      <a:pt x="11" y="8"/>
                      <a:pt x="12" y="7"/>
                    </a:cubicBezTo>
                    <a:cubicBezTo>
                      <a:pt x="13" y="5"/>
                      <a:pt x="13" y="4"/>
                      <a:pt x="11" y="3"/>
                    </a:cubicBezTo>
                    <a:cubicBezTo>
                      <a:pt x="10" y="3"/>
                      <a:pt x="9" y="3"/>
                      <a:pt x="8" y="3"/>
                    </a:cubicBezTo>
                    <a:cubicBezTo>
                      <a:pt x="8" y="0"/>
                      <a:pt x="8" y="0"/>
                      <a:pt x="8" y="0"/>
                    </a:cubicBezTo>
                    <a:cubicBezTo>
                      <a:pt x="8" y="0"/>
                      <a:pt x="9" y="0"/>
                      <a:pt x="10" y="0"/>
                    </a:cubicBezTo>
                    <a:cubicBezTo>
                      <a:pt x="11" y="0"/>
                      <a:pt x="12" y="0"/>
                      <a:pt x="13" y="1"/>
                    </a:cubicBezTo>
                    <a:cubicBezTo>
                      <a:pt x="14" y="2"/>
                      <a:pt x="15" y="3"/>
                      <a:pt x="16" y="4"/>
                    </a:cubicBezTo>
                    <a:cubicBezTo>
                      <a:pt x="16" y="5"/>
                      <a:pt x="16" y="7"/>
                      <a:pt x="15" y="8"/>
                    </a:cubicBezTo>
                    <a:cubicBezTo>
                      <a:pt x="15" y="10"/>
                      <a:pt x="13" y="10"/>
                      <a:pt x="11" y="11"/>
                    </a:cubicBezTo>
                    <a:cubicBezTo>
                      <a:pt x="13" y="12"/>
                      <a:pt x="13" y="14"/>
                      <a:pt x="12" y="16"/>
                    </a:cubicBezTo>
                    <a:cubicBezTo>
                      <a:pt x="11" y="18"/>
                      <a:pt x="10" y="19"/>
                      <a:pt x="8" y="19"/>
                    </a:cubicBezTo>
                    <a:cubicBezTo>
                      <a:pt x="7" y="19"/>
                      <a:pt x="5" y="19"/>
                      <a:pt x="3" y="18"/>
                    </a:cubicBezTo>
                    <a:cubicBezTo>
                      <a:pt x="1" y="17"/>
                      <a:pt x="0" y="16"/>
                      <a:pt x="0"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8">
                <a:extLst>
                  <a:ext uri="{FF2B5EF4-FFF2-40B4-BE49-F238E27FC236}">
                    <a16:creationId xmlns:a16="http://schemas.microsoft.com/office/drawing/2014/main" id="{7A5DDDBD-BB49-4E5B-BBB6-2C0FD5AEFB43}"/>
                  </a:ext>
                </a:extLst>
              </p:cNvPr>
              <p:cNvSpPr>
                <a:spLocks noEditPoints="1"/>
              </p:cNvSpPr>
              <p:nvPr/>
            </p:nvSpPr>
            <p:spPr bwMode="auto">
              <a:xfrm>
                <a:off x="10750891" y="3537776"/>
                <a:ext cx="37480" cy="36608"/>
              </a:xfrm>
              <a:custGeom>
                <a:avLst/>
                <a:gdLst>
                  <a:gd name="T0" fmla="*/ 26 w 43"/>
                  <a:gd name="T1" fmla="*/ 30 h 42"/>
                  <a:gd name="T2" fmla="*/ 21 w 43"/>
                  <a:gd name="T3" fmla="*/ 42 h 42"/>
                  <a:gd name="T4" fmla="*/ 14 w 43"/>
                  <a:gd name="T5" fmla="*/ 38 h 42"/>
                  <a:gd name="T6" fmla="*/ 19 w 43"/>
                  <a:gd name="T7" fmla="*/ 28 h 42"/>
                  <a:gd name="T8" fmla="*/ 0 w 43"/>
                  <a:gd name="T9" fmla="*/ 19 h 42"/>
                  <a:gd name="T10" fmla="*/ 2 w 43"/>
                  <a:gd name="T11" fmla="*/ 14 h 42"/>
                  <a:gd name="T12" fmla="*/ 38 w 43"/>
                  <a:gd name="T13" fmla="*/ 0 h 42"/>
                  <a:gd name="T14" fmla="*/ 43 w 43"/>
                  <a:gd name="T15" fmla="*/ 2 h 42"/>
                  <a:gd name="T16" fmla="*/ 28 w 43"/>
                  <a:gd name="T17" fmla="*/ 26 h 42"/>
                  <a:gd name="T18" fmla="*/ 33 w 43"/>
                  <a:gd name="T19" fmla="*/ 28 h 42"/>
                  <a:gd name="T20" fmla="*/ 31 w 43"/>
                  <a:gd name="T21" fmla="*/ 33 h 42"/>
                  <a:gd name="T22" fmla="*/ 26 w 43"/>
                  <a:gd name="T23" fmla="*/ 30 h 42"/>
                  <a:gd name="T24" fmla="*/ 28 w 43"/>
                  <a:gd name="T25" fmla="*/ 12 h 42"/>
                  <a:gd name="T26" fmla="*/ 12 w 43"/>
                  <a:gd name="T27" fmla="*/ 16 h 42"/>
                  <a:gd name="T28" fmla="*/ 21 w 43"/>
                  <a:gd name="T29" fmla="*/ 23 h 42"/>
                  <a:gd name="T30" fmla="*/ 28 w 43"/>
                  <a:gd name="T31"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 h="42">
                    <a:moveTo>
                      <a:pt x="26" y="30"/>
                    </a:moveTo>
                    <a:lnTo>
                      <a:pt x="21" y="42"/>
                    </a:lnTo>
                    <a:lnTo>
                      <a:pt x="14" y="38"/>
                    </a:lnTo>
                    <a:lnTo>
                      <a:pt x="19" y="28"/>
                    </a:lnTo>
                    <a:lnTo>
                      <a:pt x="0" y="19"/>
                    </a:lnTo>
                    <a:lnTo>
                      <a:pt x="2" y="14"/>
                    </a:lnTo>
                    <a:lnTo>
                      <a:pt x="38" y="0"/>
                    </a:lnTo>
                    <a:lnTo>
                      <a:pt x="43" y="2"/>
                    </a:lnTo>
                    <a:lnTo>
                      <a:pt x="28" y="26"/>
                    </a:lnTo>
                    <a:lnTo>
                      <a:pt x="33" y="28"/>
                    </a:lnTo>
                    <a:lnTo>
                      <a:pt x="31" y="33"/>
                    </a:lnTo>
                    <a:lnTo>
                      <a:pt x="26" y="30"/>
                    </a:lnTo>
                    <a:close/>
                    <a:moveTo>
                      <a:pt x="28" y="12"/>
                    </a:moveTo>
                    <a:lnTo>
                      <a:pt x="12" y="16"/>
                    </a:lnTo>
                    <a:lnTo>
                      <a:pt x="21" y="23"/>
                    </a:lnTo>
                    <a:lnTo>
                      <a:pt x="28"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3" name="Group 33869">
              <a:extLst>
                <a:ext uri="{FF2B5EF4-FFF2-40B4-BE49-F238E27FC236}">
                  <a16:creationId xmlns:a16="http://schemas.microsoft.com/office/drawing/2014/main" id="{3FDFE995-B70C-4C58-8390-3A188FC8AFA1}"/>
                </a:ext>
              </a:extLst>
            </p:cNvPr>
            <p:cNvGrpSpPr/>
            <p:nvPr/>
          </p:nvGrpSpPr>
          <p:grpSpPr>
            <a:xfrm>
              <a:off x="104418" y="2270808"/>
              <a:ext cx="894288" cy="762672"/>
              <a:chOff x="6094671" y="3133342"/>
              <a:chExt cx="894288" cy="762672"/>
            </a:xfrm>
          </p:grpSpPr>
          <p:sp>
            <p:nvSpPr>
              <p:cNvPr id="35" name="Freeform 99">
                <a:extLst>
                  <a:ext uri="{FF2B5EF4-FFF2-40B4-BE49-F238E27FC236}">
                    <a16:creationId xmlns:a16="http://schemas.microsoft.com/office/drawing/2014/main" id="{0F882CCF-4433-4C3D-9402-FCC27B989EF5}"/>
                  </a:ext>
                </a:extLst>
              </p:cNvPr>
              <p:cNvSpPr>
                <a:spLocks/>
              </p:cNvSpPr>
              <p:nvPr/>
            </p:nvSpPr>
            <p:spPr bwMode="auto">
              <a:xfrm>
                <a:off x="6120820" y="3199585"/>
                <a:ext cx="868138" cy="696428"/>
              </a:xfrm>
              <a:custGeom>
                <a:avLst/>
                <a:gdLst>
                  <a:gd name="T0" fmla="*/ 996 w 996"/>
                  <a:gd name="T1" fmla="*/ 421 h 799"/>
                  <a:gd name="T2" fmla="*/ 199 w 996"/>
                  <a:gd name="T3" fmla="*/ 799 h 799"/>
                  <a:gd name="T4" fmla="*/ 0 w 996"/>
                  <a:gd name="T5" fmla="*/ 378 h 799"/>
                  <a:gd name="T6" fmla="*/ 797 w 996"/>
                  <a:gd name="T7" fmla="*/ 0 h 799"/>
                  <a:gd name="T8" fmla="*/ 996 w 996"/>
                  <a:gd name="T9" fmla="*/ 421 h 799"/>
                </a:gdLst>
                <a:ahLst/>
                <a:cxnLst>
                  <a:cxn ang="0">
                    <a:pos x="T0" y="T1"/>
                  </a:cxn>
                  <a:cxn ang="0">
                    <a:pos x="T2" y="T3"/>
                  </a:cxn>
                  <a:cxn ang="0">
                    <a:pos x="T4" y="T5"/>
                  </a:cxn>
                  <a:cxn ang="0">
                    <a:pos x="T6" y="T7"/>
                  </a:cxn>
                  <a:cxn ang="0">
                    <a:pos x="T8" y="T9"/>
                  </a:cxn>
                </a:cxnLst>
                <a:rect l="0" t="0" r="r" b="b"/>
                <a:pathLst>
                  <a:path w="996" h="799">
                    <a:moveTo>
                      <a:pt x="996" y="421"/>
                    </a:moveTo>
                    <a:lnTo>
                      <a:pt x="199" y="799"/>
                    </a:lnTo>
                    <a:lnTo>
                      <a:pt x="0" y="378"/>
                    </a:lnTo>
                    <a:lnTo>
                      <a:pt x="797" y="0"/>
                    </a:lnTo>
                    <a:lnTo>
                      <a:pt x="996" y="421"/>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00">
                <a:extLst>
                  <a:ext uri="{FF2B5EF4-FFF2-40B4-BE49-F238E27FC236}">
                    <a16:creationId xmlns:a16="http://schemas.microsoft.com/office/drawing/2014/main" id="{F2A181B4-25C3-45C8-B765-034CA1577A2E}"/>
                  </a:ext>
                </a:extLst>
              </p:cNvPr>
              <p:cNvSpPr>
                <a:spLocks/>
              </p:cNvSpPr>
              <p:nvPr/>
            </p:nvSpPr>
            <p:spPr bwMode="auto">
              <a:xfrm>
                <a:off x="6120820" y="3529060"/>
                <a:ext cx="433198" cy="366954"/>
              </a:xfrm>
              <a:custGeom>
                <a:avLst/>
                <a:gdLst>
                  <a:gd name="T0" fmla="*/ 0 w 497"/>
                  <a:gd name="T1" fmla="*/ 0 h 421"/>
                  <a:gd name="T2" fmla="*/ 497 w 497"/>
                  <a:gd name="T3" fmla="*/ 22 h 421"/>
                  <a:gd name="T4" fmla="*/ 199 w 497"/>
                  <a:gd name="T5" fmla="*/ 421 h 421"/>
                  <a:gd name="T6" fmla="*/ 0 w 497"/>
                  <a:gd name="T7" fmla="*/ 0 h 421"/>
                </a:gdLst>
                <a:ahLst/>
                <a:cxnLst>
                  <a:cxn ang="0">
                    <a:pos x="T0" y="T1"/>
                  </a:cxn>
                  <a:cxn ang="0">
                    <a:pos x="T2" y="T3"/>
                  </a:cxn>
                  <a:cxn ang="0">
                    <a:pos x="T4" y="T5"/>
                  </a:cxn>
                  <a:cxn ang="0">
                    <a:pos x="T6" y="T7"/>
                  </a:cxn>
                </a:cxnLst>
                <a:rect l="0" t="0" r="r" b="b"/>
                <a:pathLst>
                  <a:path w="497" h="421">
                    <a:moveTo>
                      <a:pt x="0" y="0"/>
                    </a:moveTo>
                    <a:lnTo>
                      <a:pt x="497" y="22"/>
                    </a:lnTo>
                    <a:lnTo>
                      <a:pt x="199" y="421"/>
                    </a:ln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01">
                <a:extLst>
                  <a:ext uri="{FF2B5EF4-FFF2-40B4-BE49-F238E27FC236}">
                    <a16:creationId xmlns:a16="http://schemas.microsoft.com/office/drawing/2014/main" id="{E097B390-AE73-4971-981E-DF73EC6A14CC}"/>
                  </a:ext>
                </a:extLst>
              </p:cNvPr>
              <p:cNvSpPr>
                <a:spLocks/>
              </p:cNvSpPr>
              <p:nvPr/>
            </p:nvSpPr>
            <p:spPr bwMode="auto">
              <a:xfrm>
                <a:off x="6554018" y="3199585"/>
                <a:ext cx="434941" cy="366954"/>
              </a:xfrm>
              <a:custGeom>
                <a:avLst/>
                <a:gdLst>
                  <a:gd name="T0" fmla="*/ 300 w 499"/>
                  <a:gd name="T1" fmla="*/ 0 h 421"/>
                  <a:gd name="T2" fmla="*/ 0 w 499"/>
                  <a:gd name="T3" fmla="*/ 400 h 421"/>
                  <a:gd name="T4" fmla="*/ 499 w 499"/>
                  <a:gd name="T5" fmla="*/ 421 h 421"/>
                  <a:gd name="T6" fmla="*/ 300 w 499"/>
                  <a:gd name="T7" fmla="*/ 0 h 421"/>
                </a:gdLst>
                <a:ahLst/>
                <a:cxnLst>
                  <a:cxn ang="0">
                    <a:pos x="T0" y="T1"/>
                  </a:cxn>
                  <a:cxn ang="0">
                    <a:pos x="T2" y="T3"/>
                  </a:cxn>
                  <a:cxn ang="0">
                    <a:pos x="T4" y="T5"/>
                  </a:cxn>
                  <a:cxn ang="0">
                    <a:pos x="T6" y="T7"/>
                  </a:cxn>
                </a:cxnLst>
                <a:rect l="0" t="0" r="r" b="b"/>
                <a:pathLst>
                  <a:path w="499" h="421">
                    <a:moveTo>
                      <a:pt x="300" y="0"/>
                    </a:moveTo>
                    <a:lnTo>
                      <a:pt x="0" y="400"/>
                    </a:lnTo>
                    <a:lnTo>
                      <a:pt x="499" y="421"/>
                    </a:lnTo>
                    <a:lnTo>
                      <a:pt x="30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02">
                <a:extLst>
                  <a:ext uri="{FF2B5EF4-FFF2-40B4-BE49-F238E27FC236}">
                    <a16:creationId xmlns:a16="http://schemas.microsoft.com/office/drawing/2014/main" id="{F2F9DA2D-3337-4479-8807-C4C33E8F79A8}"/>
                  </a:ext>
                </a:extLst>
              </p:cNvPr>
              <p:cNvSpPr>
                <a:spLocks/>
              </p:cNvSpPr>
              <p:nvPr/>
            </p:nvSpPr>
            <p:spPr bwMode="auto">
              <a:xfrm>
                <a:off x="6120820" y="3133342"/>
                <a:ext cx="694685" cy="395718"/>
              </a:xfrm>
              <a:custGeom>
                <a:avLst/>
                <a:gdLst>
                  <a:gd name="T0" fmla="*/ 0 w 797"/>
                  <a:gd name="T1" fmla="*/ 454 h 454"/>
                  <a:gd name="T2" fmla="*/ 272 w 797"/>
                  <a:gd name="T3" fmla="*/ 0 h 454"/>
                  <a:gd name="T4" fmla="*/ 797 w 797"/>
                  <a:gd name="T5" fmla="*/ 76 h 454"/>
                  <a:gd name="T6" fmla="*/ 0 w 797"/>
                  <a:gd name="T7" fmla="*/ 454 h 454"/>
                </a:gdLst>
                <a:ahLst/>
                <a:cxnLst>
                  <a:cxn ang="0">
                    <a:pos x="T0" y="T1"/>
                  </a:cxn>
                  <a:cxn ang="0">
                    <a:pos x="T2" y="T3"/>
                  </a:cxn>
                  <a:cxn ang="0">
                    <a:pos x="T4" y="T5"/>
                  </a:cxn>
                  <a:cxn ang="0">
                    <a:pos x="T6" y="T7"/>
                  </a:cxn>
                </a:cxnLst>
                <a:rect l="0" t="0" r="r" b="b"/>
                <a:pathLst>
                  <a:path w="797" h="454">
                    <a:moveTo>
                      <a:pt x="0" y="454"/>
                    </a:moveTo>
                    <a:lnTo>
                      <a:pt x="272" y="0"/>
                    </a:lnTo>
                    <a:lnTo>
                      <a:pt x="797" y="76"/>
                    </a:lnTo>
                    <a:lnTo>
                      <a:pt x="0" y="454"/>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03">
                <a:extLst>
                  <a:ext uri="{FF2B5EF4-FFF2-40B4-BE49-F238E27FC236}">
                    <a16:creationId xmlns:a16="http://schemas.microsoft.com/office/drawing/2014/main" id="{A81F0B3A-9AC2-4243-81A0-E91DB7AD9B35}"/>
                  </a:ext>
                </a:extLst>
              </p:cNvPr>
              <p:cNvSpPr>
                <a:spLocks/>
              </p:cNvSpPr>
              <p:nvPr/>
            </p:nvSpPr>
            <p:spPr bwMode="auto">
              <a:xfrm>
                <a:off x="6094671" y="3143801"/>
                <a:ext cx="720834" cy="404434"/>
              </a:xfrm>
              <a:custGeom>
                <a:avLst/>
                <a:gdLst>
                  <a:gd name="T0" fmla="*/ 30 w 827"/>
                  <a:gd name="T1" fmla="*/ 442 h 464"/>
                  <a:gd name="T2" fmla="*/ 0 w 827"/>
                  <a:gd name="T3" fmla="*/ 378 h 464"/>
                  <a:gd name="T4" fmla="*/ 797 w 827"/>
                  <a:gd name="T5" fmla="*/ 0 h 464"/>
                  <a:gd name="T6" fmla="*/ 827 w 827"/>
                  <a:gd name="T7" fmla="*/ 64 h 464"/>
                  <a:gd name="T8" fmla="*/ 527 w 827"/>
                  <a:gd name="T9" fmla="*/ 464 h 464"/>
                  <a:gd name="T10" fmla="*/ 30 w 827"/>
                  <a:gd name="T11" fmla="*/ 442 h 464"/>
                </a:gdLst>
                <a:ahLst/>
                <a:cxnLst>
                  <a:cxn ang="0">
                    <a:pos x="T0" y="T1"/>
                  </a:cxn>
                  <a:cxn ang="0">
                    <a:pos x="T2" y="T3"/>
                  </a:cxn>
                  <a:cxn ang="0">
                    <a:pos x="T4" y="T5"/>
                  </a:cxn>
                  <a:cxn ang="0">
                    <a:pos x="T6" y="T7"/>
                  </a:cxn>
                  <a:cxn ang="0">
                    <a:pos x="T8" y="T9"/>
                  </a:cxn>
                  <a:cxn ang="0">
                    <a:pos x="T10" y="T11"/>
                  </a:cxn>
                </a:cxnLst>
                <a:rect l="0" t="0" r="r" b="b"/>
                <a:pathLst>
                  <a:path w="827" h="464">
                    <a:moveTo>
                      <a:pt x="30" y="442"/>
                    </a:moveTo>
                    <a:lnTo>
                      <a:pt x="0" y="378"/>
                    </a:lnTo>
                    <a:lnTo>
                      <a:pt x="797" y="0"/>
                    </a:lnTo>
                    <a:lnTo>
                      <a:pt x="827" y="64"/>
                    </a:lnTo>
                    <a:lnTo>
                      <a:pt x="527" y="464"/>
                    </a:lnTo>
                    <a:lnTo>
                      <a:pt x="30" y="442"/>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04">
                <a:extLst>
                  <a:ext uri="{FF2B5EF4-FFF2-40B4-BE49-F238E27FC236}">
                    <a16:creationId xmlns:a16="http://schemas.microsoft.com/office/drawing/2014/main" id="{B66DD65D-0CA5-4B5E-9A2E-9F589F1012AD}"/>
                  </a:ext>
                </a:extLst>
              </p:cNvPr>
              <p:cNvSpPr>
                <a:spLocks/>
              </p:cNvSpPr>
              <p:nvPr/>
            </p:nvSpPr>
            <p:spPr bwMode="auto">
              <a:xfrm>
                <a:off x="6259408" y="3261470"/>
                <a:ext cx="420123" cy="214420"/>
              </a:xfrm>
              <a:custGeom>
                <a:avLst/>
                <a:gdLst>
                  <a:gd name="T0" fmla="*/ 199 w 204"/>
                  <a:gd name="T1" fmla="*/ 13 h 104"/>
                  <a:gd name="T2" fmla="*/ 11 w 204"/>
                  <a:gd name="T3" fmla="*/ 103 h 104"/>
                  <a:gd name="T4" fmla="*/ 2 w 204"/>
                  <a:gd name="T5" fmla="*/ 100 h 104"/>
                  <a:gd name="T6" fmla="*/ 5 w 204"/>
                  <a:gd name="T7" fmla="*/ 91 h 104"/>
                  <a:gd name="T8" fmla="*/ 194 w 204"/>
                  <a:gd name="T9" fmla="*/ 1 h 104"/>
                  <a:gd name="T10" fmla="*/ 203 w 204"/>
                  <a:gd name="T11" fmla="*/ 4 h 104"/>
                  <a:gd name="T12" fmla="*/ 199 w 204"/>
                  <a:gd name="T13" fmla="*/ 13 h 104"/>
                </a:gdLst>
                <a:ahLst/>
                <a:cxnLst>
                  <a:cxn ang="0">
                    <a:pos x="T0" y="T1"/>
                  </a:cxn>
                  <a:cxn ang="0">
                    <a:pos x="T2" y="T3"/>
                  </a:cxn>
                  <a:cxn ang="0">
                    <a:pos x="T4" y="T5"/>
                  </a:cxn>
                  <a:cxn ang="0">
                    <a:pos x="T6" y="T7"/>
                  </a:cxn>
                  <a:cxn ang="0">
                    <a:pos x="T8" y="T9"/>
                  </a:cxn>
                  <a:cxn ang="0">
                    <a:pos x="T10" y="T11"/>
                  </a:cxn>
                  <a:cxn ang="0">
                    <a:pos x="T12" y="T13"/>
                  </a:cxn>
                </a:cxnLst>
                <a:rect l="0" t="0" r="r" b="b"/>
                <a:pathLst>
                  <a:path w="204" h="104">
                    <a:moveTo>
                      <a:pt x="199" y="13"/>
                    </a:moveTo>
                    <a:cubicBezTo>
                      <a:pt x="11" y="103"/>
                      <a:pt x="11" y="103"/>
                      <a:pt x="11" y="103"/>
                    </a:cubicBezTo>
                    <a:cubicBezTo>
                      <a:pt x="7" y="104"/>
                      <a:pt x="3" y="103"/>
                      <a:pt x="2" y="100"/>
                    </a:cubicBezTo>
                    <a:cubicBezTo>
                      <a:pt x="0" y="96"/>
                      <a:pt x="1" y="92"/>
                      <a:pt x="5" y="91"/>
                    </a:cubicBezTo>
                    <a:cubicBezTo>
                      <a:pt x="194" y="1"/>
                      <a:pt x="194" y="1"/>
                      <a:pt x="194" y="1"/>
                    </a:cubicBezTo>
                    <a:cubicBezTo>
                      <a:pt x="197" y="0"/>
                      <a:pt x="201" y="1"/>
                      <a:pt x="203" y="4"/>
                    </a:cubicBezTo>
                    <a:cubicBezTo>
                      <a:pt x="204" y="8"/>
                      <a:pt x="203" y="12"/>
                      <a:pt x="199" y="1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05">
                <a:extLst>
                  <a:ext uri="{FF2B5EF4-FFF2-40B4-BE49-F238E27FC236}">
                    <a16:creationId xmlns:a16="http://schemas.microsoft.com/office/drawing/2014/main" id="{A6750B5E-F762-4D50-9333-E35ACCF0D0A0}"/>
                  </a:ext>
                </a:extLst>
              </p:cNvPr>
              <p:cNvSpPr>
                <a:spLocks/>
              </p:cNvSpPr>
              <p:nvPr/>
            </p:nvSpPr>
            <p:spPr bwMode="auto">
              <a:xfrm>
                <a:off x="6283814" y="3311153"/>
                <a:ext cx="420995" cy="216163"/>
              </a:xfrm>
              <a:custGeom>
                <a:avLst/>
                <a:gdLst>
                  <a:gd name="T0" fmla="*/ 199 w 204"/>
                  <a:gd name="T1" fmla="*/ 14 h 105"/>
                  <a:gd name="T2" fmla="*/ 10 w 204"/>
                  <a:gd name="T3" fmla="*/ 104 h 105"/>
                  <a:gd name="T4" fmla="*/ 1 w 204"/>
                  <a:gd name="T5" fmla="*/ 101 h 105"/>
                  <a:gd name="T6" fmla="*/ 1 w 204"/>
                  <a:gd name="T7" fmla="*/ 101 h 105"/>
                  <a:gd name="T8" fmla="*/ 5 w 204"/>
                  <a:gd name="T9" fmla="*/ 92 h 105"/>
                  <a:gd name="T10" fmla="*/ 193 w 204"/>
                  <a:gd name="T11" fmla="*/ 2 h 105"/>
                  <a:gd name="T12" fmla="*/ 202 w 204"/>
                  <a:gd name="T13" fmla="*/ 5 h 105"/>
                  <a:gd name="T14" fmla="*/ 199 w 204"/>
                  <a:gd name="T15" fmla="*/ 14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4" h="105">
                    <a:moveTo>
                      <a:pt x="199" y="14"/>
                    </a:moveTo>
                    <a:cubicBezTo>
                      <a:pt x="10" y="104"/>
                      <a:pt x="10" y="104"/>
                      <a:pt x="10" y="104"/>
                    </a:cubicBezTo>
                    <a:cubicBezTo>
                      <a:pt x="7" y="105"/>
                      <a:pt x="3" y="104"/>
                      <a:pt x="1" y="101"/>
                    </a:cubicBezTo>
                    <a:cubicBezTo>
                      <a:pt x="1" y="101"/>
                      <a:pt x="1" y="101"/>
                      <a:pt x="1" y="101"/>
                    </a:cubicBezTo>
                    <a:cubicBezTo>
                      <a:pt x="0" y="97"/>
                      <a:pt x="1" y="93"/>
                      <a:pt x="5" y="92"/>
                    </a:cubicBezTo>
                    <a:cubicBezTo>
                      <a:pt x="193" y="2"/>
                      <a:pt x="193" y="2"/>
                      <a:pt x="193" y="2"/>
                    </a:cubicBezTo>
                    <a:cubicBezTo>
                      <a:pt x="197" y="0"/>
                      <a:pt x="201" y="2"/>
                      <a:pt x="202" y="5"/>
                    </a:cubicBezTo>
                    <a:cubicBezTo>
                      <a:pt x="204" y="9"/>
                      <a:pt x="203" y="13"/>
                      <a:pt x="199" y="1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127" name="矩形 126">
            <a:extLst>
              <a:ext uri="{FF2B5EF4-FFF2-40B4-BE49-F238E27FC236}">
                <a16:creationId xmlns:a16="http://schemas.microsoft.com/office/drawing/2014/main" id="{F5A06EA3-2621-45CE-81DB-FEA2FD4867C2}"/>
              </a:ext>
            </a:extLst>
          </p:cNvPr>
          <p:cNvSpPr/>
          <p:nvPr/>
        </p:nvSpPr>
        <p:spPr>
          <a:xfrm>
            <a:off x="1597697" y="5081791"/>
            <a:ext cx="5940784"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rgbClr val="087885"/>
                </a:solidFill>
                <a:latin typeface="Microsoft YaHei" panose="020B0503020204020204" pitchFamily="34" charset="-122"/>
                <a:ea typeface="Microsoft YaHei" panose="020B0503020204020204" pitchFamily="34" charset="-122"/>
                <a:cs typeface="+mj-cs"/>
              </a:rPr>
              <a:t>國軍軍</a:t>
            </a:r>
            <a:r>
              <a:rPr lang="zh-TW" altLang="en-US" sz="2400" dirty="0" smtClean="0">
                <a:solidFill>
                  <a:srgbClr val="087885"/>
                </a:solidFill>
                <a:latin typeface="Microsoft YaHei" panose="020B0503020204020204" pitchFamily="34" charset="-122"/>
                <a:ea typeface="Microsoft YaHei" panose="020B0503020204020204" pitchFamily="34" charset="-122"/>
                <a:cs typeface="+mj-cs"/>
              </a:rPr>
              <a:t>購管理系統</a:t>
            </a:r>
            <a:endParaRPr lang="en-US" altLang="zh-TW" sz="2800" b="1" dirty="0">
              <a:solidFill>
                <a:srgbClr val="087885"/>
              </a:solidFill>
              <a:latin typeface="Microsoft YaHei" panose="020B0503020204020204" pitchFamily="34" charset="-122"/>
              <a:ea typeface="Microsoft YaHei" panose="020B0503020204020204" pitchFamily="34" charset="-122"/>
              <a:cs typeface="+mj-cs"/>
            </a:endParaRPr>
          </a:p>
          <a:p>
            <a:pPr marL="457200" indent="-457200">
              <a:spcBef>
                <a:spcPts val="600"/>
              </a:spcBef>
              <a:buSzPct val="50000"/>
              <a:buFont typeface="Wingdings" panose="05000000000000000000" pitchFamily="2" charset="2"/>
              <a:buChar char="p"/>
            </a:pPr>
            <a:endParaRPr lang="en-US" altLang="zh-TW" sz="3200" b="1" dirty="0">
              <a:solidFill>
                <a:srgbClr val="0070C0"/>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2" name="投影片編號版面配置區 1"/>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6</a:t>
            </a:fld>
            <a:endParaRPr lang="zh-CN" altLang="en-US">
              <a:solidFill>
                <a:prstClr val="black">
                  <a:tint val="75000"/>
                </a:prstClr>
              </a:solidFill>
            </a:endParaRPr>
          </a:p>
        </p:txBody>
      </p:sp>
    </p:spTree>
    <p:extLst>
      <p:ext uri="{BB962C8B-B14F-4D97-AF65-F5344CB8AC3E}">
        <p14:creationId xmlns:p14="http://schemas.microsoft.com/office/powerpoint/2010/main" val="2431045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8007" y="211582"/>
            <a:ext cx="8395993" cy="916823"/>
          </a:xfrm>
        </p:spPr>
        <p:txBody>
          <a:bodyPr>
            <a:noAutofit/>
          </a:bodyPr>
          <a:lstStyle/>
          <a:p>
            <a:r>
              <a:rPr lang="zh-TW" altLang="en-US" sz="3600" b="0" dirty="0" smtClean="0">
                <a:solidFill>
                  <a:schemeClr val="accent1">
                    <a:lumMod val="50000"/>
                  </a:schemeClr>
                </a:solidFill>
              </a:rPr>
              <a:t>二</a:t>
            </a:r>
            <a:r>
              <a:rPr lang="zh-TW" altLang="en-US" sz="4000" b="0" dirty="0" smtClean="0">
                <a:solidFill>
                  <a:schemeClr val="accent1">
                    <a:lumMod val="50000"/>
                  </a:schemeClr>
                </a:solidFill>
              </a:rPr>
              <a:t>、</a:t>
            </a:r>
            <a:r>
              <a:rPr lang="zh-TW" altLang="en-US" sz="3600" b="0" dirty="0">
                <a:solidFill>
                  <a:schemeClr val="accent1">
                    <a:lumMod val="50000"/>
                  </a:schemeClr>
                </a:solidFill>
              </a:rPr>
              <a:t>近年查核</a:t>
            </a:r>
            <a:r>
              <a:rPr lang="zh-TW" altLang="en-US" sz="3600" b="0" dirty="0" smtClean="0">
                <a:solidFill>
                  <a:schemeClr val="accent1">
                    <a:lumMod val="50000"/>
                  </a:schemeClr>
                </a:solidFill>
              </a:rPr>
              <a:t>成果</a:t>
            </a:r>
            <a:endParaRPr lang="en-US" altLang="zh-TW" sz="2800" dirty="0" smtClean="0">
              <a:solidFill>
                <a:schemeClr val="accent6">
                  <a:lumMod val="75000"/>
                </a:schemeClr>
              </a:solidFill>
            </a:endParaRPr>
          </a:p>
        </p:txBody>
      </p:sp>
      <p:sp>
        <p:nvSpPr>
          <p:cNvPr id="7" name="矩形 6"/>
          <p:cNvSpPr/>
          <p:nvPr/>
        </p:nvSpPr>
        <p:spPr>
          <a:xfrm>
            <a:off x="610695" y="872691"/>
            <a:ext cx="8142296"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zh-TW" altLang="en-US" sz="3200" b="1" spc="-200" dirty="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BFCDAC5F-3430-4A90-BFFA-BFAF549A0CBA}"/>
              </a:ext>
            </a:extLst>
          </p:cNvPr>
          <p:cNvSpPr/>
          <p:nvPr/>
        </p:nvSpPr>
        <p:spPr>
          <a:xfrm>
            <a:off x="219686" y="1050095"/>
            <a:ext cx="3246995"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400" b="1" spc="-200" dirty="0">
              <a:solidFill>
                <a:schemeClr val="accent2">
                  <a:lumMod val="75000"/>
                </a:schemeClr>
              </a:solidFill>
              <a:latin typeface="Microsoft YaHei" panose="020B0503020204020204" pitchFamily="34" charset="-122"/>
              <a:ea typeface="Microsoft YaHei" panose="020B0503020204020204" pitchFamily="34" charset="-122"/>
            </a:endParaRPr>
          </a:p>
        </p:txBody>
      </p:sp>
      <p:sp>
        <p:nvSpPr>
          <p:cNvPr id="22" name="矩形 21"/>
          <p:cNvSpPr/>
          <p:nvPr/>
        </p:nvSpPr>
        <p:spPr>
          <a:xfrm>
            <a:off x="261574" y="1058629"/>
            <a:ext cx="5174584" cy="1015663"/>
          </a:xfrm>
          <a:prstGeom prst="rect">
            <a:avLst/>
          </a:prstGeom>
        </p:spPr>
        <p:txBody>
          <a:bodyPr wrap="square">
            <a:spAutoFit/>
          </a:bodyPr>
          <a:lstStyle/>
          <a:p>
            <a:pPr algn="just"/>
            <a:r>
              <a:rPr lang="en-US" altLang="zh-TW" sz="2000" dirty="0" smtClean="0">
                <a:solidFill>
                  <a:schemeClr val="accent2">
                    <a:lumMod val="50000"/>
                  </a:schemeClr>
                </a:solidFill>
              </a:rPr>
              <a:t>(</a:t>
            </a:r>
            <a:r>
              <a:rPr lang="zh-TW" altLang="en-US" sz="2000" dirty="0" smtClean="0">
                <a:solidFill>
                  <a:schemeClr val="accent2">
                    <a:lumMod val="50000"/>
                  </a:schemeClr>
                </a:solidFill>
              </a:rPr>
              <a:t>一</a:t>
            </a:r>
            <a:r>
              <a:rPr lang="en-US" altLang="zh-TW" sz="2000" dirty="0" smtClean="0">
                <a:solidFill>
                  <a:schemeClr val="accent2">
                    <a:lumMod val="50000"/>
                  </a:schemeClr>
                </a:solidFill>
              </a:rPr>
              <a:t>)</a:t>
            </a:r>
            <a:r>
              <a:rPr lang="zh-TW" altLang="en-US" sz="2000" dirty="0" smtClean="0">
                <a:solidFill>
                  <a:schemeClr val="accent2">
                    <a:lumMod val="50000"/>
                  </a:schemeClr>
                </a:solidFill>
              </a:rPr>
              <a:t>敦促國防部洽美方就重大武器裝備交貨延   </a:t>
            </a:r>
            <a:endParaRPr lang="en-US" altLang="zh-TW" sz="2000" dirty="0" smtClean="0">
              <a:solidFill>
                <a:schemeClr val="accent2">
                  <a:lumMod val="50000"/>
                </a:schemeClr>
              </a:solidFill>
            </a:endParaRPr>
          </a:p>
          <a:p>
            <a:pPr algn="just"/>
            <a:r>
              <a:rPr lang="zh-TW" altLang="en-US" sz="2000" dirty="0" smtClean="0">
                <a:solidFill>
                  <a:schemeClr val="accent2">
                    <a:lumMod val="50000"/>
                  </a:schemeClr>
                </a:solidFill>
              </a:rPr>
              <a:t>       遲個案提出因應措施，並就影響我國戰力</a:t>
            </a:r>
            <a:endParaRPr lang="en-US" altLang="zh-TW" sz="2000" dirty="0" smtClean="0">
              <a:solidFill>
                <a:schemeClr val="accent2">
                  <a:lumMod val="50000"/>
                </a:schemeClr>
              </a:solidFill>
            </a:endParaRPr>
          </a:p>
          <a:p>
            <a:pPr algn="just"/>
            <a:r>
              <a:rPr lang="zh-TW" altLang="en-US" sz="2000" dirty="0" smtClean="0">
                <a:solidFill>
                  <a:schemeClr val="accent2">
                    <a:lumMod val="50000"/>
                  </a:schemeClr>
                </a:solidFill>
              </a:rPr>
              <a:t>       整備計畫者提 出應處計畫</a:t>
            </a:r>
            <a:r>
              <a:rPr lang="zh-TW" altLang="en-US" sz="2000" dirty="0" smtClean="0">
                <a:solidFill>
                  <a:schemeClr val="accent2">
                    <a:lumMod val="50000"/>
                  </a:schemeClr>
                </a:solidFill>
                <a:latin typeface="微軟正黑體" panose="020B0604030504040204" pitchFamily="34" charset="-120"/>
                <a:ea typeface="微軟正黑體" panose="020B0604030504040204" pitchFamily="34" charset="-120"/>
              </a:rPr>
              <a:t>。</a:t>
            </a:r>
            <a:endParaRPr lang="zh-TW" altLang="en-US" sz="2000" dirty="0">
              <a:solidFill>
                <a:schemeClr val="accent2">
                  <a:lumMod val="50000"/>
                </a:schemeClr>
              </a:solidFill>
            </a:endParaRPr>
          </a:p>
        </p:txBody>
      </p:sp>
      <p:sp>
        <p:nvSpPr>
          <p:cNvPr id="23" name="矩形 22"/>
          <p:cNvSpPr/>
          <p:nvPr/>
        </p:nvSpPr>
        <p:spPr>
          <a:xfrm>
            <a:off x="261574" y="2687720"/>
            <a:ext cx="5184948" cy="1631216"/>
          </a:xfrm>
          <a:prstGeom prst="rect">
            <a:avLst/>
          </a:prstGeom>
        </p:spPr>
        <p:txBody>
          <a:bodyPr wrap="square">
            <a:spAutoFit/>
          </a:bodyPr>
          <a:lstStyle/>
          <a:p>
            <a:pPr algn="just"/>
            <a:r>
              <a:rPr lang="en-US" altLang="zh-TW" sz="2000" dirty="0" smtClean="0">
                <a:solidFill>
                  <a:schemeClr val="accent2">
                    <a:lumMod val="50000"/>
                  </a:schemeClr>
                </a:solidFill>
              </a:rPr>
              <a:t>(</a:t>
            </a:r>
            <a:r>
              <a:rPr lang="zh-TW" altLang="en-US" sz="2000" dirty="0" smtClean="0">
                <a:solidFill>
                  <a:schemeClr val="accent2">
                    <a:lumMod val="50000"/>
                  </a:schemeClr>
                </a:solidFill>
              </a:rPr>
              <a:t>二</a:t>
            </a:r>
            <a:r>
              <a:rPr lang="en-US" altLang="zh-TW" sz="2000" dirty="0" smtClean="0">
                <a:solidFill>
                  <a:schemeClr val="accent2">
                    <a:lumMod val="50000"/>
                  </a:schemeClr>
                </a:solidFill>
              </a:rPr>
              <a:t>)</a:t>
            </a:r>
            <a:r>
              <a:rPr lang="zh-TW" altLang="en-US" sz="2000" dirty="0" smtClean="0">
                <a:solidFill>
                  <a:schemeClr val="accent2">
                    <a:lumMod val="50000"/>
                  </a:schemeClr>
                </a:solidFill>
              </a:rPr>
              <a:t> 創新</a:t>
            </a:r>
            <a:r>
              <a:rPr lang="zh-TW" altLang="en-US" sz="2000" dirty="0">
                <a:solidFill>
                  <a:schemeClr val="accent2">
                    <a:lumMod val="50000"/>
                  </a:schemeClr>
                </a:solidFill>
              </a:rPr>
              <a:t>運用電腦審計勾稽</a:t>
            </a:r>
            <a:r>
              <a:rPr lang="zh-TW" altLang="en-US" sz="2000" dirty="0" smtClean="0">
                <a:solidFill>
                  <a:schemeClr val="accent2">
                    <a:lumMod val="50000"/>
                  </a:schemeClr>
                </a:solidFill>
              </a:rPr>
              <a:t>比對國軍</a:t>
            </a:r>
            <a:endParaRPr lang="en-US" altLang="zh-TW" sz="2000" dirty="0" smtClean="0">
              <a:solidFill>
                <a:schemeClr val="accent2">
                  <a:lumMod val="50000"/>
                </a:schemeClr>
              </a:solidFill>
            </a:endParaRPr>
          </a:p>
          <a:p>
            <a:pPr algn="just"/>
            <a:r>
              <a:rPr lang="zh-TW" altLang="en-US" sz="2000" dirty="0">
                <a:solidFill>
                  <a:schemeClr val="accent2">
                    <a:lumMod val="50000"/>
                  </a:schemeClr>
                </a:solidFill>
              </a:rPr>
              <a:t> </a:t>
            </a:r>
            <a:r>
              <a:rPr lang="zh-TW" altLang="en-US" sz="2000" dirty="0" smtClean="0">
                <a:solidFill>
                  <a:schemeClr val="accent2">
                    <a:lumMod val="50000"/>
                  </a:schemeClr>
                </a:solidFill>
              </a:rPr>
              <a:t>       對</a:t>
            </a:r>
            <a:r>
              <a:rPr lang="zh-TW" altLang="en-US" sz="2000" dirty="0">
                <a:solidFill>
                  <a:schemeClr val="accent2">
                    <a:lumMod val="50000"/>
                  </a:schemeClr>
                </a:solidFill>
              </a:rPr>
              <a:t>美採購零附件之交</a:t>
            </a:r>
            <a:r>
              <a:rPr lang="zh-TW" altLang="en-US" sz="2000" dirty="0" smtClean="0">
                <a:solidFill>
                  <a:schemeClr val="accent2">
                    <a:lumMod val="50000"/>
                  </a:schemeClr>
                </a:solidFill>
              </a:rPr>
              <a:t>運資料與現</a:t>
            </a:r>
            <a:endParaRPr lang="en-US" altLang="zh-TW" sz="2000" dirty="0" smtClean="0">
              <a:solidFill>
                <a:schemeClr val="accent2">
                  <a:lumMod val="50000"/>
                </a:schemeClr>
              </a:solidFill>
            </a:endParaRPr>
          </a:p>
          <a:p>
            <a:pPr algn="just"/>
            <a:r>
              <a:rPr lang="zh-TW" altLang="en-US" sz="2000" dirty="0">
                <a:solidFill>
                  <a:schemeClr val="accent2">
                    <a:lumMod val="50000"/>
                  </a:schemeClr>
                </a:solidFill>
              </a:rPr>
              <a:t> </a:t>
            </a:r>
            <a:r>
              <a:rPr lang="zh-TW" altLang="en-US" sz="2000" dirty="0" smtClean="0">
                <a:solidFill>
                  <a:schemeClr val="accent2">
                    <a:lumMod val="50000"/>
                  </a:schemeClr>
                </a:solidFill>
              </a:rPr>
              <a:t>       有</a:t>
            </a:r>
            <a:r>
              <a:rPr lang="zh-TW" altLang="en-US" sz="2000" dirty="0">
                <a:solidFill>
                  <a:schemeClr val="accent2">
                    <a:lumMod val="50000"/>
                  </a:schemeClr>
                </a:solidFill>
              </a:rPr>
              <a:t>庫存數據及急</a:t>
            </a:r>
            <a:r>
              <a:rPr lang="zh-TW" altLang="en-US" sz="2000" dirty="0" smtClean="0">
                <a:solidFill>
                  <a:schemeClr val="accent2">
                    <a:lumMod val="50000"/>
                  </a:schemeClr>
                </a:solidFill>
              </a:rPr>
              <a:t>缺料</a:t>
            </a:r>
            <a:r>
              <a:rPr lang="zh-TW" altLang="en-US" sz="2000" dirty="0">
                <a:solidFill>
                  <a:schemeClr val="accent2">
                    <a:lumMod val="50000"/>
                  </a:schemeClr>
                </a:solidFill>
              </a:rPr>
              <a:t>件品項等</a:t>
            </a:r>
            <a:r>
              <a:rPr lang="zh-TW" altLang="en-US" sz="2000" dirty="0" smtClean="0">
                <a:solidFill>
                  <a:schemeClr val="accent2">
                    <a:lumMod val="50000"/>
                  </a:schemeClr>
                </a:solidFill>
              </a:rPr>
              <a:t>，</a:t>
            </a:r>
            <a:endParaRPr lang="en-US" altLang="zh-TW" sz="2000" dirty="0" smtClean="0">
              <a:solidFill>
                <a:schemeClr val="accent2">
                  <a:lumMod val="50000"/>
                </a:schemeClr>
              </a:solidFill>
            </a:endParaRPr>
          </a:p>
          <a:p>
            <a:pPr algn="just"/>
            <a:r>
              <a:rPr lang="zh-TW" altLang="en-US" sz="2000" dirty="0">
                <a:solidFill>
                  <a:schemeClr val="accent2">
                    <a:lumMod val="50000"/>
                  </a:schemeClr>
                </a:solidFill>
              </a:rPr>
              <a:t> </a:t>
            </a:r>
            <a:r>
              <a:rPr lang="zh-TW" altLang="en-US" sz="2000" dirty="0" smtClean="0">
                <a:solidFill>
                  <a:schemeClr val="accent2">
                    <a:lumMod val="50000"/>
                  </a:schemeClr>
                </a:solidFill>
              </a:rPr>
              <a:t>       洞察國軍重要武器</a:t>
            </a:r>
            <a:r>
              <a:rPr lang="zh-TW" altLang="en-US" sz="2000" dirty="0">
                <a:solidFill>
                  <a:schemeClr val="accent2">
                    <a:lumMod val="50000"/>
                  </a:schemeClr>
                </a:solidFill>
              </a:rPr>
              <a:t>裝備後勤</a:t>
            </a:r>
            <a:r>
              <a:rPr lang="zh-TW" altLang="en-US" sz="2000" dirty="0" smtClean="0">
                <a:solidFill>
                  <a:schemeClr val="accent2">
                    <a:lumMod val="50000"/>
                  </a:schemeClr>
                </a:solidFill>
              </a:rPr>
              <a:t>支援</a:t>
            </a:r>
            <a:endParaRPr lang="en-US" altLang="zh-TW" sz="2000" dirty="0" smtClean="0">
              <a:solidFill>
                <a:schemeClr val="accent2">
                  <a:lumMod val="50000"/>
                </a:schemeClr>
              </a:solidFill>
            </a:endParaRPr>
          </a:p>
          <a:p>
            <a:pPr algn="just"/>
            <a:r>
              <a:rPr lang="zh-TW" altLang="en-US" sz="2000" dirty="0">
                <a:solidFill>
                  <a:schemeClr val="accent2">
                    <a:lumMod val="50000"/>
                  </a:schemeClr>
                </a:solidFill>
              </a:rPr>
              <a:t> </a:t>
            </a:r>
            <a:r>
              <a:rPr lang="zh-TW" altLang="en-US" sz="2000" dirty="0" smtClean="0">
                <a:solidFill>
                  <a:schemeClr val="accent2">
                    <a:lumMod val="50000"/>
                  </a:schemeClr>
                </a:solidFill>
              </a:rPr>
              <a:t>       情形</a:t>
            </a:r>
            <a:r>
              <a:rPr lang="zh-TW" altLang="en-US" sz="2000" dirty="0" smtClean="0">
                <a:solidFill>
                  <a:schemeClr val="accent2">
                    <a:lumMod val="50000"/>
                  </a:schemeClr>
                </a:solidFill>
                <a:latin typeface="微軟正黑體" panose="020B0604030504040204" pitchFamily="34" charset="-120"/>
                <a:ea typeface="微軟正黑體" panose="020B0604030504040204" pitchFamily="34" charset="-120"/>
              </a:rPr>
              <a:t>。</a:t>
            </a:r>
            <a:endParaRPr lang="zh-TW" altLang="en-US" sz="2000" dirty="0">
              <a:solidFill>
                <a:schemeClr val="accent2">
                  <a:lumMod val="50000"/>
                </a:schemeClr>
              </a:solidFill>
            </a:endParaRPr>
          </a:p>
        </p:txBody>
      </p:sp>
      <p:sp>
        <p:nvSpPr>
          <p:cNvPr id="24" name="矩形 23"/>
          <p:cNvSpPr/>
          <p:nvPr/>
        </p:nvSpPr>
        <p:spPr>
          <a:xfrm>
            <a:off x="261574" y="4514527"/>
            <a:ext cx="4553599" cy="1323439"/>
          </a:xfrm>
          <a:prstGeom prst="rect">
            <a:avLst/>
          </a:prstGeom>
        </p:spPr>
        <p:txBody>
          <a:bodyPr wrap="square">
            <a:spAutoFit/>
          </a:bodyPr>
          <a:lstStyle/>
          <a:p>
            <a:pPr algn="just"/>
            <a:r>
              <a:rPr lang="en-US" altLang="zh-TW" sz="2000" dirty="0" smtClean="0">
                <a:solidFill>
                  <a:schemeClr val="accent2">
                    <a:lumMod val="50000"/>
                  </a:schemeClr>
                </a:solidFill>
              </a:rPr>
              <a:t>(</a:t>
            </a:r>
            <a:r>
              <a:rPr lang="zh-TW" altLang="en-US" sz="2000" dirty="0" smtClean="0">
                <a:solidFill>
                  <a:schemeClr val="accent2">
                    <a:lumMod val="50000"/>
                  </a:schemeClr>
                </a:solidFill>
              </a:rPr>
              <a:t>三</a:t>
            </a:r>
            <a:r>
              <a:rPr lang="en-US" altLang="zh-TW" sz="2000" dirty="0" smtClean="0">
                <a:solidFill>
                  <a:schemeClr val="accent2">
                    <a:lumMod val="50000"/>
                  </a:schemeClr>
                </a:solidFill>
              </a:rPr>
              <a:t>)</a:t>
            </a:r>
            <a:r>
              <a:rPr lang="zh-TW" altLang="en-US" sz="2000" dirty="0" smtClean="0">
                <a:solidFill>
                  <a:schemeClr val="accent2">
                    <a:lumMod val="50000"/>
                  </a:schemeClr>
                </a:solidFill>
              </a:rPr>
              <a:t> 擴散</a:t>
            </a:r>
            <a:r>
              <a:rPr lang="zh-TW" altLang="en-US" sz="2000" dirty="0">
                <a:solidFill>
                  <a:schemeClr val="accent2">
                    <a:lumMod val="50000"/>
                  </a:schemeClr>
                </a:solidFill>
              </a:rPr>
              <a:t>應用電腦審計分析</a:t>
            </a:r>
            <a:r>
              <a:rPr lang="zh-TW" altLang="en-US" sz="2000" dirty="0" smtClean="0">
                <a:solidFill>
                  <a:schemeClr val="accent2">
                    <a:lumMod val="50000"/>
                  </a:schemeClr>
                </a:solidFill>
              </a:rPr>
              <a:t>技術與方法，</a:t>
            </a:r>
            <a:endParaRPr lang="en-US" altLang="zh-TW" sz="2000" dirty="0" smtClean="0">
              <a:solidFill>
                <a:schemeClr val="accent2">
                  <a:lumMod val="50000"/>
                </a:schemeClr>
              </a:solidFill>
            </a:endParaRPr>
          </a:p>
          <a:p>
            <a:pPr algn="just"/>
            <a:r>
              <a:rPr lang="zh-TW" altLang="en-US" sz="2000" dirty="0" smtClean="0">
                <a:solidFill>
                  <a:schemeClr val="accent2">
                    <a:lumMod val="50000"/>
                  </a:schemeClr>
                </a:solidFill>
              </a:rPr>
              <a:t>         勾稽國軍送美維修可修件關鍵性料</a:t>
            </a:r>
            <a:endParaRPr lang="en-US" altLang="zh-TW" sz="2000" dirty="0" smtClean="0">
              <a:solidFill>
                <a:schemeClr val="accent2">
                  <a:lumMod val="50000"/>
                </a:schemeClr>
              </a:solidFill>
            </a:endParaRPr>
          </a:p>
          <a:p>
            <a:pPr algn="just"/>
            <a:r>
              <a:rPr lang="zh-TW" altLang="en-US" sz="2000" dirty="0" smtClean="0">
                <a:solidFill>
                  <a:schemeClr val="accent2">
                    <a:lumMod val="50000"/>
                  </a:schemeClr>
                </a:solidFill>
              </a:rPr>
              <a:t>         件數量與庫存周轉數量為 </a:t>
            </a:r>
            <a:r>
              <a:rPr lang="en-US" altLang="zh-TW" sz="2000" dirty="0" smtClean="0">
                <a:solidFill>
                  <a:schemeClr val="accent2">
                    <a:lumMod val="50000"/>
                  </a:schemeClr>
                </a:solidFill>
              </a:rPr>
              <a:t>0</a:t>
            </a:r>
            <a:r>
              <a:rPr lang="zh-TW" altLang="en-US" sz="2000" dirty="0" smtClean="0">
                <a:solidFill>
                  <a:schemeClr val="accent2">
                    <a:lumMod val="50000"/>
                  </a:schemeClr>
                </a:solidFill>
              </a:rPr>
              <a:t> 之料件</a:t>
            </a:r>
            <a:endParaRPr lang="en-US" altLang="zh-TW" sz="2000" dirty="0" smtClean="0">
              <a:solidFill>
                <a:schemeClr val="accent2">
                  <a:lumMod val="50000"/>
                </a:schemeClr>
              </a:solidFill>
            </a:endParaRPr>
          </a:p>
          <a:p>
            <a:pPr algn="just"/>
            <a:r>
              <a:rPr lang="zh-TW" altLang="en-US" sz="2000" dirty="0" smtClean="0">
                <a:solidFill>
                  <a:schemeClr val="accent2">
                    <a:lumMod val="50000"/>
                  </a:schemeClr>
                </a:solidFill>
              </a:rPr>
              <a:t>         清單，預警國軍後勤整備潛存風險。</a:t>
            </a:r>
            <a:endParaRPr lang="zh-TW" altLang="en-US" sz="2000" dirty="0">
              <a:solidFill>
                <a:schemeClr val="accent2">
                  <a:lumMod val="50000"/>
                </a:schemeClr>
              </a:solidFill>
            </a:endParaRPr>
          </a:p>
        </p:txBody>
      </p:sp>
      <p:graphicFrame>
        <p:nvGraphicFramePr>
          <p:cNvPr id="10" name="資料庫圖表 9"/>
          <p:cNvGraphicFramePr/>
          <p:nvPr>
            <p:extLst>
              <p:ext uri="{D42A27DB-BD31-4B8C-83A1-F6EECF244321}">
                <p14:modId xmlns:p14="http://schemas.microsoft.com/office/powerpoint/2010/main" val="711445063"/>
              </p:ext>
            </p:extLst>
          </p:nvPr>
        </p:nvGraphicFramePr>
        <p:xfrm>
          <a:off x="4405608" y="2082826"/>
          <a:ext cx="5924099" cy="4863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7</a:t>
            </a:fld>
            <a:endParaRPr lang="zh-CN" altLang="en-US">
              <a:solidFill>
                <a:prstClr val="black">
                  <a:tint val="75000"/>
                </a:prstClr>
              </a:solidFill>
            </a:endParaRPr>
          </a:p>
        </p:txBody>
      </p:sp>
    </p:spTree>
    <p:extLst>
      <p:ext uri="{BB962C8B-B14F-4D97-AF65-F5344CB8AC3E}">
        <p14:creationId xmlns:p14="http://schemas.microsoft.com/office/powerpoint/2010/main" val="11306110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8007" y="211582"/>
            <a:ext cx="8395993" cy="916823"/>
          </a:xfrm>
        </p:spPr>
        <p:txBody>
          <a:bodyPr>
            <a:noAutofit/>
          </a:bodyPr>
          <a:lstStyle/>
          <a:p>
            <a:r>
              <a:rPr lang="zh-TW" altLang="en-US" sz="3600" b="0" dirty="0" smtClean="0">
                <a:solidFill>
                  <a:schemeClr val="accent1">
                    <a:lumMod val="50000"/>
                  </a:schemeClr>
                </a:solidFill>
              </a:rPr>
              <a:t>二</a:t>
            </a:r>
            <a:r>
              <a:rPr lang="zh-TW" altLang="en-US" sz="4000" b="0" dirty="0" smtClean="0">
                <a:solidFill>
                  <a:schemeClr val="accent1">
                    <a:lumMod val="50000"/>
                  </a:schemeClr>
                </a:solidFill>
              </a:rPr>
              <a:t>、</a:t>
            </a:r>
            <a:r>
              <a:rPr lang="zh-TW" altLang="en-US" sz="3600" b="0" dirty="0">
                <a:solidFill>
                  <a:schemeClr val="accent1">
                    <a:lumMod val="50000"/>
                  </a:schemeClr>
                </a:solidFill>
              </a:rPr>
              <a:t>近年查核</a:t>
            </a:r>
            <a:r>
              <a:rPr lang="zh-TW" altLang="en-US" sz="3600" b="0" dirty="0" smtClean="0">
                <a:solidFill>
                  <a:schemeClr val="accent1">
                    <a:lumMod val="50000"/>
                  </a:schemeClr>
                </a:solidFill>
              </a:rPr>
              <a:t>成果 </a:t>
            </a:r>
            <a:r>
              <a:rPr lang="en-US" altLang="zh-TW" sz="3600" b="0" dirty="0" smtClean="0">
                <a:solidFill>
                  <a:schemeClr val="accent1">
                    <a:lumMod val="50000"/>
                  </a:schemeClr>
                </a:solidFill>
              </a:rPr>
              <a:t>(</a:t>
            </a:r>
            <a:r>
              <a:rPr lang="zh-TW" altLang="en-US" sz="3600" b="0" dirty="0">
                <a:solidFill>
                  <a:schemeClr val="accent1">
                    <a:lumMod val="50000"/>
                  </a:schemeClr>
                </a:solidFill>
              </a:rPr>
              <a:t>續</a:t>
            </a:r>
            <a:r>
              <a:rPr lang="en-US" altLang="zh-TW" sz="3600" b="0" dirty="0">
                <a:solidFill>
                  <a:schemeClr val="accent1">
                    <a:lumMod val="50000"/>
                  </a:schemeClr>
                </a:solidFill>
              </a:rPr>
              <a:t>)</a:t>
            </a:r>
            <a:endParaRPr lang="en-US" altLang="zh-TW" sz="3600" b="0" dirty="0" smtClean="0">
              <a:solidFill>
                <a:schemeClr val="accent1">
                  <a:lumMod val="50000"/>
                </a:schemeClr>
              </a:solidFill>
            </a:endParaRPr>
          </a:p>
          <a:p>
            <a:pPr>
              <a:lnSpc>
                <a:spcPct val="100000"/>
              </a:lnSpc>
              <a:spcBef>
                <a:spcPts val="0"/>
              </a:spcBef>
              <a:defRPr/>
            </a:pPr>
            <a:endParaRPr lang="en-US" altLang="zh-TW" sz="2800" dirty="0" smtClean="0">
              <a:solidFill>
                <a:schemeClr val="accent6">
                  <a:lumMod val="75000"/>
                </a:schemeClr>
              </a:solidFill>
            </a:endParaRPr>
          </a:p>
        </p:txBody>
      </p:sp>
      <p:sp>
        <p:nvSpPr>
          <p:cNvPr id="7" name="矩形 6"/>
          <p:cNvSpPr/>
          <p:nvPr/>
        </p:nvSpPr>
        <p:spPr>
          <a:xfrm>
            <a:off x="610695" y="872691"/>
            <a:ext cx="8142296"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zh-TW" altLang="en-US" sz="3200" b="1" spc="-200" dirty="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BFCDAC5F-3430-4A90-BFFA-BFAF549A0CBA}"/>
              </a:ext>
            </a:extLst>
          </p:cNvPr>
          <p:cNvSpPr/>
          <p:nvPr/>
        </p:nvSpPr>
        <p:spPr>
          <a:xfrm>
            <a:off x="219686" y="1050095"/>
            <a:ext cx="3246995" cy="683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400" b="1" spc="-200" dirty="0">
              <a:solidFill>
                <a:schemeClr val="accent2">
                  <a:lumMod val="75000"/>
                </a:schemeClr>
              </a:solidFill>
              <a:latin typeface="Microsoft YaHei" panose="020B0503020204020204" pitchFamily="34" charset="-122"/>
              <a:ea typeface="Microsoft YaHei" panose="020B0503020204020204" pitchFamily="34" charset="-122"/>
            </a:endParaRPr>
          </a:p>
        </p:txBody>
      </p:sp>
      <p:sp>
        <p:nvSpPr>
          <p:cNvPr id="22" name="矩形 21"/>
          <p:cNvSpPr/>
          <p:nvPr/>
        </p:nvSpPr>
        <p:spPr>
          <a:xfrm>
            <a:off x="4264770" y="1419182"/>
            <a:ext cx="4813849" cy="1015663"/>
          </a:xfrm>
          <a:prstGeom prst="rect">
            <a:avLst/>
          </a:prstGeom>
        </p:spPr>
        <p:txBody>
          <a:bodyPr wrap="square">
            <a:spAutoFit/>
          </a:bodyPr>
          <a:lstStyle/>
          <a:p>
            <a:pPr algn="just"/>
            <a:r>
              <a:rPr lang="en-US" altLang="zh-TW" sz="2000" dirty="0" smtClean="0">
                <a:solidFill>
                  <a:srgbClr val="009999"/>
                </a:solidFill>
              </a:rPr>
              <a:t>(</a:t>
            </a:r>
            <a:r>
              <a:rPr lang="zh-TW" altLang="en-US" sz="2000" dirty="0" smtClean="0">
                <a:solidFill>
                  <a:srgbClr val="009999"/>
                </a:solidFill>
              </a:rPr>
              <a:t>一</a:t>
            </a:r>
            <a:r>
              <a:rPr lang="en-US" altLang="zh-TW" sz="2000" dirty="0" smtClean="0">
                <a:solidFill>
                  <a:srgbClr val="009999"/>
                </a:solidFill>
              </a:rPr>
              <a:t>)</a:t>
            </a:r>
            <a:r>
              <a:rPr lang="zh-TW" altLang="en-US" sz="2000" dirty="0">
                <a:solidFill>
                  <a:srgbClr val="009999"/>
                </a:solidFill>
              </a:rPr>
              <a:t> </a:t>
            </a:r>
            <a:r>
              <a:rPr lang="zh-TW" altLang="en-US" sz="2000" dirty="0" smtClean="0">
                <a:solidFill>
                  <a:srgbClr val="009999"/>
                </a:solidFill>
              </a:rPr>
              <a:t>建</a:t>
            </a:r>
            <a:r>
              <a:rPr lang="zh-TW" altLang="en-US" sz="2000" dirty="0">
                <a:solidFill>
                  <a:srgbClr val="009999"/>
                </a:solidFill>
              </a:rPr>
              <a:t>請國防部衡酌軍購案資金水位與</a:t>
            </a:r>
            <a:r>
              <a:rPr lang="zh-TW" altLang="en-US" sz="2000" dirty="0" smtClean="0">
                <a:solidFill>
                  <a:srgbClr val="009999"/>
                </a:solidFill>
              </a:rPr>
              <a:t>掌</a:t>
            </a:r>
            <a:endParaRPr lang="en-US" altLang="zh-TW" sz="2000" dirty="0" smtClean="0">
              <a:solidFill>
                <a:srgbClr val="009999"/>
              </a:solidFill>
            </a:endParaRPr>
          </a:p>
          <a:p>
            <a:pPr algn="just"/>
            <a:r>
              <a:rPr lang="zh-TW" altLang="en-US" sz="2000" dirty="0" smtClean="0">
                <a:solidFill>
                  <a:srgbClr val="009999"/>
                </a:solidFill>
              </a:rPr>
              <a:t>        握</a:t>
            </a:r>
            <a:r>
              <a:rPr lang="zh-TW" altLang="en-US" sz="2000" dirty="0">
                <a:solidFill>
                  <a:srgbClr val="009999"/>
                </a:solidFill>
              </a:rPr>
              <a:t>美軍實際採購發包金額及交貨期</a:t>
            </a:r>
            <a:r>
              <a:rPr lang="zh-TW" altLang="en-US" sz="2000" dirty="0" smtClean="0">
                <a:solidFill>
                  <a:srgbClr val="009999"/>
                </a:solidFill>
              </a:rPr>
              <a:t>程</a:t>
            </a:r>
            <a:endParaRPr lang="en-US" altLang="zh-TW" sz="2000" dirty="0" smtClean="0">
              <a:solidFill>
                <a:srgbClr val="009999"/>
              </a:solidFill>
            </a:endParaRPr>
          </a:p>
          <a:p>
            <a:pPr algn="just"/>
            <a:r>
              <a:rPr lang="zh-TW" altLang="en-US" sz="2000" dirty="0" smtClean="0">
                <a:solidFill>
                  <a:srgbClr val="009999"/>
                </a:solidFill>
              </a:rPr>
              <a:t>        辦理</a:t>
            </a:r>
            <a:r>
              <a:rPr lang="zh-TW" altLang="en-US" sz="2000" dirty="0">
                <a:solidFill>
                  <a:srgbClr val="009999"/>
                </a:solidFill>
              </a:rPr>
              <a:t>結匯，避免鉅額資金滯存美方</a:t>
            </a:r>
            <a:r>
              <a:rPr lang="zh-TW" altLang="en-US" sz="2000" dirty="0" smtClean="0">
                <a:solidFill>
                  <a:srgbClr val="009999"/>
                </a:solidFill>
              </a:rPr>
              <a:t>。</a:t>
            </a:r>
            <a:endParaRPr lang="zh-TW" altLang="en-US" sz="2000" dirty="0">
              <a:solidFill>
                <a:srgbClr val="009999"/>
              </a:solidFill>
            </a:endParaRPr>
          </a:p>
        </p:txBody>
      </p:sp>
      <p:sp>
        <p:nvSpPr>
          <p:cNvPr id="23" name="矩形 22"/>
          <p:cNvSpPr/>
          <p:nvPr/>
        </p:nvSpPr>
        <p:spPr>
          <a:xfrm>
            <a:off x="4264770" y="2922148"/>
            <a:ext cx="4813849" cy="1323439"/>
          </a:xfrm>
          <a:prstGeom prst="rect">
            <a:avLst/>
          </a:prstGeom>
        </p:spPr>
        <p:txBody>
          <a:bodyPr wrap="square">
            <a:spAutoFit/>
          </a:bodyPr>
          <a:lstStyle/>
          <a:p>
            <a:pPr algn="just"/>
            <a:r>
              <a:rPr lang="en-US" altLang="zh-TW" sz="2000" dirty="0" smtClean="0">
                <a:solidFill>
                  <a:srgbClr val="009999"/>
                </a:solidFill>
              </a:rPr>
              <a:t>(</a:t>
            </a:r>
            <a:r>
              <a:rPr lang="zh-TW" altLang="en-US" sz="2000" dirty="0" smtClean="0">
                <a:solidFill>
                  <a:srgbClr val="009999"/>
                </a:solidFill>
              </a:rPr>
              <a:t>二</a:t>
            </a:r>
            <a:r>
              <a:rPr lang="en-US" altLang="zh-TW" sz="2000" dirty="0" smtClean="0">
                <a:solidFill>
                  <a:srgbClr val="009999"/>
                </a:solidFill>
              </a:rPr>
              <a:t>)</a:t>
            </a:r>
            <a:r>
              <a:rPr lang="zh-TW" altLang="en-US" sz="2000" dirty="0">
                <a:solidFill>
                  <a:srgbClr val="009999"/>
                </a:solidFill>
              </a:rPr>
              <a:t> </a:t>
            </a:r>
            <a:r>
              <a:rPr lang="zh-TW" altLang="en-US" sz="2000" dirty="0" smtClean="0">
                <a:solidFill>
                  <a:srgbClr val="009999"/>
                </a:solidFill>
              </a:rPr>
              <a:t>跨</a:t>
            </a:r>
            <a:r>
              <a:rPr lang="zh-TW" altLang="en-US" sz="2000" dirty="0">
                <a:solidFill>
                  <a:srgbClr val="009999"/>
                </a:solidFill>
              </a:rPr>
              <a:t>域治理及協力</a:t>
            </a:r>
            <a:r>
              <a:rPr lang="zh-TW" altLang="en-US" sz="2000" dirty="0" smtClean="0">
                <a:solidFill>
                  <a:srgbClr val="009999"/>
                </a:solidFill>
              </a:rPr>
              <a:t>合作，</a:t>
            </a:r>
            <a:r>
              <a:rPr lang="zh-TW" altLang="en-US" sz="2000" dirty="0">
                <a:solidFill>
                  <a:srgbClr val="009999"/>
                </a:solidFill>
              </a:rPr>
              <a:t>促請國防部</a:t>
            </a:r>
            <a:r>
              <a:rPr lang="zh-TW" altLang="en-US" sz="2000" dirty="0" smtClean="0">
                <a:solidFill>
                  <a:srgbClr val="009999"/>
                </a:solidFill>
              </a:rPr>
              <a:t>研</a:t>
            </a:r>
            <a:endParaRPr lang="en-US" altLang="zh-TW" sz="2000" dirty="0" smtClean="0">
              <a:solidFill>
                <a:srgbClr val="009999"/>
              </a:solidFill>
            </a:endParaRPr>
          </a:p>
          <a:p>
            <a:pPr algn="just"/>
            <a:r>
              <a:rPr lang="zh-TW" altLang="en-US" sz="2000" dirty="0" smtClean="0">
                <a:solidFill>
                  <a:srgbClr val="009999"/>
                </a:solidFill>
              </a:rPr>
              <a:t>        議</a:t>
            </a:r>
            <a:r>
              <a:rPr lang="zh-TW" altLang="en-US" sz="2000" dirty="0">
                <a:solidFill>
                  <a:srgbClr val="009999"/>
                </a:solidFill>
              </a:rPr>
              <a:t>洽美方評估以銀行擔保信用狀</a:t>
            </a:r>
            <a:r>
              <a:rPr lang="zh-TW" altLang="en-US" sz="2000" dirty="0" smtClean="0">
                <a:solidFill>
                  <a:srgbClr val="009999"/>
                </a:solidFill>
              </a:rPr>
              <a:t>取代</a:t>
            </a:r>
            <a:endParaRPr lang="en-US" altLang="zh-TW" sz="2000" dirty="0" smtClean="0">
              <a:solidFill>
                <a:srgbClr val="009999"/>
              </a:solidFill>
            </a:endParaRPr>
          </a:p>
          <a:p>
            <a:pPr algn="just"/>
            <a:r>
              <a:rPr lang="zh-TW" altLang="en-US" sz="2000" dirty="0" smtClean="0">
                <a:solidFill>
                  <a:srgbClr val="009999"/>
                </a:solidFill>
              </a:rPr>
              <a:t>        合約</a:t>
            </a:r>
            <a:r>
              <a:rPr lang="zh-TW" altLang="en-US" sz="2000" dirty="0">
                <a:solidFill>
                  <a:srgbClr val="009999"/>
                </a:solidFill>
              </a:rPr>
              <a:t>終止準備金，降低軍購案匯出</a:t>
            </a:r>
            <a:r>
              <a:rPr lang="zh-TW" altLang="en-US" sz="2000" dirty="0" smtClean="0">
                <a:solidFill>
                  <a:srgbClr val="009999"/>
                </a:solidFill>
              </a:rPr>
              <a:t>金</a:t>
            </a:r>
            <a:endParaRPr lang="en-US" altLang="zh-TW" sz="2000" dirty="0" smtClean="0">
              <a:solidFill>
                <a:srgbClr val="009999"/>
              </a:solidFill>
            </a:endParaRPr>
          </a:p>
          <a:p>
            <a:pPr algn="just"/>
            <a:r>
              <a:rPr lang="zh-TW" altLang="en-US" sz="2000" dirty="0" smtClean="0">
                <a:solidFill>
                  <a:srgbClr val="009999"/>
                </a:solidFill>
              </a:rPr>
              <a:t>        額</a:t>
            </a:r>
            <a:r>
              <a:rPr lang="zh-TW" altLang="en-US" sz="2000" dirty="0">
                <a:solidFill>
                  <a:srgbClr val="009999"/>
                </a:solidFill>
              </a:rPr>
              <a:t>，提升政府財務效能</a:t>
            </a:r>
            <a:r>
              <a:rPr lang="zh-TW" altLang="en-US" sz="2000" dirty="0" smtClean="0">
                <a:solidFill>
                  <a:srgbClr val="009999"/>
                </a:solidFill>
                <a:latin typeface="微軟正黑體" panose="020B0604030504040204" pitchFamily="34" charset="-120"/>
                <a:ea typeface="微軟正黑體" panose="020B0604030504040204" pitchFamily="34" charset="-120"/>
              </a:rPr>
              <a:t>。</a:t>
            </a:r>
            <a:endParaRPr lang="zh-TW" altLang="en-US" sz="2000" dirty="0">
              <a:solidFill>
                <a:srgbClr val="009999"/>
              </a:solidFill>
            </a:endParaRPr>
          </a:p>
        </p:txBody>
      </p:sp>
      <p:sp>
        <p:nvSpPr>
          <p:cNvPr id="24" name="矩形 23"/>
          <p:cNvSpPr/>
          <p:nvPr/>
        </p:nvSpPr>
        <p:spPr>
          <a:xfrm>
            <a:off x="4264770" y="4732890"/>
            <a:ext cx="4553599" cy="1323439"/>
          </a:xfrm>
          <a:prstGeom prst="rect">
            <a:avLst/>
          </a:prstGeom>
        </p:spPr>
        <p:txBody>
          <a:bodyPr wrap="square">
            <a:spAutoFit/>
          </a:bodyPr>
          <a:lstStyle/>
          <a:p>
            <a:pPr algn="just"/>
            <a:r>
              <a:rPr lang="en-US" altLang="zh-TW" sz="2000" dirty="0" smtClean="0">
                <a:solidFill>
                  <a:srgbClr val="009999"/>
                </a:solidFill>
              </a:rPr>
              <a:t>(</a:t>
            </a:r>
            <a:r>
              <a:rPr lang="zh-TW" altLang="en-US" sz="2000" dirty="0" smtClean="0">
                <a:solidFill>
                  <a:srgbClr val="009999"/>
                </a:solidFill>
              </a:rPr>
              <a:t>三</a:t>
            </a:r>
            <a:r>
              <a:rPr lang="en-US" altLang="zh-TW" sz="2000" dirty="0" smtClean="0">
                <a:solidFill>
                  <a:srgbClr val="009999"/>
                </a:solidFill>
              </a:rPr>
              <a:t>)</a:t>
            </a:r>
            <a:r>
              <a:rPr lang="zh-TW" altLang="en-US" sz="2000" dirty="0" smtClean="0">
                <a:solidFill>
                  <a:srgbClr val="009999"/>
                </a:solidFill>
              </a:rPr>
              <a:t> 促請</a:t>
            </a:r>
            <a:r>
              <a:rPr lang="zh-TW" altLang="en-US" sz="2000" dirty="0">
                <a:solidFill>
                  <a:srgbClr val="009999"/>
                </a:solidFill>
              </a:rPr>
              <a:t>匯</a:t>
            </a:r>
            <a:r>
              <a:rPr lang="zh-TW" altLang="en-US" sz="2000" dirty="0" smtClean="0">
                <a:solidFill>
                  <a:srgbClr val="009999"/>
                </a:solidFill>
              </a:rPr>
              <a:t>回已供補完成案件餘款、刪</a:t>
            </a:r>
            <a:endParaRPr lang="en-US" altLang="zh-TW" sz="2000" dirty="0" smtClean="0">
              <a:solidFill>
                <a:srgbClr val="009999"/>
              </a:solidFill>
            </a:endParaRPr>
          </a:p>
          <a:p>
            <a:pPr algn="just"/>
            <a:r>
              <a:rPr lang="zh-TW" altLang="en-US" sz="2000" dirty="0" smtClean="0">
                <a:solidFill>
                  <a:srgbClr val="009999"/>
                </a:solidFill>
              </a:rPr>
              <a:t>        除非特定需求品項金額及研發</a:t>
            </a:r>
            <a:r>
              <a:rPr lang="zh-TW" altLang="en-US" sz="2000" dirty="0">
                <a:solidFill>
                  <a:srgbClr val="009999"/>
                </a:solidFill>
              </a:rPr>
              <a:t>攤</a:t>
            </a:r>
            <a:r>
              <a:rPr lang="zh-TW" altLang="en-US" sz="2000" dirty="0" smtClean="0">
                <a:solidFill>
                  <a:srgbClr val="009999"/>
                </a:solidFill>
              </a:rPr>
              <a:t>費</a:t>
            </a:r>
            <a:endParaRPr lang="en-US" altLang="zh-TW" sz="2000" dirty="0" smtClean="0">
              <a:solidFill>
                <a:srgbClr val="009999"/>
              </a:solidFill>
            </a:endParaRPr>
          </a:p>
          <a:p>
            <a:pPr algn="just"/>
            <a:r>
              <a:rPr lang="zh-TW" altLang="en-US" sz="2000" dirty="0" smtClean="0">
                <a:solidFill>
                  <a:srgbClr val="009999"/>
                </a:solidFill>
              </a:rPr>
              <a:t>        補償逾</a:t>
            </a:r>
            <a:r>
              <a:rPr lang="en-US" altLang="zh-TW" sz="2000" dirty="0">
                <a:solidFill>
                  <a:srgbClr val="009999"/>
                </a:solidFill>
              </a:rPr>
              <a:t>84</a:t>
            </a:r>
            <a:r>
              <a:rPr lang="zh-TW" altLang="en-US" sz="2000" dirty="0">
                <a:solidFill>
                  <a:srgbClr val="009999"/>
                </a:solidFill>
              </a:rPr>
              <a:t>億餘元</a:t>
            </a:r>
            <a:r>
              <a:rPr lang="zh-TW" altLang="en-US" sz="2000" dirty="0" smtClean="0">
                <a:solidFill>
                  <a:srgbClr val="009999"/>
                </a:solidFill>
              </a:rPr>
              <a:t>，挹注國庫</a:t>
            </a:r>
            <a:r>
              <a:rPr lang="zh-TW" altLang="en-US" sz="2000" dirty="0">
                <a:solidFill>
                  <a:srgbClr val="009999"/>
                </a:solidFill>
              </a:rPr>
              <a:t>資源</a:t>
            </a:r>
            <a:r>
              <a:rPr lang="zh-TW" altLang="en-US" sz="2000" dirty="0" smtClean="0">
                <a:solidFill>
                  <a:srgbClr val="009999"/>
                </a:solidFill>
              </a:rPr>
              <a:t>調</a:t>
            </a:r>
            <a:endParaRPr lang="en-US" altLang="zh-TW" sz="2000" dirty="0" smtClean="0">
              <a:solidFill>
                <a:srgbClr val="009999"/>
              </a:solidFill>
            </a:endParaRPr>
          </a:p>
          <a:p>
            <a:pPr algn="just"/>
            <a:r>
              <a:rPr lang="zh-TW" altLang="en-US" sz="2000" dirty="0" smtClean="0">
                <a:solidFill>
                  <a:srgbClr val="009999"/>
                </a:solidFill>
              </a:rPr>
              <a:t>        度</a:t>
            </a:r>
            <a:r>
              <a:rPr lang="zh-TW" altLang="en-US" sz="2000" dirty="0">
                <a:solidFill>
                  <a:srgbClr val="009999"/>
                </a:solidFill>
              </a:rPr>
              <a:t>。</a:t>
            </a:r>
          </a:p>
        </p:txBody>
      </p:sp>
      <p:graphicFrame>
        <p:nvGraphicFramePr>
          <p:cNvPr id="10" name="資料庫圖表 9"/>
          <p:cNvGraphicFramePr/>
          <p:nvPr>
            <p:extLst>
              <p:ext uri="{D42A27DB-BD31-4B8C-83A1-F6EECF244321}">
                <p14:modId xmlns:p14="http://schemas.microsoft.com/office/powerpoint/2010/main" val="2870217680"/>
              </p:ext>
            </p:extLst>
          </p:nvPr>
        </p:nvGraphicFramePr>
        <p:xfrm>
          <a:off x="-829585" y="1537398"/>
          <a:ext cx="5924099" cy="4863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8</a:t>
            </a:fld>
            <a:endParaRPr lang="zh-CN" altLang="en-US">
              <a:solidFill>
                <a:prstClr val="black">
                  <a:tint val="75000"/>
                </a:prstClr>
              </a:solidFill>
            </a:endParaRPr>
          </a:p>
        </p:txBody>
      </p:sp>
    </p:spTree>
    <p:extLst>
      <p:ext uri="{BB962C8B-B14F-4D97-AF65-F5344CB8AC3E}">
        <p14:creationId xmlns:p14="http://schemas.microsoft.com/office/powerpoint/2010/main" val="41972488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8007" y="211582"/>
            <a:ext cx="8395993" cy="916823"/>
          </a:xfrm>
        </p:spPr>
        <p:txBody>
          <a:bodyPr>
            <a:noAutofit/>
          </a:bodyPr>
          <a:lstStyle/>
          <a:p>
            <a:r>
              <a:rPr lang="zh-TW" altLang="en-US" sz="3600" b="0" dirty="0" smtClean="0">
                <a:solidFill>
                  <a:schemeClr val="accent1">
                    <a:lumMod val="50000"/>
                  </a:schemeClr>
                </a:solidFill>
              </a:rPr>
              <a:t>二</a:t>
            </a:r>
            <a:r>
              <a:rPr lang="zh-TW" altLang="en-US" sz="4000" b="0" dirty="0" smtClean="0">
                <a:solidFill>
                  <a:schemeClr val="accent1">
                    <a:lumMod val="50000"/>
                  </a:schemeClr>
                </a:solidFill>
              </a:rPr>
              <a:t>、</a:t>
            </a:r>
            <a:r>
              <a:rPr lang="zh-TW" altLang="en-US" sz="3600" b="0" dirty="0">
                <a:solidFill>
                  <a:schemeClr val="accent1">
                    <a:lumMod val="50000"/>
                  </a:schemeClr>
                </a:solidFill>
              </a:rPr>
              <a:t>近年查核</a:t>
            </a:r>
            <a:r>
              <a:rPr lang="zh-TW" altLang="en-US" sz="3600" b="0" dirty="0" smtClean="0">
                <a:solidFill>
                  <a:schemeClr val="accent1">
                    <a:lumMod val="50000"/>
                  </a:schemeClr>
                </a:solidFill>
              </a:rPr>
              <a:t>成果 </a:t>
            </a:r>
            <a:r>
              <a:rPr lang="en-US" altLang="zh-TW" sz="3600" b="0" dirty="0" smtClean="0">
                <a:solidFill>
                  <a:schemeClr val="accent1">
                    <a:lumMod val="50000"/>
                  </a:schemeClr>
                </a:solidFill>
              </a:rPr>
              <a:t>(</a:t>
            </a:r>
            <a:r>
              <a:rPr lang="zh-TW" altLang="en-US" sz="3600" b="0" dirty="0" smtClean="0">
                <a:solidFill>
                  <a:schemeClr val="accent1">
                    <a:lumMod val="50000"/>
                  </a:schemeClr>
                </a:solidFill>
              </a:rPr>
              <a:t>續</a:t>
            </a:r>
            <a:r>
              <a:rPr lang="en-US" altLang="zh-TW" sz="3600" b="0" dirty="0" smtClean="0">
                <a:solidFill>
                  <a:schemeClr val="accent1">
                    <a:lumMod val="50000"/>
                  </a:schemeClr>
                </a:solidFill>
              </a:rPr>
              <a:t>)</a:t>
            </a:r>
          </a:p>
          <a:p>
            <a:pPr>
              <a:lnSpc>
                <a:spcPct val="100000"/>
              </a:lnSpc>
              <a:spcBef>
                <a:spcPts val="0"/>
              </a:spcBef>
              <a:defRPr/>
            </a:pPr>
            <a:endParaRPr lang="en-US" altLang="zh-TW" sz="2800" dirty="0" smtClean="0">
              <a:solidFill>
                <a:schemeClr val="accent6">
                  <a:lumMod val="75000"/>
                </a:schemeClr>
              </a:solidFill>
            </a:endParaRPr>
          </a:p>
        </p:txBody>
      </p:sp>
      <p:sp>
        <p:nvSpPr>
          <p:cNvPr id="7" name="矩形 6"/>
          <p:cNvSpPr/>
          <p:nvPr/>
        </p:nvSpPr>
        <p:spPr>
          <a:xfrm>
            <a:off x="610695" y="872691"/>
            <a:ext cx="8142296"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zh-TW" altLang="en-US" sz="3200" b="1" spc="-200" dirty="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8" name="矩形 7"/>
          <p:cNvSpPr/>
          <p:nvPr/>
        </p:nvSpPr>
        <p:spPr>
          <a:xfrm>
            <a:off x="219686" y="1643429"/>
            <a:ext cx="5185954" cy="1323439"/>
          </a:xfrm>
          <a:prstGeom prst="rect">
            <a:avLst/>
          </a:prstGeom>
        </p:spPr>
        <p:txBody>
          <a:bodyPr wrap="square">
            <a:spAutoFit/>
          </a:bodyPr>
          <a:lstStyle/>
          <a:p>
            <a:pPr algn="just"/>
            <a:r>
              <a:rPr lang="en-US" altLang="zh-TW" sz="2000" dirty="0" smtClean="0">
                <a:solidFill>
                  <a:srgbClr val="0070C0"/>
                </a:solidFill>
              </a:rPr>
              <a:t>(</a:t>
            </a:r>
            <a:r>
              <a:rPr lang="zh-TW" altLang="en-US" sz="2000" dirty="0" smtClean="0">
                <a:solidFill>
                  <a:srgbClr val="0070C0"/>
                </a:solidFill>
              </a:rPr>
              <a:t>一</a:t>
            </a:r>
            <a:r>
              <a:rPr lang="en-US" altLang="zh-TW" sz="2000" dirty="0" smtClean="0">
                <a:solidFill>
                  <a:srgbClr val="0070C0"/>
                </a:solidFill>
              </a:rPr>
              <a:t>)</a:t>
            </a:r>
            <a:r>
              <a:rPr lang="zh-TW" altLang="en-US" sz="2000" dirty="0">
                <a:solidFill>
                  <a:srgbClr val="0070C0"/>
                </a:solidFill>
              </a:rPr>
              <a:t>敦促國防部洽美方提供重大武器</a:t>
            </a:r>
            <a:r>
              <a:rPr lang="zh-TW" altLang="en-US" sz="2000" dirty="0" smtClean="0">
                <a:solidFill>
                  <a:srgbClr val="0070C0"/>
                </a:solidFill>
              </a:rPr>
              <a:t>裝備</a:t>
            </a:r>
            <a:endParaRPr lang="en-US" altLang="zh-TW" sz="2000" dirty="0" smtClean="0">
              <a:solidFill>
                <a:srgbClr val="0070C0"/>
              </a:solidFill>
            </a:endParaRPr>
          </a:p>
          <a:p>
            <a:pPr algn="just"/>
            <a:r>
              <a:rPr lang="zh-TW" altLang="en-US" sz="2000" dirty="0">
                <a:solidFill>
                  <a:srgbClr val="0070C0"/>
                </a:solidFill>
              </a:rPr>
              <a:t> </a:t>
            </a:r>
            <a:r>
              <a:rPr lang="zh-TW" altLang="en-US" sz="2000" dirty="0" smtClean="0">
                <a:solidFill>
                  <a:srgbClr val="0070C0"/>
                </a:solidFill>
              </a:rPr>
              <a:t>      交貨延遲</a:t>
            </a:r>
            <a:r>
              <a:rPr lang="zh-TW" altLang="en-US" sz="2000" dirty="0">
                <a:solidFill>
                  <a:srgbClr val="0070C0"/>
                </a:solidFill>
              </a:rPr>
              <a:t>個案採購發包相關資訊，</a:t>
            </a:r>
            <a:r>
              <a:rPr lang="zh-TW" altLang="en-US" sz="2000" dirty="0" smtClean="0">
                <a:solidFill>
                  <a:srgbClr val="0070C0"/>
                </a:solidFill>
              </a:rPr>
              <a:t>以</a:t>
            </a:r>
            <a:endParaRPr lang="en-US" altLang="zh-TW" sz="2000" dirty="0" smtClean="0">
              <a:solidFill>
                <a:srgbClr val="0070C0"/>
              </a:solidFill>
            </a:endParaRPr>
          </a:p>
          <a:p>
            <a:pPr algn="just"/>
            <a:r>
              <a:rPr lang="zh-TW" altLang="en-US" sz="2000" dirty="0">
                <a:solidFill>
                  <a:srgbClr val="0070C0"/>
                </a:solidFill>
              </a:rPr>
              <a:t> </a:t>
            </a:r>
            <a:r>
              <a:rPr lang="zh-TW" altLang="en-US" sz="2000" dirty="0" smtClean="0">
                <a:solidFill>
                  <a:srgbClr val="0070C0"/>
                </a:solidFill>
              </a:rPr>
              <a:t>      掌握案件實際</a:t>
            </a:r>
            <a:r>
              <a:rPr lang="zh-TW" altLang="en-US" sz="2000" dirty="0">
                <a:solidFill>
                  <a:srgbClr val="0070C0"/>
                </a:solidFill>
              </a:rPr>
              <a:t>執行進度，並爭取</a:t>
            </a:r>
            <a:r>
              <a:rPr lang="zh-TW" altLang="en-US" sz="2000" dirty="0" smtClean="0">
                <a:solidFill>
                  <a:srgbClr val="0070C0"/>
                </a:solidFill>
              </a:rPr>
              <a:t>相關</a:t>
            </a:r>
            <a:endParaRPr lang="en-US" altLang="zh-TW" sz="2000" dirty="0" smtClean="0">
              <a:solidFill>
                <a:srgbClr val="0070C0"/>
              </a:solidFill>
            </a:endParaRPr>
          </a:p>
          <a:p>
            <a:pPr algn="just"/>
            <a:r>
              <a:rPr lang="zh-TW" altLang="en-US" sz="2000" dirty="0">
                <a:solidFill>
                  <a:srgbClr val="0070C0"/>
                </a:solidFill>
              </a:rPr>
              <a:t> </a:t>
            </a:r>
            <a:r>
              <a:rPr lang="zh-TW" altLang="en-US" sz="2000" dirty="0" smtClean="0">
                <a:solidFill>
                  <a:srgbClr val="0070C0"/>
                </a:solidFill>
              </a:rPr>
              <a:t>      補償措施</a:t>
            </a:r>
            <a:r>
              <a:rPr lang="zh-TW" altLang="en-US" sz="2000" dirty="0">
                <a:solidFill>
                  <a:schemeClr val="accent6">
                    <a:lumMod val="75000"/>
                  </a:schemeClr>
                </a:solidFill>
              </a:rPr>
              <a:t>。</a:t>
            </a:r>
          </a:p>
        </p:txBody>
      </p:sp>
      <p:sp>
        <p:nvSpPr>
          <p:cNvPr id="10" name="矩形 9"/>
          <p:cNvSpPr/>
          <p:nvPr/>
        </p:nvSpPr>
        <p:spPr>
          <a:xfrm>
            <a:off x="219686" y="3196789"/>
            <a:ext cx="4813849" cy="707886"/>
          </a:xfrm>
          <a:prstGeom prst="rect">
            <a:avLst/>
          </a:prstGeom>
        </p:spPr>
        <p:txBody>
          <a:bodyPr wrap="square">
            <a:spAutoFit/>
          </a:bodyPr>
          <a:lstStyle/>
          <a:p>
            <a:pPr algn="just"/>
            <a:r>
              <a:rPr lang="en-US" altLang="zh-TW" sz="2000" dirty="0" smtClean="0">
                <a:solidFill>
                  <a:srgbClr val="0070C0"/>
                </a:solidFill>
              </a:rPr>
              <a:t>(</a:t>
            </a:r>
            <a:r>
              <a:rPr lang="zh-TW" altLang="en-US" sz="2000" dirty="0" smtClean="0">
                <a:solidFill>
                  <a:srgbClr val="0070C0"/>
                </a:solidFill>
              </a:rPr>
              <a:t>二</a:t>
            </a:r>
            <a:r>
              <a:rPr lang="en-US" altLang="zh-TW" sz="2000" dirty="0" smtClean="0">
                <a:solidFill>
                  <a:srgbClr val="0070C0"/>
                </a:solidFill>
              </a:rPr>
              <a:t>)</a:t>
            </a:r>
            <a:r>
              <a:rPr lang="zh-TW" altLang="en-US" sz="2000" dirty="0">
                <a:solidFill>
                  <a:srgbClr val="0070C0"/>
                </a:solidFill>
              </a:rPr>
              <a:t> </a:t>
            </a:r>
            <a:r>
              <a:rPr lang="zh-TW" altLang="en-US" sz="2000" dirty="0" smtClean="0">
                <a:solidFill>
                  <a:srgbClr val="0070C0"/>
                </a:solidFill>
              </a:rPr>
              <a:t>促請</a:t>
            </a:r>
            <a:r>
              <a:rPr lang="zh-TW" altLang="en-US" sz="2000" dirty="0">
                <a:solidFill>
                  <a:srgbClr val="0070C0"/>
                </a:solidFill>
              </a:rPr>
              <a:t>國防部檢討加強美方軍品交</a:t>
            </a:r>
            <a:r>
              <a:rPr lang="zh-TW" altLang="en-US" sz="2000" dirty="0" smtClean="0">
                <a:solidFill>
                  <a:srgbClr val="0070C0"/>
                </a:solidFill>
              </a:rPr>
              <a:t>運</a:t>
            </a:r>
            <a:endParaRPr lang="en-US" altLang="zh-TW" sz="2000" dirty="0" smtClean="0">
              <a:solidFill>
                <a:srgbClr val="0070C0"/>
              </a:solidFill>
            </a:endParaRPr>
          </a:p>
          <a:p>
            <a:pPr algn="just"/>
            <a:r>
              <a:rPr lang="zh-TW" altLang="en-US" sz="2000" dirty="0">
                <a:solidFill>
                  <a:srgbClr val="0070C0"/>
                </a:solidFill>
              </a:rPr>
              <a:t> </a:t>
            </a:r>
            <a:r>
              <a:rPr lang="zh-TW" altLang="en-US" sz="2000" dirty="0" smtClean="0">
                <a:solidFill>
                  <a:srgbClr val="0070C0"/>
                </a:solidFill>
              </a:rPr>
              <a:t>       與列</a:t>
            </a:r>
            <a:r>
              <a:rPr lang="zh-TW" altLang="en-US" sz="2000" dirty="0">
                <a:solidFill>
                  <a:srgbClr val="0070C0"/>
                </a:solidFill>
              </a:rPr>
              <a:t>帳情形不一致案件之管制機制</a:t>
            </a:r>
            <a:r>
              <a:rPr lang="zh-TW" altLang="en-US" sz="2000" dirty="0" smtClean="0">
                <a:solidFill>
                  <a:srgbClr val="0070C0"/>
                </a:solidFill>
                <a:latin typeface="微軟正黑體" panose="020B0604030504040204" pitchFamily="34" charset="-120"/>
                <a:ea typeface="微軟正黑體" panose="020B0604030504040204" pitchFamily="34" charset="-120"/>
              </a:rPr>
              <a:t>。</a:t>
            </a:r>
            <a:endParaRPr lang="zh-TW" altLang="en-US" sz="2000" dirty="0">
              <a:solidFill>
                <a:srgbClr val="0070C0"/>
              </a:solidFill>
            </a:endParaRPr>
          </a:p>
        </p:txBody>
      </p:sp>
      <p:sp>
        <p:nvSpPr>
          <p:cNvPr id="12" name="矩形 11"/>
          <p:cNvSpPr/>
          <p:nvPr/>
        </p:nvSpPr>
        <p:spPr>
          <a:xfrm>
            <a:off x="219686" y="4419701"/>
            <a:ext cx="4553599" cy="1015663"/>
          </a:xfrm>
          <a:prstGeom prst="rect">
            <a:avLst/>
          </a:prstGeom>
        </p:spPr>
        <p:txBody>
          <a:bodyPr wrap="square">
            <a:spAutoFit/>
          </a:bodyPr>
          <a:lstStyle/>
          <a:p>
            <a:pPr algn="just"/>
            <a:r>
              <a:rPr lang="en-US" altLang="zh-TW" sz="2000" dirty="0" smtClean="0">
                <a:solidFill>
                  <a:srgbClr val="0070C0"/>
                </a:solidFill>
              </a:rPr>
              <a:t>(</a:t>
            </a:r>
            <a:r>
              <a:rPr lang="zh-TW" altLang="en-US" sz="2000" dirty="0" smtClean="0">
                <a:solidFill>
                  <a:srgbClr val="0070C0"/>
                </a:solidFill>
              </a:rPr>
              <a:t>三</a:t>
            </a:r>
            <a:r>
              <a:rPr lang="en-US" altLang="zh-TW" sz="2000" dirty="0" smtClean="0">
                <a:solidFill>
                  <a:srgbClr val="0070C0"/>
                </a:solidFill>
              </a:rPr>
              <a:t>)</a:t>
            </a:r>
            <a:r>
              <a:rPr lang="zh-TW" altLang="en-US" sz="2000" dirty="0" smtClean="0">
                <a:solidFill>
                  <a:srgbClr val="0070C0"/>
                </a:solidFill>
              </a:rPr>
              <a:t> 促請</a:t>
            </a:r>
            <a:r>
              <a:rPr lang="zh-TW" altLang="en-US" sz="2000" dirty="0">
                <a:solidFill>
                  <a:srgbClr val="0070C0"/>
                </a:solidFill>
              </a:rPr>
              <a:t>國防部強化對美採購武器</a:t>
            </a:r>
            <a:r>
              <a:rPr lang="zh-TW" altLang="en-US" sz="2000" dirty="0" smtClean="0">
                <a:solidFill>
                  <a:srgbClr val="0070C0"/>
                </a:solidFill>
              </a:rPr>
              <a:t>裝備</a:t>
            </a:r>
            <a:endParaRPr lang="en-US" altLang="zh-TW" sz="2000" dirty="0" smtClean="0">
              <a:solidFill>
                <a:srgbClr val="0070C0"/>
              </a:solidFill>
            </a:endParaRPr>
          </a:p>
          <a:p>
            <a:pPr algn="just"/>
            <a:r>
              <a:rPr lang="zh-TW" altLang="en-US" sz="2000" dirty="0" smtClean="0">
                <a:solidFill>
                  <a:srgbClr val="0070C0"/>
                </a:solidFill>
              </a:rPr>
              <a:t>        國內外</a:t>
            </a:r>
            <a:r>
              <a:rPr lang="zh-TW" altLang="en-US" sz="2000" dirty="0">
                <a:solidFill>
                  <a:srgbClr val="0070C0"/>
                </a:solidFill>
              </a:rPr>
              <a:t>歷史價格分析，並加速</a:t>
            </a:r>
            <a:r>
              <a:rPr lang="zh-TW" altLang="en-US" sz="2000" dirty="0" smtClean="0">
                <a:solidFill>
                  <a:srgbClr val="0070C0"/>
                </a:solidFill>
              </a:rPr>
              <a:t>退還</a:t>
            </a:r>
            <a:endParaRPr lang="en-US" altLang="zh-TW" sz="2000" dirty="0" smtClean="0">
              <a:solidFill>
                <a:srgbClr val="0070C0"/>
              </a:solidFill>
            </a:endParaRPr>
          </a:p>
          <a:p>
            <a:pPr algn="just"/>
            <a:r>
              <a:rPr lang="zh-TW" altLang="en-US" sz="2000" dirty="0" smtClean="0">
                <a:solidFill>
                  <a:srgbClr val="0070C0"/>
                </a:solidFill>
              </a:rPr>
              <a:t>        溢</a:t>
            </a:r>
            <a:r>
              <a:rPr lang="zh-TW" altLang="en-US" sz="2000" dirty="0">
                <a:solidFill>
                  <a:srgbClr val="0070C0"/>
                </a:solidFill>
              </a:rPr>
              <a:t>付款項及賠罰款。</a:t>
            </a:r>
          </a:p>
        </p:txBody>
      </p:sp>
      <p:graphicFrame>
        <p:nvGraphicFramePr>
          <p:cNvPr id="11" name="資料庫圖表 10"/>
          <p:cNvGraphicFramePr/>
          <p:nvPr>
            <p:extLst>
              <p:ext uri="{D42A27DB-BD31-4B8C-83A1-F6EECF244321}">
                <p14:modId xmlns:p14="http://schemas.microsoft.com/office/powerpoint/2010/main" val="100219016"/>
              </p:ext>
            </p:extLst>
          </p:nvPr>
        </p:nvGraphicFramePr>
        <p:xfrm>
          <a:off x="4345317" y="342041"/>
          <a:ext cx="5924099" cy="48634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9</a:t>
            </a:fld>
            <a:endParaRPr lang="zh-CN" altLang="en-US">
              <a:solidFill>
                <a:prstClr val="black">
                  <a:tint val="75000"/>
                </a:prstClr>
              </a:solidFill>
            </a:endParaRPr>
          </a:p>
        </p:txBody>
      </p:sp>
    </p:spTree>
    <p:extLst>
      <p:ext uri="{BB962C8B-B14F-4D97-AF65-F5344CB8AC3E}">
        <p14:creationId xmlns:p14="http://schemas.microsoft.com/office/powerpoint/2010/main" val="12282792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8007" y="211582"/>
            <a:ext cx="8395993" cy="916823"/>
          </a:xfrm>
        </p:spPr>
        <p:txBody>
          <a:bodyPr>
            <a:noAutofit/>
          </a:bodyPr>
          <a:lstStyle/>
          <a:p>
            <a:r>
              <a:rPr lang="zh-TW" altLang="en-US" sz="3600" b="0" dirty="0" smtClean="0">
                <a:solidFill>
                  <a:schemeClr val="accent1">
                    <a:lumMod val="50000"/>
                  </a:schemeClr>
                </a:solidFill>
              </a:rPr>
              <a:t>二</a:t>
            </a:r>
            <a:r>
              <a:rPr lang="zh-TW" altLang="en-US" sz="4000" b="0" dirty="0" smtClean="0">
                <a:solidFill>
                  <a:schemeClr val="accent1">
                    <a:lumMod val="50000"/>
                  </a:schemeClr>
                </a:solidFill>
              </a:rPr>
              <a:t>、</a:t>
            </a:r>
            <a:r>
              <a:rPr lang="zh-TW" altLang="en-US" sz="3600" b="0" dirty="0">
                <a:solidFill>
                  <a:schemeClr val="accent1">
                    <a:lumMod val="50000"/>
                  </a:schemeClr>
                </a:solidFill>
              </a:rPr>
              <a:t>近年查核</a:t>
            </a:r>
            <a:r>
              <a:rPr lang="zh-TW" altLang="en-US" sz="3600" b="0" dirty="0" smtClean="0">
                <a:solidFill>
                  <a:schemeClr val="accent1">
                    <a:lumMod val="50000"/>
                  </a:schemeClr>
                </a:solidFill>
              </a:rPr>
              <a:t>成果 </a:t>
            </a:r>
            <a:r>
              <a:rPr lang="en-US" altLang="zh-TW" sz="3600" b="0" dirty="0" smtClean="0">
                <a:solidFill>
                  <a:schemeClr val="accent1">
                    <a:lumMod val="50000"/>
                  </a:schemeClr>
                </a:solidFill>
              </a:rPr>
              <a:t>(</a:t>
            </a:r>
            <a:r>
              <a:rPr lang="zh-TW" altLang="en-US" sz="3600" b="0" dirty="0" smtClean="0">
                <a:solidFill>
                  <a:schemeClr val="accent1">
                    <a:lumMod val="50000"/>
                  </a:schemeClr>
                </a:solidFill>
              </a:rPr>
              <a:t>續</a:t>
            </a:r>
            <a:r>
              <a:rPr lang="en-US" altLang="zh-TW" sz="3600" b="0" dirty="0" smtClean="0">
                <a:solidFill>
                  <a:schemeClr val="accent1">
                    <a:lumMod val="50000"/>
                  </a:schemeClr>
                </a:solidFill>
              </a:rPr>
              <a:t>)</a:t>
            </a:r>
          </a:p>
          <a:p>
            <a:pPr>
              <a:lnSpc>
                <a:spcPct val="100000"/>
              </a:lnSpc>
              <a:spcBef>
                <a:spcPts val="0"/>
              </a:spcBef>
              <a:defRPr/>
            </a:pPr>
            <a:endParaRPr lang="en-US" altLang="zh-TW" sz="2800" dirty="0" smtClean="0">
              <a:solidFill>
                <a:schemeClr val="accent6">
                  <a:lumMod val="75000"/>
                </a:schemeClr>
              </a:solidFill>
            </a:endParaRPr>
          </a:p>
        </p:txBody>
      </p:sp>
      <p:sp>
        <p:nvSpPr>
          <p:cNvPr id="7" name="矩形 6"/>
          <p:cNvSpPr/>
          <p:nvPr/>
        </p:nvSpPr>
        <p:spPr>
          <a:xfrm>
            <a:off x="610695" y="872691"/>
            <a:ext cx="8142296"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zh-TW" altLang="en-US" sz="3200" b="1" spc="-200" dirty="0">
              <a:solidFill>
                <a:schemeClr val="accent2">
                  <a:lumMod val="50000"/>
                </a:schemeClr>
              </a:solidFill>
              <a:latin typeface="Microsoft YaHei" panose="020B0503020204020204" pitchFamily="34" charset="-122"/>
              <a:ea typeface="Microsoft YaHei" panose="020B0503020204020204" pitchFamily="34" charset="-122"/>
            </a:endParaRPr>
          </a:p>
        </p:txBody>
      </p:sp>
      <p:graphicFrame>
        <p:nvGraphicFramePr>
          <p:cNvPr id="3" name="資料庫圖表 2"/>
          <p:cNvGraphicFramePr/>
          <p:nvPr>
            <p:extLst>
              <p:ext uri="{D42A27DB-BD31-4B8C-83A1-F6EECF244321}">
                <p14:modId xmlns:p14="http://schemas.microsoft.com/office/powerpoint/2010/main" val="1911724913"/>
              </p:ext>
            </p:extLst>
          </p:nvPr>
        </p:nvGraphicFramePr>
        <p:xfrm>
          <a:off x="-829585" y="1537398"/>
          <a:ext cx="5924099" cy="48634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矩形 7"/>
          <p:cNvSpPr/>
          <p:nvPr/>
        </p:nvSpPr>
        <p:spPr>
          <a:xfrm>
            <a:off x="4245751" y="3969099"/>
            <a:ext cx="4553599" cy="1323439"/>
          </a:xfrm>
          <a:prstGeom prst="rect">
            <a:avLst/>
          </a:prstGeom>
        </p:spPr>
        <p:txBody>
          <a:bodyPr wrap="square">
            <a:spAutoFit/>
          </a:bodyPr>
          <a:lstStyle/>
          <a:p>
            <a:pPr algn="just"/>
            <a:r>
              <a:rPr lang="en-US" altLang="zh-TW" sz="2000" dirty="0" smtClean="0">
                <a:solidFill>
                  <a:srgbClr val="00B050"/>
                </a:solidFill>
              </a:rPr>
              <a:t>(</a:t>
            </a:r>
            <a:r>
              <a:rPr lang="zh-TW" altLang="en-US" sz="2000" dirty="0" smtClean="0">
                <a:solidFill>
                  <a:srgbClr val="00B050"/>
                </a:solidFill>
              </a:rPr>
              <a:t>二</a:t>
            </a:r>
            <a:r>
              <a:rPr lang="en-US" altLang="zh-TW" sz="2000" dirty="0" smtClean="0">
                <a:solidFill>
                  <a:srgbClr val="00B050"/>
                </a:solidFill>
              </a:rPr>
              <a:t>)</a:t>
            </a:r>
            <a:r>
              <a:rPr lang="zh-TW" altLang="en-US" sz="2000" dirty="0" smtClean="0">
                <a:solidFill>
                  <a:srgbClr val="00B050"/>
                </a:solidFill>
              </a:rPr>
              <a:t> 促請</a:t>
            </a:r>
            <a:r>
              <a:rPr lang="zh-TW" altLang="en-US" sz="2000" dirty="0">
                <a:solidFill>
                  <a:srgbClr val="00B050"/>
                </a:solidFill>
              </a:rPr>
              <a:t>國防部分類</a:t>
            </a:r>
            <a:r>
              <a:rPr lang="zh-TW" altLang="en-US" sz="2000" dirty="0" smtClean="0">
                <a:solidFill>
                  <a:srgbClr val="00B050"/>
                </a:solidFill>
              </a:rPr>
              <a:t>表達</a:t>
            </a:r>
            <a:r>
              <a:rPr lang="en-US" altLang="zh-TW" sz="2000" dirty="0" smtClean="0">
                <a:solidFill>
                  <a:srgbClr val="00B050"/>
                </a:solidFill>
              </a:rPr>
              <a:t>(</a:t>
            </a:r>
            <a:r>
              <a:rPr lang="zh-TW" altLang="en-US" sz="2000" dirty="0" smtClean="0">
                <a:solidFill>
                  <a:srgbClr val="00B050"/>
                </a:solidFill>
              </a:rPr>
              <a:t>購建中品項、  </a:t>
            </a:r>
            <a:endParaRPr lang="en-US" altLang="zh-TW" sz="2000" dirty="0" smtClean="0">
              <a:solidFill>
                <a:srgbClr val="00B050"/>
              </a:solidFill>
            </a:endParaRPr>
          </a:p>
          <a:p>
            <a:pPr algn="just"/>
            <a:r>
              <a:rPr lang="zh-TW" altLang="en-US" sz="2000" dirty="0" smtClean="0">
                <a:solidFill>
                  <a:srgbClr val="00B050"/>
                </a:solidFill>
              </a:rPr>
              <a:t>        一號訂單、已供</a:t>
            </a:r>
            <a:r>
              <a:rPr lang="zh-TW" altLang="en-US" sz="2000" dirty="0">
                <a:solidFill>
                  <a:srgbClr val="00B050"/>
                </a:solidFill>
              </a:rPr>
              <a:t>補完成</a:t>
            </a:r>
            <a:r>
              <a:rPr lang="zh-TW" altLang="en-US" sz="2000" dirty="0" smtClean="0">
                <a:solidFill>
                  <a:srgbClr val="00B050"/>
                </a:solidFill>
              </a:rPr>
              <a:t>、已結案待  </a:t>
            </a:r>
            <a:endParaRPr lang="en-US" altLang="zh-TW" sz="2000" dirty="0" smtClean="0">
              <a:solidFill>
                <a:srgbClr val="00B050"/>
              </a:solidFill>
            </a:endParaRPr>
          </a:p>
          <a:p>
            <a:pPr algn="just"/>
            <a:r>
              <a:rPr lang="zh-TW" altLang="en-US" sz="2000" dirty="0" smtClean="0">
                <a:solidFill>
                  <a:srgbClr val="00B050"/>
                </a:solidFill>
              </a:rPr>
              <a:t>        退匯等</a:t>
            </a:r>
            <a:r>
              <a:rPr lang="en-US" altLang="zh-TW" sz="2000" dirty="0" smtClean="0">
                <a:solidFill>
                  <a:srgbClr val="00B050"/>
                </a:solidFill>
              </a:rPr>
              <a:t>)</a:t>
            </a:r>
            <a:r>
              <a:rPr lang="zh-TW" altLang="en-US" sz="2000" dirty="0" smtClean="0">
                <a:solidFill>
                  <a:srgbClr val="00B050"/>
                </a:solidFill>
              </a:rPr>
              <a:t>軍</a:t>
            </a:r>
            <a:r>
              <a:rPr lang="zh-TW" altLang="en-US" sz="2000" dirty="0">
                <a:solidFill>
                  <a:srgbClr val="00B050"/>
                </a:solidFill>
              </a:rPr>
              <a:t>購</a:t>
            </a:r>
            <a:r>
              <a:rPr lang="zh-TW" altLang="en-US" sz="2000" dirty="0" smtClean="0">
                <a:solidFill>
                  <a:srgbClr val="00B050"/>
                </a:solidFill>
              </a:rPr>
              <a:t>案帳</a:t>
            </a:r>
            <a:r>
              <a:rPr lang="zh-TW" altLang="en-US" sz="2000" dirty="0">
                <a:solidFill>
                  <a:srgbClr val="00B050"/>
                </a:solidFill>
              </a:rPr>
              <a:t>務內涵，真實</a:t>
            </a:r>
            <a:r>
              <a:rPr lang="zh-TW" altLang="en-US" sz="2000" dirty="0" smtClean="0">
                <a:solidFill>
                  <a:srgbClr val="00B050"/>
                </a:solidFill>
              </a:rPr>
              <a:t>反映</a:t>
            </a:r>
            <a:endParaRPr lang="en-US" altLang="zh-TW" sz="2000" dirty="0" smtClean="0">
              <a:solidFill>
                <a:srgbClr val="00B050"/>
              </a:solidFill>
            </a:endParaRPr>
          </a:p>
          <a:p>
            <a:pPr algn="just"/>
            <a:r>
              <a:rPr lang="zh-TW" altLang="en-US" sz="2000" dirty="0" smtClean="0">
                <a:solidFill>
                  <a:srgbClr val="00B050"/>
                </a:solidFill>
              </a:rPr>
              <a:t>        軍</a:t>
            </a:r>
            <a:r>
              <a:rPr lang="zh-TW" altLang="en-US" sz="2000" dirty="0">
                <a:solidFill>
                  <a:srgbClr val="00B050"/>
                </a:solidFill>
              </a:rPr>
              <a:t>購</a:t>
            </a:r>
            <a:r>
              <a:rPr lang="zh-TW" altLang="en-US" sz="2000" dirty="0" smtClean="0">
                <a:solidFill>
                  <a:srgbClr val="00B050"/>
                </a:solidFill>
              </a:rPr>
              <a:t>案作業</a:t>
            </a:r>
            <a:r>
              <a:rPr lang="zh-TW" altLang="en-US" sz="2000" dirty="0">
                <a:solidFill>
                  <a:srgbClr val="00B050"/>
                </a:solidFill>
              </a:rPr>
              <a:t>全貌。</a:t>
            </a:r>
          </a:p>
        </p:txBody>
      </p:sp>
      <p:sp>
        <p:nvSpPr>
          <p:cNvPr id="9" name="矩形 8"/>
          <p:cNvSpPr/>
          <p:nvPr/>
        </p:nvSpPr>
        <p:spPr>
          <a:xfrm>
            <a:off x="4245751" y="2356162"/>
            <a:ext cx="4813849" cy="1323439"/>
          </a:xfrm>
          <a:prstGeom prst="rect">
            <a:avLst/>
          </a:prstGeom>
        </p:spPr>
        <p:txBody>
          <a:bodyPr wrap="square">
            <a:spAutoFit/>
          </a:bodyPr>
          <a:lstStyle/>
          <a:p>
            <a:pPr algn="just"/>
            <a:r>
              <a:rPr lang="en-US" altLang="zh-TW" sz="2000" dirty="0" smtClean="0">
                <a:solidFill>
                  <a:srgbClr val="00B050"/>
                </a:solidFill>
              </a:rPr>
              <a:t>(</a:t>
            </a:r>
            <a:r>
              <a:rPr lang="zh-TW" altLang="en-US" sz="2000" dirty="0" smtClean="0">
                <a:solidFill>
                  <a:srgbClr val="00B050"/>
                </a:solidFill>
              </a:rPr>
              <a:t>一</a:t>
            </a:r>
            <a:r>
              <a:rPr lang="en-US" altLang="zh-TW" sz="2000" dirty="0" smtClean="0">
                <a:solidFill>
                  <a:srgbClr val="00B050"/>
                </a:solidFill>
              </a:rPr>
              <a:t>)</a:t>
            </a:r>
            <a:r>
              <a:rPr lang="zh-TW" altLang="en-US" sz="2000" dirty="0" smtClean="0">
                <a:solidFill>
                  <a:srgbClr val="00B050"/>
                </a:solidFill>
              </a:rPr>
              <a:t> 促請</a:t>
            </a:r>
            <a:r>
              <a:rPr lang="zh-TW" altLang="en-US" sz="2000" dirty="0">
                <a:solidFill>
                  <a:srgbClr val="00B050"/>
                </a:solidFill>
              </a:rPr>
              <a:t>國防部革新軍購案原</a:t>
            </a:r>
            <a:r>
              <a:rPr lang="zh-TW" altLang="en-US" sz="2000" dirty="0" smtClean="0">
                <a:solidFill>
                  <a:srgbClr val="00B050"/>
                </a:solidFill>
              </a:rPr>
              <a:t>以</a:t>
            </a:r>
            <a:endParaRPr lang="en-US" altLang="zh-TW" sz="2000" dirty="0" smtClean="0">
              <a:solidFill>
                <a:srgbClr val="00B050"/>
              </a:solidFill>
            </a:endParaRPr>
          </a:p>
          <a:p>
            <a:pPr algn="just"/>
            <a:r>
              <a:rPr lang="zh-TW" altLang="en-US" sz="2000" dirty="0">
                <a:solidFill>
                  <a:srgbClr val="00B050"/>
                </a:solidFill>
              </a:rPr>
              <a:t> </a:t>
            </a:r>
            <a:r>
              <a:rPr lang="zh-TW" altLang="en-US" sz="2000" dirty="0" smtClean="0">
                <a:solidFill>
                  <a:srgbClr val="00B050"/>
                </a:solidFill>
              </a:rPr>
              <a:t>       在</a:t>
            </a:r>
            <a:r>
              <a:rPr lang="zh-TW" altLang="en-US" sz="2000" dirty="0">
                <a:solidFill>
                  <a:srgbClr val="00B050"/>
                </a:solidFill>
              </a:rPr>
              <a:t>途</a:t>
            </a:r>
            <a:r>
              <a:rPr lang="zh-TW" altLang="en-US" sz="2000" dirty="0" smtClean="0">
                <a:solidFill>
                  <a:srgbClr val="00B050"/>
                </a:solidFill>
              </a:rPr>
              <a:t>物資管制機制，以充分</a:t>
            </a:r>
            <a:endParaRPr lang="en-US" altLang="zh-TW" sz="2000" dirty="0" smtClean="0">
              <a:solidFill>
                <a:srgbClr val="00B050"/>
              </a:solidFill>
            </a:endParaRPr>
          </a:p>
          <a:p>
            <a:pPr algn="just"/>
            <a:r>
              <a:rPr lang="zh-TW" altLang="en-US" sz="2000" dirty="0">
                <a:solidFill>
                  <a:srgbClr val="00B050"/>
                </a:solidFill>
              </a:rPr>
              <a:t> </a:t>
            </a:r>
            <a:r>
              <a:rPr lang="zh-TW" altLang="en-US" sz="2000" dirty="0" smtClean="0">
                <a:solidFill>
                  <a:srgbClr val="00B050"/>
                </a:solidFill>
              </a:rPr>
              <a:t>       表達與揭露於會計報告及決</a:t>
            </a:r>
            <a:endParaRPr lang="en-US" altLang="zh-TW" sz="2000" dirty="0" smtClean="0">
              <a:solidFill>
                <a:srgbClr val="00B050"/>
              </a:solidFill>
            </a:endParaRPr>
          </a:p>
          <a:p>
            <a:pPr algn="just"/>
            <a:r>
              <a:rPr lang="zh-TW" altLang="en-US" sz="2000" dirty="0">
                <a:solidFill>
                  <a:srgbClr val="00B050"/>
                </a:solidFill>
              </a:rPr>
              <a:t> </a:t>
            </a:r>
            <a:r>
              <a:rPr lang="zh-TW" altLang="en-US" sz="2000" dirty="0" smtClean="0">
                <a:solidFill>
                  <a:srgbClr val="00B050"/>
                </a:solidFill>
              </a:rPr>
              <a:t>       </a:t>
            </a:r>
            <a:r>
              <a:rPr lang="en-US" altLang="zh-TW" sz="2000" dirty="0" smtClean="0">
                <a:solidFill>
                  <a:srgbClr val="00B050"/>
                </a:solidFill>
              </a:rPr>
              <a:t>(</a:t>
            </a:r>
            <a:r>
              <a:rPr lang="zh-TW" altLang="en-US" sz="2000" dirty="0" smtClean="0">
                <a:solidFill>
                  <a:srgbClr val="00B050"/>
                </a:solidFill>
              </a:rPr>
              <a:t>結</a:t>
            </a:r>
            <a:r>
              <a:rPr lang="en-US" altLang="zh-TW" sz="2000" dirty="0" smtClean="0">
                <a:solidFill>
                  <a:srgbClr val="00B050"/>
                </a:solidFill>
              </a:rPr>
              <a:t>)</a:t>
            </a:r>
            <a:r>
              <a:rPr lang="zh-TW" altLang="en-US" sz="2000" dirty="0" smtClean="0">
                <a:solidFill>
                  <a:srgbClr val="00B050"/>
                </a:solidFill>
              </a:rPr>
              <a:t>算書表</a:t>
            </a:r>
            <a:r>
              <a:rPr lang="zh-TW" altLang="en-US" sz="2000" dirty="0" smtClean="0">
                <a:solidFill>
                  <a:srgbClr val="00B050"/>
                </a:solidFill>
                <a:latin typeface="微軟正黑體" panose="020B0604030504040204" pitchFamily="34" charset="-120"/>
                <a:ea typeface="微軟正黑體" panose="020B0604030504040204" pitchFamily="34" charset="-120"/>
              </a:rPr>
              <a:t>。</a:t>
            </a:r>
            <a:endParaRPr lang="zh-TW" altLang="en-US" sz="2000" dirty="0">
              <a:solidFill>
                <a:srgbClr val="00B050"/>
              </a:solidFill>
            </a:endParaRPr>
          </a:p>
        </p:txBody>
      </p:sp>
      <p:sp>
        <p:nvSpPr>
          <p:cNvPr id="4" name="投影片編號版面配置區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10</a:t>
            </a:fld>
            <a:endParaRPr lang="zh-CN" altLang="en-US">
              <a:solidFill>
                <a:prstClr val="black">
                  <a:tint val="75000"/>
                </a:prstClr>
              </a:solidFill>
            </a:endParaRPr>
          </a:p>
        </p:txBody>
      </p:sp>
    </p:spTree>
    <p:extLst>
      <p:ext uri="{BB962C8B-B14F-4D97-AF65-F5344CB8AC3E}">
        <p14:creationId xmlns:p14="http://schemas.microsoft.com/office/powerpoint/2010/main" val="39042756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15907" y="287530"/>
            <a:ext cx="7632121" cy="916823"/>
          </a:xfrm>
        </p:spPr>
        <p:txBody>
          <a:bodyPr>
            <a:noAutofit/>
          </a:bodyPr>
          <a:lstStyle/>
          <a:p>
            <a:pPr lvl="0"/>
            <a:r>
              <a:rPr lang="zh-TW" altLang="en-US" sz="3600" b="0" dirty="0" smtClean="0"/>
              <a:t>三、後續審</a:t>
            </a:r>
            <a:r>
              <a:rPr lang="zh-TW" altLang="en-US" sz="3600" b="0" dirty="0"/>
              <a:t>計策進</a:t>
            </a:r>
            <a:r>
              <a:rPr lang="zh-TW" altLang="en-US" sz="3600" b="0" dirty="0" smtClean="0"/>
              <a:t>作為</a:t>
            </a:r>
            <a:r>
              <a:rPr lang="en-US" altLang="zh-TW" sz="3600" b="0" dirty="0" smtClean="0"/>
              <a:t>(</a:t>
            </a:r>
            <a:r>
              <a:rPr lang="zh-TW" altLang="en-US" sz="3600" b="0" dirty="0" smtClean="0"/>
              <a:t>一</a:t>
            </a:r>
            <a:r>
              <a:rPr lang="en-US" altLang="zh-TW" sz="3600" b="0" dirty="0" smtClean="0"/>
              <a:t>)</a:t>
            </a:r>
            <a:endParaRPr lang="zh-TW" altLang="en-US" sz="3600" b="0" dirty="0"/>
          </a:p>
        </p:txBody>
      </p:sp>
      <p:sp>
        <p:nvSpPr>
          <p:cNvPr id="17" name="矩形 16">
            <a:extLst>
              <a:ext uri="{FF2B5EF4-FFF2-40B4-BE49-F238E27FC236}">
                <a16:creationId xmlns:a16="http://schemas.microsoft.com/office/drawing/2014/main" id="{DA7B6109-6704-484F-9752-E46A4FDDA8D2}"/>
              </a:ext>
            </a:extLst>
          </p:cNvPr>
          <p:cNvSpPr/>
          <p:nvPr/>
        </p:nvSpPr>
        <p:spPr>
          <a:xfrm>
            <a:off x="5574209" y="1119524"/>
            <a:ext cx="2773819"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smtClean="0">
                <a:solidFill>
                  <a:schemeClr val="accent6">
                    <a:lumMod val="75000"/>
                  </a:schemeClr>
                </a:solidFill>
                <a:latin typeface="Microsoft YaHei" panose="020B0503020204020204" pitchFamily="34" charset="-122"/>
                <a:ea typeface="Microsoft YaHei" panose="020B0503020204020204" pitchFamily="34" charset="-122"/>
                <a:cs typeface="+mj-cs"/>
              </a:rPr>
              <a:t>策進作為</a:t>
            </a:r>
            <a:endParaRPr lang="zh-TW" altLang="en-US" sz="4000" spc="-200" dirty="0">
              <a:solidFill>
                <a:schemeClr val="accent6">
                  <a:lumMod val="75000"/>
                </a:schemeClr>
              </a:solidFill>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a:solidFill>
                  <a:schemeClr val="accent2">
                    <a:lumMod val="75000"/>
                  </a:schemeClr>
                </a:solidFill>
                <a:latin typeface="Microsoft YaHei" panose="020B0503020204020204" pitchFamily="34" charset="-122"/>
                <a:ea typeface="Microsoft YaHei" panose="020B0503020204020204" pitchFamily="34" charset="-122"/>
                <a:cs typeface="+mj-cs"/>
              </a:rPr>
              <a:t>挑戰</a:t>
            </a:r>
            <a:endParaRPr lang="en-US" altLang="zh-TW" sz="4000" dirty="0">
              <a:solidFill>
                <a:schemeClr val="accent2">
                  <a:lumMod val="75000"/>
                </a:schemeClr>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pic>
        <p:nvPicPr>
          <p:cNvPr id="11" name="圖片 10">
            <a:extLst>
              <a:ext uri="{FF2B5EF4-FFF2-40B4-BE49-F238E27FC236}">
                <a16:creationId xmlns:a16="http://schemas.microsoft.com/office/drawing/2014/main" id="{4B19A4F2-B1A3-4A77-9FF2-277B0A5EE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9253" y="1021511"/>
            <a:ext cx="1120978" cy="793501"/>
          </a:xfrm>
          <a:prstGeom prst="rect">
            <a:avLst/>
          </a:prstGeom>
        </p:spPr>
      </p:pic>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DA7B6109-6704-484F-9752-E46A4FDDA8D2}"/>
              </a:ext>
            </a:extLst>
          </p:cNvPr>
          <p:cNvSpPr/>
          <p:nvPr/>
        </p:nvSpPr>
        <p:spPr>
          <a:xfrm>
            <a:off x="742414" y="319520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美方</a:t>
            </a: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軍購</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制度，</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資訊不透明</a:t>
            </a:r>
            <a:r>
              <a:rPr lang="zh-TW" altLang="en-US" sz="2800" dirty="0" smtClean="0">
                <a:solidFill>
                  <a:schemeClr val="accent2">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2">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 name="矩形 20">
            <a:extLst>
              <a:ext uri="{FF2B5EF4-FFF2-40B4-BE49-F238E27FC236}">
                <a16:creationId xmlns:a16="http://schemas.microsoft.com/office/drawing/2014/main" id="{DA7B6109-6704-484F-9752-E46A4FDDA8D2}"/>
              </a:ext>
            </a:extLst>
          </p:cNvPr>
          <p:cNvSpPr/>
          <p:nvPr/>
        </p:nvSpPr>
        <p:spPr>
          <a:xfrm>
            <a:off x="742414" y="4424048"/>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美國防部相關</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組</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織</a:t>
            </a: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體系龐雜，</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不利</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瞭解</a:t>
            </a: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作業細節。</a:t>
            </a:r>
            <a:endParaRPr lang="en-US" altLang="zh-TW" sz="2800" dirty="0" smtClean="0">
              <a:solidFill>
                <a:schemeClr val="accent2">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824563" y="321415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聚焦重要議題，</a:t>
            </a:r>
            <a:endParaRPr lang="en-US" altLang="zh-TW" sz="2800" dirty="0" smtClean="0">
              <a:solidFill>
                <a:schemeClr val="accent6">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    深入了解</a:t>
            </a:r>
            <a:r>
              <a:rPr lang="zh-TW" altLang="en-US" sz="2800" dirty="0" smtClean="0">
                <a:solidFill>
                  <a:schemeClr val="accent6">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6">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674092" y="5308776"/>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深化與國防部</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之</a:t>
            </a:r>
            <a:endParaRPr lang="en-US" altLang="zh-TW" sz="2800" dirty="0" smtClean="0">
              <a:solidFill>
                <a:schemeClr val="accent6">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    夥伴</a:t>
            </a: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關係</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，跨域</a:t>
            </a:r>
            <a:endParaRPr lang="en-US" altLang="zh-TW" sz="2800" dirty="0" smtClean="0">
              <a:solidFill>
                <a:schemeClr val="accent6">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    協力合作向美軍</a:t>
            </a:r>
            <a:endParaRPr lang="en-US" altLang="zh-TW" sz="2800" dirty="0" smtClean="0">
              <a:solidFill>
                <a:schemeClr val="accent6">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    購</a:t>
            </a: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案執行</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相關單</a:t>
            </a:r>
            <a:endParaRPr lang="en-US" altLang="zh-TW" sz="2800" dirty="0" smtClean="0">
              <a:solidFill>
                <a:schemeClr val="accent6">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    位</a:t>
            </a:r>
            <a:r>
              <a:rPr lang="zh-TW" altLang="en-US" sz="2800" dirty="0">
                <a:solidFill>
                  <a:schemeClr val="accent6">
                    <a:lumMod val="75000"/>
                  </a:schemeClr>
                </a:solidFill>
                <a:latin typeface="Microsoft YaHei" panose="020B0503020204020204" pitchFamily="34" charset="-122"/>
                <a:ea typeface="Microsoft YaHei" panose="020B0503020204020204" pitchFamily="34" charset="-122"/>
                <a:cs typeface="+mj-cs"/>
              </a:rPr>
              <a:t>瞭解實務</a:t>
            </a:r>
            <a:r>
              <a:rPr lang="zh-TW" altLang="en-US" sz="2800" dirty="0" smtClean="0">
                <a:solidFill>
                  <a:schemeClr val="accent6">
                    <a:lumMod val="75000"/>
                  </a:schemeClr>
                </a:solidFill>
                <a:latin typeface="Microsoft YaHei" panose="020B0503020204020204" pitchFamily="34" charset="-122"/>
                <a:ea typeface="Microsoft YaHei" panose="020B0503020204020204" pitchFamily="34" charset="-122"/>
                <a:cs typeface="+mj-cs"/>
              </a:rPr>
              <a:t>作業</a:t>
            </a:r>
            <a:r>
              <a:rPr lang="zh-TW" altLang="en-US" sz="2800" dirty="0" smtClean="0">
                <a:solidFill>
                  <a:schemeClr val="accent6">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6">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30" name="组合 2663"/>
          <p:cNvGrpSpPr/>
          <p:nvPr/>
        </p:nvGrpSpPr>
        <p:grpSpPr>
          <a:xfrm>
            <a:off x="335772" y="5250723"/>
            <a:ext cx="1315909" cy="1424462"/>
            <a:chOff x="8496300" y="1844675"/>
            <a:chExt cx="2355850" cy="3305175"/>
          </a:xfrm>
          <a:solidFill>
            <a:srgbClr val="44546A">
              <a:lumMod val="75000"/>
            </a:srgbClr>
          </a:solidFill>
        </p:grpSpPr>
        <p:sp>
          <p:nvSpPr>
            <p:cNvPr id="31" name="Freeform 2644"/>
            <p:cNvSpPr>
              <a:spLocks/>
            </p:cNvSpPr>
            <p:nvPr/>
          </p:nvSpPr>
          <p:spPr bwMode="auto">
            <a:xfrm>
              <a:off x="8597900" y="2863850"/>
              <a:ext cx="1298575" cy="679450"/>
            </a:xfrm>
            <a:custGeom>
              <a:avLst/>
              <a:gdLst>
                <a:gd name="T0" fmla="*/ 140 w 818"/>
                <a:gd name="T1" fmla="*/ 408 h 428"/>
                <a:gd name="T2" fmla="*/ 348 w 818"/>
                <a:gd name="T3" fmla="*/ 198 h 428"/>
                <a:gd name="T4" fmla="*/ 500 w 818"/>
                <a:gd name="T5" fmla="*/ 180 h 428"/>
                <a:gd name="T6" fmla="*/ 738 w 818"/>
                <a:gd name="T7" fmla="*/ 178 h 428"/>
                <a:gd name="T8" fmla="*/ 738 w 818"/>
                <a:gd name="T9" fmla="*/ 178 h 428"/>
                <a:gd name="T10" fmla="*/ 750 w 818"/>
                <a:gd name="T11" fmla="*/ 170 h 428"/>
                <a:gd name="T12" fmla="*/ 762 w 818"/>
                <a:gd name="T13" fmla="*/ 164 h 428"/>
                <a:gd name="T14" fmla="*/ 776 w 818"/>
                <a:gd name="T15" fmla="*/ 156 h 428"/>
                <a:gd name="T16" fmla="*/ 788 w 818"/>
                <a:gd name="T17" fmla="*/ 150 h 428"/>
                <a:gd name="T18" fmla="*/ 788 w 818"/>
                <a:gd name="T19" fmla="*/ 150 h 428"/>
                <a:gd name="T20" fmla="*/ 794 w 818"/>
                <a:gd name="T21" fmla="*/ 144 h 428"/>
                <a:gd name="T22" fmla="*/ 800 w 818"/>
                <a:gd name="T23" fmla="*/ 136 h 428"/>
                <a:gd name="T24" fmla="*/ 806 w 818"/>
                <a:gd name="T25" fmla="*/ 126 h 428"/>
                <a:gd name="T26" fmla="*/ 810 w 818"/>
                <a:gd name="T27" fmla="*/ 118 h 428"/>
                <a:gd name="T28" fmla="*/ 816 w 818"/>
                <a:gd name="T29" fmla="*/ 98 h 428"/>
                <a:gd name="T30" fmla="*/ 818 w 818"/>
                <a:gd name="T31" fmla="*/ 82 h 428"/>
                <a:gd name="T32" fmla="*/ 818 w 818"/>
                <a:gd name="T33" fmla="*/ 82 h 428"/>
                <a:gd name="T34" fmla="*/ 816 w 818"/>
                <a:gd name="T35" fmla="*/ 72 h 428"/>
                <a:gd name="T36" fmla="*/ 814 w 818"/>
                <a:gd name="T37" fmla="*/ 64 h 428"/>
                <a:gd name="T38" fmla="*/ 806 w 818"/>
                <a:gd name="T39" fmla="*/ 46 h 428"/>
                <a:gd name="T40" fmla="*/ 796 w 818"/>
                <a:gd name="T41" fmla="*/ 30 h 428"/>
                <a:gd name="T42" fmla="*/ 786 w 818"/>
                <a:gd name="T43" fmla="*/ 18 h 428"/>
                <a:gd name="T44" fmla="*/ 786 w 818"/>
                <a:gd name="T45" fmla="*/ 18 h 428"/>
                <a:gd name="T46" fmla="*/ 772 w 818"/>
                <a:gd name="T47" fmla="*/ 12 h 428"/>
                <a:gd name="T48" fmla="*/ 756 w 818"/>
                <a:gd name="T49" fmla="*/ 6 h 428"/>
                <a:gd name="T50" fmla="*/ 740 w 818"/>
                <a:gd name="T51" fmla="*/ 2 h 428"/>
                <a:gd name="T52" fmla="*/ 726 w 818"/>
                <a:gd name="T53" fmla="*/ 0 h 428"/>
                <a:gd name="T54" fmla="*/ 500 w 818"/>
                <a:gd name="T55" fmla="*/ 18 h 428"/>
                <a:gd name="T56" fmla="*/ 308 w 818"/>
                <a:gd name="T57" fmla="*/ 26 h 428"/>
                <a:gd name="T58" fmla="*/ 308 w 818"/>
                <a:gd name="T59" fmla="*/ 26 h 428"/>
                <a:gd name="T60" fmla="*/ 294 w 818"/>
                <a:gd name="T61" fmla="*/ 28 h 428"/>
                <a:gd name="T62" fmla="*/ 278 w 818"/>
                <a:gd name="T63" fmla="*/ 34 h 428"/>
                <a:gd name="T64" fmla="*/ 262 w 818"/>
                <a:gd name="T65" fmla="*/ 44 h 428"/>
                <a:gd name="T66" fmla="*/ 256 w 818"/>
                <a:gd name="T67" fmla="*/ 52 h 428"/>
                <a:gd name="T68" fmla="*/ 252 w 818"/>
                <a:gd name="T69" fmla="*/ 58 h 428"/>
                <a:gd name="T70" fmla="*/ 252 w 818"/>
                <a:gd name="T71" fmla="*/ 58 h 428"/>
                <a:gd name="T72" fmla="*/ 26 w 818"/>
                <a:gd name="T73" fmla="*/ 288 h 428"/>
                <a:gd name="T74" fmla="*/ 26 w 818"/>
                <a:gd name="T75" fmla="*/ 288 h 428"/>
                <a:gd name="T76" fmla="*/ 14 w 818"/>
                <a:gd name="T77" fmla="*/ 300 h 428"/>
                <a:gd name="T78" fmla="*/ 6 w 818"/>
                <a:gd name="T79" fmla="*/ 316 h 428"/>
                <a:gd name="T80" fmla="*/ 2 w 818"/>
                <a:gd name="T81" fmla="*/ 332 h 428"/>
                <a:gd name="T82" fmla="*/ 0 w 818"/>
                <a:gd name="T83" fmla="*/ 348 h 428"/>
                <a:gd name="T84" fmla="*/ 2 w 818"/>
                <a:gd name="T85" fmla="*/ 364 h 428"/>
                <a:gd name="T86" fmla="*/ 6 w 818"/>
                <a:gd name="T87" fmla="*/ 380 h 428"/>
                <a:gd name="T88" fmla="*/ 14 w 818"/>
                <a:gd name="T89" fmla="*/ 396 h 428"/>
                <a:gd name="T90" fmla="*/ 26 w 818"/>
                <a:gd name="T91" fmla="*/ 408 h 428"/>
                <a:gd name="T92" fmla="*/ 26 w 818"/>
                <a:gd name="T93" fmla="*/ 408 h 428"/>
                <a:gd name="T94" fmla="*/ 40 w 818"/>
                <a:gd name="T95" fmla="*/ 418 h 428"/>
                <a:gd name="T96" fmla="*/ 56 w 818"/>
                <a:gd name="T97" fmla="*/ 424 h 428"/>
                <a:gd name="T98" fmla="*/ 70 w 818"/>
                <a:gd name="T99" fmla="*/ 426 h 428"/>
                <a:gd name="T100" fmla="*/ 86 w 818"/>
                <a:gd name="T101" fmla="*/ 428 h 428"/>
                <a:gd name="T102" fmla="*/ 100 w 818"/>
                <a:gd name="T103" fmla="*/ 426 h 428"/>
                <a:gd name="T104" fmla="*/ 114 w 818"/>
                <a:gd name="T105" fmla="*/ 424 h 428"/>
                <a:gd name="T106" fmla="*/ 126 w 818"/>
                <a:gd name="T107" fmla="*/ 418 h 428"/>
                <a:gd name="T108" fmla="*/ 140 w 818"/>
                <a:gd name="T109" fmla="*/ 408 h 428"/>
                <a:gd name="T110" fmla="*/ 140 w 818"/>
                <a:gd name="T111" fmla="*/ 40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8" h="428">
                  <a:moveTo>
                    <a:pt x="140" y="408"/>
                  </a:moveTo>
                  <a:lnTo>
                    <a:pt x="348" y="198"/>
                  </a:lnTo>
                  <a:lnTo>
                    <a:pt x="500" y="180"/>
                  </a:lnTo>
                  <a:lnTo>
                    <a:pt x="738" y="178"/>
                  </a:lnTo>
                  <a:lnTo>
                    <a:pt x="738" y="178"/>
                  </a:lnTo>
                  <a:lnTo>
                    <a:pt x="750" y="170"/>
                  </a:lnTo>
                  <a:lnTo>
                    <a:pt x="762" y="164"/>
                  </a:lnTo>
                  <a:lnTo>
                    <a:pt x="776" y="156"/>
                  </a:lnTo>
                  <a:lnTo>
                    <a:pt x="788" y="150"/>
                  </a:lnTo>
                  <a:lnTo>
                    <a:pt x="788" y="150"/>
                  </a:lnTo>
                  <a:lnTo>
                    <a:pt x="794" y="144"/>
                  </a:lnTo>
                  <a:lnTo>
                    <a:pt x="800" y="136"/>
                  </a:lnTo>
                  <a:lnTo>
                    <a:pt x="806" y="126"/>
                  </a:lnTo>
                  <a:lnTo>
                    <a:pt x="810" y="118"/>
                  </a:lnTo>
                  <a:lnTo>
                    <a:pt x="816" y="98"/>
                  </a:lnTo>
                  <a:lnTo>
                    <a:pt x="818" y="82"/>
                  </a:lnTo>
                  <a:lnTo>
                    <a:pt x="818" y="82"/>
                  </a:lnTo>
                  <a:lnTo>
                    <a:pt x="816" y="72"/>
                  </a:lnTo>
                  <a:lnTo>
                    <a:pt x="814" y="64"/>
                  </a:lnTo>
                  <a:lnTo>
                    <a:pt x="806" y="46"/>
                  </a:lnTo>
                  <a:lnTo>
                    <a:pt x="796" y="30"/>
                  </a:lnTo>
                  <a:lnTo>
                    <a:pt x="786" y="18"/>
                  </a:lnTo>
                  <a:lnTo>
                    <a:pt x="786" y="18"/>
                  </a:lnTo>
                  <a:lnTo>
                    <a:pt x="772" y="12"/>
                  </a:lnTo>
                  <a:lnTo>
                    <a:pt x="756" y="6"/>
                  </a:lnTo>
                  <a:lnTo>
                    <a:pt x="740" y="2"/>
                  </a:lnTo>
                  <a:lnTo>
                    <a:pt x="726" y="0"/>
                  </a:lnTo>
                  <a:lnTo>
                    <a:pt x="500" y="18"/>
                  </a:lnTo>
                  <a:lnTo>
                    <a:pt x="308" y="26"/>
                  </a:lnTo>
                  <a:lnTo>
                    <a:pt x="308" y="26"/>
                  </a:lnTo>
                  <a:lnTo>
                    <a:pt x="294" y="28"/>
                  </a:lnTo>
                  <a:lnTo>
                    <a:pt x="278" y="34"/>
                  </a:lnTo>
                  <a:lnTo>
                    <a:pt x="262" y="44"/>
                  </a:lnTo>
                  <a:lnTo>
                    <a:pt x="256" y="52"/>
                  </a:lnTo>
                  <a:lnTo>
                    <a:pt x="252" y="58"/>
                  </a:lnTo>
                  <a:lnTo>
                    <a:pt x="252" y="58"/>
                  </a:lnTo>
                  <a:lnTo>
                    <a:pt x="26" y="288"/>
                  </a:lnTo>
                  <a:lnTo>
                    <a:pt x="26" y="288"/>
                  </a:lnTo>
                  <a:lnTo>
                    <a:pt x="14" y="300"/>
                  </a:lnTo>
                  <a:lnTo>
                    <a:pt x="6" y="316"/>
                  </a:lnTo>
                  <a:lnTo>
                    <a:pt x="2" y="332"/>
                  </a:lnTo>
                  <a:lnTo>
                    <a:pt x="0" y="348"/>
                  </a:lnTo>
                  <a:lnTo>
                    <a:pt x="2" y="364"/>
                  </a:lnTo>
                  <a:lnTo>
                    <a:pt x="6" y="380"/>
                  </a:lnTo>
                  <a:lnTo>
                    <a:pt x="14" y="396"/>
                  </a:lnTo>
                  <a:lnTo>
                    <a:pt x="26" y="408"/>
                  </a:lnTo>
                  <a:lnTo>
                    <a:pt x="26" y="408"/>
                  </a:lnTo>
                  <a:lnTo>
                    <a:pt x="40" y="418"/>
                  </a:lnTo>
                  <a:lnTo>
                    <a:pt x="56" y="424"/>
                  </a:lnTo>
                  <a:lnTo>
                    <a:pt x="70" y="426"/>
                  </a:lnTo>
                  <a:lnTo>
                    <a:pt x="86" y="428"/>
                  </a:lnTo>
                  <a:lnTo>
                    <a:pt x="100" y="426"/>
                  </a:lnTo>
                  <a:lnTo>
                    <a:pt x="114" y="424"/>
                  </a:lnTo>
                  <a:lnTo>
                    <a:pt x="126" y="418"/>
                  </a:lnTo>
                  <a:lnTo>
                    <a:pt x="140" y="408"/>
                  </a:lnTo>
                  <a:lnTo>
                    <a:pt x="140" y="408"/>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32" name="Freeform 2645"/>
            <p:cNvSpPr>
              <a:spLocks/>
            </p:cNvSpPr>
            <p:nvPr/>
          </p:nvSpPr>
          <p:spPr bwMode="auto">
            <a:xfrm>
              <a:off x="9442450" y="2619375"/>
              <a:ext cx="1409700" cy="2530475"/>
            </a:xfrm>
            <a:custGeom>
              <a:avLst/>
              <a:gdLst>
                <a:gd name="T0" fmla="*/ 658 w 888"/>
                <a:gd name="T1" fmla="*/ 1138 h 1594"/>
                <a:gd name="T2" fmla="*/ 648 w 888"/>
                <a:gd name="T3" fmla="*/ 1130 h 1594"/>
                <a:gd name="T4" fmla="*/ 642 w 888"/>
                <a:gd name="T5" fmla="*/ 1122 h 1594"/>
                <a:gd name="T6" fmla="*/ 636 w 888"/>
                <a:gd name="T7" fmla="*/ 1114 h 1594"/>
                <a:gd name="T8" fmla="*/ 630 w 888"/>
                <a:gd name="T9" fmla="*/ 1104 h 1594"/>
                <a:gd name="T10" fmla="*/ 416 w 888"/>
                <a:gd name="T11" fmla="*/ 932 h 1594"/>
                <a:gd name="T12" fmla="*/ 438 w 888"/>
                <a:gd name="T13" fmla="*/ 884 h 1594"/>
                <a:gd name="T14" fmla="*/ 448 w 888"/>
                <a:gd name="T15" fmla="*/ 836 h 1594"/>
                <a:gd name="T16" fmla="*/ 448 w 888"/>
                <a:gd name="T17" fmla="*/ 172 h 1594"/>
                <a:gd name="T18" fmla="*/ 444 w 888"/>
                <a:gd name="T19" fmla="*/ 136 h 1594"/>
                <a:gd name="T20" fmla="*/ 432 w 888"/>
                <a:gd name="T21" fmla="*/ 104 h 1594"/>
                <a:gd name="T22" fmla="*/ 416 w 888"/>
                <a:gd name="T23" fmla="*/ 74 h 1594"/>
                <a:gd name="T24" fmla="*/ 394 w 888"/>
                <a:gd name="T25" fmla="*/ 48 h 1594"/>
                <a:gd name="T26" fmla="*/ 368 w 888"/>
                <a:gd name="T27" fmla="*/ 28 h 1594"/>
                <a:gd name="T28" fmla="*/ 336 w 888"/>
                <a:gd name="T29" fmla="*/ 12 h 1594"/>
                <a:gd name="T30" fmla="*/ 304 w 888"/>
                <a:gd name="T31" fmla="*/ 4 h 1594"/>
                <a:gd name="T32" fmla="*/ 268 w 888"/>
                <a:gd name="T33" fmla="*/ 0 h 1594"/>
                <a:gd name="T34" fmla="*/ 172 w 888"/>
                <a:gd name="T35" fmla="*/ 0 h 1594"/>
                <a:gd name="T36" fmla="*/ 144 w 888"/>
                <a:gd name="T37" fmla="*/ 2 h 1594"/>
                <a:gd name="T38" fmla="*/ 116 w 888"/>
                <a:gd name="T39" fmla="*/ 10 h 1594"/>
                <a:gd name="T40" fmla="*/ 68 w 888"/>
                <a:gd name="T41" fmla="*/ 38 h 1594"/>
                <a:gd name="T42" fmla="*/ 38 w 888"/>
                <a:gd name="T43" fmla="*/ 68 h 1594"/>
                <a:gd name="T44" fmla="*/ 22 w 888"/>
                <a:gd name="T45" fmla="*/ 92 h 1594"/>
                <a:gd name="T46" fmla="*/ 12 w 888"/>
                <a:gd name="T47" fmla="*/ 118 h 1594"/>
                <a:gd name="T48" fmla="*/ 186 w 888"/>
                <a:gd name="T49" fmla="*/ 114 h 1594"/>
                <a:gd name="T50" fmla="*/ 198 w 888"/>
                <a:gd name="T51" fmla="*/ 114 h 1594"/>
                <a:gd name="T52" fmla="*/ 236 w 888"/>
                <a:gd name="T53" fmla="*/ 124 h 1594"/>
                <a:gd name="T54" fmla="*/ 276 w 888"/>
                <a:gd name="T55" fmla="*/ 146 h 1594"/>
                <a:gd name="T56" fmla="*/ 292 w 888"/>
                <a:gd name="T57" fmla="*/ 166 h 1594"/>
                <a:gd name="T58" fmla="*/ 312 w 888"/>
                <a:gd name="T59" fmla="*/ 200 h 1594"/>
                <a:gd name="T60" fmla="*/ 320 w 888"/>
                <a:gd name="T61" fmla="*/ 222 h 1594"/>
                <a:gd name="T62" fmla="*/ 320 w 888"/>
                <a:gd name="T63" fmla="*/ 236 h 1594"/>
                <a:gd name="T64" fmla="*/ 312 w 888"/>
                <a:gd name="T65" fmla="*/ 284 h 1594"/>
                <a:gd name="T66" fmla="*/ 302 w 888"/>
                <a:gd name="T67" fmla="*/ 308 h 1594"/>
                <a:gd name="T68" fmla="*/ 286 w 888"/>
                <a:gd name="T69" fmla="*/ 332 h 1594"/>
                <a:gd name="T70" fmla="*/ 264 w 888"/>
                <a:gd name="T71" fmla="*/ 342 h 1594"/>
                <a:gd name="T72" fmla="*/ 228 w 888"/>
                <a:gd name="T73" fmla="*/ 358 h 1594"/>
                <a:gd name="T74" fmla="*/ 206 w 888"/>
                <a:gd name="T75" fmla="*/ 362 h 1594"/>
                <a:gd name="T76" fmla="*/ 0 w 888"/>
                <a:gd name="T77" fmla="*/ 836 h 1594"/>
                <a:gd name="T78" fmla="*/ 0 w 888"/>
                <a:gd name="T79" fmla="*/ 856 h 1594"/>
                <a:gd name="T80" fmla="*/ 8 w 888"/>
                <a:gd name="T81" fmla="*/ 892 h 1594"/>
                <a:gd name="T82" fmla="*/ 22 w 888"/>
                <a:gd name="T83" fmla="*/ 924 h 1594"/>
                <a:gd name="T84" fmla="*/ 40 w 888"/>
                <a:gd name="T85" fmla="*/ 952 h 1594"/>
                <a:gd name="T86" fmla="*/ 64 w 888"/>
                <a:gd name="T87" fmla="*/ 974 h 1594"/>
                <a:gd name="T88" fmla="*/ 92 w 888"/>
                <a:gd name="T89" fmla="*/ 992 h 1594"/>
                <a:gd name="T90" fmla="*/ 122 w 888"/>
                <a:gd name="T91" fmla="*/ 1004 h 1594"/>
                <a:gd name="T92" fmla="*/ 156 w 888"/>
                <a:gd name="T93" fmla="*/ 1010 h 1594"/>
                <a:gd name="T94" fmla="*/ 186 w 888"/>
                <a:gd name="T95" fmla="*/ 1010 h 1594"/>
                <a:gd name="T96" fmla="*/ 192 w 888"/>
                <a:gd name="T97" fmla="*/ 1020 h 1594"/>
                <a:gd name="T98" fmla="*/ 206 w 888"/>
                <a:gd name="T99" fmla="*/ 1030 h 1594"/>
                <a:gd name="T100" fmla="*/ 484 w 888"/>
                <a:gd name="T101" fmla="*/ 1266 h 1594"/>
                <a:gd name="T102" fmla="*/ 702 w 888"/>
                <a:gd name="T103" fmla="*/ 1558 h 1594"/>
                <a:gd name="T104" fmla="*/ 732 w 888"/>
                <a:gd name="T105" fmla="*/ 1582 h 1594"/>
                <a:gd name="T106" fmla="*/ 764 w 888"/>
                <a:gd name="T107" fmla="*/ 1594 h 1594"/>
                <a:gd name="T108" fmla="*/ 798 w 888"/>
                <a:gd name="T109" fmla="*/ 1592 h 1594"/>
                <a:gd name="T110" fmla="*/ 830 w 888"/>
                <a:gd name="T111" fmla="*/ 1574 h 1594"/>
                <a:gd name="T112" fmla="*/ 854 w 888"/>
                <a:gd name="T113" fmla="*/ 1558 h 1594"/>
                <a:gd name="T114" fmla="*/ 876 w 888"/>
                <a:gd name="T115" fmla="*/ 1528 h 1594"/>
                <a:gd name="T116" fmla="*/ 888 w 888"/>
                <a:gd name="T117" fmla="*/ 1496 h 1594"/>
                <a:gd name="T118" fmla="*/ 886 w 888"/>
                <a:gd name="T119" fmla="*/ 1464 h 1594"/>
                <a:gd name="T120" fmla="*/ 872 w 888"/>
                <a:gd name="T121" fmla="*/ 1432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8" h="1594">
                  <a:moveTo>
                    <a:pt x="872" y="1432"/>
                  </a:moveTo>
                  <a:lnTo>
                    <a:pt x="658" y="1138"/>
                  </a:lnTo>
                  <a:lnTo>
                    <a:pt x="658" y="1138"/>
                  </a:lnTo>
                  <a:lnTo>
                    <a:pt x="648" y="1130"/>
                  </a:lnTo>
                  <a:lnTo>
                    <a:pt x="642" y="1122"/>
                  </a:lnTo>
                  <a:lnTo>
                    <a:pt x="642" y="1122"/>
                  </a:lnTo>
                  <a:lnTo>
                    <a:pt x="640" y="1118"/>
                  </a:lnTo>
                  <a:lnTo>
                    <a:pt x="636" y="1114"/>
                  </a:lnTo>
                  <a:lnTo>
                    <a:pt x="632" y="1110"/>
                  </a:lnTo>
                  <a:lnTo>
                    <a:pt x="630" y="1104"/>
                  </a:lnTo>
                  <a:lnTo>
                    <a:pt x="416" y="932"/>
                  </a:lnTo>
                  <a:lnTo>
                    <a:pt x="416" y="932"/>
                  </a:lnTo>
                  <a:lnTo>
                    <a:pt x="428" y="908"/>
                  </a:lnTo>
                  <a:lnTo>
                    <a:pt x="438" y="884"/>
                  </a:lnTo>
                  <a:lnTo>
                    <a:pt x="446" y="862"/>
                  </a:lnTo>
                  <a:lnTo>
                    <a:pt x="448" y="836"/>
                  </a:lnTo>
                  <a:lnTo>
                    <a:pt x="448" y="172"/>
                  </a:lnTo>
                  <a:lnTo>
                    <a:pt x="448" y="172"/>
                  </a:lnTo>
                  <a:lnTo>
                    <a:pt x="446" y="154"/>
                  </a:lnTo>
                  <a:lnTo>
                    <a:pt x="444" y="136"/>
                  </a:lnTo>
                  <a:lnTo>
                    <a:pt x="440" y="120"/>
                  </a:lnTo>
                  <a:lnTo>
                    <a:pt x="432" y="104"/>
                  </a:lnTo>
                  <a:lnTo>
                    <a:pt x="426" y="88"/>
                  </a:lnTo>
                  <a:lnTo>
                    <a:pt x="416" y="74"/>
                  </a:lnTo>
                  <a:lnTo>
                    <a:pt x="406" y="60"/>
                  </a:lnTo>
                  <a:lnTo>
                    <a:pt x="394" y="48"/>
                  </a:lnTo>
                  <a:lnTo>
                    <a:pt x="382" y="38"/>
                  </a:lnTo>
                  <a:lnTo>
                    <a:pt x="368" y="28"/>
                  </a:lnTo>
                  <a:lnTo>
                    <a:pt x="352" y="20"/>
                  </a:lnTo>
                  <a:lnTo>
                    <a:pt x="336" y="12"/>
                  </a:lnTo>
                  <a:lnTo>
                    <a:pt x="320" y="8"/>
                  </a:lnTo>
                  <a:lnTo>
                    <a:pt x="304" y="4"/>
                  </a:lnTo>
                  <a:lnTo>
                    <a:pt x="286" y="0"/>
                  </a:lnTo>
                  <a:lnTo>
                    <a:pt x="268" y="0"/>
                  </a:lnTo>
                  <a:lnTo>
                    <a:pt x="172" y="0"/>
                  </a:lnTo>
                  <a:lnTo>
                    <a:pt x="172" y="0"/>
                  </a:lnTo>
                  <a:lnTo>
                    <a:pt x="158" y="0"/>
                  </a:lnTo>
                  <a:lnTo>
                    <a:pt x="144" y="2"/>
                  </a:lnTo>
                  <a:lnTo>
                    <a:pt x="130" y="6"/>
                  </a:lnTo>
                  <a:lnTo>
                    <a:pt x="116" y="10"/>
                  </a:lnTo>
                  <a:lnTo>
                    <a:pt x="90" y="22"/>
                  </a:lnTo>
                  <a:lnTo>
                    <a:pt x="68" y="38"/>
                  </a:lnTo>
                  <a:lnTo>
                    <a:pt x="46" y="56"/>
                  </a:lnTo>
                  <a:lnTo>
                    <a:pt x="38" y="68"/>
                  </a:lnTo>
                  <a:lnTo>
                    <a:pt x="30" y="80"/>
                  </a:lnTo>
                  <a:lnTo>
                    <a:pt x="22" y="92"/>
                  </a:lnTo>
                  <a:lnTo>
                    <a:pt x="16" y="104"/>
                  </a:lnTo>
                  <a:lnTo>
                    <a:pt x="12" y="118"/>
                  </a:lnTo>
                  <a:lnTo>
                    <a:pt x="10" y="132"/>
                  </a:lnTo>
                  <a:lnTo>
                    <a:pt x="186" y="114"/>
                  </a:lnTo>
                  <a:lnTo>
                    <a:pt x="186" y="114"/>
                  </a:lnTo>
                  <a:lnTo>
                    <a:pt x="198" y="114"/>
                  </a:lnTo>
                  <a:lnTo>
                    <a:pt x="210" y="116"/>
                  </a:lnTo>
                  <a:lnTo>
                    <a:pt x="236" y="124"/>
                  </a:lnTo>
                  <a:lnTo>
                    <a:pt x="258" y="134"/>
                  </a:lnTo>
                  <a:lnTo>
                    <a:pt x="276" y="146"/>
                  </a:lnTo>
                  <a:lnTo>
                    <a:pt x="276" y="146"/>
                  </a:lnTo>
                  <a:lnTo>
                    <a:pt x="292" y="166"/>
                  </a:lnTo>
                  <a:lnTo>
                    <a:pt x="306" y="188"/>
                  </a:lnTo>
                  <a:lnTo>
                    <a:pt x="312" y="200"/>
                  </a:lnTo>
                  <a:lnTo>
                    <a:pt x="316" y="210"/>
                  </a:lnTo>
                  <a:lnTo>
                    <a:pt x="320" y="222"/>
                  </a:lnTo>
                  <a:lnTo>
                    <a:pt x="320" y="236"/>
                  </a:lnTo>
                  <a:lnTo>
                    <a:pt x="320" y="236"/>
                  </a:lnTo>
                  <a:lnTo>
                    <a:pt x="318" y="260"/>
                  </a:lnTo>
                  <a:lnTo>
                    <a:pt x="312" y="284"/>
                  </a:lnTo>
                  <a:lnTo>
                    <a:pt x="308" y="296"/>
                  </a:lnTo>
                  <a:lnTo>
                    <a:pt x="302" y="308"/>
                  </a:lnTo>
                  <a:lnTo>
                    <a:pt x="294" y="320"/>
                  </a:lnTo>
                  <a:lnTo>
                    <a:pt x="286" y="332"/>
                  </a:lnTo>
                  <a:lnTo>
                    <a:pt x="286" y="332"/>
                  </a:lnTo>
                  <a:lnTo>
                    <a:pt x="264" y="342"/>
                  </a:lnTo>
                  <a:lnTo>
                    <a:pt x="246" y="352"/>
                  </a:lnTo>
                  <a:lnTo>
                    <a:pt x="228" y="358"/>
                  </a:lnTo>
                  <a:lnTo>
                    <a:pt x="216" y="362"/>
                  </a:lnTo>
                  <a:lnTo>
                    <a:pt x="206" y="362"/>
                  </a:lnTo>
                  <a:lnTo>
                    <a:pt x="0" y="380"/>
                  </a:lnTo>
                  <a:lnTo>
                    <a:pt x="0" y="836"/>
                  </a:lnTo>
                  <a:lnTo>
                    <a:pt x="0" y="836"/>
                  </a:lnTo>
                  <a:lnTo>
                    <a:pt x="0" y="856"/>
                  </a:lnTo>
                  <a:lnTo>
                    <a:pt x="4" y="874"/>
                  </a:lnTo>
                  <a:lnTo>
                    <a:pt x="8" y="892"/>
                  </a:lnTo>
                  <a:lnTo>
                    <a:pt x="14" y="908"/>
                  </a:lnTo>
                  <a:lnTo>
                    <a:pt x="22" y="924"/>
                  </a:lnTo>
                  <a:lnTo>
                    <a:pt x="30" y="938"/>
                  </a:lnTo>
                  <a:lnTo>
                    <a:pt x="40" y="952"/>
                  </a:lnTo>
                  <a:lnTo>
                    <a:pt x="52" y="964"/>
                  </a:lnTo>
                  <a:lnTo>
                    <a:pt x="64" y="974"/>
                  </a:lnTo>
                  <a:lnTo>
                    <a:pt x="78" y="984"/>
                  </a:lnTo>
                  <a:lnTo>
                    <a:pt x="92" y="992"/>
                  </a:lnTo>
                  <a:lnTo>
                    <a:pt x="106" y="998"/>
                  </a:lnTo>
                  <a:lnTo>
                    <a:pt x="122" y="1004"/>
                  </a:lnTo>
                  <a:lnTo>
                    <a:pt x="138" y="1008"/>
                  </a:lnTo>
                  <a:lnTo>
                    <a:pt x="156" y="1010"/>
                  </a:lnTo>
                  <a:lnTo>
                    <a:pt x="172" y="1010"/>
                  </a:lnTo>
                  <a:lnTo>
                    <a:pt x="186" y="1010"/>
                  </a:lnTo>
                  <a:lnTo>
                    <a:pt x="186" y="1010"/>
                  </a:lnTo>
                  <a:lnTo>
                    <a:pt x="192" y="1020"/>
                  </a:lnTo>
                  <a:lnTo>
                    <a:pt x="200" y="1026"/>
                  </a:lnTo>
                  <a:lnTo>
                    <a:pt x="206" y="1030"/>
                  </a:lnTo>
                  <a:lnTo>
                    <a:pt x="210" y="1034"/>
                  </a:lnTo>
                  <a:lnTo>
                    <a:pt x="484" y="1266"/>
                  </a:lnTo>
                  <a:lnTo>
                    <a:pt x="702" y="1558"/>
                  </a:lnTo>
                  <a:lnTo>
                    <a:pt x="702" y="1558"/>
                  </a:lnTo>
                  <a:lnTo>
                    <a:pt x="716" y="1572"/>
                  </a:lnTo>
                  <a:lnTo>
                    <a:pt x="732" y="1582"/>
                  </a:lnTo>
                  <a:lnTo>
                    <a:pt x="748" y="1590"/>
                  </a:lnTo>
                  <a:lnTo>
                    <a:pt x="764" y="1594"/>
                  </a:lnTo>
                  <a:lnTo>
                    <a:pt x="782" y="1594"/>
                  </a:lnTo>
                  <a:lnTo>
                    <a:pt x="798" y="1592"/>
                  </a:lnTo>
                  <a:lnTo>
                    <a:pt x="814" y="1584"/>
                  </a:lnTo>
                  <a:lnTo>
                    <a:pt x="830" y="1574"/>
                  </a:lnTo>
                  <a:lnTo>
                    <a:pt x="854" y="1558"/>
                  </a:lnTo>
                  <a:lnTo>
                    <a:pt x="854" y="1558"/>
                  </a:lnTo>
                  <a:lnTo>
                    <a:pt x="866" y="1544"/>
                  </a:lnTo>
                  <a:lnTo>
                    <a:pt x="876" y="1528"/>
                  </a:lnTo>
                  <a:lnTo>
                    <a:pt x="884" y="1514"/>
                  </a:lnTo>
                  <a:lnTo>
                    <a:pt x="888" y="1496"/>
                  </a:lnTo>
                  <a:lnTo>
                    <a:pt x="888" y="1480"/>
                  </a:lnTo>
                  <a:lnTo>
                    <a:pt x="886" y="1464"/>
                  </a:lnTo>
                  <a:lnTo>
                    <a:pt x="880" y="1448"/>
                  </a:lnTo>
                  <a:lnTo>
                    <a:pt x="872" y="1432"/>
                  </a:lnTo>
                  <a:lnTo>
                    <a:pt x="872" y="143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33" name="Freeform 2646"/>
            <p:cNvSpPr>
              <a:spLocks/>
            </p:cNvSpPr>
            <p:nvPr/>
          </p:nvSpPr>
          <p:spPr bwMode="auto">
            <a:xfrm>
              <a:off x="9515475" y="1927225"/>
              <a:ext cx="644525" cy="638175"/>
            </a:xfrm>
            <a:custGeom>
              <a:avLst/>
              <a:gdLst>
                <a:gd name="T0" fmla="*/ 208 w 406"/>
                <a:gd name="T1" fmla="*/ 402 h 402"/>
                <a:gd name="T2" fmla="*/ 248 w 406"/>
                <a:gd name="T3" fmla="*/ 398 h 402"/>
                <a:gd name="T4" fmla="*/ 286 w 406"/>
                <a:gd name="T5" fmla="*/ 386 h 402"/>
                <a:gd name="T6" fmla="*/ 320 w 406"/>
                <a:gd name="T7" fmla="*/ 368 h 402"/>
                <a:gd name="T8" fmla="*/ 348 w 406"/>
                <a:gd name="T9" fmla="*/ 342 h 402"/>
                <a:gd name="T10" fmla="*/ 372 w 406"/>
                <a:gd name="T11" fmla="*/ 312 h 402"/>
                <a:gd name="T12" fmla="*/ 390 w 406"/>
                <a:gd name="T13" fmla="*/ 276 h 402"/>
                <a:gd name="T14" fmla="*/ 402 w 406"/>
                <a:gd name="T15" fmla="*/ 238 h 402"/>
                <a:gd name="T16" fmla="*/ 406 w 406"/>
                <a:gd name="T17" fmla="*/ 196 h 402"/>
                <a:gd name="T18" fmla="*/ 404 w 406"/>
                <a:gd name="T19" fmla="*/ 174 h 402"/>
                <a:gd name="T20" fmla="*/ 396 w 406"/>
                <a:gd name="T21" fmla="*/ 136 h 402"/>
                <a:gd name="T22" fmla="*/ 382 w 406"/>
                <a:gd name="T23" fmla="*/ 102 h 402"/>
                <a:gd name="T24" fmla="*/ 360 w 406"/>
                <a:gd name="T25" fmla="*/ 70 h 402"/>
                <a:gd name="T26" fmla="*/ 334 w 406"/>
                <a:gd name="T27" fmla="*/ 44 h 402"/>
                <a:gd name="T28" fmla="*/ 302 w 406"/>
                <a:gd name="T29" fmla="*/ 22 h 402"/>
                <a:gd name="T30" fmla="*/ 268 w 406"/>
                <a:gd name="T31" fmla="*/ 8 h 402"/>
                <a:gd name="T32" fmla="*/ 228 w 406"/>
                <a:gd name="T33" fmla="*/ 0 h 402"/>
                <a:gd name="T34" fmla="*/ 208 w 406"/>
                <a:gd name="T35" fmla="*/ 0 h 402"/>
                <a:gd name="T36" fmla="*/ 164 w 406"/>
                <a:gd name="T37" fmla="*/ 4 h 402"/>
                <a:gd name="T38" fmla="*/ 126 w 406"/>
                <a:gd name="T39" fmla="*/ 14 h 402"/>
                <a:gd name="T40" fmla="*/ 90 w 406"/>
                <a:gd name="T41" fmla="*/ 32 h 402"/>
                <a:gd name="T42" fmla="*/ 58 w 406"/>
                <a:gd name="T43" fmla="*/ 56 h 402"/>
                <a:gd name="T44" fmla="*/ 34 w 406"/>
                <a:gd name="T45" fmla="*/ 86 h 402"/>
                <a:gd name="T46" fmla="*/ 16 w 406"/>
                <a:gd name="T47" fmla="*/ 118 h 402"/>
                <a:gd name="T48" fmla="*/ 4 w 406"/>
                <a:gd name="T49" fmla="*/ 156 h 402"/>
                <a:gd name="T50" fmla="*/ 0 w 406"/>
                <a:gd name="T51" fmla="*/ 196 h 402"/>
                <a:gd name="T52" fmla="*/ 0 w 406"/>
                <a:gd name="T53" fmla="*/ 216 h 402"/>
                <a:gd name="T54" fmla="*/ 8 w 406"/>
                <a:gd name="T55" fmla="*/ 258 h 402"/>
                <a:gd name="T56" fmla="*/ 24 w 406"/>
                <a:gd name="T57" fmla="*/ 294 h 402"/>
                <a:gd name="T58" fmla="*/ 46 w 406"/>
                <a:gd name="T59" fmla="*/ 328 h 402"/>
                <a:gd name="T60" fmla="*/ 74 w 406"/>
                <a:gd name="T61" fmla="*/ 356 h 402"/>
                <a:gd name="T62" fmla="*/ 106 w 406"/>
                <a:gd name="T63" fmla="*/ 378 h 402"/>
                <a:gd name="T64" fmla="*/ 144 w 406"/>
                <a:gd name="T65" fmla="*/ 392 h 402"/>
                <a:gd name="T66" fmla="*/ 186 w 406"/>
                <a:gd name="T67" fmla="*/ 400 h 402"/>
                <a:gd name="T68" fmla="*/ 208 w 406"/>
                <a:gd name="T6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6" h="402">
                  <a:moveTo>
                    <a:pt x="208" y="402"/>
                  </a:moveTo>
                  <a:lnTo>
                    <a:pt x="208" y="402"/>
                  </a:lnTo>
                  <a:lnTo>
                    <a:pt x="228" y="400"/>
                  </a:lnTo>
                  <a:lnTo>
                    <a:pt x="248" y="398"/>
                  </a:lnTo>
                  <a:lnTo>
                    <a:pt x="268" y="392"/>
                  </a:lnTo>
                  <a:lnTo>
                    <a:pt x="286" y="386"/>
                  </a:lnTo>
                  <a:lnTo>
                    <a:pt x="302" y="378"/>
                  </a:lnTo>
                  <a:lnTo>
                    <a:pt x="320" y="368"/>
                  </a:lnTo>
                  <a:lnTo>
                    <a:pt x="334" y="356"/>
                  </a:lnTo>
                  <a:lnTo>
                    <a:pt x="348" y="342"/>
                  </a:lnTo>
                  <a:lnTo>
                    <a:pt x="360" y="328"/>
                  </a:lnTo>
                  <a:lnTo>
                    <a:pt x="372" y="312"/>
                  </a:lnTo>
                  <a:lnTo>
                    <a:pt x="382" y="294"/>
                  </a:lnTo>
                  <a:lnTo>
                    <a:pt x="390" y="276"/>
                  </a:lnTo>
                  <a:lnTo>
                    <a:pt x="396" y="258"/>
                  </a:lnTo>
                  <a:lnTo>
                    <a:pt x="402" y="238"/>
                  </a:lnTo>
                  <a:lnTo>
                    <a:pt x="404" y="216"/>
                  </a:lnTo>
                  <a:lnTo>
                    <a:pt x="406" y="196"/>
                  </a:lnTo>
                  <a:lnTo>
                    <a:pt x="406" y="196"/>
                  </a:lnTo>
                  <a:lnTo>
                    <a:pt x="404" y="174"/>
                  </a:lnTo>
                  <a:lnTo>
                    <a:pt x="402" y="156"/>
                  </a:lnTo>
                  <a:lnTo>
                    <a:pt x="396" y="136"/>
                  </a:lnTo>
                  <a:lnTo>
                    <a:pt x="390" y="118"/>
                  </a:lnTo>
                  <a:lnTo>
                    <a:pt x="382" y="102"/>
                  </a:lnTo>
                  <a:lnTo>
                    <a:pt x="372" y="86"/>
                  </a:lnTo>
                  <a:lnTo>
                    <a:pt x="360" y="70"/>
                  </a:lnTo>
                  <a:lnTo>
                    <a:pt x="348" y="56"/>
                  </a:lnTo>
                  <a:lnTo>
                    <a:pt x="334" y="44"/>
                  </a:lnTo>
                  <a:lnTo>
                    <a:pt x="320" y="32"/>
                  </a:lnTo>
                  <a:lnTo>
                    <a:pt x="302" y="22"/>
                  </a:lnTo>
                  <a:lnTo>
                    <a:pt x="286" y="14"/>
                  </a:lnTo>
                  <a:lnTo>
                    <a:pt x="268" y="8"/>
                  </a:lnTo>
                  <a:lnTo>
                    <a:pt x="248" y="4"/>
                  </a:lnTo>
                  <a:lnTo>
                    <a:pt x="228" y="0"/>
                  </a:lnTo>
                  <a:lnTo>
                    <a:pt x="208" y="0"/>
                  </a:lnTo>
                  <a:lnTo>
                    <a:pt x="208" y="0"/>
                  </a:lnTo>
                  <a:lnTo>
                    <a:pt x="186" y="0"/>
                  </a:lnTo>
                  <a:lnTo>
                    <a:pt x="164" y="4"/>
                  </a:lnTo>
                  <a:lnTo>
                    <a:pt x="144" y="8"/>
                  </a:lnTo>
                  <a:lnTo>
                    <a:pt x="126" y="14"/>
                  </a:lnTo>
                  <a:lnTo>
                    <a:pt x="106" y="22"/>
                  </a:lnTo>
                  <a:lnTo>
                    <a:pt x="90" y="32"/>
                  </a:lnTo>
                  <a:lnTo>
                    <a:pt x="74" y="44"/>
                  </a:lnTo>
                  <a:lnTo>
                    <a:pt x="58" y="56"/>
                  </a:lnTo>
                  <a:lnTo>
                    <a:pt x="46" y="70"/>
                  </a:lnTo>
                  <a:lnTo>
                    <a:pt x="34" y="86"/>
                  </a:lnTo>
                  <a:lnTo>
                    <a:pt x="24" y="102"/>
                  </a:lnTo>
                  <a:lnTo>
                    <a:pt x="16" y="118"/>
                  </a:lnTo>
                  <a:lnTo>
                    <a:pt x="8" y="136"/>
                  </a:lnTo>
                  <a:lnTo>
                    <a:pt x="4" y="156"/>
                  </a:lnTo>
                  <a:lnTo>
                    <a:pt x="0" y="174"/>
                  </a:lnTo>
                  <a:lnTo>
                    <a:pt x="0" y="196"/>
                  </a:lnTo>
                  <a:lnTo>
                    <a:pt x="0" y="196"/>
                  </a:lnTo>
                  <a:lnTo>
                    <a:pt x="0" y="216"/>
                  </a:lnTo>
                  <a:lnTo>
                    <a:pt x="4" y="238"/>
                  </a:lnTo>
                  <a:lnTo>
                    <a:pt x="8" y="258"/>
                  </a:lnTo>
                  <a:lnTo>
                    <a:pt x="16" y="276"/>
                  </a:lnTo>
                  <a:lnTo>
                    <a:pt x="24" y="294"/>
                  </a:lnTo>
                  <a:lnTo>
                    <a:pt x="34" y="312"/>
                  </a:lnTo>
                  <a:lnTo>
                    <a:pt x="46" y="328"/>
                  </a:lnTo>
                  <a:lnTo>
                    <a:pt x="58" y="342"/>
                  </a:lnTo>
                  <a:lnTo>
                    <a:pt x="74" y="356"/>
                  </a:lnTo>
                  <a:lnTo>
                    <a:pt x="90" y="368"/>
                  </a:lnTo>
                  <a:lnTo>
                    <a:pt x="106" y="378"/>
                  </a:lnTo>
                  <a:lnTo>
                    <a:pt x="126" y="386"/>
                  </a:lnTo>
                  <a:lnTo>
                    <a:pt x="144" y="392"/>
                  </a:lnTo>
                  <a:lnTo>
                    <a:pt x="164" y="398"/>
                  </a:lnTo>
                  <a:lnTo>
                    <a:pt x="186" y="400"/>
                  </a:lnTo>
                  <a:lnTo>
                    <a:pt x="208" y="402"/>
                  </a:lnTo>
                  <a:lnTo>
                    <a:pt x="208" y="40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34" name="Freeform 2647"/>
            <p:cNvSpPr>
              <a:spLocks/>
            </p:cNvSpPr>
            <p:nvPr/>
          </p:nvSpPr>
          <p:spPr bwMode="auto">
            <a:xfrm>
              <a:off x="10077450" y="1844675"/>
              <a:ext cx="447675" cy="1060450"/>
            </a:xfrm>
            <a:custGeom>
              <a:avLst/>
              <a:gdLst>
                <a:gd name="T0" fmla="*/ 0 w 282"/>
                <a:gd name="T1" fmla="*/ 500 h 668"/>
                <a:gd name="T2" fmla="*/ 0 w 282"/>
                <a:gd name="T3" fmla="*/ 500 h 668"/>
                <a:gd name="T4" fmla="*/ 18 w 282"/>
                <a:gd name="T5" fmla="*/ 518 h 668"/>
                <a:gd name="T6" fmla="*/ 34 w 282"/>
                <a:gd name="T7" fmla="*/ 534 h 668"/>
                <a:gd name="T8" fmla="*/ 46 w 282"/>
                <a:gd name="T9" fmla="*/ 554 h 668"/>
                <a:gd name="T10" fmla="*/ 56 w 282"/>
                <a:gd name="T11" fmla="*/ 572 h 668"/>
                <a:gd name="T12" fmla="*/ 64 w 282"/>
                <a:gd name="T13" fmla="*/ 592 h 668"/>
                <a:gd name="T14" fmla="*/ 70 w 282"/>
                <a:gd name="T15" fmla="*/ 614 h 668"/>
                <a:gd name="T16" fmla="*/ 72 w 282"/>
                <a:gd name="T17" fmla="*/ 636 h 668"/>
                <a:gd name="T18" fmla="*/ 74 w 282"/>
                <a:gd name="T19" fmla="*/ 660 h 668"/>
                <a:gd name="T20" fmla="*/ 74 w 282"/>
                <a:gd name="T21" fmla="*/ 668 h 668"/>
                <a:gd name="T22" fmla="*/ 258 w 282"/>
                <a:gd name="T23" fmla="*/ 470 h 668"/>
                <a:gd name="T24" fmla="*/ 258 w 282"/>
                <a:gd name="T25" fmla="*/ 470 h 668"/>
                <a:gd name="T26" fmla="*/ 270 w 282"/>
                <a:gd name="T27" fmla="*/ 458 h 668"/>
                <a:gd name="T28" fmla="*/ 276 w 282"/>
                <a:gd name="T29" fmla="*/ 444 h 668"/>
                <a:gd name="T30" fmla="*/ 280 w 282"/>
                <a:gd name="T31" fmla="*/ 430 h 668"/>
                <a:gd name="T32" fmla="*/ 282 w 282"/>
                <a:gd name="T33" fmla="*/ 414 h 668"/>
                <a:gd name="T34" fmla="*/ 282 w 282"/>
                <a:gd name="T35" fmla="*/ 414 h 668"/>
                <a:gd name="T36" fmla="*/ 282 w 282"/>
                <a:gd name="T37" fmla="*/ 88 h 668"/>
                <a:gd name="T38" fmla="*/ 282 w 282"/>
                <a:gd name="T39" fmla="*/ 88 h 668"/>
                <a:gd name="T40" fmla="*/ 280 w 282"/>
                <a:gd name="T41" fmla="*/ 70 h 668"/>
                <a:gd name="T42" fmla="*/ 274 w 282"/>
                <a:gd name="T43" fmla="*/ 54 h 668"/>
                <a:gd name="T44" fmla="*/ 266 w 282"/>
                <a:gd name="T45" fmla="*/ 38 h 668"/>
                <a:gd name="T46" fmla="*/ 254 w 282"/>
                <a:gd name="T47" fmla="*/ 26 h 668"/>
                <a:gd name="T48" fmla="*/ 242 w 282"/>
                <a:gd name="T49" fmla="*/ 14 h 668"/>
                <a:gd name="T50" fmla="*/ 226 w 282"/>
                <a:gd name="T51" fmla="*/ 6 h 668"/>
                <a:gd name="T52" fmla="*/ 208 w 282"/>
                <a:gd name="T53" fmla="*/ 2 h 668"/>
                <a:gd name="T54" fmla="*/ 188 w 282"/>
                <a:gd name="T55" fmla="*/ 0 h 668"/>
                <a:gd name="T56" fmla="*/ 188 w 282"/>
                <a:gd name="T57" fmla="*/ 0 h 668"/>
                <a:gd name="T58" fmla="*/ 174 w 282"/>
                <a:gd name="T59" fmla="*/ 2 h 668"/>
                <a:gd name="T60" fmla="*/ 158 w 282"/>
                <a:gd name="T61" fmla="*/ 6 h 668"/>
                <a:gd name="T62" fmla="*/ 144 w 282"/>
                <a:gd name="T63" fmla="*/ 14 h 668"/>
                <a:gd name="T64" fmla="*/ 132 w 282"/>
                <a:gd name="T65" fmla="*/ 26 h 668"/>
                <a:gd name="T66" fmla="*/ 120 w 282"/>
                <a:gd name="T67" fmla="*/ 38 h 668"/>
                <a:gd name="T68" fmla="*/ 112 w 282"/>
                <a:gd name="T69" fmla="*/ 54 h 668"/>
                <a:gd name="T70" fmla="*/ 108 w 282"/>
                <a:gd name="T71" fmla="*/ 70 h 668"/>
                <a:gd name="T72" fmla="*/ 106 w 282"/>
                <a:gd name="T73" fmla="*/ 88 h 668"/>
                <a:gd name="T74" fmla="*/ 106 w 282"/>
                <a:gd name="T75" fmla="*/ 384 h 668"/>
                <a:gd name="T76" fmla="*/ 0 w 282"/>
                <a:gd name="T77" fmla="*/ 500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2" h="668">
                  <a:moveTo>
                    <a:pt x="0" y="500"/>
                  </a:moveTo>
                  <a:lnTo>
                    <a:pt x="0" y="500"/>
                  </a:lnTo>
                  <a:lnTo>
                    <a:pt x="18" y="518"/>
                  </a:lnTo>
                  <a:lnTo>
                    <a:pt x="34" y="534"/>
                  </a:lnTo>
                  <a:lnTo>
                    <a:pt x="46" y="554"/>
                  </a:lnTo>
                  <a:lnTo>
                    <a:pt x="56" y="572"/>
                  </a:lnTo>
                  <a:lnTo>
                    <a:pt x="64" y="592"/>
                  </a:lnTo>
                  <a:lnTo>
                    <a:pt x="70" y="614"/>
                  </a:lnTo>
                  <a:lnTo>
                    <a:pt x="72" y="636"/>
                  </a:lnTo>
                  <a:lnTo>
                    <a:pt x="74" y="660"/>
                  </a:lnTo>
                  <a:lnTo>
                    <a:pt x="74" y="668"/>
                  </a:lnTo>
                  <a:lnTo>
                    <a:pt x="258" y="470"/>
                  </a:lnTo>
                  <a:lnTo>
                    <a:pt x="258" y="470"/>
                  </a:lnTo>
                  <a:lnTo>
                    <a:pt x="270" y="458"/>
                  </a:lnTo>
                  <a:lnTo>
                    <a:pt x="276" y="444"/>
                  </a:lnTo>
                  <a:lnTo>
                    <a:pt x="280" y="430"/>
                  </a:lnTo>
                  <a:lnTo>
                    <a:pt x="282" y="414"/>
                  </a:lnTo>
                  <a:lnTo>
                    <a:pt x="282" y="414"/>
                  </a:lnTo>
                  <a:lnTo>
                    <a:pt x="282" y="88"/>
                  </a:lnTo>
                  <a:lnTo>
                    <a:pt x="282" y="88"/>
                  </a:lnTo>
                  <a:lnTo>
                    <a:pt x="280" y="70"/>
                  </a:lnTo>
                  <a:lnTo>
                    <a:pt x="274" y="54"/>
                  </a:lnTo>
                  <a:lnTo>
                    <a:pt x="266" y="38"/>
                  </a:lnTo>
                  <a:lnTo>
                    <a:pt x="254" y="26"/>
                  </a:lnTo>
                  <a:lnTo>
                    <a:pt x="242" y="14"/>
                  </a:lnTo>
                  <a:lnTo>
                    <a:pt x="226" y="6"/>
                  </a:lnTo>
                  <a:lnTo>
                    <a:pt x="208" y="2"/>
                  </a:lnTo>
                  <a:lnTo>
                    <a:pt x="188" y="0"/>
                  </a:lnTo>
                  <a:lnTo>
                    <a:pt x="188" y="0"/>
                  </a:lnTo>
                  <a:lnTo>
                    <a:pt x="174" y="2"/>
                  </a:lnTo>
                  <a:lnTo>
                    <a:pt x="158" y="6"/>
                  </a:lnTo>
                  <a:lnTo>
                    <a:pt x="144" y="14"/>
                  </a:lnTo>
                  <a:lnTo>
                    <a:pt x="132" y="26"/>
                  </a:lnTo>
                  <a:lnTo>
                    <a:pt x="120" y="38"/>
                  </a:lnTo>
                  <a:lnTo>
                    <a:pt x="112" y="54"/>
                  </a:lnTo>
                  <a:lnTo>
                    <a:pt x="108" y="70"/>
                  </a:lnTo>
                  <a:lnTo>
                    <a:pt x="106" y="88"/>
                  </a:lnTo>
                  <a:lnTo>
                    <a:pt x="106" y="384"/>
                  </a:lnTo>
                  <a:lnTo>
                    <a:pt x="0" y="50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35" name="Freeform 2648"/>
            <p:cNvSpPr>
              <a:spLocks/>
            </p:cNvSpPr>
            <p:nvPr/>
          </p:nvSpPr>
          <p:spPr bwMode="auto">
            <a:xfrm>
              <a:off x="8496300" y="3987800"/>
              <a:ext cx="1254125" cy="590550"/>
            </a:xfrm>
            <a:custGeom>
              <a:avLst/>
              <a:gdLst>
                <a:gd name="T0" fmla="*/ 578 w 790"/>
                <a:gd name="T1" fmla="*/ 70 h 372"/>
                <a:gd name="T2" fmla="*/ 426 w 790"/>
                <a:gd name="T3" fmla="*/ 144 h 372"/>
                <a:gd name="T4" fmla="*/ 146 w 790"/>
                <a:gd name="T5" fmla="*/ 8 h 372"/>
                <a:gd name="T6" fmla="*/ 146 w 790"/>
                <a:gd name="T7" fmla="*/ 8 h 372"/>
                <a:gd name="T8" fmla="*/ 130 w 790"/>
                <a:gd name="T9" fmla="*/ 2 h 372"/>
                <a:gd name="T10" fmla="*/ 112 w 790"/>
                <a:gd name="T11" fmla="*/ 0 h 372"/>
                <a:gd name="T12" fmla="*/ 94 w 790"/>
                <a:gd name="T13" fmla="*/ 2 h 372"/>
                <a:gd name="T14" fmla="*/ 78 w 790"/>
                <a:gd name="T15" fmla="*/ 6 h 372"/>
                <a:gd name="T16" fmla="*/ 62 w 790"/>
                <a:gd name="T17" fmla="*/ 14 h 372"/>
                <a:gd name="T18" fmla="*/ 46 w 790"/>
                <a:gd name="T19" fmla="*/ 24 h 372"/>
                <a:gd name="T20" fmla="*/ 34 w 790"/>
                <a:gd name="T21" fmla="*/ 36 h 372"/>
                <a:gd name="T22" fmla="*/ 24 w 790"/>
                <a:gd name="T23" fmla="*/ 52 h 372"/>
                <a:gd name="T24" fmla="*/ 10 w 790"/>
                <a:gd name="T25" fmla="*/ 80 h 372"/>
                <a:gd name="T26" fmla="*/ 10 w 790"/>
                <a:gd name="T27" fmla="*/ 80 h 372"/>
                <a:gd name="T28" fmla="*/ 2 w 790"/>
                <a:gd name="T29" fmla="*/ 98 h 372"/>
                <a:gd name="T30" fmla="*/ 0 w 790"/>
                <a:gd name="T31" fmla="*/ 116 h 372"/>
                <a:gd name="T32" fmla="*/ 2 w 790"/>
                <a:gd name="T33" fmla="*/ 134 h 372"/>
                <a:gd name="T34" fmla="*/ 6 w 790"/>
                <a:gd name="T35" fmla="*/ 150 h 372"/>
                <a:gd name="T36" fmla="*/ 14 w 790"/>
                <a:gd name="T37" fmla="*/ 168 h 372"/>
                <a:gd name="T38" fmla="*/ 26 w 790"/>
                <a:gd name="T39" fmla="*/ 182 h 372"/>
                <a:gd name="T40" fmla="*/ 40 w 790"/>
                <a:gd name="T41" fmla="*/ 194 h 372"/>
                <a:gd name="T42" fmla="*/ 56 w 790"/>
                <a:gd name="T43" fmla="*/ 204 h 372"/>
                <a:gd name="T44" fmla="*/ 380 w 790"/>
                <a:gd name="T45" fmla="*/ 362 h 372"/>
                <a:gd name="T46" fmla="*/ 380 w 790"/>
                <a:gd name="T47" fmla="*/ 362 h 372"/>
                <a:gd name="T48" fmla="*/ 398 w 790"/>
                <a:gd name="T49" fmla="*/ 368 h 372"/>
                <a:gd name="T50" fmla="*/ 410 w 790"/>
                <a:gd name="T51" fmla="*/ 372 h 372"/>
                <a:gd name="T52" fmla="*/ 422 w 790"/>
                <a:gd name="T53" fmla="*/ 372 h 372"/>
                <a:gd name="T54" fmla="*/ 436 w 790"/>
                <a:gd name="T55" fmla="*/ 372 h 372"/>
                <a:gd name="T56" fmla="*/ 436 w 790"/>
                <a:gd name="T57" fmla="*/ 372 h 372"/>
                <a:gd name="T58" fmla="*/ 446 w 790"/>
                <a:gd name="T59" fmla="*/ 370 h 372"/>
                <a:gd name="T60" fmla="*/ 454 w 790"/>
                <a:gd name="T61" fmla="*/ 366 h 372"/>
                <a:gd name="T62" fmla="*/ 464 w 790"/>
                <a:gd name="T63" fmla="*/ 360 h 372"/>
                <a:gd name="T64" fmla="*/ 476 w 790"/>
                <a:gd name="T65" fmla="*/ 356 h 372"/>
                <a:gd name="T66" fmla="*/ 790 w 790"/>
                <a:gd name="T67" fmla="*/ 212 h 372"/>
                <a:gd name="T68" fmla="*/ 764 w 790"/>
                <a:gd name="T69" fmla="*/ 190 h 372"/>
                <a:gd name="T70" fmla="*/ 764 w 790"/>
                <a:gd name="T71" fmla="*/ 190 h 372"/>
                <a:gd name="T72" fmla="*/ 734 w 790"/>
                <a:gd name="T73" fmla="*/ 186 h 372"/>
                <a:gd name="T74" fmla="*/ 704 w 790"/>
                <a:gd name="T75" fmla="*/ 178 h 372"/>
                <a:gd name="T76" fmla="*/ 678 w 790"/>
                <a:gd name="T77" fmla="*/ 168 h 372"/>
                <a:gd name="T78" fmla="*/ 654 w 790"/>
                <a:gd name="T79" fmla="*/ 154 h 372"/>
                <a:gd name="T80" fmla="*/ 632 w 790"/>
                <a:gd name="T81" fmla="*/ 138 h 372"/>
                <a:gd name="T82" fmla="*/ 612 w 790"/>
                <a:gd name="T83" fmla="*/ 118 h 372"/>
                <a:gd name="T84" fmla="*/ 594 w 790"/>
                <a:gd name="T85" fmla="*/ 96 h 372"/>
                <a:gd name="T86" fmla="*/ 578 w 790"/>
                <a:gd name="T87" fmla="*/ 70 h 372"/>
                <a:gd name="T88" fmla="*/ 578 w 790"/>
                <a:gd name="T89" fmla="*/ 7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90" h="372">
                  <a:moveTo>
                    <a:pt x="578" y="70"/>
                  </a:moveTo>
                  <a:lnTo>
                    <a:pt x="426" y="144"/>
                  </a:lnTo>
                  <a:lnTo>
                    <a:pt x="146" y="8"/>
                  </a:lnTo>
                  <a:lnTo>
                    <a:pt x="146" y="8"/>
                  </a:lnTo>
                  <a:lnTo>
                    <a:pt x="130" y="2"/>
                  </a:lnTo>
                  <a:lnTo>
                    <a:pt x="112" y="0"/>
                  </a:lnTo>
                  <a:lnTo>
                    <a:pt x="94" y="2"/>
                  </a:lnTo>
                  <a:lnTo>
                    <a:pt x="78" y="6"/>
                  </a:lnTo>
                  <a:lnTo>
                    <a:pt x="62" y="14"/>
                  </a:lnTo>
                  <a:lnTo>
                    <a:pt x="46" y="24"/>
                  </a:lnTo>
                  <a:lnTo>
                    <a:pt x="34" y="36"/>
                  </a:lnTo>
                  <a:lnTo>
                    <a:pt x="24" y="52"/>
                  </a:lnTo>
                  <a:lnTo>
                    <a:pt x="10" y="80"/>
                  </a:lnTo>
                  <a:lnTo>
                    <a:pt x="10" y="80"/>
                  </a:lnTo>
                  <a:lnTo>
                    <a:pt x="2" y="98"/>
                  </a:lnTo>
                  <a:lnTo>
                    <a:pt x="0" y="116"/>
                  </a:lnTo>
                  <a:lnTo>
                    <a:pt x="2" y="134"/>
                  </a:lnTo>
                  <a:lnTo>
                    <a:pt x="6" y="150"/>
                  </a:lnTo>
                  <a:lnTo>
                    <a:pt x="14" y="168"/>
                  </a:lnTo>
                  <a:lnTo>
                    <a:pt x="26" y="182"/>
                  </a:lnTo>
                  <a:lnTo>
                    <a:pt x="40" y="194"/>
                  </a:lnTo>
                  <a:lnTo>
                    <a:pt x="56" y="204"/>
                  </a:lnTo>
                  <a:lnTo>
                    <a:pt x="380" y="362"/>
                  </a:lnTo>
                  <a:lnTo>
                    <a:pt x="380" y="362"/>
                  </a:lnTo>
                  <a:lnTo>
                    <a:pt x="398" y="368"/>
                  </a:lnTo>
                  <a:lnTo>
                    <a:pt x="410" y="372"/>
                  </a:lnTo>
                  <a:lnTo>
                    <a:pt x="422" y="372"/>
                  </a:lnTo>
                  <a:lnTo>
                    <a:pt x="436" y="372"/>
                  </a:lnTo>
                  <a:lnTo>
                    <a:pt x="436" y="372"/>
                  </a:lnTo>
                  <a:lnTo>
                    <a:pt x="446" y="370"/>
                  </a:lnTo>
                  <a:lnTo>
                    <a:pt x="454" y="366"/>
                  </a:lnTo>
                  <a:lnTo>
                    <a:pt x="464" y="360"/>
                  </a:lnTo>
                  <a:lnTo>
                    <a:pt x="476" y="356"/>
                  </a:lnTo>
                  <a:lnTo>
                    <a:pt x="790" y="212"/>
                  </a:lnTo>
                  <a:lnTo>
                    <a:pt x="764" y="190"/>
                  </a:lnTo>
                  <a:lnTo>
                    <a:pt x="764" y="190"/>
                  </a:lnTo>
                  <a:lnTo>
                    <a:pt x="734" y="186"/>
                  </a:lnTo>
                  <a:lnTo>
                    <a:pt x="704" y="178"/>
                  </a:lnTo>
                  <a:lnTo>
                    <a:pt x="678" y="168"/>
                  </a:lnTo>
                  <a:lnTo>
                    <a:pt x="654" y="154"/>
                  </a:lnTo>
                  <a:lnTo>
                    <a:pt x="632" y="138"/>
                  </a:lnTo>
                  <a:lnTo>
                    <a:pt x="612" y="118"/>
                  </a:lnTo>
                  <a:lnTo>
                    <a:pt x="594" y="96"/>
                  </a:lnTo>
                  <a:lnTo>
                    <a:pt x="578" y="70"/>
                  </a:lnTo>
                  <a:lnTo>
                    <a:pt x="578" y="7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gr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11</a:t>
            </a:fld>
            <a:endParaRPr lang="zh-CN" altLang="en-US">
              <a:solidFill>
                <a:prstClr val="black">
                  <a:tint val="75000"/>
                </a:prstClr>
              </a:solidFill>
            </a:endParaRPr>
          </a:p>
        </p:txBody>
      </p:sp>
    </p:spTree>
    <p:extLst>
      <p:ext uri="{BB962C8B-B14F-4D97-AF65-F5344CB8AC3E}">
        <p14:creationId xmlns:p14="http://schemas.microsoft.com/office/powerpoint/2010/main" val="18340769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94160" y="250706"/>
            <a:ext cx="7632121" cy="916823"/>
          </a:xfrm>
        </p:spPr>
        <p:txBody>
          <a:bodyPr>
            <a:noAutofit/>
          </a:bodyPr>
          <a:lstStyle/>
          <a:p>
            <a:r>
              <a:rPr lang="zh-TW" altLang="en-US" sz="3600" b="0" dirty="0" smtClean="0"/>
              <a:t>三、後續審</a:t>
            </a:r>
            <a:r>
              <a:rPr lang="zh-TW" altLang="en-US" sz="3600" b="0" dirty="0"/>
              <a:t>計策進</a:t>
            </a:r>
            <a:r>
              <a:rPr lang="zh-TW" altLang="en-US" sz="3600" b="0" dirty="0" smtClean="0"/>
              <a:t>作為</a:t>
            </a:r>
            <a:r>
              <a:rPr lang="en-US" altLang="zh-TW" sz="3600" b="0" dirty="0"/>
              <a:t>(</a:t>
            </a:r>
            <a:r>
              <a:rPr lang="zh-TW" altLang="en-US" sz="3600" b="0" dirty="0"/>
              <a:t>一</a:t>
            </a:r>
            <a:r>
              <a:rPr lang="en-US" altLang="zh-TW" sz="3600" b="0" dirty="0"/>
              <a:t>)</a:t>
            </a:r>
            <a:endParaRPr lang="zh-TW" altLang="en-US" sz="3600" b="0" dirty="0"/>
          </a:p>
          <a:p>
            <a:pPr lvl="0"/>
            <a:endParaRPr lang="zh-TW" altLang="en-US" sz="3600" b="0" dirty="0"/>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DA7B6109-6704-484F-9752-E46A4FDDA8D2}"/>
              </a:ext>
            </a:extLst>
          </p:cNvPr>
          <p:cNvSpPr/>
          <p:nvPr/>
        </p:nvSpPr>
        <p:spPr>
          <a:xfrm>
            <a:off x="742414" y="319520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 name="矩形 20">
            <a:extLst>
              <a:ext uri="{FF2B5EF4-FFF2-40B4-BE49-F238E27FC236}">
                <a16:creationId xmlns:a16="http://schemas.microsoft.com/office/drawing/2014/main" id="{DA7B6109-6704-484F-9752-E46A4FDDA8D2}"/>
              </a:ext>
            </a:extLst>
          </p:cNvPr>
          <p:cNvSpPr/>
          <p:nvPr/>
        </p:nvSpPr>
        <p:spPr>
          <a:xfrm>
            <a:off x="742414" y="4424048"/>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824563" y="321415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674092" y="5308776"/>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227" name="íṣ1íḓè">
            <a:extLst>
              <a:ext uri="{FF2B5EF4-FFF2-40B4-BE49-F238E27FC236}">
                <a16:creationId xmlns:a16="http://schemas.microsoft.com/office/drawing/2014/main" id="{D52E2FE9-8497-43B9-96A2-D2B365928507}"/>
              </a:ext>
            </a:extLst>
          </p:cNvPr>
          <p:cNvGrpSpPr/>
          <p:nvPr/>
        </p:nvGrpSpPr>
        <p:grpSpPr>
          <a:xfrm>
            <a:off x="3475261" y="1985697"/>
            <a:ext cx="3211862" cy="4404619"/>
            <a:chOff x="4701752" y="1268760"/>
            <a:chExt cx="2983589" cy="4800994"/>
          </a:xfrm>
        </p:grpSpPr>
        <p:grpSp>
          <p:nvGrpSpPr>
            <p:cNvPr id="228" name="íŝḷîdé">
              <a:extLst>
                <a:ext uri="{FF2B5EF4-FFF2-40B4-BE49-F238E27FC236}">
                  <a16:creationId xmlns:a16="http://schemas.microsoft.com/office/drawing/2014/main" id="{B13E8263-618A-4A5F-ACA1-5B52DE5C88B0}"/>
                </a:ext>
              </a:extLst>
            </p:cNvPr>
            <p:cNvGrpSpPr/>
            <p:nvPr/>
          </p:nvGrpSpPr>
          <p:grpSpPr>
            <a:xfrm>
              <a:off x="6131878" y="4147024"/>
              <a:ext cx="166393" cy="582374"/>
              <a:chOff x="2752726" y="4344988"/>
              <a:chExt cx="184150" cy="644525"/>
            </a:xfrm>
            <a:solidFill>
              <a:srgbClr val="FF8F29"/>
            </a:solidFill>
          </p:grpSpPr>
          <p:sp>
            <p:nvSpPr>
              <p:cNvPr id="432" name="iṡlïdê">
                <a:extLst>
                  <a:ext uri="{FF2B5EF4-FFF2-40B4-BE49-F238E27FC236}">
                    <a16:creationId xmlns:a16="http://schemas.microsoft.com/office/drawing/2014/main" id="{40D360ED-4567-41D3-8B54-2B866E17D49D}"/>
                  </a:ext>
                </a:extLst>
              </p:cNvPr>
              <p:cNvSpPr/>
              <p:nvPr/>
            </p:nvSpPr>
            <p:spPr bwMode="auto">
              <a:xfrm>
                <a:off x="2762251" y="4427538"/>
                <a:ext cx="174625" cy="519113"/>
              </a:xfrm>
              <a:custGeom>
                <a:avLst/>
                <a:gdLst>
                  <a:gd name="T0" fmla="*/ 34 w 110"/>
                  <a:gd name="T1" fmla="*/ 267 h 327"/>
                  <a:gd name="T2" fmla="*/ 67 w 110"/>
                  <a:gd name="T3" fmla="*/ 327 h 327"/>
                  <a:gd name="T4" fmla="*/ 95 w 110"/>
                  <a:gd name="T5" fmla="*/ 323 h 327"/>
                  <a:gd name="T6" fmla="*/ 110 w 110"/>
                  <a:gd name="T7" fmla="*/ 256 h 327"/>
                  <a:gd name="T8" fmla="*/ 76 w 110"/>
                  <a:gd name="T9" fmla="*/ 0 h 327"/>
                  <a:gd name="T10" fmla="*/ 0 w 110"/>
                  <a:gd name="T11" fmla="*/ 10 h 327"/>
                  <a:gd name="T12" fmla="*/ 34 w 110"/>
                  <a:gd name="T13" fmla="*/ 267 h 327"/>
                </a:gdLst>
                <a:ahLst/>
                <a:cxnLst>
                  <a:cxn ang="0">
                    <a:pos x="T0" y="T1"/>
                  </a:cxn>
                  <a:cxn ang="0">
                    <a:pos x="T2" y="T3"/>
                  </a:cxn>
                  <a:cxn ang="0">
                    <a:pos x="T4" y="T5"/>
                  </a:cxn>
                  <a:cxn ang="0">
                    <a:pos x="T6" y="T7"/>
                  </a:cxn>
                  <a:cxn ang="0">
                    <a:pos x="T8" y="T9"/>
                  </a:cxn>
                  <a:cxn ang="0">
                    <a:pos x="T10" y="T11"/>
                  </a:cxn>
                  <a:cxn ang="0">
                    <a:pos x="T12" y="T13"/>
                  </a:cxn>
                </a:cxnLst>
                <a:rect l="0" t="0" r="r" b="b"/>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3" name="iSḻíḋe">
                <a:extLst>
                  <a:ext uri="{FF2B5EF4-FFF2-40B4-BE49-F238E27FC236}">
                    <a16:creationId xmlns:a16="http://schemas.microsoft.com/office/drawing/2014/main" id="{FF09FE44-033E-47F4-B3C4-C7B3F4D9D992}"/>
                  </a:ext>
                </a:extLst>
              </p:cNvPr>
              <p:cNvSpPr/>
              <p:nvPr/>
            </p:nvSpPr>
            <p:spPr bwMode="auto">
              <a:xfrm>
                <a:off x="2754313" y="4344988"/>
                <a:ext cx="128588" cy="146050"/>
              </a:xfrm>
              <a:custGeom>
                <a:avLst/>
                <a:gdLst>
                  <a:gd name="T0" fmla="*/ 5 w 81"/>
                  <a:gd name="T1" fmla="*/ 58 h 92"/>
                  <a:gd name="T2" fmla="*/ 5 w 81"/>
                  <a:gd name="T3" fmla="*/ 58 h 92"/>
                  <a:gd name="T4" fmla="*/ 7 w 81"/>
                  <a:gd name="T5" fmla="*/ 66 h 92"/>
                  <a:gd name="T6" fmla="*/ 10 w 81"/>
                  <a:gd name="T7" fmla="*/ 73 h 92"/>
                  <a:gd name="T8" fmla="*/ 15 w 81"/>
                  <a:gd name="T9" fmla="*/ 78 h 92"/>
                  <a:gd name="T10" fmla="*/ 20 w 81"/>
                  <a:gd name="T11" fmla="*/ 84 h 92"/>
                  <a:gd name="T12" fmla="*/ 26 w 81"/>
                  <a:gd name="T13" fmla="*/ 88 h 92"/>
                  <a:gd name="T14" fmla="*/ 33 w 81"/>
                  <a:gd name="T15" fmla="*/ 90 h 92"/>
                  <a:gd name="T16" fmla="*/ 39 w 81"/>
                  <a:gd name="T17" fmla="*/ 92 h 92"/>
                  <a:gd name="T18" fmla="*/ 47 w 81"/>
                  <a:gd name="T19" fmla="*/ 90 h 92"/>
                  <a:gd name="T20" fmla="*/ 49 w 81"/>
                  <a:gd name="T21" fmla="*/ 90 h 92"/>
                  <a:gd name="T22" fmla="*/ 49 w 81"/>
                  <a:gd name="T23" fmla="*/ 90 h 92"/>
                  <a:gd name="T24" fmla="*/ 56 w 81"/>
                  <a:gd name="T25" fmla="*/ 89 h 92"/>
                  <a:gd name="T26" fmla="*/ 62 w 81"/>
                  <a:gd name="T27" fmla="*/ 86 h 92"/>
                  <a:gd name="T28" fmla="*/ 69 w 81"/>
                  <a:gd name="T29" fmla="*/ 81 h 92"/>
                  <a:gd name="T30" fmla="*/ 73 w 81"/>
                  <a:gd name="T31" fmla="*/ 77 h 92"/>
                  <a:gd name="T32" fmla="*/ 77 w 81"/>
                  <a:gd name="T33" fmla="*/ 70 h 92"/>
                  <a:gd name="T34" fmla="*/ 80 w 81"/>
                  <a:gd name="T35" fmla="*/ 63 h 92"/>
                  <a:gd name="T36" fmla="*/ 81 w 81"/>
                  <a:gd name="T37" fmla="*/ 56 h 92"/>
                  <a:gd name="T38" fmla="*/ 81 w 81"/>
                  <a:gd name="T39" fmla="*/ 48 h 92"/>
                  <a:gd name="T40" fmla="*/ 76 w 81"/>
                  <a:gd name="T41" fmla="*/ 13 h 92"/>
                  <a:gd name="T42" fmla="*/ 76 w 81"/>
                  <a:gd name="T43" fmla="*/ 13 h 92"/>
                  <a:gd name="T44" fmla="*/ 75 w 81"/>
                  <a:gd name="T45" fmla="*/ 8 h 92"/>
                  <a:gd name="T46" fmla="*/ 72 w 81"/>
                  <a:gd name="T47" fmla="*/ 2 h 92"/>
                  <a:gd name="T48" fmla="*/ 68 w 81"/>
                  <a:gd name="T49" fmla="*/ 1 h 92"/>
                  <a:gd name="T50" fmla="*/ 64 w 81"/>
                  <a:gd name="T51" fmla="*/ 0 h 92"/>
                  <a:gd name="T52" fmla="*/ 51 w 81"/>
                  <a:gd name="T53" fmla="*/ 0 h 92"/>
                  <a:gd name="T54" fmla="*/ 37 w 81"/>
                  <a:gd name="T55" fmla="*/ 2 h 92"/>
                  <a:gd name="T56" fmla="*/ 35 w 81"/>
                  <a:gd name="T57" fmla="*/ 2 h 92"/>
                  <a:gd name="T58" fmla="*/ 35 w 81"/>
                  <a:gd name="T59" fmla="*/ 2 h 92"/>
                  <a:gd name="T60" fmla="*/ 22 w 81"/>
                  <a:gd name="T61" fmla="*/ 4 h 92"/>
                  <a:gd name="T62" fmla="*/ 10 w 81"/>
                  <a:gd name="T63" fmla="*/ 6 h 92"/>
                  <a:gd name="T64" fmla="*/ 5 w 81"/>
                  <a:gd name="T65" fmla="*/ 9 h 92"/>
                  <a:gd name="T66" fmla="*/ 3 w 81"/>
                  <a:gd name="T67" fmla="*/ 12 h 92"/>
                  <a:gd name="T68" fmla="*/ 0 w 81"/>
                  <a:gd name="T69" fmla="*/ 17 h 92"/>
                  <a:gd name="T70" fmla="*/ 0 w 81"/>
                  <a:gd name="T71" fmla="*/ 24 h 92"/>
                  <a:gd name="T72" fmla="*/ 5 w 81"/>
                  <a:gd name="T73"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49" y="90"/>
                    </a:lnTo>
                    <a:lnTo>
                      <a:pt x="56" y="89"/>
                    </a:lnTo>
                    <a:lnTo>
                      <a:pt x="62" y="86"/>
                    </a:lnTo>
                    <a:lnTo>
                      <a:pt x="69" y="81"/>
                    </a:lnTo>
                    <a:lnTo>
                      <a:pt x="73" y="77"/>
                    </a:lnTo>
                    <a:lnTo>
                      <a:pt x="77" y="70"/>
                    </a:lnTo>
                    <a:lnTo>
                      <a:pt x="80" y="63"/>
                    </a:lnTo>
                    <a:lnTo>
                      <a:pt x="81" y="56"/>
                    </a:lnTo>
                    <a:lnTo>
                      <a:pt x="81" y="48"/>
                    </a:lnTo>
                    <a:lnTo>
                      <a:pt x="76" y="13"/>
                    </a:lnTo>
                    <a:lnTo>
                      <a:pt x="76" y="13"/>
                    </a:lnTo>
                    <a:lnTo>
                      <a:pt x="75" y="8"/>
                    </a:lnTo>
                    <a:lnTo>
                      <a:pt x="72" y="2"/>
                    </a:lnTo>
                    <a:lnTo>
                      <a:pt x="68" y="1"/>
                    </a:lnTo>
                    <a:lnTo>
                      <a:pt x="64" y="0"/>
                    </a:lnTo>
                    <a:lnTo>
                      <a:pt x="51" y="0"/>
                    </a:lnTo>
                    <a:lnTo>
                      <a:pt x="37" y="2"/>
                    </a:lnTo>
                    <a:lnTo>
                      <a:pt x="35"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4" name="is1ide">
                <a:extLst>
                  <a:ext uri="{FF2B5EF4-FFF2-40B4-BE49-F238E27FC236}">
                    <a16:creationId xmlns:a16="http://schemas.microsoft.com/office/drawing/2014/main" id="{9F06FE4E-11BE-4679-A9B6-8B508B661F10}"/>
                  </a:ext>
                </a:extLst>
              </p:cNvPr>
              <p:cNvSpPr/>
              <p:nvPr/>
            </p:nvSpPr>
            <p:spPr bwMode="auto">
              <a:xfrm>
                <a:off x="2752726" y="4394200"/>
                <a:ext cx="149225" cy="142875"/>
              </a:xfrm>
              <a:custGeom>
                <a:avLst/>
                <a:gdLst>
                  <a:gd name="T0" fmla="*/ 11 w 94"/>
                  <a:gd name="T1" fmla="*/ 90 h 90"/>
                  <a:gd name="T2" fmla="*/ 94 w 94"/>
                  <a:gd name="T3" fmla="*/ 80 h 90"/>
                  <a:gd name="T4" fmla="*/ 84 w 94"/>
                  <a:gd name="T5" fmla="*/ 0 h 90"/>
                  <a:gd name="T6" fmla="*/ 0 w 94"/>
                  <a:gd name="T7" fmla="*/ 11 h 90"/>
                  <a:gd name="T8" fmla="*/ 11 w 94"/>
                  <a:gd name="T9" fmla="*/ 90 h 90"/>
                </a:gdLst>
                <a:ahLst/>
                <a:cxnLst>
                  <a:cxn ang="0">
                    <a:pos x="T0" y="T1"/>
                  </a:cxn>
                  <a:cxn ang="0">
                    <a:pos x="T2" y="T3"/>
                  </a:cxn>
                  <a:cxn ang="0">
                    <a:pos x="T4" y="T5"/>
                  </a:cxn>
                  <a:cxn ang="0">
                    <a:pos x="T6" y="T7"/>
                  </a:cxn>
                  <a:cxn ang="0">
                    <a:pos x="T8" y="T9"/>
                  </a:cxn>
                </a:cxnLst>
                <a:rect l="0" t="0" r="r" b="b"/>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5" name="î$1íḋè">
                <a:extLst>
                  <a:ext uri="{FF2B5EF4-FFF2-40B4-BE49-F238E27FC236}">
                    <a16:creationId xmlns:a16="http://schemas.microsoft.com/office/drawing/2014/main" id="{BF240202-CB69-44C2-9911-DCC971CEFA45}"/>
                  </a:ext>
                </a:extLst>
              </p:cNvPr>
              <p:cNvSpPr/>
              <p:nvPr/>
            </p:nvSpPr>
            <p:spPr bwMode="auto">
              <a:xfrm>
                <a:off x="2868613" y="4933950"/>
                <a:ext cx="44450" cy="55563"/>
              </a:xfrm>
              <a:custGeom>
                <a:avLst/>
                <a:gdLst>
                  <a:gd name="T0" fmla="*/ 28 w 28"/>
                  <a:gd name="T1" fmla="*/ 2 h 35"/>
                  <a:gd name="T2" fmla="*/ 28 w 28"/>
                  <a:gd name="T3" fmla="*/ 2 h 35"/>
                  <a:gd name="T4" fmla="*/ 27 w 28"/>
                  <a:gd name="T5" fmla="*/ 14 h 35"/>
                  <a:gd name="T6" fmla="*/ 21 w 28"/>
                  <a:gd name="T7" fmla="*/ 31 h 35"/>
                  <a:gd name="T8" fmla="*/ 21 w 28"/>
                  <a:gd name="T9" fmla="*/ 31 h 35"/>
                  <a:gd name="T10" fmla="*/ 20 w 28"/>
                  <a:gd name="T11" fmla="*/ 35 h 35"/>
                  <a:gd name="T12" fmla="*/ 19 w 28"/>
                  <a:gd name="T13" fmla="*/ 35 h 35"/>
                  <a:gd name="T14" fmla="*/ 16 w 28"/>
                  <a:gd name="T15" fmla="*/ 35 h 35"/>
                  <a:gd name="T16" fmla="*/ 13 w 28"/>
                  <a:gd name="T17" fmla="*/ 32 h 35"/>
                  <a:gd name="T18" fmla="*/ 11 w 28"/>
                  <a:gd name="T19" fmla="*/ 27 h 35"/>
                  <a:gd name="T20" fmla="*/ 0 w 28"/>
                  <a:gd name="T21" fmla="*/ 8 h 35"/>
                  <a:gd name="T22" fmla="*/ 0 w 28"/>
                  <a:gd name="T23" fmla="*/ 8 h 35"/>
                  <a:gd name="T24" fmla="*/ 3 w 28"/>
                  <a:gd name="T25" fmla="*/ 5 h 35"/>
                  <a:gd name="T26" fmla="*/ 8 w 28"/>
                  <a:gd name="T27" fmla="*/ 2 h 35"/>
                  <a:gd name="T28" fmla="*/ 12 w 28"/>
                  <a:gd name="T29" fmla="*/ 1 h 35"/>
                  <a:gd name="T30" fmla="*/ 16 w 28"/>
                  <a:gd name="T31" fmla="*/ 0 h 35"/>
                  <a:gd name="T32" fmla="*/ 23 w 28"/>
                  <a:gd name="T33" fmla="*/ 0 h 35"/>
                  <a:gd name="T34" fmla="*/ 28 w 28"/>
                  <a:gd name="T35" fmla="*/ 2 h 35"/>
                  <a:gd name="T36" fmla="*/ 28 w 28"/>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35">
                    <a:moveTo>
                      <a:pt x="28" y="2"/>
                    </a:moveTo>
                    <a:lnTo>
                      <a:pt x="28" y="2"/>
                    </a:lnTo>
                    <a:lnTo>
                      <a:pt x="27" y="14"/>
                    </a:lnTo>
                    <a:lnTo>
                      <a:pt x="21" y="31"/>
                    </a:lnTo>
                    <a:lnTo>
                      <a:pt x="21" y="31"/>
                    </a:lnTo>
                    <a:lnTo>
                      <a:pt x="20" y="35"/>
                    </a:lnTo>
                    <a:lnTo>
                      <a:pt x="19" y="35"/>
                    </a:lnTo>
                    <a:lnTo>
                      <a:pt x="16" y="35"/>
                    </a:lnTo>
                    <a:lnTo>
                      <a:pt x="13" y="32"/>
                    </a:lnTo>
                    <a:lnTo>
                      <a:pt x="11" y="27"/>
                    </a:lnTo>
                    <a:lnTo>
                      <a:pt x="0" y="8"/>
                    </a:lnTo>
                    <a:lnTo>
                      <a:pt x="0" y="8"/>
                    </a:lnTo>
                    <a:lnTo>
                      <a:pt x="3" y="5"/>
                    </a:lnTo>
                    <a:lnTo>
                      <a:pt x="8" y="2"/>
                    </a:lnTo>
                    <a:lnTo>
                      <a:pt x="12" y="1"/>
                    </a:lnTo>
                    <a:lnTo>
                      <a:pt x="16" y="0"/>
                    </a:lnTo>
                    <a:lnTo>
                      <a:pt x="23" y="0"/>
                    </a:lnTo>
                    <a:lnTo>
                      <a:pt x="28" y="2"/>
                    </a:lnTo>
                    <a:lnTo>
                      <a:pt x="28"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29" name="îs1iďê">
              <a:extLst>
                <a:ext uri="{FF2B5EF4-FFF2-40B4-BE49-F238E27FC236}">
                  <a16:creationId xmlns:a16="http://schemas.microsoft.com/office/drawing/2014/main" id="{5765CBED-0352-49D4-9DBF-27DADDC3CCD6}"/>
                </a:ext>
              </a:extLst>
            </p:cNvPr>
            <p:cNvGrpSpPr>
              <a:grpSpLocks/>
            </p:cNvGrpSpPr>
            <p:nvPr/>
          </p:nvGrpSpPr>
          <p:grpSpPr bwMode="auto">
            <a:xfrm>
              <a:off x="5581050" y="4676935"/>
              <a:ext cx="1278066" cy="1392819"/>
              <a:chOff x="2143126" y="4930775"/>
              <a:chExt cx="1414463" cy="1541463"/>
            </a:xfrm>
          </p:grpSpPr>
          <p:sp>
            <p:nvSpPr>
              <p:cNvPr id="335" name="iṣľîḍê">
                <a:extLst>
                  <a:ext uri="{FF2B5EF4-FFF2-40B4-BE49-F238E27FC236}">
                    <a16:creationId xmlns:a16="http://schemas.microsoft.com/office/drawing/2014/main" id="{D4669BE2-84BF-4C2B-9370-3B8C1C8C9BF3}"/>
                  </a:ext>
                </a:extLst>
              </p:cNvPr>
              <p:cNvSpPr/>
              <p:nvPr/>
            </p:nvSpPr>
            <p:spPr bwMode="auto">
              <a:xfrm>
                <a:off x="2143126" y="5083175"/>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6" name="íş1iḋê">
                <a:extLst>
                  <a:ext uri="{FF2B5EF4-FFF2-40B4-BE49-F238E27FC236}">
                    <a16:creationId xmlns:a16="http://schemas.microsoft.com/office/drawing/2014/main" id="{813057C2-4E98-48DE-90F4-BCDEC187DEF8}"/>
                  </a:ext>
                </a:extLst>
              </p:cNvPr>
              <p:cNvSpPr/>
              <p:nvPr/>
            </p:nvSpPr>
            <p:spPr bwMode="auto">
              <a:xfrm>
                <a:off x="2446338" y="5083175"/>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solidFill>
                <a:srgbClr val="B1B1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7" name="iṡļiḋè">
                <a:extLst>
                  <a:ext uri="{FF2B5EF4-FFF2-40B4-BE49-F238E27FC236}">
                    <a16:creationId xmlns:a16="http://schemas.microsoft.com/office/drawing/2014/main" id="{FE6C7458-D8DB-441C-8A04-812574626872}"/>
                  </a:ext>
                </a:extLst>
              </p:cNvPr>
              <p:cNvSpPr/>
              <p:nvPr/>
            </p:nvSpPr>
            <p:spPr bwMode="auto">
              <a:xfrm>
                <a:off x="2700338" y="6330950"/>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8" name="íṡlîďè">
                <a:extLst>
                  <a:ext uri="{FF2B5EF4-FFF2-40B4-BE49-F238E27FC236}">
                    <a16:creationId xmlns:a16="http://schemas.microsoft.com/office/drawing/2014/main" id="{C136D2D4-F999-4EA5-AFF4-7B495BAC1C61}"/>
                  </a:ext>
                </a:extLst>
              </p:cNvPr>
              <p:cNvSpPr/>
              <p:nvPr/>
            </p:nvSpPr>
            <p:spPr bwMode="auto">
              <a:xfrm>
                <a:off x="2579688" y="6265863"/>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solidFill>
                <a:srgbClr val="57575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9" name="ïṩḻiḍè">
                <a:extLst>
                  <a:ext uri="{FF2B5EF4-FFF2-40B4-BE49-F238E27FC236}">
                    <a16:creationId xmlns:a16="http://schemas.microsoft.com/office/drawing/2014/main" id="{478901B2-7BB7-4FBD-9378-B9FCED940F4A}"/>
                  </a:ext>
                </a:extLst>
              </p:cNvPr>
              <p:cNvSpPr/>
              <p:nvPr/>
            </p:nvSpPr>
            <p:spPr bwMode="auto">
              <a:xfrm>
                <a:off x="2505076" y="6310313"/>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0" name="iš1ïḓè">
                <a:extLst>
                  <a:ext uri="{FF2B5EF4-FFF2-40B4-BE49-F238E27FC236}">
                    <a16:creationId xmlns:a16="http://schemas.microsoft.com/office/drawing/2014/main" id="{AD2BC417-EFEB-49B7-9379-9F13ACC0DBB9}"/>
                  </a:ext>
                </a:extLst>
              </p:cNvPr>
              <p:cNvSpPr/>
              <p:nvPr/>
            </p:nvSpPr>
            <p:spPr bwMode="auto">
              <a:xfrm>
                <a:off x="2212976" y="5440363"/>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1" name="íṡļiďè">
                <a:extLst>
                  <a:ext uri="{FF2B5EF4-FFF2-40B4-BE49-F238E27FC236}">
                    <a16:creationId xmlns:a16="http://schemas.microsoft.com/office/drawing/2014/main" id="{D8F81AED-E874-44A3-8837-45C1E70F9391}"/>
                  </a:ext>
                </a:extLst>
              </p:cNvPr>
              <p:cNvSpPr/>
              <p:nvPr/>
            </p:nvSpPr>
            <p:spPr bwMode="auto">
              <a:xfrm>
                <a:off x="2189163" y="5332413"/>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2" name="ïşḷidé">
                <a:extLst>
                  <a:ext uri="{FF2B5EF4-FFF2-40B4-BE49-F238E27FC236}">
                    <a16:creationId xmlns:a16="http://schemas.microsoft.com/office/drawing/2014/main" id="{D3C581D7-DCF2-40D7-828E-CE6270EA5F8F}"/>
                  </a:ext>
                </a:extLst>
              </p:cNvPr>
              <p:cNvSpPr/>
              <p:nvPr/>
            </p:nvSpPr>
            <p:spPr bwMode="auto">
              <a:xfrm>
                <a:off x="2216151" y="5529263"/>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3" name="íṥḻïďê">
                <a:extLst>
                  <a:ext uri="{FF2B5EF4-FFF2-40B4-BE49-F238E27FC236}">
                    <a16:creationId xmlns:a16="http://schemas.microsoft.com/office/drawing/2014/main" id="{A9CF8E74-E755-4A8A-AC7F-E3EE896C635C}"/>
                  </a:ext>
                </a:extLst>
              </p:cNvPr>
              <p:cNvSpPr/>
              <p:nvPr/>
            </p:nvSpPr>
            <p:spPr bwMode="auto">
              <a:xfrm>
                <a:off x="2227263" y="5614988"/>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4" name="iṥḷiďe">
                <a:extLst>
                  <a:ext uri="{FF2B5EF4-FFF2-40B4-BE49-F238E27FC236}">
                    <a16:creationId xmlns:a16="http://schemas.microsoft.com/office/drawing/2014/main" id="{B8C7F568-13F4-478D-9270-C873B82857F9}"/>
                  </a:ext>
                </a:extLst>
              </p:cNvPr>
              <p:cNvSpPr/>
              <p:nvPr/>
            </p:nvSpPr>
            <p:spPr bwMode="auto">
              <a:xfrm>
                <a:off x="2219326" y="5713413"/>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5" name="isľïdè">
                <a:extLst>
                  <a:ext uri="{FF2B5EF4-FFF2-40B4-BE49-F238E27FC236}">
                    <a16:creationId xmlns:a16="http://schemas.microsoft.com/office/drawing/2014/main" id="{64D1D9E8-C16D-41B8-8BC9-DF49AD4524F5}"/>
                  </a:ext>
                </a:extLst>
              </p:cNvPr>
              <p:cNvSpPr/>
              <p:nvPr/>
            </p:nvSpPr>
            <p:spPr bwMode="auto">
              <a:xfrm>
                <a:off x="2214563" y="5803900"/>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6" name="ïSļiḓê">
                <a:extLst>
                  <a:ext uri="{FF2B5EF4-FFF2-40B4-BE49-F238E27FC236}">
                    <a16:creationId xmlns:a16="http://schemas.microsoft.com/office/drawing/2014/main" id="{686AEB3D-5BB1-4B0B-B6C4-BF172B7C16A1}"/>
                  </a:ext>
                </a:extLst>
              </p:cNvPr>
              <p:cNvSpPr/>
              <p:nvPr/>
            </p:nvSpPr>
            <p:spPr bwMode="auto">
              <a:xfrm>
                <a:off x="2227263" y="5895975"/>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7" name="îśľïḑê">
                <a:extLst>
                  <a:ext uri="{FF2B5EF4-FFF2-40B4-BE49-F238E27FC236}">
                    <a16:creationId xmlns:a16="http://schemas.microsoft.com/office/drawing/2014/main" id="{276E6C8E-1E52-4C3B-9AA3-9B00508167AF}"/>
                  </a:ext>
                </a:extLst>
              </p:cNvPr>
              <p:cNvSpPr/>
              <p:nvPr/>
            </p:nvSpPr>
            <p:spPr bwMode="auto">
              <a:xfrm>
                <a:off x="2246313" y="6029325"/>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8" name="îŝliḓê">
                <a:extLst>
                  <a:ext uri="{FF2B5EF4-FFF2-40B4-BE49-F238E27FC236}">
                    <a16:creationId xmlns:a16="http://schemas.microsoft.com/office/drawing/2014/main" id="{B7AD7E52-2D97-4BDE-A7C0-B886262D4239}"/>
                  </a:ext>
                </a:extLst>
              </p:cNvPr>
              <p:cNvSpPr/>
              <p:nvPr/>
            </p:nvSpPr>
            <p:spPr bwMode="auto">
              <a:xfrm>
                <a:off x="2470151" y="6061075"/>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9" name="í$ḻiďe">
                <a:extLst>
                  <a:ext uri="{FF2B5EF4-FFF2-40B4-BE49-F238E27FC236}">
                    <a16:creationId xmlns:a16="http://schemas.microsoft.com/office/drawing/2014/main" id="{0F3BE5B1-091C-4ABA-882B-DF849242A779}"/>
                  </a:ext>
                </a:extLst>
              </p:cNvPr>
              <p:cNvSpPr/>
              <p:nvPr/>
            </p:nvSpPr>
            <p:spPr bwMode="auto">
              <a:xfrm>
                <a:off x="3044826" y="5083175"/>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0" name="îśľídê">
                <a:extLst>
                  <a:ext uri="{FF2B5EF4-FFF2-40B4-BE49-F238E27FC236}">
                    <a16:creationId xmlns:a16="http://schemas.microsoft.com/office/drawing/2014/main" id="{A3D11D55-97C9-4252-B79F-FD2DAC663C23}"/>
                  </a:ext>
                </a:extLst>
              </p:cNvPr>
              <p:cNvSpPr/>
              <p:nvPr/>
            </p:nvSpPr>
            <p:spPr bwMode="auto">
              <a:xfrm>
                <a:off x="3049588" y="5083175"/>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1" name="ïSḷíḋe">
                <a:extLst>
                  <a:ext uri="{FF2B5EF4-FFF2-40B4-BE49-F238E27FC236}">
                    <a16:creationId xmlns:a16="http://schemas.microsoft.com/office/drawing/2014/main" id="{EBB25BA0-86BD-416D-A4B1-D6B7AFF245A6}"/>
                  </a:ext>
                </a:extLst>
              </p:cNvPr>
              <p:cNvSpPr/>
              <p:nvPr/>
            </p:nvSpPr>
            <p:spPr bwMode="auto">
              <a:xfrm>
                <a:off x="3055938" y="5083175"/>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2" name="i$ḷïdé">
                <a:extLst>
                  <a:ext uri="{FF2B5EF4-FFF2-40B4-BE49-F238E27FC236}">
                    <a16:creationId xmlns:a16="http://schemas.microsoft.com/office/drawing/2014/main" id="{DAD378A2-F3F5-4095-A1DA-A4C0A9F7A2E2}"/>
                  </a:ext>
                </a:extLst>
              </p:cNvPr>
              <p:cNvSpPr/>
              <p:nvPr/>
            </p:nvSpPr>
            <p:spPr bwMode="auto">
              <a:xfrm>
                <a:off x="3062288" y="5083175"/>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solidFill>
                <a:srgbClr val="9595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3" name="î$ḻîḍe">
                <a:extLst>
                  <a:ext uri="{FF2B5EF4-FFF2-40B4-BE49-F238E27FC236}">
                    <a16:creationId xmlns:a16="http://schemas.microsoft.com/office/drawing/2014/main" id="{385CFC81-7991-437A-AA4E-8833D1489CEE}"/>
                  </a:ext>
                </a:extLst>
              </p:cNvPr>
              <p:cNvSpPr/>
              <p:nvPr/>
            </p:nvSpPr>
            <p:spPr bwMode="auto">
              <a:xfrm>
                <a:off x="3068638" y="5083175"/>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solidFill>
                <a:srgbClr val="9595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4" name="ïšlîḍê">
                <a:extLst>
                  <a:ext uri="{FF2B5EF4-FFF2-40B4-BE49-F238E27FC236}">
                    <a16:creationId xmlns:a16="http://schemas.microsoft.com/office/drawing/2014/main" id="{F138255E-B9CD-449B-AAB6-9C449586BFD2}"/>
                  </a:ext>
                </a:extLst>
              </p:cNvPr>
              <p:cNvSpPr/>
              <p:nvPr/>
            </p:nvSpPr>
            <p:spPr bwMode="auto">
              <a:xfrm>
                <a:off x="3074988" y="5083175"/>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solidFill>
                <a:srgbClr val="9696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5" name="íŝlíḍè">
                <a:extLst>
                  <a:ext uri="{FF2B5EF4-FFF2-40B4-BE49-F238E27FC236}">
                    <a16:creationId xmlns:a16="http://schemas.microsoft.com/office/drawing/2014/main" id="{586F09EC-6495-4804-BB39-80DE3E84137E}"/>
                  </a:ext>
                </a:extLst>
              </p:cNvPr>
              <p:cNvSpPr/>
              <p:nvPr/>
            </p:nvSpPr>
            <p:spPr bwMode="auto">
              <a:xfrm>
                <a:off x="3081338" y="5083175"/>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6" name="î$lídé">
                <a:extLst>
                  <a:ext uri="{FF2B5EF4-FFF2-40B4-BE49-F238E27FC236}">
                    <a16:creationId xmlns:a16="http://schemas.microsoft.com/office/drawing/2014/main" id="{161B89AC-6BF5-4F56-A013-52515B62A5A8}"/>
                  </a:ext>
                </a:extLst>
              </p:cNvPr>
              <p:cNvSpPr/>
              <p:nvPr/>
            </p:nvSpPr>
            <p:spPr bwMode="auto">
              <a:xfrm>
                <a:off x="3086101" y="5083175"/>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7" name="i$ľídé">
                <a:extLst>
                  <a:ext uri="{FF2B5EF4-FFF2-40B4-BE49-F238E27FC236}">
                    <a16:creationId xmlns:a16="http://schemas.microsoft.com/office/drawing/2014/main" id="{D37C4DF0-7F2A-4D22-944E-B4C1EC0A9220}"/>
                  </a:ext>
                </a:extLst>
              </p:cNvPr>
              <p:cNvSpPr/>
              <p:nvPr/>
            </p:nvSpPr>
            <p:spPr bwMode="auto">
              <a:xfrm>
                <a:off x="3092451" y="5083175"/>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solidFill>
                <a:srgbClr val="98989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8" name="iṡlíḑé">
                <a:extLst>
                  <a:ext uri="{FF2B5EF4-FFF2-40B4-BE49-F238E27FC236}">
                    <a16:creationId xmlns:a16="http://schemas.microsoft.com/office/drawing/2014/main" id="{3131D7BE-1856-4F46-8A65-01EE3EEA2B18}"/>
                  </a:ext>
                </a:extLst>
              </p:cNvPr>
              <p:cNvSpPr/>
              <p:nvPr/>
            </p:nvSpPr>
            <p:spPr bwMode="auto">
              <a:xfrm>
                <a:off x="3098801" y="5083175"/>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9" name="íşḷíḓe">
                <a:extLst>
                  <a:ext uri="{FF2B5EF4-FFF2-40B4-BE49-F238E27FC236}">
                    <a16:creationId xmlns:a16="http://schemas.microsoft.com/office/drawing/2014/main" id="{D461B93D-AE3C-4994-9399-07A29C2365CD}"/>
                  </a:ext>
                </a:extLst>
              </p:cNvPr>
              <p:cNvSpPr/>
              <p:nvPr/>
            </p:nvSpPr>
            <p:spPr bwMode="auto">
              <a:xfrm>
                <a:off x="3105151" y="5083175"/>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0" name="î$ļïďé">
                <a:extLst>
                  <a:ext uri="{FF2B5EF4-FFF2-40B4-BE49-F238E27FC236}">
                    <a16:creationId xmlns:a16="http://schemas.microsoft.com/office/drawing/2014/main" id="{43ACAEB3-88F2-4402-B90E-BEED963B970C}"/>
                  </a:ext>
                </a:extLst>
              </p:cNvPr>
              <p:cNvSpPr/>
              <p:nvPr/>
            </p:nvSpPr>
            <p:spPr bwMode="auto">
              <a:xfrm>
                <a:off x="3111501" y="5083175"/>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solidFill>
                <a:srgbClr val="9A9A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1" name="ïŝḷiḍê">
                <a:extLst>
                  <a:ext uri="{FF2B5EF4-FFF2-40B4-BE49-F238E27FC236}">
                    <a16:creationId xmlns:a16="http://schemas.microsoft.com/office/drawing/2014/main" id="{4B8C5340-DD7B-44CC-A135-EFDD58F66386}"/>
                  </a:ext>
                </a:extLst>
              </p:cNvPr>
              <p:cNvSpPr/>
              <p:nvPr/>
            </p:nvSpPr>
            <p:spPr bwMode="auto">
              <a:xfrm>
                <a:off x="3116263" y="5083175"/>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solidFill>
                <a:srgbClr val="9A9A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2" name="íS1íḑe">
                <a:extLst>
                  <a:ext uri="{FF2B5EF4-FFF2-40B4-BE49-F238E27FC236}">
                    <a16:creationId xmlns:a16="http://schemas.microsoft.com/office/drawing/2014/main" id="{E077A822-80FA-4F0C-A2A7-912F56268438}"/>
                  </a:ext>
                </a:extLst>
              </p:cNvPr>
              <p:cNvSpPr/>
              <p:nvPr/>
            </p:nvSpPr>
            <p:spPr bwMode="auto">
              <a:xfrm>
                <a:off x="3122613" y="5083175"/>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solidFill>
                <a:srgbClr val="9B9B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3" name="ïṩḷîḋe">
                <a:extLst>
                  <a:ext uri="{FF2B5EF4-FFF2-40B4-BE49-F238E27FC236}">
                    <a16:creationId xmlns:a16="http://schemas.microsoft.com/office/drawing/2014/main" id="{5D0983C6-5E0D-49E1-B82E-ACCAB71247EC}"/>
                  </a:ext>
                </a:extLst>
              </p:cNvPr>
              <p:cNvSpPr/>
              <p:nvPr/>
            </p:nvSpPr>
            <p:spPr bwMode="auto">
              <a:xfrm>
                <a:off x="3128963" y="5083175"/>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4" name="îS1ídé">
                <a:extLst>
                  <a:ext uri="{FF2B5EF4-FFF2-40B4-BE49-F238E27FC236}">
                    <a16:creationId xmlns:a16="http://schemas.microsoft.com/office/drawing/2014/main" id="{6C92A6B3-5AA6-43F0-8882-20915F56D102}"/>
                  </a:ext>
                </a:extLst>
              </p:cNvPr>
              <p:cNvSpPr/>
              <p:nvPr/>
            </p:nvSpPr>
            <p:spPr bwMode="auto">
              <a:xfrm>
                <a:off x="3135313" y="5083175"/>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5" name="î$ļiďê">
                <a:extLst>
                  <a:ext uri="{FF2B5EF4-FFF2-40B4-BE49-F238E27FC236}">
                    <a16:creationId xmlns:a16="http://schemas.microsoft.com/office/drawing/2014/main" id="{EC7AD408-680C-4F77-B770-29DC3A879902}"/>
                  </a:ext>
                </a:extLst>
              </p:cNvPr>
              <p:cNvSpPr/>
              <p:nvPr/>
            </p:nvSpPr>
            <p:spPr bwMode="auto">
              <a:xfrm>
                <a:off x="3138488" y="5083175"/>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solidFill>
                <a:srgbClr val="9D9D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6" name="ïśľïḍè">
                <a:extLst>
                  <a:ext uri="{FF2B5EF4-FFF2-40B4-BE49-F238E27FC236}">
                    <a16:creationId xmlns:a16="http://schemas.microsoft.com/office/drawing/2014/main" id="{AECA3FA3-2CEB-49DA-913E-51EA9AD53478}"/>
                  </a:ext>
                </a:extLst>
              </p:cNvPr>
              <p:cNvSpPr/>
              <p:nvPr/>
            </p:nvSpPr>
            <p:spPr bwMode="auto">
              <a:xfrm>
                <a:off x="3144838" y="5083175"/>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solidFill>
                <a:srgbClr val="9D9D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7" name="ïşḻídé">
                <a:extLst>
                  <a:ext uri="{FF2B5EF4-FFF2-40B4-BE49-F238E27FC236}">
                    <a16:creationId xmlns:a16="http://schemas.microsoft.com/office/drawing/2014/main" id="{338AD088-5813-4C04-A45A-D7BAF7C463A8}"/>
                  </a:ext>
                </a:extLst>
              </p:cNvPr>
              <p:cNvSpPr/>
              <p:nvPr/>
            </p:nvSpPr>
            <p:spPr bwMode="auto">
              <a:xfrm>
                <a:off x="3152776" y="5083175"/>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solidFill>
                <a:srgbClr val="9E9E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8" name="îSľîḑe">
                <a:extLst>
                  <a:ext uri="{FF2B5EF4-FFF2-40B4-BE49-F238E27FC236}">
                    <a16:creationId xmlns:a16="http://schemas.microsoft.com/office/drawing/2014/main" id="{90D36AE5-5379-4858-9E0A-BFE1F945608A}"/>
                  </a:ext>
                </a:extLst>
              </p:cNvPr>
              <p:cNvSpPr/>
              <p:nvPr/>
            </p:nvSpPr>
            <p:spPr bwMode="auto">
              <a:xfrm>
                <a:off x="3159126" y="5083175"/>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solidFill>
                <a:srgbClr val="9F9FA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9" name="íšḻîḋê">
                <a:extLst>
                  <a:ext uri="{FF2B5EF4-FFF2-40B4-BE49-F238E27FC236}">
                    <a16:creationId xmlns:a16="http://schemas.microsoft.com/office/drawing/2014/main" id="{BADF6D75-9637-40AA-A26C-8CDDD7812B3D}"/>
                  </a:ext>
                </a:extLst>
              </p:cNvPr>
              <p:cNvSpPr/>
              <p:nvPr/>
            </p:nvSpPr>
            <p:spPr bwMode="auto">
              <a:xfrm>
                <a:off x="3162301" y="5083175"/>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solidFill>
                <a:srgbClr val="9F9F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0" name="îṩļiḑe">
                <a:extLst>
                  <a:ext uri="{FF2B5EF4-FFF2-40B4-BE49-F238E27FC236}">
                    <a16:creationId xmlns:a16="http://schemas.microsoft.com/office/drawing/2014/main" id="{B889EC78-5745-4CFD-BD4F-1339EC1007F0}"/>
                  </a:ext>
                </a:extLst>
              </p:cNvPr>
              <p:cNvSpPr/>
              <p:nvPr/>
            </p:nvSpPr>
            <p:spPr bwMode="auto">
              <a:xfrm>
                <a:off x="3168651" y="5083175"/>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solidFill>
                <a:srgbClr val="A0A0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1" name="í$1iḍè">
                <a:extLst>
                  <a:ext uri="{FF2B5EF4-FFF2-40B4-BE49-F238E27FC236}">
                    <a16:creationId xmlns:a16="http://schemas.microsoft.com/office/drawing/2014/main" id="{070A284C-FE22-472C-86EA-13119F9618DF}"/>
                  </a:ext>
                </a:extLst>
              </p:cNvPr>
              <p:cNvSpPr/>
              <p:nvPr/>
            </p:nvSpPr>
            <p:spPr bwMode="auto">
              <a:xfrm>
                <a:off x="3175001" y="5083175"/>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2" name="ïş1íďè">
                <a:extLst>
                  <a:ext uri="{FF2B5EF4-FFF2-40B4-BE49-F238E27FC236}">
                    <a16:creationId xmlns:a16="http://schemas.microsoft.com/office/drawing/2014/main" id="{8A9D3B81-714C-42A8-899B-31A5431641EA}"/>
                  </a:ext>
                </a:extLst>
              </p:cNvPr>
              <p:cNvSpPr/>
              <p:nvPr/>
            </p:nvSpPr>
            <p:spPr bwMode="auto">
              <a:xfrm>
                <a:off x="3182938" y="5083175"/>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3" name="iś1îḓê">
                <a:extLst>
                  <a:ext uri="{FF2B5EF4-FFF2-40B4-BE49-F238E27FC236}">
                    <a16:creationId xmlns:a16="http://schemas.microsoft.com/office/drawing/2014/main" id="{58000713-4300-4561-87BD-889B6A400C3D}"/>
                  </a:ext>
                </a:extLst>
              </p:cNvPr>
              <p:cNvSpPr/>
              <p:nvPr/>
            </p:nvSpPr>
            <p:spPr bwMode="auto">
              <a:xfrm>
                <a:off x="3189288" y="5083175"/>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solidFill>
                <a:srgbClr val="A2A2A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4" name="isḷíḑe">
                <a:extLst>
                  <a:ext uri="{FF2B5EF4-FFF2-40B4-BE49-F238E27FC236}">
                    <a16:creationId xmlns:a16="http://schemas.microsoft.com/office/drawing/2014/main" id="{87082E2F-A875-485B-9D76-7D2A702D0445}"/>
                  </a:ext>
                </a:extLst>
              </p:cNvPr>
              <p:cNvSpPr/>
              <p:nvPr/>
            </p:nvSpPr>
            <p:spPr bwMode="auto">
              <a:xfrm>
                <a:off x="3192463" y="5083175"/>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solidFill>
                <a:srgbClr val="A2A2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5" name="ïśḻîḋê">
                <a:extLst>
                  <a:ext uri="{FF2B5EF4-FFF2-40B4-BE49-F238E27FC236}">
                    <a16:creationId xmlns:a16="http://schemas.microsoft.com/office/drawing/2014/main" id="{C5BB8A93-089D-4681-806F-97C4C3E6DB05}"/>
                  </a:ext>
                </a:extLst>
              </p:cNvPr>
              <p:cNvSpPr/>
              <p:nvPr/>
            </p:nvSpPr>
            <p:spPr bwMode="auto">
              <a:xfrm>
                <a:off x="3198813" y="5083175"/>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solidFill>
                <a:srgbClr val="A3A3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6" name="ïṣľîdê">
                <a:extLst>
                  <a:ext uri="{FF2B5EF4-FFF2-40B4-BE49-F238E27FC236}">
                    <a16:creationId xmlns:a16="http://schemas.microsoft.com/office/drawing/2014/main" id="{637C93EB-D272-4FEF-B8E4-DFC54DF1280C}"/>
                  </a:ext>
                </a:extLst>
              </p:cNvPr>
              <p:cNvSpPr/>
              <p:nvPr/>
            </p:nvSpPr>
            <p:spPr bwMode="auto">
              <a:xfrm>
                <a:off x="3205163" y="5083175"/>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solidFill>
                <a:srgbClr val="A4A4A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7" name="íṩļiḓé">
                <a:extLst>
                  <a:ext uri="{FF2B5EF4-FFF2-40B4-BE49-F238E27FC236}">
                    <a16:creationId xmlns:a16="http://schemas.microsoft.com/office/drawing/2014/main" id="{C7CB2A65-DCE0-4F24-85EF-EF59CB39E049}"/>
                  </a:ext>
                </a:extLst>
              </p:cNvPr>
              <p:cNvSpPr/>
              <p:nvPr/>
            </p:nvSpPr>
            <p:spPr bwMode="auto">
              <a:xfrm>
                <a:off x="3211513" y="5083175"/>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solidFill>
                <a:srgbClr val="A4A4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8" name="is1îḑê">
                <a:extLst>
                  <a:ext uri="{FF2B5EF4-FFF2-40B4-BE49-F238E27FC236}">
                    <a16:creationId xmlns:a16="http://schemas.microsoft.com/office/drawing/2014/main" id="{30116A04-2B35-4E1E-815C-64E224252EF4}"/>
                  </a:ext>
                </a:extLst>
              </p:cNvPr>
              <p:cNvSpPr/>
              <p:nvPr/>
            </p:nvSpPr>
            <p:spPr bwMode="auto">
              <a:xfrm>
                <a:off x="3216276" y="5083175"/>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solidFill>
                <a:srgbClr val="A5A5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9" name="ïşļîdè">
                <a:extLst>
                  <a:ext uri="{FF2B5EF4-FFF2-40B4-BE49-F238E27FC236}">
                    <a16:creationId xmlns:a16="http://schemas.microsoft.com/office/drawing/2014/main" id="{D763FBEE-D1B6-4B77-9687-AF7E162A8C15}"/>
                  </a:ext>
                </a:extLst>
              </p:cNvPr>
              <p:cNvSpPr/>
              <p:nvPr/>
            </p:nvSpPr>
            <p:spPr bwMode="auto">
              <a:xfrm>
                <a:off x="3222626" y="5083175"/>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solidFill>
                <a:srgbClr val="A6A6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0" name="íşļiḋe">
                <a:extLst>
                  <a:ext uri="{FF2B5EF4-FFF2-40B4-BE49-F238E27FC236}">
                    <a16:creationId xmlns:a16="http://schemas.microsoft.com/office/drawing/2014/main" id="{432CEE27-1628-409A-9F59-6F408E3EAE18}"/>
                  </a:ext>
                </a:extLst>
              </p:cNvPr>
              <p:cNvSpPr/>
              <p:nvPr/>
            </p:nvSpPr>
            <p:spPr bwMode="auto">
              <a:xfrm>
                <a:off x="3228976" y="5083175"/>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solidFill>
                <a:srgbClr val="A6A6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1" name="íśļiḑe">
                <a:extLst>
                  <a:ext uri="{FF2B5EF4-FFF2-40B4-BE49-F238E27FC236}">
                    <a16:creationId xmlns:a16="http://schemas.microsoft.com/office/drawing/2014/main" id="{226F02EE-3171-4BE3-8952-6161D928F3D2}"/>
                  </a:ext>
                </a:extLst>
              </p:cNvPr>
              <p:cNvSpPr/>
              <p:nvPr/>
            </p:nvSpPr>
            <p:spPr bwMode="auto">
              <a:xfrm>
                <a:off x="3235326" y="5083175"/>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solidFill>
                <a:srgbClr val="A7A7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2" name="ïś1idè">
                <a:extLst>
                  <a:ext uri="{FF2B5EF4-FFF2-40B4-BE49-F238E27FC236}">
                    <a16:creationId xmlns:a16="http://schemas.microsoft.com/office/drawing/2014/main" id="{0C337212-5E98-4DC6-B352-7A099BFBC5E4}"/>
                  </a:ext>
                </a:extLst>
              </p:cNvPr>
              <p:cNvSpPr/>
              <p:nvPr/>
            </p:nvSpPr>
            <p:spPr bwMode="auto">
              <a:xfrm>
                <a:off x="3240088" y="5083175"/>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solidFill>
                <a:srgbClr val="A7A7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3" name="íşľiḋè">
                <a:extLst>
                  <a:ext uri="{FF2B5EF4-FFF2-40B4-BE49-F238E27FC236}">
                    <a16:creationId xmlns:a16="http://schemas.microsoft.com/office/drawing/2014/main" id="{E73B6661-664E-4592-B396-D089A112FD5C}"/>
                  </a:ext>
                </a:extLst>
              </p:cNvPr>
              <p:cNvSpPr/>
              <p:nvPr/>
            </p:nvSpPr>
            <p:spPr bwMode="auto">
              <a:xfrm>
                <a:off x="3246438" y="5083175"/>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solidFill>
                <a:srgbClr val="A8A8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4" name="ïṡḷiḓè">
                <a:extLst>
                  <a:ext uri="{FF2B5EF4-FFF2-40B4-BE49-F238E27FC236}">
                    <a16:creationId xmlns:a16="http://schemas.microsoft.com/office/drawing/2014/main" id="{6EFCBB21-B27A-4DC3-9FE4-55F9FFB2C788}"/>
                  </a:ext>
                </a:extLst>
              </p:cNvPr>
              <p:cNvSpPr/>
              <p:nvPr/>
            </p:nvSpPr>
            <p:spPr bwMode="auto">
              <a:xfrm>
                <a:off x="3252788" y="5083175"/>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solidFill>
                <a:srgbClr val="A9A9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5" name="ísļïḋe">
                <a:extLst>
                  <a:ext uri="{FF2B5EF4-FFF2-40B4-BE49-F238E27FC236}">
                    <a16:creationId xmlns:a16="http://schemas.microsoft.com/office/drawing/2014/main" id="{B5D6B072-4154-4A85-B03A-625FEBF104BF}"/>
                  </a:ext>
                </a:extLst>
              </p:cNvPr>
              <p:cNvSpPr/>
              <p:nvPr/>
            </p:nvSpPr>
            <p:spPr bwMode="auto">
              <a:xfrm>
                <a:off x="3259138" y="5083175"/>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solidFill>
                <a:srgbClr val="A9A9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6" name="íślîďè">
                <a:extLst>
                  <a:ext uri="{FF2B5EF4-FFF2-40B4-BE49-F238E27FC236}">
                    <a16:creationId xmlns:a16="http://schemas.microsoft.com/office/drawing/2014/main" id="{EC73F6C3-4274-4519-9A7E-307C64BF0368}"/>
                  </a:ext>
                </a:extLst>
              </p:cNvPr>
              <p:cNvSpPr/>
              <p:nvPr/>
            </p:nvSpPr>
            <p:spPr bwMode="auto">
              <a:xfrm>
                <a:off x="3265488" y="5083175"/>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solidFill>
                <a:srgbClr val="AAAA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7" name="ïşļïḑe">
                <a:extLst>
                  <a:ext uri="{FF2B5EF4-FFF2-40B4-BE49-F238E27FC236}">
                    <a16:creationId xmlns:a16="http://schemas.microsoft.com/office/drawing/2014/main" id="{E71A00E0-DA84-4520-985A-A55E782BDC08}"/>
                  </a:ext>
                </a:extLst>
              </p:cNvPr>
              <p:cNvSpPr/>
              <p:nvPr/>
            </p:nvSpPr>
            <p:spPr bwMode="auto">
              <a:xfrm>
                <a:off x="3270251" y="5083175"/>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solidFill>
                <a:srgbClr val="AAAAA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8" name="ïṣḻíḋe">
                <a:extLst>
                  <a:ext uri="{FF2B5EF4-FFF2-40B4-BE49-F238E27FC236}">
                    <a16:creationId xmlns:a16="http://schemas.microsoft.com/office/drawing/2014/main" id="{3AD3E220-ED7C-4D4D-9E09-54FCE5D5FE11}"/>
                  </a:ext>
                </a:extLst>
              </p:cNvPr>
              <p:cNvSpPr/>
              <p:nvPr/>
            </p:nvSpPr>
            <p:spPr bwMode="auto">
              <a:xfrm>
                <a:off x="3276601" y="5083175"/>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solidFill>
                <a:srgbClr val="ABAB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9" name="iśḷidê">
                <a:extLst>
                  <a:ext uri="{FF2B5EF4-FFF2-40B4-BE49-F238E27FC236}">
                    <a16:creationId xmlns:a16="http://schemas.microsoft.com/office/drawing/2014/main" id="{B86AD105-D772-4AF9-A758-186785C08B06}"/>
                  </a:ext>
                </a:extLst>
              </p:cNvPr>
              <p:cNvSpPr/>
              <p:nvPr/>
            </p:nvSpPr>
            <p:spPr bwMode="auto">
              <a:xfrm>
                <a:off x="3282951" y="5083175"/>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solidFill>
                <a:srgbClr val="ACAC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0" name="íśľíḓè">
                <a:extLst>
                  <a:ext uri="{FF2B5EF4-FFF2-40B4-BE49-F238E27FC236}">
                    <a16:creationId xmlns:a16="http://schemas.microsoft.com/office/drawing/2014/main" id="{EE7534F8-6334-4FAB-B1F0-B4A5D508681C}"/>
                  </a:ext>
                </a:extLst>
              </p:cNvPr>
              <p:cNvSpPr/>
              <p:nvPr/>
            </p:nvSpPr>
            <p:spPr bwMode="auto">
              <a:xfrm>
                <a:off x="3289301" y="5083175"/>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solidFill>
                <a:srgbClr val="ACAC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1" name="îS1iďê">
                <a:extLst>
                  <a:ext uri="{FF2B5EF4-FFF2-40B4-BE49-F238E27FC236}">
                    <a16:creationId xmlns:a16="http://schemas.microsoft.com/office/drawing/2014/main" id="{7DF40D8E-0886-4364-8C4C-4C435B373D66}"/>
                  </a:ext>
                </a:extLst>
              </p:cNvPr>
              <p:cNvSpPr/>
              <p:nvPr/>
            </p:nvSpPr>
            <p:spPr bwMode="auto">
              <a:xfrm>
                <a:off x="3294063" y="5083175"/>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solidFill>
                <a:srgbClr val="ADAD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2" name="iṧ1ïḋe">
                <a:extLst>
                  <a:ext uri="{FF2B5EF4-FFF2-40B4-BE49-F238E27FC236}">
                    <a16:creationId xmlns:a16="http://schemas.microsoft.com/office/drawing/2014/main" id="{983AAC2C-503B-4B3A-9809-3759806224E2}"/>
                  </a:ext>
                </a:extLst>
              </p:cNvPr>
              <p:cNvSpPr/>
              <p:nvPr/>
            </p:nvSpPr>
            <p:spPr bwMode="auto">
              <a:xfrm>
                <a:off x="3300413" y="5083175"/>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solidFill>
                <a:srgbClr val="AEAEB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3" name="ïsḷîde">
                <a:extLst>
                  <a:ext uri="{FF2B5EF4-FFF2-40B4-BE49-F238E27FC236}">
                    <a16:creationId xmlns:a16="http://schemas.microsoft.com/office/drawing/2014/main" id="{86EED32D-BE69-4CC9-9E1E-B34F3CFA1E5C}"/>
                  </a:ext>
                </a:extLst>
              </p:cNvPr>
              <p:cNvSpPr/>
              <p:nvPr/>
            </p:nvSpPr>
            <p:spPr bwMode="auto">
              <a:xfrm>
                <a:off x="3306763" y="5083175"/>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solidFill>
                <a:srgbClr val="AEAE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4" name="íSḷíḓê">
                <a:extLst>
                  <a:ext uri="{FF2B5EF4-FFF2-40B4-BE49-F238E27FC236}">
                    <a16:creationId xmlns:a16="http://schemas.microsoft.com/office/drawing/2014/main" id="{946EB4AB-B3D6-487F-8B23-7BDA4813326B}"/>
                  </a:ext>
                </a:extLst>
              </p:cNvPr>
              <p:cNvSpPr/>
              <p:nvPr/>
            </p:nvSpPr>
            <p:spPr bwMode="auto">
              <a:xfrm>
                <a:off x="3313113" y="5083175"/>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solidFill>
                <a:srgbClr val="AFAF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5" name="ís1íḋé">
                <a:extLst>
                  <a:ext uri="{FF2B5EF4-FFF2-40B4-BE49-F238E27FC236}">
                    <a16:creationId xmlns:a16="http://schemas.microsoft.com/office/drawing/2014/main" id="{41A8C3E5-4992-42DA-8FD5-316EBB39FC31}"/>
                  </a:ext>
                </a:extLst>
              </p:cNvPr>
              <p:cNvSpPr/>
              <p:nvPr/>
            </p:nvSpPr>
            <p:spPr bwMode="auto">
              <a:xfrm>
                <a:off x="3317876" y="5083175"/>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solidFill>
                <a:srgbClr val="AFAF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6" name="iŝlidé">
                <a:extLst>
                  <a:ext uri="{FF2B5EF4-FFF2-40B4-BE49-F238E27FC236}">
                    <a16:creationId xmlns:a16="http://schemas.microsoft.com/office/drawing/2014/main" id="{B22B35EC-FE86-4FFC-AE24-EB894BC65FCC}"/>
                  </a:ext>
                </a:extLst>
              </p:cNvPr>
              <p:cNvSpPr/>
              <p:nvPr/>
            </p:nvSpPr>
            <p:spPr bwMode="auto">
              <a:xfrm>
                <a:off x="3324226" y="5083175"/>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solidFill>
                <a:srgbClr val="B0B0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7" name="iṧḷiḋè">
                <a:extLst>
                  <a:ext uri="{FF2B5EF4-FFF2-40B4-BE49-F238E27FC236}">
                    <a16:creationId xmlns:a16="http://schemas.microsoft.com/office/drawing/2014/main" id="{52E08DDC-B647-40A3-A882-5A512617B7A4}"/>
                  </a:ext>
                </a:extLst>
              </p:cNvPr>
              <p:cNvSpPr/>
              <p:nvPr/>
            </p:nvSpPr>
            <p:spPr bwMode="auto">
              <a:xfrm>
                <a:off x="3330576" y="5083175"/>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solidFill>
                <a:srgbClr val="B1B1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8" name="i$1îḋe">
                <a:extLst>
                  <a:ext uri="{FF2B5EF4-FFF2-40B4-BE49-F238E27FC236}">
                    <a16:creationId xmlns:a16="http://schemas.microsoft.com/office/drawing/2014/main" id="{0DA49EBA-7358-4AD8-AB18-E26187D8E169}"/>
                  </a:ext>
                </a:extLst>
              </p:cNvPr>
              <p:cNvSpPr/>
              <p:nvPr/>
            </p:nvSpPr>
            <p:spPr bwMode="auto">
              <a:xfrm>
                <a:off x="3336926" y="5083175"/>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solidFill>
                <a:srgbClr val="B1B1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9" name="iṧ1iďé">
                <a:extLst>
                  <a:ext uri="{FF2B5EF4-FFF2-40B4-BE49-F238E27FC236}">
                    <a16:creationId xmlns:a16="http://schemas.microsoft.com/office/drawing/2014/main" id="{2CA9A5F6-1952-4907-9DB4-45348B0F2751}"/>
                  </a:ext>
                </a:extLst>
              </p:cNvPr>
              <p:cNvSpPr/>
              <p:nvPr/>
            </p:nvSpPr>
            <p:spPr bwMode="auto">
              <a:xfrm>
                <a:off x="3343276" y="5083175"/>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solidFill>
                <a:srgbClr val="B2B2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0" name="îśliḓê">
                <a:extLst>
                  <a:ext uri="{FF2B5EF4-FFF2-40B4-BE49-F238E27FC236}">
                    <a16:creationId xmlns:a16="http://schemas.microsoft.com/office/drawing/2014/main" id="{89F26321-F637-4176-BF4E-31DD88A84879}"/>
                  </a:ext>
                </a:extLst>
              </p:cNvPr>
              <p:cNvSpPr/>
              <p:nvPr/>
            </p:nvSpPr>
            <p:spPr bwMode="auto">
              <a:xfrm>
                <a:off x="3348038" y="5083175"/>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solidFill>
                <a:srgbClr val="B2B2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1" name="îŝļíďè">
                <a:extLst>
                  <a:ext uri="{FF2B5EF4-FFF2-40B4-BE49-F238E27FC236}">
                    <a16:creationId xmlns:a16="http://schemas.microsoft.com/office/drawing/2014/main" id="{FAFC2D5B-89A5-4A1F-B795-1B074DAD91AB}"/>
                  </a:ext>
                </a:extLst>
              </p:cNvPr>
              <p:cNvSpPr/>
              <p:nvPr/>
            </p:nvSpPr>
            <p:spPr bwMode="auto">
              <a:xfrm>
                <a:off x="3354388" y="5083175"/>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solidFill>
                <a:srgbClr val="B3B3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2" name="ïṧḻiḍè">
                <a:extLst>
                  <a:ext uri="{FF2B5EF4-FFF2-40B4-BE49-F238E27FC236}">
                    <a16:creationId xmlns:a16="http://schemas.microsoft.com/office/drawing/2014/main" id="{23B95598-1097-4678-B94B-B591AB36CCEC}"/>
                  </a:ext>
                </a:extLst>
              </p:cNvPr>
              <p:cNvSpPr/>
              <p:nvPr/>
            </p:nvSpPr>
            <p:spPr bwMode="auto">
              <a:xfrm>
                <a:off x="3360738" y="5083175"/>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solidFill>
                <a:srgbClr val="B4B4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3" name="íśḷíḋé">
                <a:extLst>
                  <a:ext uri="{FF2B5EF4-FFF2-40B4-BE49-F238E27FC236}">
                    <a16:creationId xmlns:a16="http://schemas.microsoft.com/office/drawing/2014/main" id="{EC3565FD-9A26-4E00-BDA8-7B43629DF67A}"/>
                  </a:ext>
                </a:extLst>
              </p:cNvPr>
              <p:cNvSpPr/>
              <p:nvPr/>
            </p:nvSpPr>
            <p:spPr bwMode="auto">
              <a:xfrm>
                <a:off x="3367088" y="5083175"/>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solidFill>
                <a:srgbClr val="B4B4B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4" name="ïṣḻiḋè">
                <a:extLst>
                  <a:ext uri="{FF2B5EF4-FFF2-40B4-BE49-F238E27FC236}">
                    <a16:creationId xmlns:a16="http://schemas.microsoft.com/office/drawing/2014/main" id="{C487B514-68D2-4DEA-8960-E694B4A88275}"/>
                  </a:ext>
                </a:extLst>
              </p:cNvPr>
              <p:cNvSpPr/>
              <p:nvPr/>
            </p:nvSpPr>
            <p:spPr bwMode="auto">
              <a:xfrm>
                <a:off x="3371851" y="5083175"/>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solidFill>
                <a:srgbClr val="B5B5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5" name="îṧḷíḍê">
                <a:extLst>
                  <a:ext uri="{FF2B5EF4-FFF2-40B4-BE49-F238E27FC236}">
                    <a16:creationId xmlns:a16="http://schemas.microsoft.com/office/drawing/2014/main" id="{8F7E151D-41CE-4C39-8D78-1A043DD4892C}"/>
                  </a:ext>
                </a:extLst>
              </p:cNvPr>
              <p:cNvSpPr/>
              <p:nvPr/>
            </p:nvSpPr>
            <p:spPr bwMode="auto">
              <a:xfrm>
                <a:off x="3378201" y="5083175"/>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solidFill>
                <a:srgbClr val="B6B6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6" name="íS1ïḍé">
                <a:extLst>
                  <a:ext uri="{FF2B5EF4-FFF2-40B4-BE49-F238E27FC236}">
                    <a16:creationId xmlns:a16="http://schemas.microsoft.com/office/drawing/2014/main" id="{542E865D-8F5B-4189-A284-78494EA82062}"/>
                  </a:ext>
                </a:extLst>
              </p:cNvPr>
              <p:cNvSpPr/>
              <p:nvPr/>
            </p:nvSpPr>
            <p:spPr bwMode="auto">
              <a:xfrm>
                <a:off x="3384551" y="5083175"/>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solidFill>
                <a:srgbClr val="B6B6B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7" name="ïṧlîḑè">
                <a:extLst>
                  <a:ext uri="{FF2B5EF4-FFF2-40B4-BE49-F238E27FC236}">
                    <a16:creationId xmlns:a16="http://schemas.microsoft.com/office/drawing/2014/main" id="{03FB728C-D8AB-48A9-9419-E76986554B5C}"/>
                  </a:ext>
                </a:extLst>
              </p:cNvPr>
              <p:cNvSpPr/>
              <p:nvPr/>
            </p:nvSpPr>
            <p:spPr bwMode="auto">
              <a:xfrm>
                <a:off x="3390901" y="5083175"/>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8" name="işľîḓé">
                <a:extLst>
                  <a:ext uri="{FF2B5EF4-FFF2-40B4-BE49-F238E27FC236}">
                    <a16:creationId xmlns:a16="http://schemas.microsoft.com/office/drawing/2014/main" id="{BA531146-5253-4EA1-946C-6DC5A5F1C996}"/>
                  </a:ext>
                </a:extLst>
              </p:cNvPr>
              <p:cNvSpPr/>
              <p:nvPr/>
            </p:nvSpPr>
            <p:spPr bwMode="auto">
              <a:xfrm>
                <a:off x="3395663" y="5083175"/>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9" name="ïś1îḋe">
                <a:extLst>
                  <a:ext uri="{FF2B5EF4-FFF2-40B4-BE49-F238E27FC236}">
                    <a16:creationId xmlns:a16="http://schemas.microsoft.com/office/drawing/2014/main" id="{3D98F033-E26B-46B4-AE4A-FCA33A66EA72}"/>
                  </a:ext>
                </a:extLst>
              </p:cNvPr>
              <p:cNvSpPr/>
              <p:nvPr/>
            </p:nvSpPr>
            <p:spPr bwMode="auto">
              <a:xfrm>
                <a:off x="3402013" y="5083175"/>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solidFill>
                <a:srgbClr val="B8B8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0" name="ïṥľiďe">
                <a:extLst>
                  <a:ext uri="{FF2B5EF4-FFF2-40B4-BE49-F238E27FC236}">
                    <a16:creationId xmlns:a16="http://schemas.microsoft.com/office/drawing/2014/main" id="{2035AF1D-A8E6-4619-A170-BEF86AE96753}"/>
                  </a:ext>
                </a:extLst>
              </p:cNvPr>
              <p:cNvSpPr/>
              <p:nvPr/>
            </p:nvSpPr>
            <p:spPr bwMode="auto">
              <a:xfrm>
                <a:off x="3408363" y="5083175"/>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solidFill>
                <a:srgbClr val="B9B9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1" name="îṥliḓè">
                <a:extLst>
                  <a:ext uri="{FF2B5EF4-FFF2-40B4-BE49-F238E27FC236}">
                    <a16:creationId xmlns:a16="http://schemas.microsoft.com/office/drawing/2014/main" id="{AEB4DA21-EA16-43DE-ACB6-BD3906CED9AA}"/>
                  </a:ext>
                </a:extLst>
              </p:cNvPr>
              <p:cNvSpPr/>
              <p:nvPr/>
            </p:nvSpPr>
            <p:spPr bwMode="auto">
              <a:xfrm>
                <a:off x="3414713" y="5083175"/>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solidFill>
                <a:srgbClr val="B9B9B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2" name="íṥḷíḍè">
                <a:extLst>
                  <a:ext uri="{FF2B5EF4-FFF2-40B4-BE49-F238E27FC236}">
                    <a16:creationId xmlns:a16="http://schemas.microsoft.com/office/drawing/2014/main" id="{B36DA0B8-DAEB-46B4-84B2-CE336E7AC30B}"/>
                  </a:ext>
                </a:extLst>
              </p:cNvPr>
              <p:cNvSpPr/>
              <p:nvPr/>
            </p:nvSpPr>
            <p:spPr bwMode="auto">
              <a:xfrm>
                <a:off x="3417888" y="5083175"/>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solidFill>
                <a:srgbClr val="BABA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3" name="í$ḻîdè">
                <a:extLst>
                  <a:ext uri="{FF2B5EF4-FFF2-40B4-BE49-F238E27FC236}">
                    <a16:creationId xmlns:a16="http://schemas.microsoft.com/office/drawing/2014/main" id="{D390CFC3-AD74-4D15-A28B-4CABE20A3012}"/>
                  </a:ext>
                </a:extLst>
              </p:cNvPr>
              <p:cNvSpPr/>
              <p:nvPr/>
            </p:nvSpPr>
            <p:spPr bwMode="auto">
              <a:xfrm>
                <a:off x="3425826" y="5083175"/>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solidFill>
                <a:srgbClr val="BBBB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4" name="ïṧ1iḑe">
                <a:extLst>
                  <a:ext uri="{FF2B5EF4-FFF2-40B4-BE49-F238E27FC236}">
                    <a16:creationId xmlns:a16="http://schemas.microsoft.com/office/drawing/2014/main" id="{2C6D7BA1-71EE-4014-B94A-03DC8074E94E}"/>
                  </a:ext>
                </a:extLst>
              </p:cNvPr>
              <p:cNvSpPr/>
              <p:nvPr/>
            </p:nvSpPr>
            <p:spPr bwMode="auto">
              <a:xfrm>
                <a:off x="3432176" y="5083175"/>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solidFill>
                <a:srgbClr val="BBBB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5" name="îṧḷïḋê">
                <a:extLst>
                  <a:ext uri="{FF2B5EF4-FFF2-40B4-BE49-F238E27FC236}">
                    <a16:creationId xmlns:a16="http://schemas.microsoft.com/office/drawing/2014/main" id="{DFA1F13B-D31B-46EA-BD64-6591B5953847}"/>
                  </a:ext>
                </a:extLst>
              </p:cNvPr>
              <p:cNvSpPr/>
              <p:nvPr/>
            </p:nvSpPr>
            <p:spPr bwMode="auto">
              <a:xfrm>
                <a:off x="3438526" y="5083175"/>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6" name="iṣḻíďe">
                <a:extLst>
                  <a:ext uri="{FF2B5EF4-FFF2-40B4-BE49-F238E27FC236}">
                    <a16:creationId xmlns:a16="http://schemas.microsoft.com/office/drawing/2014/main" id="{F8D495B9-6DA1-48BA-B299-E3BD01A0AD11}"/>
                  </a:ext>
                </a:extLst>
              </p:cNvPr>
              <p:cNvSpPr/>
              <p:nvPr/>
            </p:nvSpPr>
            <p:spPr bwMode="auto">
              <a:xfrm>
                <a:off x="3444876" y="5083175"/>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7" name="išliḍe">
                <a:extLst>
                  <a:ext uri="{FF2B5EF4-FFF2-40B4-BE49-F238E27FC236}">
                    <a16:creationId xmlns:a16="http://schemas.microsoft.com/office/drawing/2014/main" id="{E1204C67-54F5-4358-BDEE-1691641BB4AC}"/>
                  </a:ext>
                </a:extLst>
              </p:cNvPr>
              <p:cNvSpPr/>
              <p:nvPr/>
            </p:nvSpPr>
            <p:spPr bwMode="auto">
              <a:xfrm>
                <a:off x="3448051" y="5083175"/>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solidFill>
                <a:srgbClr val="BDBD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8" name="ïṣḻîḍe">
                <a:extLst>
                  <a:ext uri="{FF2B5EF4-FFF2-40B4-BE49-F238E27FC236}">
                    <a16:creationId xmlns:a16="http://schemas.microsoft.com/office/drawing/2014/main" id="{0BE2A7E7-8A3A-400B-9E0B-8969667C42C6}"/>
                  </a:ext>
                </a:extLst>
              </p:cNvPr>
              <p:cNvSpPr/>
              <p:nvPr/>
            </p:nvSpPr>
            <p:spPr bwMode="auto">
              <a:xfrm>
                <a:off x="3454401" y="5083175"/>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solidFill>
                <a:srgbClr val="BEBE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9" name="iśľiḋe">
                <a:extLst>
                  <a:ext uri="{FF2B5EF4-FFF2-40B4-BE49-F238E27FC236}">
                    <a16:creationId xmlns:a16="http://schemas.microsoft.com/office/drawing/2014/main" id="{57F1AEDA-4ADD-41F8-880F-A7CE7FB83F78}"/>
                  </a:ext>
                </a:extLst>
              </p:cNvPr>
              <p:cNvSpPr/>
              <p:nvPr/>
            </p:nvSpPr>
            <p:spPr bwMode="auto">
              <a:xfrm>
                <a:off x="3462338" y="5083175"/>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solidFill>
                <a:srgbClr val="BEBE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0" name="iṩḻiḍê">
                <a:extLst>
                  <a:ext uri="{FF2B5EF4-FFF2-40B4-BE49-F238E27FC236}">
                    <a16:creationId xmlns:a16="http://schemas.microsoft.com/office/drawing/2014/main" id="{12F59273-6860-4DE8-BAD4-7141B6A1D69D}"/>
                  </a:ext>
                </a:extLst>
              </p:cNvPr>
              <p:cNvSpPr/>
              <p:nvPr/>
            </p:nvSpPr>
            <p:spPr bwMode="auto">
              <a:xfrm>
                <a:off x="3468688" y="5083175"/>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1" name="íṡľïḋê">
                <a:extLst>
                  <a:ext uri="{FF2B5EF4-FFF2-40B4-BE49-F238E27FC236}">
                    <a16:creationId xmlns:a16="http://schemas.microsoft.com/office/drawing/2014/main" id="{122ECF3B-7DC0-45AE-8E1F-328936EB8FC9}"/>
                  </a:ext>
                </a:extLst>
              </p:cNvPr>
              <p:cNvSpPr/>
              <p:nvPr/>
            </p:nvSpPr>
            <p:spPr bwMode="auto">
              <a:xfrm>
                <a:off x="3471863" y="5083175"/>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2" name="íSlïḍe">
                <a:extLst>
                  <a:ext uri="{FF2B5EF4-FFF2-40B4-BE49-F238E27FC236}">
                    <a16:creationId xmlns:a16="http://schemas.microsoft.com/office/drawing/2014/main" id="{76CF8C74-9C9D-4A69-AA5E-89F6C72F93BE}"/>
                  </a:ext>
                </a:extLst>
              </p:cNvPr>
              <p:cNvSpPr/>
              <p:nvPr/>
            </p:nvSpPr>
            <p:spPr bwMode="auto">
              <a:xfrm>
                <a:off x="3478213" y="5083175"/>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solidFill>
                <a:srgbClr val="C0C0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3" name="iŝľïḍê">
                <a:extLst>
                  <a:ext uri="{FF2B5EF4-FFF2-40B4-BE49-F238E27FC236}">
                    <a16:creationId xmlns:a16="http://schemas.microsoft.com/office/drawing/2014/main" id="{65FEFA05-E4A0-4F9E-B6D1-990353D7C870}"/>
                  </a:ext>
                </a:extLst>
              </p:cNvPr>
              <p:cNvSpPr/>
              <p:nvPr/>
            </p:nvSpPr>
            <p:spPr bwMode="auto">
              <a:xfrm>
                <a:off x="3484563" y="5083175"/>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4" name="íSľïḓê">
                <a:extLst>
                  <a:ext uri="{FF2B5EF4-FFF2-40B4-BE49-F238E27FC236}">
                    <a16:creationId xmlns:a16="http://schemas.microsoft.com/office/drawing/2014/main" id="{65EA92AB-7545-4B0F-AE1E-C8A5E08E1EC9}"/>
                  </a:ext>
                </a:extLst>
              </p:cNvPr>
              <p:cNvSpPr/>
              <p:nvPr/>
            </p:nvSpPr>
            <p:spPr bwMode="auto">
              <a:xfrm>
                <a:off x="3492501" y="5083175"/>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5" name="îşlïḋé">
                <a:extLst>
                  <a:ext uri="{FF2B5EF4-FFF2-40B4-BE49-F238E27FC236}">
                    <a16:creationId xmlns:a16="http://schemas.microsoft.com/office/drawing/2014/main" id="{DAAACAA7-F2F7-4A70-9CD6-464147FBBD6C}"/>
                  </a:ext>
                </a:extLst>
              </p:cNvPr>
              <p:cNvSpPr/>
              <p:nvPr/>
            </p:nvSpPr>
            <p:spPr bwMode="auto">
              <a:xfrm>
                <a:off x="3495676" y="5083175"/>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solidFill>
                <a:srgbClr val="C2C2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6" name="iSļíḓe">
                <a:extLst>
                  <a:ext uri="{FF2B5EF4-FFF2-40B4-BE49-F238E27FC236}">
                    <a16:creationId xmlns:a16="http://schemas.microsoft.com/office/drawing/2014/main" id="{F4D6C246-29BC-4A2E-AEF7-629C47CC1C9D}"/>
                  </a:ext>
                </a:extLst>
              </p:cNvPr>
              <p:cNvSpPr/>
              <p:nvPr/>
            </p:nvSpPr>
            <p:spPr bwMode="auto">
              <a:xfrm>
                <a:off x="3502026" y="5083175"/>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solidFill>
                <a:srgbClr val="C3C3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7" name="ïSľïḋè">
                <a:extLst>
                  <a:ext uri="{FF2B5EF4-FFF2-40B4-BE49-F238E27FC236}">
                    <a16:creationId xmlns:a16="http://schemas.microsoft.com/office/drawing/2014/main" id="{26AC569E-CE5B-4E5C-890B-BB2B15813651}"/>
                  </a:ext>
                </a:extLst>
              </p:cNvPr>
              <p:cNvSpPr/>
              <p:nvPr/>
            </p:nvSpPr>
            <p:spPr bwMode="auto">
              <a:xfrm>
                <a:off x="3508376" y="5083175"/>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solidFill>
                <a:srgbClr val="C3C3C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8" name="îśḻidé">
                <a:extLst>
                  <a:ext uri="{FF2B5EF4-FFF2-40B4-BE49-F238E27FC236}">
                    <a16:creationId xmlns:a16="http://schemas.microsoft.com/office/drawing/2014/main" id="{C8938638-E49B-42DD-BC61-B40D7EEE7B36}"/>
                  </a:ext>
                </a:extLst>
              </p:cNvPr>
              <p:cNvSpPr/>
              <p:nvPr/>
            </p:nvSpPr>
            <p:spPr bwMode="auto">
              <a:xfrm>
                <a:off x="3513138" y="5083175"/>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9" name="î$ḻiḓè">
                <a:extLst>
                  <a:ext uri="{FF2B5EF4-FFF2-40B4-BE49-F238E27FC236}">
                    <a16:creationId xmlns:a16="http://schemas.microsoft.com/office/drawing/2014/main" id="{EE082C01-9B5F-4BCC-9CF3-002808CFE111}"/>
                  </a:ext>
                </a:extLst>
              </p:cNvPr>
              <p:cNvSpPr/>
              <p:nvPr/>
            </p:nvSpPr>
            <p:spPr bwMode="auto">
              <a:xfrm>
                <a:off x="3513138" y="5083175"/>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0" name="íṣļíḋe">
                <a:extLst>
                  <a:ext uri="{FF2B5EF4-FFF2-40B4-BE49-F238E27FC236}">
                    <a16:creationId xmlns:a16="http://schemas.microsoft.com/office/drawing/2014/main" id="{6160FE6B-DC2B-44AE-8F38-8399BDB81444}"/>
                  </a:ext>
                </a:extLst>
              </p:cNvPr>
              <p:cNvSpPr/>
              <p:nvPr/>
            </p:nvSpPr>
            <p:spPr bwMode="auto">
              <a:xfrm>
                <a:off x="3514726" y="5083175"/>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157">
                    <a:moveTo>
                      <a:pt x="15" y="0"/>
                    </a:moveTo>
                    <a:lnTo>
                      <a:pt x="27" y="0"/>
                    </a:lnTo>
                    <a:lnTo>
                      <a:pt x="10" y="140"/>
                    </a:lnTo>
                    <a:lnTo>
                      <a:pt x="9" y="145"/>
                    </a:lnTo>
                    <a:lnTo>
                      <a:pt x="7" y="149"/>
                    </a:lnTo>
                    <a:lnTo>
                      <a:pt x="3" y="153"/>
                    </a:lnTo>
                    <a:lnTo>
                      <a:pt x="0" y="157"/>
                    </a:lnTo>
                    <a:lnTo>
                      <a:pt x="15"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1" name="îṣḷïḑè">
                <a:extLst>
                  <a:ext uri="{FF2B5EF4-FFF2-40B4-BE49-F238E27FC236}">
                    <a16:creationId xmlns:a16="http://schemas.microsoft.com/office/drawing/2014/main" id="{6A3CB732-86D5-436D-9CCA-4F1DC9131803}"/>
                  </a:ext>
                </a:extLst>
              </p:cNvPr>
              <p:cNvSpPr/>
              <p:nvPr/>
            </p:nvSpPr>
            <p:spPr bwMode="auto">
              <a:xfrm>
                <a:off x="2687638" y="4930775"/>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solidFill>
                <a:srgbClr val="F246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0" name="îsļïḍe">
              <a:extLst>
                <a:ext uri="{FF2B5EF4-FFF2-40B4-BE49-F238E27FC236}">
                  <a16:creationId xmlns:a16="http://schemas.microsoft.com/office/drawing/2014/main" id="{83E47F9B-6BB3-465D-876B-C21219E76309}"/>
                </a:ext>
              </a:extLst>
            </p:cNvPr>
            <p:cNvGrpSpPr/>
            <p:nvPr/>
          </p:nvGrpSpPr>
          <p:grpSpPr>
            <a:xfrm>
              <a:off x="5953997" y="4142724"/>
              <a:ext cx="183605" cy="543645"/>
              <a:chOff x="2555876" y="4340225"/>
              <a:chExt cx="203200" cy="601663"/>
            </a:xfrm>
            <a:solidFill>
              <a:srgbClr val="00A99D"/>
            </a:solidFill>
          </p:grpSpPr>
          <p:sp>
            <p:nvSpPr>
              <p:cNvPr id="331" name="îŝḻíďè">
                <a:extLst>
                  <a:ext uri="{FF2B5EF4-FFF2-40B4-BE49-F238E27FC236}">
                    <a16:creationId xmlns:a16="http://schemas.microsoft.com/office/drawing/2014/main" id="{1235B3EE-3145-4468-953C-31D884D638DB}"/>
                  </a:ext>
                </a:extLst>
              </p:cNvPr>
              <p:cNvSpPr/>
              <p:nvPr/>
            </p:nvSpPr>
            <p:spPr bwMode="auto">
              <a:xfrm>
                <a:off x="2582863" y="4424363"/>
                <a:ext cx="176213" cy="517525"/>
              </a:xfrm>
              <a:custGeom>
                <a:avLst/>
                <a:gdLst>
                  <a:gd name="T0" fmla="*/ 35 w 111"/>
                  <a:gd name="T1" fmla="*/ 266 h 326"/>
                  <a:gd name="T2" fmla="*/ 66 w 111"/>
                  <a:gd name="T3" fmla="*/ 326 h 326"/>
                  <a:gd name="T4" fmla="*/ 94 w 111"/>
                  <a:gd name="T5" fmla="*/ 322 h 326"/>
                  <a:gd name="T6" fmla="*/ 111 w 111"/>
                  <a:gd name="T7" fmla="*/ 256 h 326"/>
                  <a:gd name="T8" fmla="*/ 76 w 111"/>
                  <a:gd name="T9" fmla="*/ 0 h 326"/>
                  <a:gd name="T10" fmla="*/ 0 w 111"/>
                  <a:gd name="T11" fmla="*/ 11 h 326"/>
                  <a:gd name="T12" fmla="*/ 35 w 111"/>
                  <a:gd name="T13" fmla="*/ 266 h 326"/>
                </a:gdLst>
                <a:ahLst/>
                <a:cxnLst>
                  <a:cxn ang="0">
                    <a:pos x="T0" y="T1"/>
                  </a:cxn>
                  <a:cxn ang="0">
                    <a:pos x="T2" y="T3"/>
                  </a:cxn>
                  <a:cxn ang="0">
                    <a:pos x="T4" y="T5"/>
                  </a:cxn>
                  <a:cxn ang="0">
                    <a:pos x="T6" y="T7"/>
                  </a:cxn>
                  <a:cxn ang="0">
                    <a:pos x="T8" y="T9"/>
                  </a:cxn>
                  <a:cxn ang="0">
                    <a:pos x="T10" y="T11"/>
                  </a:cxn>
                  <a:cxn ang="0">
                    <a:pos x="T12" y="T13"/>
                  </a:cxn>
                </a:cxnLst>
                <a:rect l="0" t="0" r="r" b="b"/>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2" name="íṡḷidè">
                <a:extLst>
                  <a:ext uri="{FF2B5EF4-FFF2-40B4-BE49-F238E27FC236}">
                    <a16:creationId xmlns:a16="http://schemas.microsoft.com/office/drawing/2014/main" id="{92447E73-B508-44DC-8290-B000010AF5DA}"/>
                  </a:ext>
                </a:extLst>
              </p:cNvPr>
              <p:cNvSpPr/>
              <p:nvPr/>
            </p:nvSpPr>
            <p:spPr bwMode="auto">
              <a:xfrm>
                <a:off x="2576513" y="4340225"/>
                <a:ext cx="127000" cy="146050"/>
              </a:xfrm>
              <a:custGeom>
                <a:avLst/>
                <a:gdLst>
                  <a:gd name="T0" fmla="*/ 4 w 80"/>
                  <a:gd name="T1" fmla="*/ 59 h 92"/>
                  <a:gd name="T2" fmla="*/ 4 w 80"/>
                  <a:gd name="T3" fmla="*/ 59 h 92"/>
                  <a:gd name="T4" fmla="*/ 5 w 80"/>
                  <a:gd name="T5" fmla="*/ 66 h 92"/>
                  <a:gd name="T6" fmla="*/ 9 w 80"/>
                  <a:gd name="T7" fmla="*/ 73 h 92"/>
                  <a:gd name="T8" fmla="*/ 13 w 80"/>
                  <a:gd name="T9" fmla="*/ 80 h 92"/>
                  <a:gd name="T10" fmla="*/ 19 w 80"/>
                  <a:gd name="T11" fmla="*/ 84 h 92"/>
                  <a:gd name="T12" fmla="*/ 24 w 80"/>
                  <a:gd name="T13" fmla="*/ 88 h 92"/>
                  <a:gd name="T14" fmla="*/ 31 w 80"/>
                  <a:gd name="T15" fmla="*/ 91 h 92"/>
                  <a:gd name="T16" fmla="*/ 39 w 80"/>
                  <a:gd name="T17" fmla="*/ 92 h 92"/>
                  <a:gd name="T18" fmla="*/ 46 w 80"/>
                  <a:gd name="T19" fmla="*/ 92 h 92"/>
                  <a:gd name="T20" fmla="*/ 47 w 80"/>
                  <a:gd name="T21" fmla="*/ 92 h 92"/>
                  <a:gd name="T22" fmla="*/ 47 w 80"/>
                  <a:gd name="T23" fmla="*/ 92 h 92"/>
                  <a:gd name="T24" fmla="*/ 55 w 80"/>
                  <a:gd name="T25" fmla="*/ 89 h 92"/>
                  <a:gd name="T26" fmla="*/ 62 w 80"/>
                  <a:gd name="T27" fmla="*/ 87 h 92"/>
                  <a:gd name="T28" fmla="*/ 67 w 80"/>
                  <a:gd name="T29" fmla="*/ 82 h 92"/>
                  <a:gd name="T30" fmla="*/ 71 w 80"/>
                  <a:gd name="T31" fmla="*/ 77 h 92"/>
                  <a:gd name="T32" fmla="*/ 75 w 80"/>
                  <a:gd name="T33" fmla="*/ 70 h 92"/>
                  <a:gd name="T34" fmla="*/ 78 w 80"/>
                  <a:gd name="T35" fmla="*/ 64 h 92"/>
                  <a:gd name="T36" fmla="*/ 80 w 80"/>
                  <a:gd name="T37" fmla="*/ 57 h 92"/>
                  <a:gd name="T38" fmla="*/ 80 w 80"/>
                  <a:gd name="T39" fmla="*/ 49 h 92"/>
                  <a:gd name="T40" fmla="*/ 75 w 80"/>
                  <a:gd name="T41" fmla="*/ 15 h 92"/>
                  <a:gd name="T42" fmla="*/ 75 w 80"/>
                  <a:gd name="T43" fmla="*/ 15 h 92"/>
                  <a:gd name="T44" fmla="*/ 73 w 80"/>
                  <a:gd name="T45" fmla="*/ 8 h 92"/>
                  <a:gd name="T46" fmla="*/ 70 w 80"/>
                  <a:gd name="T47" fmla="*/ 4 h 92"/>
                  <a:gd name="T48" fmla="*/ 66 w 80"/>
                  <a:gd name="T49" fmla="*/ 1 h 92"/>
                  <a:gd name="T50" fmla="*/ 62 w 80"/>
                  <a:gd name="T51" fmla="*/ 0 h 92"/>
                  <a:gd name="T52" fmla="*/ 50 w 80"/>
                  <a:gd name="T53" fmla="*/ 1 h 92"/>
                  <a:gd name="T54" fmla="*/ 35 w 80"/>
                  <a:gd name="T55" fmla="*/ 3 h 92"/>
                  <a:gd name="T56" fmla="*/ 35 w 80"/>
                  <a:gd name="T57" fmla="*/ 3 h 92"/>
                  <a:gd name="T58" fmla="*/ 35 w 80"/>
                  <a:gd name="T59" fmla="*/ 3 h 92"/>
                  <a:gd name="T60" fmla="*/ 20 w 80"/>
                  <a:gd name="T61" fmla="*/ 5 h 92"/>
                  <a:gd name="T62" fmla="*/ 8 w 80"/>
                  <a:gd name="T63" fmla="*/ 7 h 92"/>
                  <a:gd name="T64" fmla="*/ 4 w 80"/>
                  <a:gd name="T65" fmla="*/ 9 h 92"/>
                  <a:gd name="T66" fmla="*/ 1 w 80"/>
                  <a:gd name="T67" fmla="*/ 13 h 92"/>
                  <a:gd name="T68" fmla="*/ 0 w 80"/>
                  <a:gd name="T69" fmla="*/ 17 h 92"/>
                  <a:gd name="T70" fmla="*/ 0 w 80"/>
                  <a:gd name="T71" fmla="*/ 24 h 92"/>
                  <a:gd name="T72" fmla="*/ 4 w 80"/>
                  <a:gd name="T73"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47" y="92"/>
                    </a:lnTo>
                    <a:lnTo>
                      <a:pt x="55" y="89"/>
                    </a:lnTo>
                    <a:lnTo>
                      <a:pt x="62" y="87"/>
                    </a:lnTo>
                    <a:lnTo>
                      <a:pt x="67" y="82"/>
                    </a:lnTo>
                    <a:lnTo>
                      <a:pt x="71" y="77"/>
                    </a:lnTo>
                    <a:lnTo>
                      <a:pt x="75" y="70"/>
                    </a:lnTo>
                    <a:lnTo>
                      <a:pt x="78" y="64"/>
                    </a:lnTo>
                    <a:lnTo>
                      <a:pt x="80" y="57"/>
                    </a:lnTo>
                    <a:lnTo>
                      <a:pt x="80" y="49"/>
                    </a:lnTo>
                    <a:lnTo>
                      <a:pt x="75" y="15"/>
                    </a:lnTo>
                    <a:lnTo>
                      <a:pt x="75" y="15"/>
                    </a:lnTo>
                    <a:lnTo>
                      <a:pt x="73" y="8"/>
                    </a:lnTo>
                    <a:lnTo>
                      <a:pt x="70" y="4"/>
                    </a:lnTo>
                    <a:lnTo>
                      <a:pt x="66" y="1"/>
                    </a:lnTo>
                    <a:lnTo>
                      <a:pt x="62" y="0"/>
                    </a:lnTo>
                    <a:lnTo>
                      <a:pt x="50" y="1"/>
                    </a:lnTo>
                    <a:lnTo>
                      <a:pt x="35" y="3"/>
                    </a:lnTo>
                    <a:lnTo>
                      <a:pt x="35" y="3"/>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3" name="iṡḻîde">
                <a:extLst>
                  <a:ext uri="{FF2B5EF4-FFF2-40B4-BE49-F238E27FC236}">
                    <a16:creationId xmlns:a16="http://schemas.microsoft.com/office/drawing/2014/main" id="{EF86BF54-3E2D-4D77-AF9B-45DEB0BB953B}"/>
                  </a:ext>
                </a:extLst>
              </p:cNvPr>
              <p:cNvSpPr/>
              <p:nvPr/>
            </p:nvSpPr>
            <p:spPr bwMode="auto">
              <a:xfrm>
                <a:off x="2571751" y="4389438"/>
                <a:ext cx="150813" cy="144463"/>
              </a:xfrm>
              <a:custGeom>
                <a:avLst/>
                <a:gdLst>
                  <a:gd name="T0" fmla="*/ 11 w 95"/>
                  <a:gd name="T1" fmla="*/ 91 h 91"/>
                  <a:gd name="T2" fmla="*/ 95 w 95"/>
                  <a:gd name="T3" fmla="*/ 80 h 91"/>
                  <a:gd name="T4" fmla="*/ 84 w 95"/>
                  <a:gd name="T5" fmla="*/ 0 h 91"/>
                  <a:gd name="T6" fmla="*/ 0 w 95"/>
                  <a:gd name="T7" fmla="*/ 11 h 91"/>
                  <a:gd name="T8" fmla="*/ 11 w 95"/>
                  <a:gd name="T9" fmla="*/ 91 h 91"/>
                </a:gdLst>
                <a:ahLst/>
                <a:cxnLst>
                  <a:cxn ang="0">
                    <a:pos x="T0" y="T1"/>
                  </a:cxn>
                  <a:cxn ang="0">
                    <a:pos x="T2" y="T3"/>
                  </a:cxn>
                  <a:cxn ang="0">
                    <a:pos x="T4" y="T5"/>
                  </a:cxn>
                  <a:cxn ang="0">
                    <a:pos x="T6" y="T7"/>
                  </a:cxn>
                  <a:cxn ang="0">
                    <a:pos x="T8" y="T9"/>
                  </a:cxn>
                </a:cxnLst>
                <a:rect l="0" t="0" r="r" b="b"/>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4" name="îsliḓe">
                <a:extLst>
                  <a:ext uri="{FF2B5EF4-FFF2-40B4-BE49-F238E27FC236}">
                    <a16:creationId xmlns:a16="http://schemas.microsoft.com/office/drawing/2014/main" id="{05B5E971-4CDD-48B8-93F8-577E118B00F5}"/>
                  </a:ext>
                </a:extLst>
              </p:cNvPr>
              <p:cNvSpPr/>
              <p:nvPr/>
            </p:nvSpPr>
            <p:spPr bwMode="auto">
              <a:xfrm>
                <a:off x="2555876" y="4430713"/>
                <a:ext cx="44450" cy="260350"/>
              </a:xfrm>
              <a:custGeom>
                <a:avLst/>
                <a:gdLst>
                  <a:gd name="T0" fmla="*/ 21 w 28"/>
                  <a:gd name="T1" fmla="*/ 0 h 164"/>
                  <a:gd name="T2" fmla="*/ 21 w 28"/>
                  <a:gd name="T3" fmla="*/ 0 h 164"/>
                  <a:gd name="T4" fmla="*/ 11 w 28"/>
                  <a:gd name="T5" fmla="*/ 7 h 164"/>
                  <a:gd name="T6" fmla="*/ 5 w 28"/>
                  <a:gd name="T7" fmla="*/ 13 h 164"/>
                  <a:gd name="T8" fmla="*/ 2 w 28"/>
                  <a:gd name="T9" fmla="*/ 17 h 164"/>
                  <a:gd name="T10" fmla="*/ 0 w 28"/>
                  <a:gd name="T11" fmla="*/ 20 h 164"/>
                  <a:gd name="T12" fmla="*/ 0 w 28"/>
                  <a:gd name="T13" fmla="*/ 20 h 164"/>
                  <a:gd name="T14" fmla="*/ 3 w 28"/>
                  <a:gd name="T15" fmla="*/ 44 h 164"/>
                  <a:gd name="T16" fmla="*/ 9 w 28"/>
                  <a:gd name="T17" fmla="*/ 90 h 164"/>
                  <a:gd name="T18" fmla="*/ 18 w 28"/>
                  <a:gd name="T19" fmla="*/ 154 h 164"/>
                  <a:gd name="T20" fmla="*/ 18 w 28"/>
                  <a:gd name="T21" fmla="*/ 154 h 164"/>
                  <a:gd name="T22" fmla="*/ 17 w 28"/>
                  <a:gd name="T23" fmla="*/ 155 h 164"/>
                  <a:gd name="T24" fmla="*/ 18 w 28"/>
                  <a:gd name="T25" fmla="*/ 160 h 164"/>
                  <a:gd name="T26" fmla="*/ 19 w 28"/>
                  <a:gd name="T27" fmla="*/ 161 h 164"/>
                  <a:gd name="T28" fmla="*/ 21 w 28"/>
                  <a:gd name="T29" fmla="*/ 162 h 164"/>
                  <a:gd name="T30" fmla="*/ 23 w 28"/>
                  <a:gd name="T31" fmla="*/ 164 h 164"/>
                  <a:gd name="T32" fmla="*/ 28 w 28"/>
                  <a:gd name="T33" fmla="*/ 164 h 164"/>
                  <a:gd name="T34" fmla="*/ 13 w 28"/>
                  <a:gd name="T35" fmla="*/ 58 h 164"/>
                  <a:gd name="T36" fmla="*/ 19 w 28"/>
                  <a:gd name="T37" fmla="*/ 44 h 164"/>
                  <a:gd name="T38" fmla="*/ 21 w 28"/>
                  <a:gd name="T39" fmla="*/ 0 h 164"/>
                  <a:gd name="T40" fmla="*/ 21 w 28"/>
                  <a:gd name="T4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64">
                    <a:moveTo>
                      <a:pt x="21" y="0"/>
                    </a:moveTo>
                    <a:lnTo>
                      <a:pt x="21" y="0"/>
                    </a:lnTo>
                    <a:lnTo>
                      <a:pt x="11" y="7"/>
                    </a:lnTo>
                    <a:lnTo>
                      <a:pt x="5" y="13"/>
                    </a:lnTo>
                    <a:lnTo>
                      <a:pt x="2" y="17"/>
                    </a:lnTo>
                    <a:lnTo>
                      <a:pt x="0" y="20"/>
                    </a:lnTo>
                    <a:lnTo>
                      <a:pt x="0" y="20"/>
                    </a:lnTo>
                    <a:lnTo>
                      <a:pt x="3" y="44"/>
                    </a:lnTo>
                    <a:lnTo>
                      <a:pt x="9" y="90"/>
                    </a:lnTo>
                    <a:lnTo>
                      <a:pt x="18" y="154"/>
                    </a:lnTo>
                    <a:lnTo>
                      <a:pt x="18" y="154"/>
                    </a:lnTo>
                    <a:lnTo>
                      <a:pt x="17" y="155"/>
                    </a:lnTo>
                    <a:lnTo>
                      <a:pt x="18" y="160"/>
                    </a:lnTo>
                    <a:lnTo>
                      <a:pt x="19" y="161"/>
                    </a:lnTo>
                    <a:lnTo>
                      <a:pt x="21" y="162"/>
                    </a:lnTo>
                    <a:lnTo>
                      <a:pt x="23" y="164"/>
                    </a:lnTo>
                    <a:lnTo>
                      <a:pt x="28" y="164"/>
                    </a:lnTo>
                    <a:lnTo>
                      <a:pt x="13" y="58"/>
                    </a:lnTo>
                    <a:lnTo>
                      <a:pt x="19" y="44"/>
                    </a:lnTo>
                    <a:lnTo>
                      <a:pt x="21" y="0"/>
                    </a:lnTo>
                    <a:lnTo>
                      <a:pt x="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1" name="îṣ1íḋè">
              <a:extLst>
                <a:ext uri="{FF2B5EF4-FFF2-40B4-BE49-F238E27FC236}">
                  <a16:creationId xmlns:a16="http://schemas.microsoft.com/office/drawing/2014/main" id="{1A0C3C9C-4D32-4250-B017-647F4CFE9E4F}"/>
                </a:ext>
              </a:extLst>
            </p:cNvPr>
            <p:cNvGrpSpPr/>
            <p:nvPr/>
          </p:nvGrpSpPr>
          <p:grpSpPr>
            <a:xfrm>
              <a:off x="6372847" y="4148453"/>
              <a:ext cx="720078" cy="553686"/>
              <a:chOff x="3019426" y="4346575"/>
              <a:chExt cx="796925" cy="612776"/>
            </a:xfrm>
            <a:solidFill>
              <a:srgbClr val="8CC63F"/>
            </a:solidFill>
          </p:grpSpPr>
          <p:sp>
            <p:nvSpPr>
              <p:cNvPr id="325" name="íṩḷiḍé">
                <a:extLst>
                  <a:ext uri="{FF2B5EF4-FFF2-40B4-BE49-F238E27FC236}">
                    <a16:creationId xmlns:a16="http://schemas.microsoft.com/office/drawing/2014/main" id="{D2796D67-F18A-4844-9EF7-14A729708C92}"/>
                  </a:ext>
                </a:extLst>
              </p:cNvPr>
              <p:cNvSpPr/>
              <p:nvPr/>
            </p:nvSpPr>
            <p:spPr bwMode="auto">
              <a:xfrm>
                <a:off x="3040063" y="4346575"/>
                <a:ext cx="776288" cy="347663"/>
              </a:xfrm>
              <a:custGeom>
                <a:avLst/>
                <a:gdLst>
                  <a:gd name="T0" fmla="*/ 247 w 489"/>
                  <a:gd name="T1" fmla="*/ 219 h 219"/>
                  <a:gd name="T2" fmla="*/ 489 w 489"/>
                  <a:gd name="T3" fmla="*/ 110 h 219"/>
                  <a:gd name="T4" fmla="*/ 240 w 489"/>
                  <a:gd name="T5" fmla="*/ 0 h 219"/>
                  <a:gd name="T6" fmla="*/ 0 w 489"/>
                  <a:gd name="T7" fmla="*/ 107 h 219"/>
                  <a:gd name="T8" fmla="*/ 247 w 489"/>
                  <a:gd name="T9" fmla="*/ 219 h 219"/>
                </a:gdLst>
                <a:ahLst/>
                <a:cxnLst>
                  <a:cxn ang="0">
                    <a:pos x="T0" y="T1"/>
                  </a:cxn>
                  <a:cxn ang="0">
                    <a:pos x="T2" y="T3"/>
                  </a:cxn>
                  <a:cxn ang="0">
                    <a:pos x="T4" y="T5"/>
                  </a:cxn>
                  <a:cxn ang="0">
                    <a:pos x="T6" y="T7"/>
                  </a:cxn>
                  <a:cxn ang="0">
                    <a:pos x="T8" y="T9"/>
                  </a:cxn>
                </a:cxnLst>
                <a:rect l="0" t="0" r="r" b="b"/>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6" name="îşḷîḑè">
                <a:extLst>
                  <a:ext uri="{FF2B5EF4-FFF2-40B4-BE49-F238E27FC236}">
                    <a16:creationId xmlns:a16="http://schemas.microsoft.com/office/drawing/2014/main" id="{A6EF8AC2-F4AE-4884-BBC1-C4FEB3058EE3}"/>
                  </a:ext>
                </a:extLst>
              </p:cNvPr>
              <p:cNvSpPr/>
              <p:nvPr/>
            </p:nvSpPr>
            <p:spPr bwMode="auto">
              <a:xfrm>
                <a:off x="3049588" y="4510088"/>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7" name="îṡlîḑè">
                <a:extLst>
                  <a:ext uri="{FF2B5EF4-FFF2-40B4-BE49-F238E27FC236}">
                    <a16:creationId xmlns:a16="http://schemas.microsoft.com/office/drawing/2014/main" id="{444149BE-5A94-4327-B4FF-4C6C24792588}"/>
                  </a:ext>
                </a:extLst>
              </p:cNvPr>
              <p:cNvSpPr/>
              <p:nvPr/>
            </p:nvSpPr>
            <p:spPr bwMode="auto">
              <a:xfrm>
                <a:off x="3022601" y="4735513"/>
                <a:ext cx="76200" cy="77788"/>
              </a:xfrm>
              <a:custGeom>
                <a:avLst/>
                <a:gdLst>
                  <a:gd name="T0" fmla="*/ 0 w 48"/>
                  <a:gd name="T1" fmla="*/ 24 h 49"/>
                  <a:gd name="T2" fmla="*/ 0 w 48"/>
                  <a:gd name="T3" fmla="*/ 24 h 49"/>
                  <a:gd name="T4" fmla="*/ 0 w 48"/>
                  <a:gd name="T5" fmla="*/ 20 h 49"/>
                  <a:gd name="T6" fmla="*/ 2 w 48"/>
                  <a:gd name="T7" fmla="*/ 15 h 49"/>
                  <a:gd name="T8" fmla="*/ 4 w 48"/>
                  <a:gd name="T9" fmla="*/ 11 h 49"/>
                  <a:gd name="T10" fmla="*/ 7 w 48"/>
                  <a:gd name="T11" fmla="*/ 8 h 49"/>
                  <a:gd name="T12" fmla="*/ 11 w 48"/>
                  <a:gd name="T13" fmla="*/ 4 h 49"/>
                  <a:gd name="T14" fmla="*/ 15 w 48"/>
                  <a:gd name="T15" fmla="*/ 3 h 49"/>
                  <a:gd name="T16" fmla="*/ 19 w 48"/>
                  <a:gd name="T17" fmla="*/ 1 h 49"/>
                  <a:gd name="T18" fmla="*/ 25 w 48"/>
                  <a:gd name="T19" fmla="*/ 0 h 49"/>
                  <a:gd name="T20" fmla="*/ 25 w 48"/>
                  <a:gd name="T21" fmla="*/ 0 h 49"/>
                  <a:gd name="T22" fmla="*/ 29 w 48"/>
                  <a:gd name="T23" fmla="*/ 1 h 49"/>
                  <a:gd name="T24" fmla="*/ 34 w 48"/>
                  <a:gd name="T25" fmla="*/ 3 h 49"/>
                  <a:gd name="T26" fmla="*/ 38 w 48"/>
                  <a:gd name="T27" fmla="*/ 4 h 49"/>
                  <a:gd name="T28" fmla="*/ 41 w 48"/>
                  <a:gd name="T29" fmla="*/ 8 h 49"/>
                  <a:gd name="T30" fmla="*/ 44 w 48"/>
                  <a:gd name="T31" fmla="*/ 11 h 49"/>
                  <a:gd name="T32" fmla="*/ 46 w 48"/>
                  <a:gd name="T33" fmla="*/ 15 h 49"/>
                  <a:gd name="T34" fmla="*/ 48 w 48"/>
                  <a:gd name="T35" fmla="*/ 20 h 49"/>
                  <a:gd name="T36" fmla="*/ 48 w 48"/>
                  <a:gd name="T37" fmla="*/ 24 h 49"/>
                  <a:gd name="T38" fmla="*/ 48 w 48"/>
                  <a:gd name="T39" fmla="*/ 24 h 49"/>
                  <a:gd name="T40" fmla="*/ 48 w 48"/>
                  <a:gd name="T41" fmla="*/ 30 h 49"/>
                  <a:gd name="T42" fmla="*/ 46 w 48"/>
                  <a:gd name="T43" fmla="*/ 34 h 49"/>
                  <a:gd name="T44" fmla="*/ 44 w 48"/>
                  <a:gd name="T45" fmla="*/ 38 h 49"/>
                  <a:gd name="T46" fmla="*/ 41 w 48"/>
                  <a:gd name="T47" fmla="*/ 42 h 49"/>
                  <a:gd name="T48" fmla="*/ 38 w 48"/>
                  <a:gd name="T49" fmla="*/ 45 h 49"/>
                  <a:gd name="T50" fmla="*/ 34 w 48"/>
                  <a:gd name="T51" fmla="*/ 47 h 49"/>
                  <a:gd name="T52" fmla="*/ 29 w 48"/>
                  <a:gd name="T53" fmla="*/ 49 h 49"/>
                  <a:gd name="T54" fmla="*/ 25 w 48"/>
                  <a:gd name="T55" fmla="*/ 49 h 49"/>
                  <a:gd name="T56" fmla="*/ 25 w 48"/>
                  <a:gd name="T57" fmla="*/ 49 h 49"/>
                  <a:gd name="T58" fmla="*/ 19 w 48"/>
                  <a:gd name="T59" fmla="*/ 49 h 49"/>
                  <a:gd name="T60" fmla="*/ 15 w 48"/>
                  <a:gd name="T61" fmla="*/ 47 h 49"/>
                  <a:gd name="T62" fmla="*/ 11 w 48"/>
                  <a:gd name="T63" fmla="*/ 45 h 49"/>
                  <a:gd name="T64" fmla="*/ 7 w 48"/>
                  <a:gd name="T65" fmla="*/ 42 h 49"/>
                  <a:gd name="T66" fmla="*/ 4 w 48"/>
                  <a:gd name="T67" fmla="*/ 38 h 49"/>
                  <a:gd name="T68" fmla="*/ 2 w 48"/>
                  <a:gd name="T69" fmla="*/ 34 h 49"/>
                  <a:gd name="T70" fmla="*/ 0 w 48"/>
                  <a:gd name="T71" fmla="*/ 30 h 49"/>
                  <a:gd name="T72" fmla="*/ 0 w 48"/>
                  <a:gd name="T73" fmla="*/ 24 h 49"/>
                  <a:gd name="T74" fmla="*/ 0 w 48"/>
                  <a:gd name="T75"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9">
                    <a:moveTo>
                      <a:pt x="0" y="24"/>
                    </a:moveTo>
                    <a:lnTo>
                      <a:pt x="0" y="24"/>
                    </a:lnTo>
                    <a:lnTo>
                      <a:pt x="0" y="20"/>
                    </a:lnTo>
                    <a:lnTo>
                      <a:pt x="2" y="15"/>
                    </a:lnTo>
                    <a:lnTo>
                      <a:pt x="4" y="11"/>
                    </a:lnTo>
                    <a:lnTo>
                      <a:pt x="7" y="8"/>
                    </a:lnTo>
                    <a:lnTo>
                      <a:pt x="11" y="4"/>
                    </a:lnTo>
                    <a:lnTo>
                      <a:pt x="15" y="3"/>
                    </a:lnTo>
                    <a:lnTo>
                      <a:pt x="19" y="1"/>
                    </a:lnTo>
                    <a:lnTo>
                      <a:pt x="25" y="0"/>
                    </a:lnTo>
                    <a:lnTo>
                      <a:pt x="25" y="0"/>
                    </a:lnTo>
                    <a:lnTo>
                      <a:pt x="29" y="1"/>
                    </a:lnTo>
                    <a:lnTo>
                      <a:pt x="34" y="3"/>
                    </a:lnTo>
                    <a:lnTo>
                      <a:pt x="38" y="4"/>
                    </a:lnTo>
                    <a:lnTo>
                      <a:pt x="41" y="8"/>
                    </a:lnTo>
                    <a:lnTo>
                      <a:pt x="44" y="11"/>
                    </a:lnTo>
                    <a:lnTo>
                      <a:pt x="46" y="15"/>
                    </a:lnTo>
                    <a:lnTo>
                      <a:pt x="48" y="20"/>
                    </a:lnTo>
                    <a:lnTo>
                      <a:pt x="48" y="24"/>
                    </a:lnTo>
                    <a:lnTo>
                      <a:pt x="48" y="24"/>
                    </a:lnTo>
                    <a:lnTo>
                      <a:pt x="48" y="30"/>
                    </a:lnTo>
                    <a:lnTo>
                      <a:pt x="46" y="34"/>
                    </a:lnTo>
                    <a:lnTo>
                      <a:pt x="44" y="38"/>
                    </a:lnTo>
                    <a:lnTo>
                      <a:pt x="41" y="42"/>
                    </a:lnTo>
                    <a:lnTo>
                      <a:pt x="38" y="45"/>
                    </a:lnTo>
                    <a:lnTo>
                      <a:pt x="34" y="47"/>
                    </a:lnTo>
                    <a:lnTo>
                      <a:pt x="29" y="49"/>
                    </a:lnTo>
                    <a:lnTo>
                      <a:pt x="25" y="49"/>
                    </a:lnTo>
                    <a:lnTo>
                      <a:pt x="25" y="49"/>
                    </a:lnTo>
                    <a:lnTo>
                      <a:pt x="19" y="49"/>
                    </a:lnTo>
                    <a:lnTo>
                      <a:pt x="15" y="47"/>
                    </a:lnTo>
                    <a:lnTo>
                      <a:pt x="11" y="45"/>
                    </a:lnTo>
                    <a:lnTo>
                      <a:pt x="7" y="42"/>
                    </a:lnTo>
                    <a:lnTo>
                      <a:pt x="4" y="38"/>
                    </a:lnTo>
                    <a:lnTo>
                      <a:pt x="2" y="34"/>
                    </a:lnTo>
                    <a:lnTo>
                      <a:pt x="0" y="30"/>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8" name="îṡļiḍê">
                <a:extLst>
                  <a:ext uri="{FF2B5EF4-FFF2-40B4-BE49-F238E27FC236}">
                    <a16:creationId xmlns:a16="http://schemas.microsoft.com/office/drawing/2014/main" id="{11660913-4935-4D73-A6E7-2E94F48066D3}"/>
                  </a:ext>
                </a:extLst>
              </p:cNvPr>
              <p:cNvSpPr/>
              <p:nvPr/>
            </p:nvSpPr>
            <p:spPr bwMode="auto">
              <a:xfrm>
                <a:off x="3052763" y="4778375"/>
                <a:ext cx="46038" cy="169863"/>
              </a:xfrm>
              <a:custGeom>
                <a:avLst/>
                <a:gdLst>
                  <a:gd name="T0" fmla="*/ 17 w 29"/>
                  <a:gd name="T1" fmla="*/ 5 h 107"/>
                  <a:gd name="T2" fmla="*/ 17 w 29"/>
                  <a:gd name="T3" fmla="*/ 5 h 107"/>
                  <a:gd name="T4" fmla="*/ 19 w 29"/>
                  <a:gd name="T5" fmla="*/ 12 h 107"/>
                  <a:gd name="T6" fmla="*/ 22 w 29"/>
                  <a:gd name="T7" fmla="*/ 22 h 107"/>
                  <a:gd name="T8" fmla="*/ 25 w 29"/>
                  <a:gd name="T9" fmla="*/ 33 h 107"/>
                  <a:gd name="T10" fmla="*/ 27 w 29"/>
                  <a:gd name="T11" fmla="*/ 47 h 107"/>
                  <a:gd name="T12" fmla="*/ 29 w 29"/>
                  <a:gd name="T13" fmla="*/ 65 h 107"/>
                  <a:gd name="T14" fmla="*/ 29 w 29"/>
                  <a:gd name="T15" fmla="*/ 84 h 107"/>
                  <a:gd name="T16" fmla="*/ 27 w 29"/>
                  <a:gd name="T17" fmla="*/ 107 h 107"/>
                  <a:gd name="T18" fmla="*/ 0 w 29"/>
                  <a:gd name="T19" fmla="*/ 107 h 107"/>
                  <a:gd name="T20" fmla="*/ 0 w 29"/>
                  <a:gd name="T21" fmla="*/ 0 h 107"/>
                  <a:gd name="T22" fmla="*/ 0 w 29"/>
                  <a:gd name="T23" fmla="*/ 0 h 107"/>
                  <a:gd name="T24" fmla="*/ 8 w 29"/>
                  <a:gd name="T25" fmla="*/ 4 h 107"/>
                  <a:gd name="T26" fmla="*/ 14 w 29"/>
                  <a:gd name="T27" fmla="*/ 5 h 107"/>
                  <a:gd name="T28" fmla="*/ 15 w 29"/>
                  <a:gd name="T29" fmla="*/ 5 h 107"/>
                  <a:gd name="T30" fmla="*/ 17 w 29"/>
                  <a:gd name="T31" fmla="*/ 5 h 107"/>
                  <a:gd name="T32" fmla="*/ 17 w 29"/>
                  <a:gd name="T33"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0" y="0"/>
                    </a:lnTo>
                    <a:lnTo>
                      <a:pt x="8" y="4"/>
                    </a:lnTo>
                    <a:lnTo>
                      <a:pt x="14" y="5"/>
                    </a:lnTo>
                    <a:lnTo>
                      <a:pt x="15" y="5"/>
                    </a:lnTo>
                    <a:lnTo>
                      <a:pt x="17" y="5"/>
                    </a:lnTo>
                    <a:lnTo>
                      <a:pt x="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9" name="íşļîḋè">
                <a:extLst>
                  <a:ext uri="{FF2B5EF4-FFF2-40B4-BE49-F238E27FC236}">
                    <a16:creationId xmlns:a16="http://schemas.microsoft.com/office/drawing/2014/main" id="{2A912F38-CAE3-465B-A247-B2B30714DC20}"/>
                  </a:ext>
                </a:extLst>
              </p:cNvPr>
              <p:cNvSpPr/>
              <p:nvPr/>
            </p:nvSpPr>
            <p:spPr bwMode="auto">
              <a:xfrm>
                <a:off x="3019426" y="4778375"/>
                <a:ext cx="46038" cy="169863"/>
              </a:xfrm>
              <a:custGeom>
                <a:avLst/>
                <a:gdLst>
                  <a:gd name="T0" fmla="*/ 13 w 29"/>
                  <a:gd name="T1" fmla="*/ 5 h 107"/>
                  <a:gd name="T2" fmla="*/ 13 w 29"/>
                  <a:gd name="T3" fmla="*/ 5 h 107"/>
                  <a:gd name="T4" fmla="*/ 10 w 29"/>
                  <a:gd name="T5" fmla="*/ 12 h 107"/>
                  <a:gd name="T6" fmla="*/ 4 w 29"/>
                  <a:gd name="T7" fmla="*/ 33 h 107"/>
                  <a:gd name="T8" fmla="*/ 2 w 29"/>
                  <a:gd name="T9" fmla="*/ 47 h 107"/>
                  <a:gd name="T10" fmla="*/ 0 w 29"/>
                  <a:gd name="T11" fmla="*/ 65 h 107"/>
                  <a:gd name="T12" fmla="*/ 0 w 29"/>
                  <a:gd name="T13" fmla="*/ 84 h 107"/>
                  <a:gd name="T14" fmla="*/ 1 w 29"/>
                  <a:gd name="T15" fmla="*/ 107 h 107"/>
                  <a:gd name="T16" fmla="*/ 29 w 29"/>
                  <a:gd name="T17" fmla="*/ 107 h 107"/>
                  <a:gd name="T18" fmla="*/ 29 w 29"/>
                  <a:gd name="T19" fmla="*/ 0 h 107"/>
                  <a:gd name="T20" fmla="*/ 29 w 29"/>
                  <a:gd name="T21" fmla="*/ 0 h 107"/>
                  <a:gd name="T22" fmla="*/ 21 w 29"/>
                  <a:gd name="T23" fmla="*/ 4 h 107"/>
                  <a:gd name="T24" fmla="*/ 16 w 29"/>
                  <a:gd name="T25" fmla="*/ 5 h 107"/>
                  <a:gd name="T26" fmla="*/ 13 w 29"/>
                  <a:gd name="T27" fmla="*/ 5 h 107"/>
                  <a:gd name="T28" fmla="*/ 13 w 29"/>
                  <a:gd name="T29" fmla="*/ 5 h 107"/>
                  <a:gd name="T30" fmla="*/ 13 w 29"/>
                  <a:gd name="T31"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07">
                    <a:moveTo>
                      <a:pt x="13" y="5"/>
                    </a:moveTo>
                    <a:lnTo>
                      <a:pt x="13" y="5"/>
                    </a:lnTo>
                    <a:lnTo>
                      <a:pt x="10" y="12"/>
                    </a:lnTo>
                    <a:lnTo>
                      <a:pt x="4" y="33"/>
                    </a:lnTo>
                    <a:lnTo>
                      <a:pt x="2" y="47"/>
                    </a:lnTo>
                    <a:lnTo>
                      <a:pt x="0" y="65"/>
                    </a:lnTo>
                    <a:lnTo>
                      <a:pt x="0" y="84"/>
                    </a:lnTo>
                    <a:lnTo>
                      <a:pt x="1" y="107"/>
                    </a:lnTo>
                    <a:lnTo>
                      <a:pt x="29" y="107"/>
                    </a:lnTo>
                    <a:lnTo>
                      <a:pt x="29" y="0"/>
                    </a:lnTo>
                    <a:lnTo>
                      <a:pt x="29" y="0"/>
                    </a:lnTo>
                    <a:lnTo>
                      <a:pt x="21" y="4"/>
                    </a:lnTo>
                    <a:lnTo>
                      <a:pt x="16" y="5"/>
                    </a:lnTo>
                    <a:lnTo>
                      <a:pt x="13" y="5"/>
                    </a:lnTo>
                    <a:lnTo>
                      <a:pt x="13" y="5"/>
                    </a:lnTo>
                    <a:lnTo>
                      <a:pt x="13"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0" name="iṥḻïďè">
                <a:extLst>
                  <a:ext uri="{FF2B5EF4-FFF2-40B4-BE49-F238E27FC236}">
                    <a16:creationId xmlns:a16="http://schemas.microsoft.com/office/drawing/2014/main" id="{6F12D06E-F95E-4044-96BE-6402E70C389B}"/>
                  </a:ext>
                </a:extLst>
              </p:cNvPr>
              <p:cNvSpPr/>
              <p:nvPr/>
            </p:nvSpPr>
            <p:spPr bwMode="auto">
              <a:xfrm>
                <a:off x="3211513" y="4624388"/>
                <a:ext cx="449263" cy="334963"/>
              </a:xfrm>
              <a:custGeom>
                <a:avLst/>
                <a:gdLst>
                  <a:gd name="T0" fmla="*/ 0 w 283"/>
                  <a:gd name="T1" fmla="*/ 0 h 211"/>
                  <a:gd name="T2" fmla="*/ 0 w 283"/>
                  <a:gd name="T3" fmla="*/ 0 h 211"/>
                  <a:gd name="T4" fmla="*/ 63 w 283"/>
                  <a:gd name="T5" fmla="*/ 29 h 211"/>
                  <a:gd name="T6" fmla="*/ 143 w 283"/>
                  <a:gd name="T7" fmla="*/ 67 h 211"/>
                  <a:gd name="T8" fmla="*/ 143 w 283"/>
                  <a:gd name="T9" fmla="*/ 67 h 211"/>
                  <a:gd name="T10" fmla="*/ 221 w 283"/>
                  <a:gd name="T11" fmla="*/ 29 h 211"/>
                  <a:gd name="T12" fmla="*/ 283 w 283"/>
                  <a:gd name="T13" fmla="*/ 0 h 211"/>
                  <a:gd name="T14" fmla="*/ 283 w 283"/>
                  <a:gd name="T15" fmla="*/ 163 h 211"/>
                  <a:gd name="T16" fmla="*/ 283 w 283"/>
                  <a:gd name="T17" fmla="*/ 163 h 211"/>
                  <a:gd name="T18" fmla="*/ 277 w 283"/>
                  <a:gd name="T19" fmla="*/ 170 h 211"/>
                  <a:gd name="T20" fmla="*/ 267 w 283"/>
                  <a:gd name="T21" fmla="*/ 177 h 211"/>
                  <a:gd name="T22" fmla="*/ 259 w 283"/>
                  <a:gd name="T23" fmla="*/ 182 h 211"/>
                  <a:gd name="T24" fmla="*/ 250 w 283"/>
                  <a:gd name="T25" fmla="*/ 188 h 211"/>
                  <a:gd name="T26" fmla="*/ 229 w 283"/>
                  <a:gd name="T27" fmla="*/ 196 h 211"/>
                  <a:gd name="T28" fmla="*/ 209 w 283"/>
                  <a:gd name="T29" fmla="*/ 201 h 211"/>
                  <a:gd name="T30" fmla="*/ 190 w 283"/>
                  <a:gd name="T31" fmla="*/ 205 h 211"/>
                  <a:gd name="T32" fmla="*/ 172 w 283"/>
                  <a:gd name="T33" fmla="*/ 208 h 211"/>
                  <a:gd name="T34" fmla="*/ 147 w 283"/>
                  <a:gd name="T35" fmla="*/ 211 h 211"/>
                  <a:gd name="T36" fmla="*/ 147 w 283"/>
                  <a:gd name="T37" fmla="*/ 211 h 211"/>
                  <a:gd name="T38" fmla="*/ 147 w 283"/>
                  <a:gd name="T39" fmla="*/ 211 h 211"/>
                  <a:gd name="T40" fmla="*/ 143 w 283"/>
                  <a:gd name="T41" fmla="*/ 211 h 211"/>
                  <a:gd name="T42" fmla="*/ 143 w 283"/>
                  <a:gd name="T43" fmla="*/ 211 h 211"/>
                  <a:gd name="T44" fmla="*/ 139 w 283"/>
                  <a:gd name="T45" fmla="*/ 211 h 211"/>
                  <a:gd name="T46" fmla="*/ 139 w 283"/>
                  <a:gd name="T47" fmla="*/ 211 h 211"/>
                  <a:gd name="T48" fmla="*/ 139 w 283"/>
                  <a:gd name="T49" fmla="*/ 211 h 211"/>
                  <a:gd name="T50" fmla="*/ 113 w 283"/>
                  <a:gd name="T51" fmla="*/ 208 h 211"/>
                  <a:gd name="T52" fmla="*/ 94 w 283"/>
                  <a:gd name="T53" fmla="*/ 205 h 211"/>
                  <a:gd name="T54" fmla="*/ 75 w 283"/>
                  <a:gd name="T55" fmla="*/ 201 h 211"/>
                  <a:gd name="T56" fmla="*/ 55 w 283"/>
                  <a:gd name="T57" fmla="*/ 196 h 211"/>
                  <a:gd name="T58" fmla="*/ 36 w 283"/>
                  <a:gd name="T59" fmla="*/ 188 h 211"/>
                  <a:gd name="T60" fmla="*/ 26 w 283"/>
                  <a:gd name="T61" fmla="*/ 182 h 211"/>
                  <a:gd name="T62" fmla="*/ 17 w 283"/>
                  <a:gd name="T63" fmla="*/ 177 h 211"/>
                  <a:gd name="T64" fmla="*/ 9 w 283"/>
                  <a:gd name="T65" fmla="*/ 170 h 211"/>
                  <a:gd name="T66" fmla="*/ 0 w 283"/>
                  <a:gd name="T67" fmla="*/ 163 h 211"/>
                  <a:gd name="T68" fmla="*/ 0 w 283"/>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11">
                    <a:moveTo>
                      <a:pt x="0" y="0"/>
                    </a:moveTo>
                    <a:lnTo>
                      <a:pt x="0" y="0"/>
                    </a:lnTo>
                    <a:lnTo>
                      <a:pt x="63" y="29"/>
                    </a:lnTo>
                    <a:lnTo>
                      <a:pt x="143" y="67"/>
                    </a:lnTo>
                    <a:lnTo>
                      <a:pt x="143" y="67"/>
                    </a:lnTo>
                    <a:lnTo>
                      <a:pt x="221" y="29"/>
                    </a:lnTo>
                    <a:lnTo>
                      <a:pt x="283" y="0"/>
                    </a:lnTo>
                    <a:lnTo>
                      <a:pt x="283" y="163"/>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7" y="211"/>
                    </a:lnTo>
                    <a:lnTo>
                      <a:pt x="147" y="211"/>
                    </a:lnTo>
                    <a:lnTo>
                      <a:pt x="143" y="211"/>
                    </a:lnTo>
                    <a:lnTo>
                      <a:pt x="143" y="211"/>
                    </a:lnTo>
                    <a:lnTo>
                      <a:pt x="139" y="211"/>
                    </a:lnTo>
                    <a:lnTo>
                      <a:pt x="139"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2" name="îśḻiḑe">
              <a:extLst>
                <a:ext uri="{FF2B5EF4-FFF2-40B4-BE49-F238E27FC236}">
                  <a16:creationId xmlns:a16="http://schemas.microsoft.com/office/drawing/2014/main" id="{1A9ED55E-5BC8-4AB7-B89E-778E6FA42FB4}"/>
                </a:ext>
              </a:extLst>
            </p:cNvPr>
            <p:cNvSpPr/>
            <p:nvPr/>
          </p:nvSpPr>
          <p:spPr bwMode="auto">
            <a:xfrm>
              <a:off x="7286571" y="2226950"/>
              <a:ext cx="354301" cy="444669"/>
            </a:xfrm>
            <a:custGeom>
              <a:avLst/>
              <a:gdLst>
                <a:gd name="T0" fmla="*/ 130175 w 247"/>
                <a:gd name="T1" fmla="*/ 238125 h 310"/>
                <a:gd name="T2" fmla="*/ 138113 w 247"/>
                <a:gd name="T3" fmla="*/ 209550 h 310"/>
                <a:gd name="T4" fmla="*/ 138113 w 247"/>
                <a:gd name="T5" fmla="*/ 93663 h 310"/>
                <a:gd name="T6" fmla="*/ 125413 w 247"/>
                <a:gd name="T7" fmla="*/ 79375 h 310"/>
                <a:gd name="T8" fmla="*/ 127000 w 247"/>
                <a:gd name="T9" fmla="*/ 26988 h 310"/>
                <a:gd name="T10" fmla="*/ 127000 w 247"/>
                <a:gd name="T11" fmla="*/ 20638 h 310"/>
                <a:gd name="T12" fmla="*/ 146050 w 247"/>
                <a:gd name="T13" fmla="*/ 7938 h 310"/>
                <a:gd name="T14" fmla="*/ 198438 w 247"/>
                <a:gd name="T15" fmla="*/ 0 h 310"/>
                <a:gd name="T16" fmla="*/ 257175 w 247"/>
                <a:gd name="T17" fmla="*/ 9525 h 310"/>
                <a:gd name="T18" fmla="*/ 266700 w 247"/>
                <a:gd name="T19" fmla="*/ 25400 h 310"/>
                <a:gd name="T20" fmla="*/ 269875 w 247"/>
                <a:gd name="T21" fmla="*/ 26988 h 310"/>
                <a:gd name="T22" fmla="*/ 266700 w 247"/>
                <a:gd name="T23" fmla="*/ 79375 h 310"/>
                <a:gd name="T24" fmla="*/ 257175 w 247"/>
                <a:gd name="T25" fmla="*/ 92075 h 310"/>
                <a:gd name="T26" fmla="*/ 247650 w 247"/>
                <a:gd name="T27" fmla="*/ 209550 h 310"/>
                <a:gd name="T28" fmla="*/ 249238 w 247"/>
                <a:gd name="T29" fmla="*/ 222250 h 310"/>
                <a:gd name="T30" fmla="*/ 263525 w 247"/>
                <a:gd name="T31" fmla="*/ 238125 h 310"/>
                <a:gd name="T32" fmla="*/ 301625 w 247"/>
                <a:gd name="T33" fmla="*/ 271463 h 310"/>
                <a:gd name="T34" fmla="*/ 366713 w 247"/>
                <a:gd name="T35" fmla="*/ 352425 h 310"/>
                <a:gd name="T36" fmla="*/ 390525 w 247"/>
                <a:gd name="T37" fmla="*/ 401638 h 310"/>
                <a:gd name="T38" fmla="*/ 385763 w 247"/>
                <a:gd name="T39" fmla="*/ 441325 h 310"/>
                <a:gd name="T40" fmla="*/ 374650 w 247"/>
                <a:gd name="T41" fmla="*/ 452438 h 310"/>
                <a:gd name="T42" fmla="*/ 296863 w 247"/>
                <a:gd name="T43" fmla="*/ 482600 h 310"/>
                <a:gd name="T44" fmla="*/ 223838 w 247"/>
                <a:gd name="T45" fmla="*/ 492125 h 310"/>
                <a:gd name="T46" fmla="*/ 179388 w 247"/>
                <a:gd name="T47" fmla="*/ 492125 h 310"/>
                <a:gd name="T48" fmla="*/ 80963 w 247"/>
                <a:gd name="T49" fmla="*/ 481013 h 310"/>
                <a:gd name="T50" fmla="*/ 100013 w 247"/>
                <a:gd name="T51" fmla="*/ 452438 h 310"/>
                <a:gd name="T52" fmla="*/ 131763 w 247"/>
                <a:gd name="T53" fmla="*/ 455613 h 310"/>
                <a:gd name="T54" fmla="*/ 96838 w 247"/>
                <a:gd name="T55" fmla="*/ 444500 h 310"/>
                <a:gd name="T56" fmla="*/ 80963 w 247"/>
                <a:gd name="T57" fmla="*/ 334963 h 310"/>
                <a:gd name="T58" fmla="*/ 120650 w 247"/>
                <a:gd name="T59" fmla="*/ 285750 h 310"/>
                <a:gd name="T60" fmla="*/ 80963 w 247"/>
                <a:gd name="T61" fmla="*/ 322263 h 310"/>
                <a:gd name="T62" fmla="*/ 107950 w 247"/>
                <a:gd name="T63" fmla="*/ 252413 h 310"/>
                <a:gd name="T64" fmla="*/ 80963 w 247"/>
                <a:gd name="T65" fmla="*/ 481013 h 310"/>
                <a:gd name="T66" fmla="*/ 47625 w 247"/>
                <a:gd name="T67" fmla="*/ 469900 h 310"/>
                <a:gd name="T68" fmla="*/ 17463 w 247"/>
                <a:gd name="T69" fmla="*/ 452438 h 310"/>
                <a:gd name="T70" fmla="*/ 3175 w 247"/>
                <a:gd name="T71" fmla="*/ 428625 h 310"/>
                <a:gd name="T72" fmla="*/ 4763 w 247"/>
                <a:gd name="T73" fmla="*/ 398463 h 310"/>
                <a:gd name="T74" fmla="*/ 42863 w 247"/>
                <a:gd name="T75" fmla="*/ 325438 h 310"/>
                <a:gd name="T76" fmla="*/ 80963 w 247"/>
                <a:gd name="T77" fmla="*/ 322263 h 310"/>
                <a:gd name="T78" fmla="*/ 42863 w 247"/>
                <a:gd name="T79" fmla="*/ 361950 h 310"/>
                <a:gd name="T80" fmla="*/ 28575 w 247"/>
                <a:gd name="T81" fmla="*/ 395288 h 310"/>
                <a:gd name="T82" fmla="*/ 28575 w 247"/>
                <a:gd name="T83" fmla="*/ 414338 h 310"/>
                <a:gd name="T84" fmla="*/ 42863 w 247"/>
                <a:gd name="T85" fmla="*/ 433388 h 310"/>
                <a:gd name="T86" fmla="*/ 80963 w 247"/>
                <a:gd name="T87" fmla="*/ 481013 h 310"/>
                <a:gd name="T88" fmla="*/ 80963 w 247"/>
                <a:gd name="T89" fmla="*/ 334963 h 310"/>
                <a:gd name="T90" fmla="*/ 53975 w 247"/>
                <a:gd name="T91" fmla="*/ 385763 h 310"/>
                <a:gd name="T92" fmla="*/ 57150 w 247"/>
                <a:gd name="T93" fmla="*/ 411163 h 310"/>
                <a:gd name="T94" fmla="*/ 80963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3" name="íṧliḑe">
              <a:extLst>
                <a:ext uri="{FF2B5EF4-FFF2-40B4-BE49-F238E27FC236}">
                  <a16:creationId xmlns:a16="http://schemas.microsoft.com/office/drawing/2014/main" id="{A11B4C2F-21E7-41FB-9EBB-B610ECBF1450}"/>
                </a:ext>
              </a:extLst>
            </p:cNvPr>
            <p:cNvGrpSpPr/>
            <p:nvPr/>
          </p:nvGrpSpPr>
          <p:grpSpPr>
            <a:xfrm>
              <a:off x="4730441" y="2075728"/>
              <a:ext cx="365778" cy="552253"/>
              <a:chOff x="1201738" y="2052638"/>
              <a:chExt cx="404813" cy="611188"/>
            </a:xfrm>
            <a:solidFill>
              <a:srgbClr val="8CC63F"/>
            </a:solidFill>
          </p:grpSpPr>
          <p:sp>
            <p:nvSpPr>
              <p:cNvPr id="321" name="ïṥḻíďé">
                <a:extLst>
                  <a:ext uri="{FF2B5EF4-FFF2-40B4-BE49-F238E27FC236}">
                    <a16:creationId xmlns:a16="http://schemas.microsoft.com/office/drawing/2014/main" id="{137EB21C-4C70-4D9B-8077-3CBD805AD15E}"/>
                  </a:ext>
                </a:extLst>
              </p:cNvPr>
              <p:cNvSpPr/>
              <p:nvPr/>
            </p:nvSpPr>
            <p:spPr bwMode="auto">
              <a:xfrm>
                <a:off x="1325563" y="2101850"/>
                <a:ext cx="139700" cy="139700"/>
              </a:xfrm>
              <a:custGeom>
                <a:avLst/>
                <a:gdLst>
                  <a:gd name="T0" fmla="*/ 88 w 88"/>
                  <a:gd name="T1" fmla="*/ 44 h 88"/>
                  <a:gd name="T2" fmla="*/ 88 w 88"/>
                  <a:gd name="T3" fmla="*/ 44 h 88"/>
                  <a:gd name="T4" fmla="*/ 86 w 88"/>
                  <a:gd name="T5" fmla="*/ 36 h 88"/>
                  <a:gd name="T6" fmla="*/ 83 w 88"/>
                  <a:gd name="T7" fmla="*/ 27 h 88"/>
                  <a:gd name="T8" fmla="*/ 79 w 88"/>
                  <a:gd name="T9" fmla="*/ 19 h 88"/>
                  <a:gd name="T10" fmla="*/ 74 w 88"/>
                  <a:gd name="T11" fmla="*/ 13 h 88"/>
                  <a:gd name="T12" fmla="*/ 67 w 88"/>
                  <a:gd name="T13" fmla="*/ 7 h 88"/>
                  <a:gd name="T14" fmla="*/ 60 w 88"/>
                  <a:gd name="T15" fmla="*/ 3 h 88"/>
                  <a:gd name="T16" fmla="*/ 52 w 88"/>
                  <a:gd name="T17" fmla="*/ 0 h 88"/>
                  <a:gd name="T18" fmla="*/ 43 w 88"/>
                  <a:gd name="T19" fmla="*/ 0 h 88"/>
                  <a:gd name="T20" fmla="*/ 43 w 88"/>
                  <a:gd name="T21" fmla="*/ 0 h 88"/>
                  <a:gd name="T22" fmla="*/ 35 w 88"/>
                  <a:gd name="T23" fmla="*/ 0 h 88"/>
                  <a:gd name="T24" fmla="*/ 27 w 88"/>
                  <a:gd name="T25" fmla="*/ 3 h 88"/>
                  <a:gd name="T26" fmla="*/ 18 w 88"/>
                  <a:gd name="T27" fmla="*/ 7 h 88"/>
                  <a:gd name="T28" fmla="*/ 12 w 88"/>
                  <a:gd name="T29" fmla="*/ 13 h 88"/>
                  <a:gd name="T30" fmla="*/ 6 w 88"/>
                  <a:gd name="T31" fmla="*/ 19 h 88"/>
                  <a:gd name="T32" fmla="*/ 2 w 88"/>
                  <a:gd name="T33" fmla="*/ 27 h 88"/>
                  <a:gd name="T34" fmla="*/ 0 w 88"/>
                  <a:gd name="T35" fmla="*/ 36 h 88"/>
                  <a:gd name="T36" fmla="*/ 0 w 88"/>
                  <a:gd name="T37" fmla="*/ 44 h 88"/>
                  <a:gd name="T38" fmla="*/ 0 w 88"/>
                  <a:gd name="T39" fmla="*/ 44 h 88"/>
                  <a:gd name="T40" fmla="*/ 0 w 88"/>
                  <a:gd name="T41" fmla="*/ 53 h 88"/>
                  <a:gd name="T42" fmla="*/ 2 w 88"/>
                  <a:gd name="T43" fmla="*/ 61 h 88"/>
                  <a:gd name="T44" fmla="*/ 6 w 88"/>
                  <a:gd name="T45" fmla="*/ 68 h 88"/>
                  <a:gd name="T46" fmla="*/ 12 w 88"/>
                  <a:gd name="T47" fmla="*/ 75 h 88"/>
                  <a:gd name="T48" fmla="*/ 18 w 88"/>
                  <a:gd name="T49" fmla="*/ 80 h 88"/>
                  <a:gd name="T50" fmla="*/ 27 w 88"/>
                  <a:gd name="T51" fmla="*/ 84 h 88"/>
                  <a:gd name="T52" fmla="*/ 35 w 88"/>
                  <a:gd name="T53" fmla="*/ 87 h 88"/>
                  <a:gd name="T54" fmla="*/ 43 w 88"/>
                  <a:gd name="T55" fmla="*/ 88 h 88"/>
                  <a:gd name="T56" fmla="*/ 43 w 88"/>
                  <a:gd name="T57" fmla="*/ 88 h 88"/>
                  <a:gd name="T58" fmla="*/ 52 w 88"/>
                  <a:gd name="T59" fmla="*/ 87 h 88"/>
                  <a:gd name="T60" fmla="*/ 60 w 88"/>
                  <a:gd name="T61" fmla="*/ 84 h 88"/>
                  <a:gd name="T62" fmla="*/ 67 w 88"/>
                  <a:gd name="T63" fmla="*/ 80 h 88"/>
                  <a:gd name="T64" fmla="*/ 74 w 88"/>
                  <a:gd name="T65" fmla="*/ 75 h 88"/>
                  <a:gd name="T66" fmla="*/ 79 w 88"/>
                  <a:gd name="T67" fmla="*/ 68 h 88"/>
                  <a:gd name="T68" fmla="*/ 83 w 88"/>
                  <a:gd name="T69" fmla="*/ 61 h 88"/>
                  <a:gd name="T70" fmla="*/ 86 w 88"/>
                  <a:gd name="T71" fmla="*/ 53 h 88"/>
                  <a:gd name="T72" fmla="*/ 88 w 88"/>
                  <a:gd name="T73" fmla="*/ 44 h 88"/>
                  <a:gd name="T74" fmla="*/ 88 w 88"/>
                  <a:gd name="T75"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88" y="44"/>
                    </a:moveTo>
                    <a:lnTo>
                      <a:pt x="88" y="44"/>
                    </a:lnTo>
                    <a:lnTo>
                      <a:pt x="86" y="36"/>
                    </a:lnTo>
                    <a:lnTo>
                      <a:pt x="83" y="27"/>
                    </a:lnTo>
                    <a:lnTo>
                      <a:pt x="79" y="19"/>
                    </a:lnTo>
                    <a:lnTo>
                      <a:pt x="74" y="13"/>
                    </a:lnTo>
                    <a:lnTo>
                      <a:pt x="67" y="7"/>
                    </a:lnTo>
                    <a:lnTo>
                      <a:pt x="60" y="3"/>
                    </a:lnTo>
                    <a:lnTo>
                      <a:pt x="52" y="0"/>
                    </a:lnTo>
                    <a:lnTo>
                      <a:pt x="43" y="0"/>
                    </a:lnTo>
                    <a:lnTo>
                      <a:pt x="43" y="0"/>
                    </a:lnTo>
                    <a:lnTo>
                      <a:pt x="35" y="0"/>
                    </a:lnTo>
                    <a:lnTo>
                      <a:pt x="27" y="3"/>
                    </a:lnTo>
                    <a:lnTo>
                      <a:pt x="18" y="7"/>
                    </a:lnTo>
                    <a:lnTo>
                      <a:pt x="12" y="13"/>
                    </a:lnTo>
                    <a:lnTo>
                      <a:pt x="6" y="19"/>
                    </a:lnTo>
                    <a:lnTo>
                      <a:pt x="2" y="27"/>
                    </a:lnTo>
                    <a:lnTo>
                      <a:pt x="0" y="36"/>
                    </a:lnTo>
                    <a:lnTo>
                      <a:pt x="0" y="44"/>
                    </a:lnTo>
                    <a:lnTo>
                      <a:pt x="0" y="44"/>
                    </a:lnTo>
                    <a:lnTo>
                      <a:pt x="0" y="53"/>
                    </a:lnTo>
                    <a:lnTo>
                      <a:pt x="2" y="61"/>
                    </a:lnTo>
                    <a:lnTo>
                      <a:pt x="6" y="68"/>
                    </a:lnTo>
                    <a:lnTo>
                      <a:pt x="12" y="75"/>
                    </a:lnTo>
                    <a:lnTo>
                      <a:pt x="18" y="80"/>
                    </a:lnTo>
                    <a:lnTo>
                      <a:pt x="27" y="84"/>
                    </a:lnTo>
                    <a:lnTo>
                      <a:pt x="35" y="87"/>
                    </a:lnTo>
                    <a:lnTo>
                      <a:pt x="43" y="88"/>
                    </a:lnTo>
                    <a:lnTo>
                      <a:pt x="43" y="88"/>
                    </a:lnTo>
                    <a:lnTo>
                      <a:pt x="52" y="87"/>
                    </a:lnTo>
                    <a:lnTo>
                      <a:pt x="60" y="84"/>
                    </a:lnTo>
                    <a:lnTo>
                      <a:pt x="67" y="80"/>
                    </a:lnTo>
                    <a:lnTo>
                      <a:pt x="74" y="75"/>
                    </a:lnTo>
                    <a:lnTo>
                      <a:pt x="79" y="68"/>
                    </a:lnTo>
                    <a:lnTo>
                      <a:pt x="83" y="61"/>
                    </a:lnTo>
                    <a:lnTo>
                      <a:pt x="86" y="53"/>
                    </a:lnTo>
                    <a:lnTo>
                      <a:pt x="88" y="44"/>
                    </a:lnTo>
                    <a:lnTo>
                      <a:pt x="8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2" name="ïSļïḑè">
                <a:extLst>
                  <a:ext uri="{FF2B5EF4-FFF2-40B4-BE49-F238E27FC236}">
                    <a16:creationId xmlns:a16="http://schemas.microsoft.com/office/drawing/2014/main" id="{E0AD4C26-29E7-4279-B2F2-41FD9C67F68B}"/>
                  </a:ext>
                </a:extLst>
              </p:cNvPr>
              <p:cNvSpPr/>
              <p:nvPr/>
            </p:nvSpPr>
            <p:spPr bwMode="auto">
              <a:xfrm>
                <a:off x="1201738" y="2205038"/>
                <a:ext cx="212725" cy="458788"/>
              </a:xfrm>
              <a:custGeom>
                <a:avLst/>
                <a:gdLst>
                  <a:gd name="T0" fmla="*/ 134 w 134"/>
                  <a:gd name="T1" fmla="*/ 7 h 289"/>
                  <a:gd name="T2" fmla="*/ 134 w 134"/>
                  <a:gd name="T3" fmla="*/ 7 h 289"/>
                  <a:gd name="T4" fmla="*/ 88 w 134"/>
                  <a:gd name="T5" fmla="*/ 129 h 289"/>
                  <a:gd name="T6" fmla="*/ 42 w 134"/>
                  <a:gd name="T7" fmla="*/ 248 h 289"/>
                  <a:gd name="T8" fmla="*/ 42 w 134"/>
                  <a:gd name="T9" fmla="*/ 248 h 289"/>
                  <a:gd name="T10" fmla="*/ 22 w 134"/>
                  <a:gd name="T11" fmla="*/ 268 h 289"/>
                  <a:gd name="T12" fmla="*/ 8 w 134"/>
                  <a:gd name="T13" fmla="*/ 282 h 289"/>
                  <a:gd name="T14" fmla="*/ 3 w 134"/>
                  <a:gd name="T15" fmla="*/ 286 h 289"/>
                  <a:gd name="T16" fmla="*/ 0 w 134"/>
                  <a:gd name="T17" fmla="*/ 289 h 289"/>
                  <a:gd name="T18" fmla="*/ 0 w 134"/>
                  <a:gd name="T19" fmla="*/ 289 h 289"/>
                  <a:gd name="T20" fmla="*/ 3 w 134"/>
                  <a:gd name="T21" fmla="*/ 275 h 289"/>
                  <a:gd name="T22" fmla="*/ 15 w 134"/>
                  <a:gd name="T23" fmla="*/ 243 h 289"/>
                  <a:gd name="T24" fmla="*/ 50 w 134"/>
                  <a:gd name="T25" fmla="*/ 144 h 289"/>
                  <a:gd name="T26" fmla="*/ 105 w 134"/>
                  <a:gd name="T27" fmla="*/ 0 h 289"/>
                  <a:gd name="T28" fmla="*/ 134 w 134"/>
                  <a:gd name="T29" fmla="*/ 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 h="289">
                    <a:moveTo>
                      <a:pt x="134" y="7"/>
                    </a:moveTo>
                    <a:lnTo>
                      <a:pt x="134" y="7"/>
                    </a:lnTo>
                    <a:lnTo>
                      <a:pt x="88" y="129"/>
                    </a:lnTo>
                    <a:lnTo>
                      <a:pt x="42" y="248"/>
                    </a:lnTo>
                    <a:lnTo>
                      <a:pt x="42" y="248"/>
                    </a:lnTo>
                    <a:lnTo>
                      <a:pt x="22" y="268"/>
                    </a:lnTo>
                    <a:lnTo>
                      <a:pt x="8" y="282"/>
                    </a:lnTo>
                    <a:lnTo>
                      <a:pt x="3" y="286"/>
                    </a:lnTo>
                    <a:lnTo>
                      <a:pt x="0" y="289"/>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3" name="îṡ1ïḓè">
                <a:extLst>
                  <a:ext uri="{FF2B5EF4-FFF2-40B4-BE49-F238E27FC236}">
                    <a16:creationId xmlns:a16="http://schemas.microsoft.com/office/drawing/2014/main" id="{5F7048A0-9851-4F8E-B6B4-6FD080BD86FC}"/>
                  </a:ext>
                </a:extLst>
              </p:cNvPr>
              <p:cNvSpPr/>
              <p:nvPr/>
            </p:nvSpPr>
            <p:spPr bwMode="auto">
              <a:xfrm>
                <a:off x="1371601" y="2205038"/>
                <a:ext cx="234950" cy="449263"/>
              </a:xfrm>
              <a:custGeom>
                <a:avLst/>
                <a:gdLst>
                  <a:gd name="T0" fmla="*/ 2 w 148"/>
                  <a:gd name="T1" fmla="*/ 13 h 283"/>
                  <a:gd name="T2" fmla="*/ 109 w 148"/>
                  <a:gd name="T3" fmla="*/ 244 h 283"/>
                  <a:gd name="T4" fmla="*/ 148 w 148"/>
                  <a:gd name="T5" fmla="*/ 283 h 283"/>
                  <a:gd name="T6" fmla="*/ 137 w 148"/>
                  <a:gd name="T7" fmla="*/ 229 h 283"/>
                  <a:gd name="T8" fmla="*/ 33 w 148"/>
                  <a:gd name="T9" fmla="*/ 0 h 283"/>
                  <a:gd name="T10" fmla="*/ 0 w 148"/>
                  <a:gd name="T11" fmla="*/ 10 h 283"/>
                  <a:gd name="T12" fmla="*/ 2 w 148"/>
                  <a:gd name="T13" fmla="*/ 13 h 283"/>
                </a:gdLst>
                <a:ahLst/>
                <a:cxnLst>
                  <a:cxn ang="0">
                    <a:pos x="T0" y="T1"/>
                  </a:cxn>
                  <a:cxn ang="0">
                    <a:pos x="T2" y="T3"/>
                  </a:cxn>
                  <a:cxn ang="0">
                    <a:pos x="T4" y="T5"/>
                  </a:cxn>
                  <a:cxn ang="0">
                    <a:pos x="T6" y="T7"/>
                  </a:cxn>
                  <a:cxn ang="0">
                    <a:pos x="T8" y="T9"/>
                  </a:cxn>
                  <a:cxn ang="0">
                    <a:pos x="T10" y="T11"/>
                  </a:cxn>
                  <a:cxn ang="0">
                    <a:pos x="T12" y="T13"/>
                  </a:cxn>
                </a:cxnLst>
                <a:rect l="0" t="0" r="r" b="b"/>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4" name="išḷiḍê">
                <a:extLst>
                  <a:ext uri="{FF2B5EF4-FFF2-40B4-BE49-F238E27FC236}">
                    <a16:creationId xmlns:a16="http://schemas.microsoft.com/office/drawing/2014/main" id="{2D84915F-DF70-44CE-828E-DDAB206CAF6C}"/>
                  </a:ext>
                </a:extLst>
              </p:cNvPr>
              <p:cNvSpPr/>
              <p:nvPr/>
            </p:nvSpPr>
            <p:spPr bwMode="auto">
              <a:xfrm>
                <a:off x="1376363" y="2052638"/>
                <a:ext cx="25400" cy="77788"/>
              </a:xfrm>
              <a:custGeom>
                <a:avLst/>
                <a:gdLst>
                  <a:gd name="T0" fmla="*/ 0 w 16"/>
                  <a:gd name="T1" fmla="*/ 41 h 49"/>
                  <a:gd name="T2" fmla="*/ 0 w 16"/>
                  <a:gd name="T3" fmla="*/ 41 h 49"/>
                  <a:gd name="T4" fmla="*/ 0 w 16"/>
                  <a:gd name="T5" fmla="*/ 44 h 49"/>
                  <a:gd name="T6" fmla="*/ 3 w 16"/>
                  <a:gd name="T7" fmla="*/ 46 h 49"/>
                  <a:gd name="T8" fmla="*/ 4 w 16"/>
                  <a:gd name="T9" fmla="*/ 48 h 49"/>
                  <a:gd name="T10" fmla="*/ 8 w 16"/>
                  <a:gd name="T11" fmla="*/ 49 h 49"/>
                  <a:gd name="T12" fmla="*/ 8 w 16"/>
                  <a:gd name="T13" fmla="*/ 49 h 49"/>
                  <a:gd name="T14" fmla="*/ 11 w 16"/>
                  <a:gd name="T15" fmla="*/ 48 h 49"/>
                  <a:gd name="T16" fmla="*/ 14 w 16"/>
                  <a:gd name="T17" fmla="*/ 46 h 49"/>
                  <a:gd name="T18" fmla="*/ 15 w 16"/>
                  <a:gd name="T19" fmla="*/ 44 h 49"/>
                  <a:gd name="T20" fmla="*/ 16 w 16"/>
                  <a:gd name="T21" fmla="*/ 41 h 49"/>
                  <a:gd name="T22" fmla="*/ 16 w 16"/>
                  <a:gd name="T23" fmla="*/ 8 h 49"/>
                  <a:gd name="T24" fmla="*/ 16 w 16"/>
                  <a:gd name="T25" fmla="*/ 8 h 49"/>
                  <a:gd name="T26" fmla="*/ 15 w 16"/>
                  <a:gd name="T27" fmla="*/ 6 h 49"/>
                  <a:gd name="T28" fmla="*/ 14 w 16"/>
                  <a:gd name="T29" fmla="*/ 3 h 49"/>
                  <a:gd name="T30" fmla="*/ 11 w 16"/>
                  <a:gd name="T31" fmla="*/ 0 h 49"/>
                  <a:gd name="T32" fmla="*/ 8 w 16"/>
                  <a:gd name="T33" fmla="*/ 0 h 49"/>
                  <a:gd name="T34" fmla="*/ 8 w 16"/>
                  <a:gd name="T35" fmla="*/ 0 h 49"/>
                  <a:gd name="T36" fmla="*/ 4 w 16"/>
                  <a:gd name="T37" fmla="*/ 0 h 49"/>
                  <a:gd name="T38" fmla="*/ 3 w 16"/>
                  <a:gd name="T39" fmla="*/ 3 h 49"/>
                  <a:gd name="T40" fmla="*/ 0 w 16"/>
                  <a:gd name="T41" fmla="*/ 6 h 49"/>
                  <a:gd name="T42" fmla="*/ 0 w 16"/>
                  <a:gd name="T43" fmla="*/ 8 h 49"/>
                  <a:gd name="T44" fmla="*/ 0 w 16"/>
                  <a:gd name="T45" fmla="*/ 4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49">
                    <a:moveTo>
                      <a:pt x="0" y="41"/>
                    </a:moveTo>
                    <a:lnTo>
                      <a:pt x="0" y="41"/>
                    </a:lnTo>
                    <a:lnTo>
                      <a:pt x="0" y="44"/>
                    </a:lnTo>
                    <a:lnTo>
                      <a:pt x="3" y="46"/>
                    </a:lnTo>
                    <a:lnTo>
                      <a:pt x="4" y="48"/>
                    </a:lnTo>
                    <a:lnTo>
                      <a:pt x="8" y="49"/>
                    </a:lnTo>
                    <a:lnTo>
                      <a:pt x="8" y="49"/>
                    </a:lnTo>
                    <a:lnTo>
                      <a:pt x="11" y="48"/>
                    </a:lnTo>
                    <a:lnTo>
                      <a:pt x="14" y="46"/>
                    </a:lnTo>
                    <a:lnTo>
                      <a:pt x="15" y="44"/>
                    </a:lnTo>
                    <a:lnTo>
                      <a:pt x="16" y="41"/>
                    </a:lnTo>
                    <a:lnTo>
                      <a:pt x="16" y="8"/>
                    </a:lnTo>
                    <a:lnTo>
                      <a:pt x="16" y="8"/>
                    </a:lnTo>
                    <a:lnTo>
                      <a:pt x="15" y="6"/>
                    </a:lnTo>
                    <a:lnTo>
                      <a:pt x="14" y="3"/>
                    </a:lnTo>
                    <a:lnTo>
                      <a:pt x="11" y="0"/>
                    </a:lnTo>
                    <a:lnTo>
                      <a:pt x="8"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4" name="íSḻîḑé">
              <a:extLst>
                <a:ext uri="{FF2B5EF4-FFF2-40B4-BE49-F238E27FC236}">
                  <a16:creationId xmlns:a16="http://schemas.microsoft.com/office/drawing/2014/main" id="{6DB22B3B-E2FB-45C1-A825-9C7FD2DF6438}"/>
                </a:ext>
              </a:extLst>
            </p:cNvPr>
            <p:cNvGrpSpPr/>
            <p:nvPr/>
          </p:nvGrpSpPr>
          <p:grpSpPr>
            <a:xfrm>
              <a:off x="5552360" y="1768756"/>
              <a:ext cx="543645" cy="543644"/>
              <a:chOff x="2111376" y="1712913"/>
              <a:chExt cx="601663" cy="601663"/>
            </a:xfrm>
            <a:solidFill>
              <a:srgbClr val="8CC63F"/>
            </a:solidFill>
          </p:grpSpPr>
          <p:sp>
            <p:nvSpPr>
              <p:cNvPr id="316" name="îšļïďe">
                <a:extLst>
                  <a:ext uri="{FF2B5EF4-FFF2-40B4-BE49-F238E27FC236}">
                    <a16:creationId xmlns:a16="http://schemas.microsoft.com/office/drawing/2014/main" id="{C1337FC6-2AEE-4192-81ED-DAD18DDD8BA9}"/>
                  </a:ext>
                </a:extLst>
              </p:cNvPr>
              <p:cNvSpPr/>
              <p:nvPr/>
            </p:nvSpPr>
            <p:spPr bwMode="auto">
              <a:xfrm>
                <a:off x="2300288" y="1712913"/>
                <a:ext cx="223838" cy="601663"/>
              </a:xfrm>
              <a:custGeom>
                <a:avLst/>
                <a:gdLst>
                  <a:gd name="T0" fmla="*/ 71 w 141"/>
                  <a:gd name="T1" fmla="*/ 0 h 379"/>
                  <a:gd name="T2" fmla="*/ 84 w 141"/>
                  <a:gd name="T3" fmla="*/ 4 h 379"/>
                  <a:gd name="T4" fmla="*/ 98 w 141"/>
                  <a:gd name="T5" fmla="*/ 15 h 379"/>
                  <a:gd name="T6" fmla="*/ 110 w 141"/>
                  <a:gd name="T7" fmla="*/ 33 h 379"/>
                  <a:gd name="T8" fmla="*/ 119 w 141"/>
                  <a:gd name="T9" fmla="*/ 56 h 379"/>
                  <a:gd name="T10" fmla="*/ 136 w 141"/>
                  <a:gd name="T11" fmla="*/ 117 h 379"/>
                  <a:gd name="T12" fmla="*/ 141 w 141"/>
                  <a:gd name="T13" fmla="*/ 190 h 379"/>
                  <a:gd name="T14" fmla="*/ 140 w 141"/>
                  <a:gd name="T15" fmla="*/ 228 h 379"/>
                  <a:gd name="T16" fmla="*/ 129 w 141"/>
                  <a:gd name="T17" fmla="*/ 295 h 379"/>
                  <a:gd name="T18" fmla="*/ 115 w 141"/>
                  <a:gd name="T19" fmla="*/ 336 h 379"/>
                  <a:gd name="T20" fmla="*/ 105 w 141"/>
                  <a:gd name="T21" fmla="*/ 356 h 379"/>
                  <a:gd name="T22" fmla="*/ 91 w 141"/>
                  <a:gd name="T23" fmla="*/ 371 h 379"/>
                  <a:gd name="T24" fmla="*/ 77 w 141"/>
                  <a:gd name="T25" fmla="*/ 378 h 379"/>
                  <a:gd name="T26" fmla="*/ 71 w 141"/>
                  <a:gd name="T27" fmla="*/ 379 h 379"/>
                  <a:gd name="T28" fmla="*/ 71 w 141"/>
                  <a:gd name="T29" fmla="*/ 348 h 379"/>
                  <a:gd name="T30" fmla="*/ 71 w 141"/>
                  <a:gd name="T31" fmla="*/ 348 h 379"/>
                  <a:gd name="T32" fmla="*/ 83 w 141"/>
                  <a:gd name="T33" fmla="*/ 346 h 379"/>
                  <a:gd name="T34" fmla="*/ 94 w 141"/>
                  <a:gd name="T35" fmla="*/ 336 h 379"/>
                  <a:gd name="T36" fmla="*/ 103 w 141"/>
                  <a:gd name="T37" fmla="*/ 321 h 379"/>
                  <a:gd name="T38" fmla="*/ 119 w 141"/>
                  <a:gd name="T39" fmla="*/ 279 h 379"/>
                  <a:gd name="T40" fmla="*/ 128 w 141"/>
                  <a:gd name="T41" fmla="*/ 222 h 379"/>
                  <a:gd name="T42" fmla="*/ 129 w 141"/>
                  <a:gd name="T43" fmla="*/ 190 h 379"/>
                  <a:gd name="T44" fmla="*/ 125 w 141"/>
                  <a:gd name="T45" fmla="*/ 128 h 379"/>
                  <a:gd name="T46" fmla="*/ 113 w 141"/>
                  <a:gd name="T47" fmla="*/ 77 h 379"/>
                  <a:gd name="T48" fmla="*/ 99 w 141"/>
                  <a:gd name="T49" fmla="*/ 50 h 379"/>
                  <a:gd name="T50" fmla="*/ 88 w 141"/>
                  <a:gd name="T51" fmla="*/ 38 h 379"/>
                  <a:gd name="T52" fmla="*/ 76 w 141"/>
                  <a:gd name="T53" fmla="*/ 31 h 379"/>
                  <a:gd name="T54" fmla="*/ 71 w 141"/>
                  <a:gd name="T55" fmla="*/ 31 h 379"/>
                  <a:gd name="T56" fmla="*/ 71 w 141"/>
                  <a:gd name="T57" fmla="*/ 0 h 379"/>
                  <a:gd name="T58" fmla="*/ 71 w 141"/>
                  <a:gd name="T59" fmla="*/ 379 h 379"/>
                  <a:gd name="T60" fmla="*/ 57 w 141"/>
                  <a:gd name="T61" fmla="*/ 375 h 379"/>
                  <a:gd name="T62" fmla="*/ 44 w 141"/>
                  <a:gd name="T63" fmla="*/ 365 h 379"/>
                  <a:gd name="T64" fmla="*/ 31 w 141"/>
                  <a:gd name="T65" fmla="*/ 347 h 379"/>
                  <a:gd name="T66" fmla="*/ 22 w 141"/>
                  <a:gd name="T67" fmla="*/ 324 h 379"/>
                  <a:gd name="T68" fmla="*/ 7 w 141"/>
                  <a:gd name="T69" fmla="*/ 264 h 379"/>
                  <a:gd name="T70" fmla="*/ 0 w 141"/>
                  <a:gd name="T71" fmla="*/ 190 h 379"/>
                  <a:gd name="T72" fmla="*/ 3 w 141"/>
                  <a:gd name="T73" fmla="*/ 152 h 379"/>
                  <a:gd name="T74" fmla="*/ 12 w 141"/>
                  <a:gd name="T75" fmla="*/ 84 h 379"/>
                  <a:gd name="T76" fmla="*/ 26 w 141"/>
                  <a:gd name="T77" fmla="*/ 44 h 379"/>
                  <a:gd name="T78" fmla="*/ 37 w 141"/>
                  <a:gd name="T79" fmla="*/ 23 h 379"/>
                  <a:gd name="T80" fmla="*/ 50 w 141"/>
                  <a:gd name="T81" fmla="*/ 8 h 379"/>
                  <a:gd name="T82" fmla="*/ 64 w 141"/>
                  <a:gd name="T83" fmla="*/ 2 h 379"/>
                  <a:gd name="T84" fmla="*/ 71 w 141"/>
                  <a:gd name="T85" fmla="*/ 31 h 379"/>
                  <a:gd name="T86" fmla="*/ 65 w 141"/>
                  <a:gd name="T87" fmla="*/ 31 h 379"/>
                  <a:gd name="T88" fmla="*/ 53 w 141"/>
                  <a:gd name="T89" fmla="*/ 38 h 379"/>
                  <a:gd name="T90" fmla="*/ 42 w 141"/>
                  <a:gd name="T91" fmla="*/ 50 h 379"/>
                  <a:gd name="T92" fmla="*/ 29 w 141"/>
                  <a:gd name="T93" fmla="*/ 77 h 379"/>
                  <a:gd name="T94" fmla="*/ 17 w 141"/>
                  <a:gd name="T95" fmla="*/ 128 h 379"/>
                  <a:gd name="T96" fmla="*/ 12 w 141"/>
                  <a:gd name="T97" fmla="*/ 190 h 379"/>
                  <a:gd name="T98" fmla="*/ 14 w 141"/>
                  <a:gd name="T99" fmla="*/ 222 h 379"/>
                  <a:gd name="T100" fmla="*/ 22 w 141"/>
                  <a:gd name="T101" fmla="*/ 279 h 379"/>
                  <a:gd name="T102" fmla="*/ 38 w 141"/>
                  <a:gd name="T103" fmla="*/ 321 h 379"/>
                  <a:gd name="T104" fmla="*/ 48 w 141"/>
                  <a:gd name="T105" fmla="*/ 336 h 379"/>
                  <a:gd name="T106" fmla="*/ 59 w 141"/>
                  <a:gd name="T107" fmla="*/ 346 h 379"/>
                  <a:gd name="T108" fmla="*/ 71 w 141"/>
                  <a:gd name="T109" fmla="*/ 34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79"/>
                    </a:lnTo>
                    <a:lnTo>
                      <a:pt x="71" y="348"/>
                    </a:lnTo>
                    <a:lnTo>
                      <a:pt x="71" y="348"/>
                    </a:lnTo>
                    <a:lnTo>
                      <a:pt x="71" y="348"/>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31"/>
                    </a:lnTo>
                    <a:lnTo>
                      <a:pt x="71" y="0"/>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7" name="íṡḷíḋê">
                <a:extLst>
                  <a:ext uri="{FF2B5EF4-FFF2-40B4-BE49-F238E27FC236}">
                    <a16:creationId xmlns:a16="http://schemas.microsoft.com/office/drawing/2014/main" id="{C846BF5E-F7B6-495D-9D26-A5540E7E9A71}"/>
                  </a:ext>
                </a:extLst>
              </p:cNvPr>
              <p:cNvSpPr/>
              <p:nvPr/>
            </p:nvSpPr>
            <p:spPr bwMode="auto">
              <a:xfrm>
                <a:off x="2111376" y="1905000"/>
                <a:ext cx="601663" cy="220663"/>
              </a:xfrm>
              <a:custGeom>
                <a:avLst/>
                <a:gdLst>
                  <a:gd name="T0" fmla="*/ 190 w 379"/>
                  <a:gd name="T1" fmla="*/ 0 h 139"/>
                  <a:gd name="T2" fmla="*/ 228 w 379"/>
                  <a:gd name="T3" fmla="*/ 1 h 139"/>
                  <a:gd name="T4" fmla="*/ 295 w 379"/>
                  <a:gd name="T5" fmla="*/ 11 h 139"/>
                  <a:gd name="T6" fmla="*/ 336 w 379"/>
                  <a:gd name="T7" fmla="*/ 24 h 139"/>
                  <a:gd name="T8" fmla="*/ 356 w 379"/>
                  <a:gd name="T9" fmla="*/ 35 h 139"/>
                  <a:gd name="T10" fmla="*/ 371 w 379"/>
                  <a:gd name="T11" fmla="*/ 49 h 139"/>
                  <a:gd name="T12" fmla="*/ 378 w 379"/>
                  <a:gd name="T13" fmla="*/ 62 h 139"/>
                  <a:gd name="T14" fmla="*/ 379 w 379"/>
                  <a:gd name="T15" fmla="*/ 69 h 139"/>
                  <a:gd name="T16" fmla="*/ 375 w 379"/>
                  <a:gd name="T17" fmla="*/ 82 h 139"/>
                  <a:gd name="T18" fmla="*/ 364 w 379"/>
                  <a:gd name="T19" fmla="*/ 96 h 139"/>
                  <a:gd name="T20" fmla="*/ 347 w 379"/>
                  <a:gd name="T21" fmla="*/ 108 h 139"/>
                  <a:gd name="T22" fmla="*/ 324 w 379"/>
                  <a:gd name="T23" fmla="*/ 119 h 139"/>
                  <a:gd name="T24" fmla="*/ 264 w 379"/>
                  <a:gd name="T25" fmla="*/ 134 h 139"/>
                  <a:gd name="T26" fmla="*/ 190 w 379"/>
                  <a:gd name="T27" fmla="*/ 139 h 139"/>
                  <a:gd name="T28" fmla="*/ 190 w 379"/>
                  <a:gd name="T29" fmla="*/ 127 h 139"/>
                  <a:gd name="T30" fmla="*/ 190 w 379"/>
                  <a:gd name="T31" fmla="*/ 127 h 139"/>
                  <a:gd name="T32" fmla="*/ 252 w 379"/>
                  <a:gd name="T33" fmla="*/ 123 h 139"/>
                  <a:gd name="T34" fmla="*/ 302 w 379"/>
                  <a:gd name="T35" fmla="*/ 111 h 139"/>
                  <a:gd name="T36" fmla="*/ 329 w 379"/>
                  <a:gd name="T37" fmla="*/ 97 h 139"/>
                  <a:gd name="T38" fmla="*/ 341 w 379"/>
                  <a:gd name="T39" fmla="*/ 86 h 139"/>
                  <a:gd name="T40" fmla="*/ 348 w 379"/>
                  <a:gd name="T41" fmla="*/ 74 h 139"/>
                  <a:gd name="T42" fmla="*/ 348 w 379"/>
                  <a:gd name="T43" fmla="*/ 69 h 139"/>
                  <a:gd name="T44" fmla="*/ 348 w 379"/>
                  <a:gd name="T45" fmla="*/ 63 h 139"/>
                  <a:gd name="T46" fmla="*/ 341 w 379"/>
                  <a:gd name="T47" fmla="*/ 51 h 139"/>
                  <a:gd name="T48" fmla="*/ 329 w 379"/>
                  <a:gd name="T49" fmla="*/ 40 h 139"/>
                  <a:gd name="T50" fmla="*/ 302 w 379"/>
                  <a:gd name="T51" fmla="*/ 28 h 139"/>
                  <a:gd name="T52" fmla="*/ 252 w 379"/>
                  <a:gd name="T53" fmla="*/ 15 h 139"/>
                  <a:gd name="T54" fmla="*/ 190 w 379"/>
                  <a:gd name="T55" fmla="*/ 11 h 139"/>
                  <a:gd name="T56" fmla="*/ 190 w 379"/>
                  <a:gd name="T57" fmla="*/ 0 h 139"/>
                  <a:gd name="T58" fmla="*/ 0 w 379"/>
                  <a:gd name="T59" fmla="*/ 69 h 139"/>
                  <a:gd name="T60" fmla="*/ 4 w 379"/>
                  <a:gd name="T61" fmla="*/ 55 h 139"/>
                  <a:gd name="T62" fmla="*/ 15 w 379"/>
                  <a:gd name="T63" fmla="*/ 42 h 139"/>
                  <a:gd name="T64" fmla="*/ 33 w 379"/>
                  <a:gd name="T65" fmla="*/ 30 h 139"/>
                  <a:gd name="T66" fmla="*/ 56 w 379"/>
                  <a:gd name="T67" fmla="*/ 20 h 139"/>
                  <a:gd name="T68" fmla="*/ 117 w 379"/>
                  <a:gd name="T69" fmla="*/ 5 h 139"/>
                  <a:gd name="T70" fmla="*/ 190 w 379"/>
                  <a:gd name="T71" fmla="*/ 0 h 139"/>
                  <a:gd name="T72" fmla="*/ 190 w 379"/>
                  <a:gd name="T73" fmla="*/ 11 h 139"/>
                  <a:gd name="T74" fmla="*/ 127 w 379"/>
                  <a:gd name="T75" fmla="*/ 15 h 139"/>
                  <a:gd name="T76" fmla="*/ 77 w 379"/>
                  <a:gd name="T77" fmla="*/ 28 h 139"/>
                  <a:gd name="T78" fmla="*/ 50 w 379"/>
                  <a:gd name="T79" fmla="*/ 40 h 139"/>
                  <a:gd name="T80" fmla="*/ 38 w 379"/>
                  <a:gd name="T81" fmla="*/ 51 h 139"/>
                  <a:gd name="T82" fmla="*/ 31 w 379"/>
                  <a:gd name="T83" fmla="*/ 63 h 139"/>
                  <a:gd name="T84" fmla="*/ 31 w 379"/>
                  <a:gd name="T85" fmla="*/ 69 h 139"/>
                  <a:gd name="T86" fmla="*/ 34 w 379"/>
                  <a:gd name="T87" fmla="*/ 81 h 139"/>
                  <a:gd name="T88" fmla="*/ 43 w 379"/>
                  <a:gd name="T89" fmla="*/ 92 h 139"/>
                  <a:gd name="T90" fmla="*/ 58 w 379"/>
                  <a:gd name="T91" fmla="*/ 101 h 139"/>
                  <a:gd name="T92" fmla="*/ 102 w 379"/>
                  <a:gd name="T93" fmla="*/ 118 h 139"/>
                  <a:gd name="T94" fmla="*/ 157 w 379"/>
                  <a:gd name="T95" fmla="*/ 126 h 139"/>
                  <a:gd name="T96" fmla="*/ 190 w 379"/>
                  <a:gd name="T97" fmla="*/ 139 h 139"/>
                  <a:gd name="T98" fmla="*/ 152 w 379"/>
                  <a:gd name="T99" fmla="*/ 138 h 139"/>
                  <a:gd name="T100" fmla="*/ 84 w 379"/>
                  <a:gd name="T101" fmla="*/ 127 h 139"/>
                  <a:gd name="T102" fmla="*/ 43 w 379"/>
                  <a:gd name="T103" fmla="*/ 114 h 139"/>
                  <a:gd name="T104" fmla="*/ 23 w 379"/>
                  <a:gd name="T105" fmla="*/ 103 h 139"/>
                  <a:gd name="T106" fmla="*/ 8 w 379"/>
                  <a:gd name="T107" fmla="*/ 89 h 139"/>
                  <a:gd name="T108" fmla="*/ 1 w 379"/>
                  <a:gd name="T109" fmla="*/ 76 h 139"/>
                  <a:gd name="T110" fmla="*/ 0 w 379"/>
                  <a:gd name="T111"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9" h="139">
                    <a:moveTo>
                      <a:pt x="190" y="0"/>
                    </a:moveTo>
                    <a:lnTo>
                      <a:pt x="190" y="0"/>
                    </a:ln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39"/>
                    </a:lnTo>
                    <a:lnTo>
                      <a:pt x="190" y="127"/>
                    </a:lnTo>
                    <a:lnTo>
                      <a:pt x="190" y="127"/>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9"/>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lnTo>
                      <a:pt x="0"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8" name="ïşḻïďe">
                <a:extLst>
                  <a:ext uri="{FF2B5EF4-FFF2-40B4-BE49-F238E27FC236}">
                    <a16:creationId xmlns:a16="http://schemas.microsoft.com/office/drawing/2014/main" id="{539BC801-9343-41A8-A2CF-3D4E99554319}"/>
                  </a:ext>
                </a:extLst>
              </p:cNvPr>
              <p:cNvSpPr/>
              <p:nvPr/>
            </p:nvSpPr>
            <p:spPr bwMode="auto">
              <a:xfrm>
                <a:off x="2187576" y="1789113"/>
                <a:ext cx="450850" cy="452438"/>
              </a:xfrm>
              <a:custGeom>
                <a:avLst/>
                <a:gdLst>
                  <a:gd name="T0" fmla="*/ 142 w 284"/>
                  <a:gd name="T1" fmla="*/ 50 h 285"/>
                  <a:gd name="T2" fmla="*/ 190 w 284"/>
                  <a:gd name="T3" fmla="*/ 93 h 285"/>
                  <a:gd name="T4" fmla="*/ 218 w 284"/>
                  <a:gd name="T5" fmla="*/ 120 h 285"/>
                  <a:gd name="T6" fmla="*/ 258 w 284"/>
                  <a:gd name="T7" fmla="*/ 176 h 285"/>
                  <a:gd name="T8" fmla="*/ 277 w 284"/>
                  <a:gd name="T9" fmla="*/ 214 h 285"/>
                  <a:gd name="T10" fmla="*/ 283 w 284"/>
                  <a:gd name="T11" fmla="*/ 237 h 285"/>
                  <a:gd name="T12" fmla="*/ 284 w 284"/>
                  <a:gd name="T13" fmla="*/ 256 h 285"/>
                  <a:gd name="T14" fmla="*/ 280 w 284"/>
                  <a:gd name="T15" fmla="*/ 271 h 285"/>
                  <a:gd name="T16" fmla="*/ 276 w 284"/>
                  <a:gd name="T17" fmla="*/ 276 h 285"/>
                  <a:gd name="T18" fmla="*/ 266 w 284"/>
                  <a:gd name="T19" fmla="*/ 283 h 285"/>
                  <a:gd name="T20" fmla="*/ 254 w 284"/>
                  <a:gd name="T21" fmla="*/ 285 h 285"/>
                  <a:gd name="T22" fmla="*/ 223 w 284"/>
                  <a:gd name="T23" fmla="*/ 280 h 285"/>
                  <a:gd name="T24" fmla="*/ 184 w 284"/>
                  <a:gd name="T25" fmla="*/ 262 h 285"/>
                  <a:gd name="T26" fmla="*/ 142 w 284"/>
                  <a:gd name="T27" fmla="*/ 235 h 285"/>
                  <a:gd name="T28" fmla="*/ 142 w 284"/>
                  <a:gd name="T29" fmla="*/ 219 h 285"/>
                  <a:gd name="T30" fmla="*/ 177 w 284"/>
                  <a:gd name="T31" fmla="*/ 243 h 285"/>
                  <a:gd name="T32" fmla="*/ 209 w 284"/>
                  <a:gd name="T33" fmla="*/ 257 h 285"/>
                  <a:gd name="T34" fmla="*/ 235 w 284"/>
                  <a:gd name="T35" fmla="*/ 261 h 285"/>
                  <a:gd name="T36" fmla="*/ 246 w 284"/>
                  <a:gd name="T37" fmla="*/ 260 h 285"/>
                  <a:gd name="T38" fmla="*/ 254 w 284"/>
                  <a:gd name="T39" fmla="*/ 254 h 285"/>
                  <a:gd name="T40" fmla="*/ 254 w 284"/>
                  <a:gd name="T41" fmla="*/ 254 h 285"/>
                  <a:gd name="T42" fmla="*/ 260 w 284"/>
                  <a:gd name="T43" fmla="*/ 243 h 285"/>
                  <a:gd name="T44" fmla="*/ 261 w 284"/>
                  <a:gd name="T45" fmla="*/ 230 h 285"/>
                  <a:gd name="T46" fmla="*/ 258 w 284"/>
                  <a:gd name="T47" fmla="*/ 212 h 285"/>
                  <a:gd name="T48" fmla="*/ 239 w 284"/>
                  <a:gd name="T49" fmla="*/ 170 h 285"/>
                  <a:gd name="T50" fmla="*/ 205 w 284"/>
                  <a:gd name="T51" fmla="*/ 124 h 285"/>
                  <a:gd name="T52" fmla="*/ 184 w 284"/>
                  <a:gd name="T53" fmla="*/ 101 h 285"/>
                  <a:gd name="T54" fmla="*/ 142 w 284"/>
                  <a:gd name="T55" fmla="*/ 65 h 285"/>
                  <a:gd name="T56" fmla="*/ 8 w 284"/>
                  <a:gd name="T57" fmla="*/ 8 h 285"/>
                  <a:gd name="T58" fmla="*/ 12 w 284"/>
                  <a:gd name="T59" fmla="*/ 5 h 285"/>
                  <a:gd name="T60" fmla="*/ 23 w 284"/>
                  <a:gd name="T61" fmla="*/ 0 h 285"/>
                  <a:gd name="T62" fmla="*/ 44 w 284"/>
                  <a:gd name="T63" fmla="*/ 0 h 285"/>
                  <a:gd name="T64" fmla="*/ 79 w 284"/>
                  <a:gd name="T65" fmla="*/ 11 h 285"/>
                  <a:gd name="T66" fmla="*/ 120 w 284"/>
                  <a:gd name="T67" fmla="*/ 34 h 285"/>
                  <a:gd name="T68" fmla="*/ 142 w 284"/>
                  <a:gd name="T69" fmla="*/ 65 h 285"/>
                  <a:gd name="T70" fmla="*/ 124 w 284"/>
                  <a:gd name="T71" fmla="*/ 51 h 285"/>
                  <a:gd name="T72" fmla="*/ 89 w 284"/>
                  <a:gd name="T73" fmla="*/ 32 h 285"/>
                  <a:gd name="T74" fmla="*/ 60 w 284"/>
                  <a:gd name="T75" fmla="*/ 23 h 285"/>
                  <a:gd name="T76" fmla="*/ 43 w 284"/>
                  <a:gd name="T77" fmla="*/ 23 h 285"/>
                  <a:gd name="T78" fmla="*/ 33 w 284"/>
                  <a:gd name="T79" fmla="*/ 27 h 285"/>
                  <a:gd name="T80" fmla="*/ 29 w 284"/>
                  <a:gd name="T81" fmla="*/ 29 h 285"/>
                  <a:gd name="T82" fmla="*/ 24 w 284"/>
                  <a:gd name="T83" fmla="*/ 40 h 285"/>
                  <a:gd name="T84" fmla="*/ 23 w 284"/>
                  <a:gd name="T85" fmla="*/ 55 h 285"/>
                  <a:gd name="T86" fmla="*/ 25 w 284"/>
                  <a:gd name="T87" fmla="*/ 71 h 285"/>
                  <a:gd name="T88" fmla="*/ 44 w 284"/>
                  <a:gd name="T89" fmla="*/ 113 h 285"/>
                  <a:gd name="T90" fmla="*/ 78 w 284"/>
                  <a:gd name="T91" fmla="*/ 159 h 285"/>
                  <a:gd name="T92" fmla="*/ 100 w 284"/>
                  <a:gd name="T93" fmla="*/ 184 h 285"/>
                  <a:gd name="T94" fmla="*/ 142 w 284"/>
                  <a:gd name="T95" fmla="*/ 219 h 285"/>
                  <a:gd name="T96" fmla="*/ 142 w 284"/>
                  <a:gd name="T97" fmla="*/ 235 h 285"/>
                  <a:gd name="T98" fmla="*/ 93 w 284"/>
                  <a:gd name="T99" fmla="*/ 192 h 285"/>
                  <a:gd name="T100" fmla="*/ 66 w 284"/>
                  <a:gd name="T101" fmla="*/ 164 h 285"/>
                  <a:gd name="T102" fmla="*/ 25 w 284"/>
                  <a:gd name="T103" fmla="*/ 108 h 285"/>
                  <a:gd name="T104" fmla="*/ 6 w 284"/>
                  <a:gd name="T105" fmla="*/ 70 h 285"/>
                  <a:gd name="T106" fmla="*/ 1 w 284"/>
                  <a:gd name="T107" fmla="*/ 47 h 285"/>
                  <a:gd name="T108" fmla="*/ 0 w 284"/>
                  <a:gd name="T109" fmla="*/ 28 h 285"/>
                  <a:gd name="T110" fmla="*/ 4 w 284"/>
                  <a:gd name="T111" fmla="*/ 13 h 285"/>
                  <a:gd name="T112" fmla="*/ 8 w 284"/>
                  <a:gd name="T113"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6" y="70"/>
                    </a:lnTo>
                    <a:lnTo>
                      <a:pt x="190" y="93"/>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4" y="254"/>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00" y="184"/>
                    </a:lnTo>
                    <a:lnTo>
                      <a:pt x="121" y="203"/>
                    </a:lnTo>
                    <a:lnTo>
                      <a:pt x="142" y="219"/>
                    </a:lnTo>
                    <a:lnTo>
                      <a:pt x="142" y="235"/>
                    </a:lnTo>
                    <a:lnTo>
                      <a:pt x="142" y="235"/>
                    </a:lnTo>
                    <a:lnTo>
                      <a:pt x="117" y="215"/>
                    </a:lnTo>
                    <a:lnTo>
                      <a:pt x="93" y="192"/>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lnTo>
                      <a:pt x="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9" name="ïś1íḋé">
                <a:extLst>
                  <a:ext uri="{FF2B5EF4-FFF2-40B4-BE49-F238E27FC236}">
                    <a16:creationId xmlns:a16="http://schemas.microsoft.com/office/drawing/2014/main" id="{9A2C21D3-50C4-44FB-ACF0-F36D79B24407}"/>
                  </a:ext>
                </a:extLst>
              </p:cNvPr>
              <p:cNvSpPr/>
              <p:nvPr/>
            </p:nvSpPr>
            <p:spPr bwMode="auto">
              <a:xfrm>
                <a:off x="2187576" y="1789113"/>
                <a:ext cx="450850" cy="452438"/>
              </a:xfrm>
              <a:custGeom>
                <a:avLst/>
                <a:gdLst>
                  <a:gd name="T0" fmla="*/ 142 w 284"/>
                  <a:gd name="T1" fmla="*/ 50 h 285"/>
                  <a:gd name="T2" fmla="*/ 184 w 284"/>
                  <a:gd name="T3" fmla="*/ 21 h 285"/>
                  <a:gd name="T4" fmla="*/ 223 w 284"/>
                  <a:gd name="T5" fmla="*/ 4 h 285"/>
                  <a:gd name="T6" fmla="*/ 254 w 284"/>
                  <a:gd name="T7" fmla="*/ 0 h 285"/>
                  <a:gd name="T8" fmla="*/ 266 w 284"/>
                  <a:gd name="T9" fmla="*/ 2 h 285"/>
                  <a:gd name="T10" fmla="*/ 276 w 284"/>
                  <a:gd name="T11" fmla="*/ 8 h 285"/>
                  <a:gd name="T12" fmla="*/ 280 w 284"/>
                  <a:gd name="T13" fmla="*/ 13 h 285"/>
                  <a:gd name="T14" fmla="*/ 284 w 284"/>
                  <a:gd name="T15" fmla="*/ 28 h 285"/>
                  <a:gd name="T16" fmla="*/ 283 w 284"/>
                  <a:gd name="T17" fmla="*/ 47 h 285"/>
                  <a:gd name="T18" fmla="*/ 277 w 284"/>
                  <a:gd name="T19" fmla="*/ 70 h 285"/>
                  <a:gd name="T20" fmla="*/ 258 w 284"/>
                  <a:gd name="T21" fmla="*/ 108 h 285"/>
                  <a:gd name="T22" fmla="*/ 218 w 284"/>
                  <a:gd name="T23" fmla="*/ 164 h 285"/>
                  <a:gd name="T24" fmla="*/ 190 w 284"/>
                  <a:gd name="T25" fmla="*/ 192 h 285"/>
                  <a:gd name="T26" fmla="*/ 142 w 284"/>
                  <a:gd name="T27" fmla="*/ 235 h 285"/>
                  <a:gd name="T28" fmla="*/ 142 w 284"/>
                  <a:gd name="T29" fmla="*/ 219 h 285"/>
                  <a:gd name="T30" fmla="*/ 184 w 284"/>
                  <a:gd name="T31" fmla="*/ 184 h 285"/>
                  <a:gd name="T32" fmla="*/ 205 w 284"/>
                  <a:gd name="T33" fmla="*/ 159 h 285"/>
                  <a:gd name="T34" fmla="*/ 239 w 284"/>
                  <a:gd name="T35" fmla="*/ 113 h 285"/>
                  <a:gd name="T36" fmla="*/ 258 w 284"/>
                  <a:gd name="T37" fmla="*/ 71 h 285"/>
                  <a:gd name="T38" fmla="*/ 261 w 284"/>
                  <a:gd name="T39" fmla="*/ 55 h 285"/>
                  <a:gd name="T40" fmla="*/ 260 w 284"/>
                  <a:gd name="T41" fmla="*/ 40 h 285"/>
                  <a:gd name="T42" fmla="*/ 254 w 284"/>
                  <a:gd name="T43" fmla="*/ 29 h 285"/>
                  <a:gd name="T44" fmla="*/ 254 w 284"/>
                  <a:gd name="T45" fmla="*/ 29 h 285"/>
                  <a:gd name="T46" fmla="*/ 246 w 284"/>
                  <a:gd name="T47" fmla="*/ 24 h 285"/>
                  <a:gd name="T48" fmla="*/ 235 w 284"/>
                  <a:gd name="T49" fmla="*/ 23 h 285"/>
                  <a:gd name="T50" fmla="*/ 209 w 284"/>
                  <a:gd name="T51" fmla="*/ 27 h 285"/>
                  <a:gd name="T52" fmla="*/ 177 w 284"/>
                  <a:gd name="T53" fmla="*/ 40 h 285"/>
                  <a:gd name="T54" fmla="*/ 142 w 284"/>
                  <a:gd name="T55" fmla="*/ 65 h 285"/>
                  <a:gd name="T56" fmla="*/ 8 w 284"/>
                  <a:gd name="T57" fmla="*/ 276 h 285"/>
                  <a:gd name="T58" fmla="*/ 4 w 284"/>
                  <a:gd name="T59" fmla="*/ 271 h 285"/>
                  <a:gd name="T60" fmla="*/ 0 w 284"/>
                  <a:gd name="T61" fmla="*/ 256 h 285"/>
                  <a:gd name="T62" fmla="*/ 1 w 284"/>
                  <a:gd name="T63" fmla="*/ 237 h 285"/>
                  <a:gd name="T64" fmla="*/ 6 w 284"/>
                  <a:gd name="T65" fmla="*/ 214 h 285"/>
                  <a:gd name="T66" fmla="*/ 25 w 284"/>
                  <a:gd name="T67" fmla="*/ 176 h 285"/>
                  <a:gd name="T68" fmla="*/ 66 w 284"/>
                  <a:gd name="T69" fmla="*/ 120 h 285"/>
                  <a:gd name="T70" fmla="*/ 93 w 284"/>
                  <a:gd name="T71" fmla="*/ 93 h 285"/>
                  <a:gd name="T72" fmla="*/ 142 w 284"/>
                  <a:gd name="T73" fmla="*/ 50 h 285"/>
                  <a:gd name="T74" fmla="*/ 142 w 284"/>
                  <a:gd name="T75" fmla="*/ 65 h 285"/>
                  <a:gd name="T76" fmla="*/ 100 w 284"/>
                  <a:gd name="T77" fmla="*/ 101 h 285"/>
                  <a:gd name="T78" fmla="*/ 78 w 284"/>
                  <a:gd name="T79" fmla="*/ 124 h 285"/>
                  <a:gd name="T80" fmla="*/ 44 w 284"/>
                  <a:gd name="T81" fmla="*/ 170 h 285"/>
                  <a:gd name="T82" fmla="*/ 25 w 284"/>
                  <a:gd name="T83" fmla="*/ 212 h 285"/>
                  <a:gd name="T84" fmla="*/ 23 w 284"/>
                  <a:gd name="T85" fmla="*/ 230 h 285"/>
                  <a:gd name="T86" fmla="*/ 24 w 284"/>
                  <a:gd name="T87" fmla="*/ 243 h 285"/>
                  <a:gd name="T88" fmla="*/ 29 w 284"/>
                  <a:gd name="T89" fmla="*/ 254 h 285"/>
                  <a:gd name="T90" fmla="*/ 33 w 284"/>
                  <a:gd name="T91" fmla="*/ 257 h 285"/>
                  <a:gd name="T92" fmla="*/ 43 w 284"/>
                  <a:gd name="T93" fmla="*/ 261 h 285"/>
                  <a:gd name="T94" fmla="*/ 60 w 284"/>
                  <a:gd name="T95" fmla="*/ 261 h 285"/>
                  <a:gd name="T96" fmla="*/ 89 w 284"/>
                  <a:gd name="T97" fmla="*/ 252 h 285"/>
                  <a:gd name="T98" fmla="*/ 124 w 284"/>
                  <a:gd name="T99" fmla="*/ 233 h 285"/>
                  <a:gd name="T100" fmla="*/ 142 w 284"/>
                  <a:gd name="T101" fmla="*/ 235 h 285"/>
                  <a:gd name="T102" fmla="*/ 120 w 284"/>
                  <a:gd name="T103" fmla="*/ 250 h 285"/>
                  <a:gd name="T104" fmla="*/ 79 w 284"/>
                  <a:gd name="T105" fmla="*/ 273 h 285"/>
                  <a:gd name="T106" fmla="*/ 44 w 284"/>
                  <a:gd name="T107" fmla="*/ 284 h 285"/>
                  <a:gd name="T108" fmla="*/ 23 w 284"/>
                  <a:gd name="T109" fmla="*/ 284 h 285"/>
                  <a:gd name="T110" fmla="*/ 12 w 284"/>
                  <a:gd name="T111" fmla="*/ 280 h 285"/>
                  <a:gd name="T112" fmla="*/ 8 w 284"/>
                  <a:gd name="T113" fmla="*/ 27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90" y="192"/>
                    </a:lnTo>
                    <a:lnTo>
                      <a:pt x="166" y="215"/>
                    </a:lnTo>
                    <a:lnTo>
                      <a:pt x="142" y="235"/>
                    </a:lnTo>
                    <a:lnTo>
                      <a:pt x="142" y="219"/>
                    </a:lnTo>
                    <a:lnTo>
                      <a:pt x="142" y="219"/>
                    </a:lnTo>
                    <a:lnTo>
                      <a:pt x="162" y="203"/>
                    </a:lnTo>
                    <a:lnTo>
                      <a:pt x="184" y="184"/>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4" y="29"/>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93" y="93"/>
                    </a:lnTo>
                    <a:lnTo>
                      <a:pt x="117" y="70"/>
                    </a:lnTo>
                    <a:lnTo>
                      <a:pt x="142" y="50"/>
                    </a:lnTo>
                    <a:lnTo>
                      <a:pt x="142" y="65"/>
                    </a:lnTo>
                    <a:lnTo>
                      <a:pt x="142" y="65"/>
                    </a:lnTo>
                    <a:lnTo>
                      <a:pt x="121" y="81"/>
                    </a:lnTo>
                    <a:lnTo>
                      <a:pt x="100" y="10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lnTo>
                      <a:pt x="8"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0" name="íṣľídé">
                <a:extLst>
                  <a:ext uri="{FF2B5EF4-FFF2-40B4-BE49-F238E27FC236}">
                    <a16:creationId xmlns:a16="http://schemas.microsoft.com/office/drawing/2014/main" id="{999EFD5E-5706-4AF4-9DB1-6D588D8C3457}"/>
                  </a:ext>
                </a:extLst>
              </p:cNvPr>
              <p:cNvSpPr/>
              <p:nvPr/>
            </p:nvSpPr>
            <p:spPr bwMode="auto">
              <a:xfrm>
                <a:off x="2365376" y="1966913"/>
                <a:ext cx="92075" cy="95250"/>
              </a:xfrm>
              <a:custGeom>
                <a:avLst/>
                <a:gdLst>
                  <a:gd name="T0" fmla="*/ 0 w 58"/>
                  <a:gd name="T1" fmla="*/ 30 h 60"/>
                  <a:gd name="T2" fmla="*/ 0 w 58"/>
                  <a:gd name="T3" fmla="*/ 30 h 60"/>
                  <a:gd name="T4" fmla="*/ 1 w 58"/>
                  <a:gd name="T5" fmla="*/ 24 h 60"/>
                  <a:gd name="T6" fmla="*/ 3 w 58"/>
                  <a:gd name="T7" fmla="*/ 19 h 60"/>
                  <a:gd name="T8" fmla="*/ 5 w 58"/>
                  <a:gd name="T9" fmla="*/ 14 h 60"/>
                  <a:gd name="T10" fmla="*/ 9 w 58"/>
                  <a:gd name="T11" fmla="*/ 10 h 60"/>
                  <a:gd name="T12" fmla="*/ 13 w 58"/>
                  <a:gd name="T13" fmla="*/ 6 h 60"/>
                  <a:gd name="T14" fmla="*/ 18 w 58"/>
                  <a:gd name="T15" fmla="*/ 3 h 60"/>
                  <a:gd name="T16" fmla="*/ 24 w 58"/>
                  <a:gd name="T17" fmla="*/ 1 h 60"/>
                  <a:gd name="T18" fmla="*/ 30 w 58"/>
                  <a:gd name="T19" fmla="*/ 0 h 60"/>
                  <a:gd name="T20" fmla="*/ 30 w 58"/>
                  <a:gd name="T21" fmla="*/ 0 h 60"/>
                  <a:gd name="T22" fmla="*/ 35 w 58"/>
                  <a:gd name="T23" fmla="*/ 1 h 60"/>
                  <a:gd name="T24" fmla="*/ 41 w 58"/>
                  <a:gd name="T25" fmla="*/ 3 h 60"/>
                  <a:gd name="T26" fmla="*/ 46 w 58"/>
                  <a:gd name="T27" fmla="*/ 6 h 60"/>
                  <a:gd name="T28" fmla="*/ 50 w 58"/>
                  <a:gd name="T29" fmla="*/ 10 h 60"/>
                  <a:gd name="T30" fmla="*/ 54 w 58"/>
                  <a:gd name="T31" fmla="*/ 14 h 60"/>
                  <a:gd name="T32" fmla="*/ 57 w 58"/>
                  <a:gd name="T33" fmla="*/ 19 h 60"/>
                  <a:gd name="T34" fmla="*/ 58 w 58"/>
                  <a:gd name="T35" fmla="*/ 24 h 60"/>
                  <a:gd name="T36" fmla="*/ 58 w 58"/>
                  <a:gd name="T37" fmla="*/ 30 h 60"/>
                  <a:gd name="T38" fmla="*/ 58 w 58"/>
                  <a:gd name="T39" fmla="*/ 30 h 60"/>
                  <a:gd name="T40" fmla="*/ 58 w 58"/>
                  <a:gd name="T41" fmla="*/ 35 h 60"/>
                  <a:gd name="T42" fmla="*/ 57 w 58"/>
                  <a:gd name="T43" fmla="*/ 41 h 60"/>
                  <a:gd name="T44" fmla="*/ 54 w 58"/>
                  <a:gd name="T45" fmla="*/ 46 h 60"/>
                  <a:gd name="T46" fmla="*/ 50 w 58"/>
                  <a:gd name="T47" fmla="*/ 50 h 60"/>
                  <a:gd name="T48" fmla="*/ 46 w 58"/>
                  <a:gd name="T49" fmla="*/ 54 h 60"/>
                  <a:gd name="T50" fmla="*/ 41 w 58"/>
                  <a:gd name="T51" fmla="*/ 57 h 60"/>
                  <a:gd name="T52" fmla="*/ 35 w 58"/>
                  <a:gd name="T53" fmla="*/ 58 h 60"/>
                  <a:gd name="T54" fmla="*/ 30 w 58"/>
                  <a:gd name="T55" fmla="*/ 60 h 60"/>
                  <a:gd name="T56" fmla="*/ 30 w 58"/>
                  <a:gd name="T57" fmla="*/ 60 h 60"/>
                  <a:gd name="T58" fmla="*/ 24 w 58"/>
                  <a:gd name="T59" fmla="*/ 58 h 60"/>
                  <a:gd name="T60" fmla="*/ 18 w 58"/>
                  <a:gd name="T61" fmla="*/ 57 h 60"/>
                  <a:gd name="T62" fmla="*/ 13 w 58"/>
                  <a:gd name="T63" fmla="*/ 54 h 60"/>
                  <a:gd name="T64" fmla="*/ 9 w 58"/>
                  <a:gd name="T65" fmla="*/ 50 h 60"/>
                  <a:gd name="T66" fmla="*/ 5 w 58"/>
                  <a:gd name="T67" fmla="*/ 46 h 60"/>
                  <a:gd name="T68" fmla="*/ 3 w 58"/>
                  <a:gd name="T69" fmla="*/ 41 h 60"/>
                  <a:gd name="T70" fmla="*/ 1 w 58"/>
                  <a:gd name="T71" fmla="*/ 35 h 60"/>
                  <a:gd name="T72" fmla="*/ 0 w 58"/>
                  <a:gd name="T73" fmla="*/ 30 h 60"/>
                  <a:gd name="T74" fmla="*/ 0 w 58"/>
                  <a:gd name="T75"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60">
                    <a:moveTo>
                      <a:pt x="0" y="30"/>
                    </a:moveTo>
                    <a:lnTo>
                      <a:pt x="0" y="30"/>
                    </a:lnTo>
                    <a:lnTo>
                      <a:pt x="1" y="24"/>
                    </a:lnTo>
                    <a:lnTo>
                      <a:pt x="3" y="19"/>
                    </a:lnTo>
                    <a:lnTo>
                      <a:pt x="5" y="14"/>
                    </a:lnTo>
                    <a:lnTo>
                      <a:pt x="9" y="10"/>
                    </a:lnTo>
                    <a:lnTo>
                      <a:pt x="13" y="6"/>
                    </a:lnTo>
                    <a:lnTo>
                      <a:pt x="18" y="3"/>
                    </a:lnTo>
                    <a:lnTo>
                      <a:pt x="24" y="1"/>
                    </a:lnTo>
                    <a:lnTo>
                      <a:pt x="30" y="0"/>
                    </a:lnTo>
                    <a:lnTo>
                      <a:pt x="30" y="0"/>
                    </a:lnTo>
                    <a:lnTo>
                      <a:pt x="35" y="1"/>
                    </a:lnTo>
                    <a:lnTo>
                      <a:pt x="41" y="3"/>
                    </a:lnTo>
                    <a:lnTo>
                      <a:pt x="46" y="6"/>
                    </a:lnTo>
                    <a:lnTo>
                      <a:pt x="50" y="10"/>
                    </a:lnTo>
                    <a:lnTo>
                      <a:pt x="54" y="14"/>
                    </a:lnTo>
                    <a:lnTo>
                      <a:pt x="57" y="19"/>
                    </a:lnTo>
                    <a:lnTo>
                      <a:pt x="58" y="24"/>
                    </a:lnTo>
                    <a:lnTo>
                      <a:pt x="58" y="30"/>
                    </a:lnTo>
                    <a:lnTo>
                      <a:pt x="58" y="30"/>
                    </a:lnTo>
                    <a:lnTo>
                      <a:pt x="58" y="35"/>
                    </a:lnTo>
                    <a:lnTo>
                      <a:pt x="57" y="41"/>
                    </a:lnTo>
                    <a:lnTo>
                      <a:pt x="54" y="46"/>
                    </a:lnTo>
                    <a:lnTo>
                      <a:pt x="50" y="50"/>
                    </a:lnTo>
                    <a:lnTo>
                      <a:pt x="46" y="54"/>
                    </a:lnTo>
                    <a:lnTo>
                      <a:pt x="41" y="57"/>
                    </a:lnTo>
                    <a:lnTo>
                      <a:pt x="35" y="58"/>
                    </a:lnTo>
                    <a:lnTo>
                      <a:pt x="30" y="60"/>
                    </a:lnTo>
                    <a:lnTo>
                      <a:pt x="30" y="60"/>
                    </a:lnTo>
                    <a:lnTo>
                      <a:pt x="24" y="58"/>
                    </a:lnTo>
                    <a:lnTo>
                      <a:pt x="18" y="57"/>
                    </a:lnTo>
                    <a:lnTo>
                      <a:pt x="13" y="54"/>
                    </a:lnTo>
                    <a:lnTo>
                      <a:pt x="9" y="50"/>
                    </a:lnTo>
                    <a:lnTo>
                      <a:pt x="5" y="46"/>
                    </a:lnTo>
                    <a:lnTo>
                      <a:pt x="3" y="41"/>
                    </a:lnTo>
                    <a:lnTo>
                      <a:pt x="1" y="35"/>
                    </a:lnTo>
                    <a:lnTo>
                      <a:pt x="0" y="30"/>
                    </a:lnTo>
                    <a:lnTo>
                      <a:pt x="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5" name="íṩlîḑé">
              <a:extLst>
                <a:ext uri="{FF2B5EF4-FFF2-40B4-BE49-F238E27FC236}">
                  <a16:creationId xmlns:a16="http://schemas.microsoft.com/office/drawing/2014/main" id="{0676AD68-CC81-406B-80E3-3750A07A673E}"/>
                </a:ext>
              </a:extLst>
            </p:cNvPr>
            <p:cNvGrpSpPr/>
            <p:nvPr/>
          </p:nvGrpSpPr>
          <p:grpSpPr>
            <a:xfrm>
              <a:off x="4994375" y="1613839"/>
              <a:ext cx="344261" cy="437497"/>
              <a:chOff x="1493838" y="1541463"/>
              <a:chExt cx="381000" cy="484187"/>
            </a:xfrm>
            <a:solidFill>
              <a:srgbClr val="00A99D"/>
            </a:solidFill>
          </p:grpSpPr>
          <p:sp>
            <p:nvSpPr>
              <p:cNvPr id="314" name="íṣ1ïďe">
                <a:extLst>
                  <a:ext uri="{FF2B5EF4-FFF2-40B4-BE49-F238E27FC236}">
                    <a16:creationId xmlns:a16="http://schemas.microsoft.com/office/drawing/2014/main" id="{A6058EC6-802D-45CC-96D4-4F7E65BE7EC9}"/>
                  </a:ext>
                </a:extLst>
              </p:cNvPr>
              <p:cNvSpPr/>
              <p:nvPr/>
            </p:nvSpPr>
            <p:spPr bwMode="auto">
              <a:xfrm>
                <a:off x="1493838" y="1546225"/>
                <a:ext cx="254000" cy="479425"/>
              </a:xfrm>
              <a:custGeom>
                <a:avLst/>
                <a:gdLst>
                  <a:gd name="T0" fmla="*/ 160 w 160"/>
                  <a:gd name="T1" fmla="*/ 0 h 302"/>
                  <a:gd name="T2" fmla="*/ 160 w 160"/>
                  <a:gd name="T3" fmla="*/ 302 h 302"/>
                  <a:gd name="T4" fmla="*/ 94 w 160"/>
                  <a:gd name="T5" fmla="*/ 302 h 302"/>
                  <a:gd name="T6" fmla="*/ 94 w 160"/>
                  <a:gd name="T7" fmla="*/ 261 h 302"/>
                  <a:gd name="T8" fmla="*/ 136 w 160"/>
                  <a:gd name="T9" fmla="*/ 261 h 302"/>
                  <a:gd name="T10" fmla="*/ 136 w 160"/>
                  <a:gd name="T11" fmla="*/ 116 h 302"/>
                  <a:gd name="T12" fmla="*/ 136 w 160"/>
                  <a:gd name="T13" fmla="*/ 116 h 302"/>
                  <a:gd name="T14" fmla="*/ 94 w 160"/>
                  <a:gd name="T15" fmla="*/ 189 h 302"/>
                  <a:gd name="T16" fmla="*/ 94 w 160"/>
                  <a:gd name="T17" fmla="*/ 124 h 302"/>
                  <a:gd name="T18" fmla="*/ 160 w 160"/>
                  <a:gd name="T19" fmla="*/ 0 h 302"/>
                  <a:gd name="T20" fmla="*/ 94 w 160"/>
                  <a:gd name="T21" fmla="*/ 302 h 302"/>
                  <a:gd name="T22" fmla="*/ 0 w 160"/>
                  <a:gd name="T23" fmla="*/ 302 h 302"/>
                  <a:gd name="T24" fmla="*/ 94 w 160"/>
                  <a:gd name="T25" fmla="*/ 124 h 302"/>
                  <a:gd name="T26" fmla="*/ 94 w 160"/>
                  <a:gd name="T27" fmla="*/ 189 h 302"/>
                  <a:gd name="T28" fmla="*/ 53 w 160"/>
                  <a:gd name="T29" fmla="*/ 261 h 302"/>
                  <a:gd name="T30" fmla="*/ 94 w 160"/>
                  <a:gd name="T31" fmla="*/ 261 h 302"/>
                  <a:gd name="T32" fmla="*/ 94 w 160"/>
                  <a:gd name="T3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2">
                    <a:moveTo>
                      <a:pt x="160" y="0"/>
                    </a:moveTo>
                    <a:lnTo>
                      <a:pt x="160" y="302"/>
                    </a:lnTo>
                    <a:lnTo>
                      <a:pt x="94" y="302"/>
                    </a:lnTo>
                    <a:lnTo>
                      <a:pt x="94" y="261"/>
                    </a:lnTo>
                    <a:lnTo>
                      <a:pt x="136" y="261"/>
                    </a:lnTo>
                    <a:lnTo>
                      <a:pt x="136" y="116"/>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5" name="iS1íḍe">
                <a:extLst>
                  <a:ext uri="{FF2B5EF4-FFF2-40B4-BE49-F238E27FC236}">
                    <a16:creationId xmlns:a16="http://schemas.microsoft.com/office/drawing/2014/main" id="{E9D77462-6C89-42FB-81A2-CBE40E31543E}"/>
                  </a:ext>
                </a:extLst>
              </p:cNvPr>
              <p:cNvSpPr/>
              <p:nvPr/>
            </p:nvSpPr>
            <p:spPr bwMode="auto">
              <a:xfrm>
                <a:off x="1811338" y="1541463"/>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6" name="îs1idê">
              <a:extLst>
                <a:ext uri="{FF2B5EF4-FFF2-40B4-BE49-F238E27FC236}">
                  <a16:creationId xmlns:a16="http://schemas.microsoft.com/office/drawing/2014/main" id="{A025585E-35F4-48E8-A2CA-814FC99D1A96}"/>
                </a:ext>
              </a:extLst>
            </p:cNvPr>
            <p:cNvSpPr/>
            <p:nvPr/>
          </p:nvSpPr>
          <p:spPr bwMode="auto">
            <a:xfrm>
              <a:off x="6725715" y="3753171"/>
              <a:ext cx="459013" cy="358604"/>
            </a:xfrm>
            <a:custGeom>
              <a:avLst/>
              <a:gdLst>
                <a:gd name="T0" fmla="*/ 298 w 320"/>
                <a:gd name="T1" fmla="*/ 57 h 250"/>
                <a:gd name="T2" fmla="*/ 320 w 320"/>
                <a:gd name="T3" fmla="*/ 138 h 250"/>
                <a:gd name="T4" fmla="*/ 303 w 320"/>
                <a:gd name="T5" fmla="*/ 212 h 250"/>
                <a:gd name="T6" fmla="*/ 271 w 320"/>
                <a:gd name="T7" fmla="*/ 245 h 250"/>
                <a:gd name="T8" fmla="*/ 263 w 320"/>
                <a:gd name="T9" fmla="*/ 233 h 250"/>
                <a:gd name="T10" fmla="*/ 279 w 320"/>
                <a:gd name="T11" fmla="*/ 214 h 250"/>
                <a:gd name="T12" fmla="*/ 276 w 320"/>
                <a:gd name="T13" fmla="*/ 191 h 250"/>
                <a:gd name="T14" fmla="*/ 261 w 320"/>
                <a:gd name="T15" fmla="*/ 165 h 250"/>
                <a:gd name="T16" fmla="*/ 287 w 320"/>
                <a:gd name="T17" fmla="*/ 165 h 250"/>
                <a:gd name="T18" fmla="*/ 299 w 320"/>
                <a:gd name="T19" fmla="*/ 153 h 250"/>
                <a:gd name="T20" fmla="*/ 299 w 320"/>
                <a:gd name="T21" fmla="*/ 126 h 250"/>
                <a:gd name="T22" fmla="*/ 283 w 320"/>
                <a:gd name="T23" fmla="*/ 112 h 250"/>
                <a:gd name="T24" fmla="*/ 261 w 320"/>
                <a:gd name="T25" fmla="*/ 100 h 250"/>
                <a:gd name="T26" fmla="*/ 278 w 320"/>
                <a:gd name="T27" fmla="*/ 96 h 250"/>
                <a:gd name="T28" fmla="*/ 287 w 320"/>
                <a:gd name="T29" fmla="*/ 74 h 250"/>
                <a:gd name="T30" fmla="*/ 280 w 320"/>
                <a:gd name="T31" fmla="*/ 58 h 250"/>
                <a:gd name="T32" fmla="*/ 238 w 320"/>
                <a:gd name="T33" fmla="*/ 8 h 250"/>
                <a:gd name="T34" fmla="*/ 261 w 320"/>
                <a:gd name="T35" fmla="*/ 50 h 250"/>
                <a:gd name="T36" fmla="*/ 242 w 320"/>
                <a:gd name="T37" fmla="*/ 59 h 250"/>
                <a:gd name="T38" fmla="*/ 238 w 320"/>
                <a:gd name="T39" fmla="*/ 34 h 250"/>
                <a:gd name="T40" fmla="*/ 261 w 320"/>
                <a:gd name="T41" fmla="*/ 247 h 250"/>
                <a:gd name="T42" fmla="*/ 244 w 320"/>
                <a:gd name="T43" fmla="*/ 235 h 250"/>
                <a:gd name="T44" fmla="*/ 261 w 320"/>
                <a:gd name="T45" fmla="*/ 247 h 250"/>
                <a:gd name="T46" fmla="*/ 261 w 320"/>
                <a:gd name="T47" fmla="*/ 113 h 250"/>
                <a:gd name="T48" fmla="*/ 245 w 320"/>
                <a:gd name="T49" fmla="*/ 135 h 250"/>
                <a:gd name="T50" fmla="*/ 252 w 320"/>
                <a:gd name="T51" fmla="*/ 155 h 250"/>
                <a:gd name="T52" fmla="*/ 256 w 320"/>
                <a:gd name="T53" fmla="*/ 174 h 250"/>
                <a:gd name="T54" fmla="*/ 238 w 320"/>
                <a:gd name="T55" fmla="*/ 82 h 250"/>
                <a:gd name="T56" fmla="*/ 255 w 320"/>
                <a:gd name="T57" fmla="*/ 100 h 250"/>
                <a:gd name="T58" fmla="*/ 238 w 320"/>
                <a:gd name="T59" fmla="*/ 8 h 250"/>
                <a:gd name="T60" fmla="*/ 234 w 320"/>
                <a:gd name="T61" fmla="*/ 20 h 250"/>
                <a:gd name="T62" fmla="*/ 219 w 320"/>
                <a:gd name="T63" fmla="*/ 2 h 250"/>
                <a:gd name="T64" fmla="*/ 219 w 320"/>
                <a:gd name="T65" fmla="*/ 215 h 250"/>
                <a:gd name="T66" fmla="*/ 229 w 320"/>
                <a:gd name="T67" fmla="*/ 227 h 250"/>
                <a:gd name="T68" fmla="*/ 238 w 320"/>
                <a:gd name="T69" fmla="*/ 39 h 250"/>
                <a:gd name="T70" fmla="*/ 238 w 320"/>
                <a:gd name="T71" fmla="*/ 174 h 250"/>
                <a:gd name="T72" fmla="*/ 226 w 320"/>
                <a:gd name="T73" fmla="*/ 184 h 250"/>
                <a:gd name="T74" fmla="*/ 225 w 320"/>
                <a:gd name="T75" fmla="*/ 51 h 250"/>
                <a:gd name="T76" fmla="*/ 238 w 320"/>
                <a:gd name="T77" fmla="*/ 39 h 250"/>
                <a:gd name="T78" fmla="*/ 134 w 320"/>
                <a:gd name="T79" fmla="*/ 8 h 250"/>
                <a:gd name="T80" fmla="*/ 219 w 320"/>
                <a:gd name="T81" fmla="*/ 2 h 250"/>
                <a:gd name="T82" fmla="*/ 211 w 320"/>
                <a:gd name="T83" fmla="*/ 16 h 250"/>
                <a:gd name="T84" fmla="*/ 203 w 320"/>
                <a:gd name="T85" fmla="*/ 42 h 250"/>
                <a:gd name="T86" fmla="*/ 219 w 320"/>
                <a:gd name="T87" fmla="*/ 53 h 250"/>
                <a:gd name="T88" fmla="*/ 218 w 320"/>
                <a:gd name="T89" fmla="*/ 210 h 250"/>
                <a:gd name="T90" fmla="*/ 194 w 320"/>
                <a:gd name="T91" fmla="*/ 230 h 250"/>
                <a:gd name="T92" fmla="*/ 125 w 320"/>
                <a:gd name="T93" fmla="*/ 192 h 250"/>
                <a:gd name="T94" fmla="*/ 68 w 320"/>
                <a:gd name="T95" fmla="*/ 164 h 250"/>
                <a:gd name="T96" fmla="*/ 84 w 320"/>
                <a:gd name="T97" fmla="*/ 159 h 250"/>
                <a:gd name="T98" fmla="*/ 104 w 320"/>
                <a:gd name="T99" fmla="*/ 131 h 250"/>
                <a:gd name="T100" fmla="*/ 95 w 320"/>
                <a:gd name="T101" fmla="*/ 100 h 250"/>
                <a:gd name="T102" fmla="*/ 0 w 320"/>
                <a:gd name="T103" fmla="*/ 136 h 250"/>
                <a:gd name="T104" fmla="*/ 5 w 320"/>
                <a:gd name="T105" fmla="*/ 96 h 250"/>
                <a:gd name="T106" fmla="*/ 45 w 320"/>
                <a:gd name="T107" fmla="*/ 44 h 250"/>
                <a:gd name="T108" fmla="*/ 68 w 320"/>
                <a:gd name="T109" fmla="*/ 88 h 250"/>
                <a:gd name="T110" fmla="*/ 38 w 320"/>
                <a:gd name="T111" fmla="*/ 101 h 250"/>
                <a:gd name="T112" fmla="*/ 31 w 320"/>
                <a:gd name="T113" fmla="*/ 135 h 250"/>
                <a:gd name="T114" fmla="*/ 57 w 320"/>
                <a:gd name="T115" fmla="*/ 162 h 250"/>
                <a:gd name="T116" fmla="*/ 42 w 320"/>
                <a:gd name="T117" fmla="*/ 189 h 250"/>
                <a:gd name="T118" fmla="*/ 3 w 320"/>
                <a:gd name="T119" fmla="*/ 1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82" y="239"/>
                  </a:lnTo>
                  <a:lnTo>
                    <a:pt x="271" y="245"/>
                  </a:lnTo>
                  <a:lnTo>
                    <a:pt x="261" y="247"/>
                  </a:lnTo>
                  <a:lnTo>
                    <a:pt x="261" y="233"/>
                  </a:lnTo>
                  <a:lnTo>
                    <a:pt x="261" y="233"/>
                  </a:lnTo>
                  <a:lnTo>
                    <a:pt x="263" y="233"/>
                  </a:lnTo>
                  <a:lnTo>
                    <a:pt x="263" y="233"/>
                  </a:lnTo>
                  <a:lnTo>
                    <a:pt x="263" y="233"/>
                  </a:lnTo>
                  <a:lnTo>
                    <a:pt x="268" y="229"/>
                  </a:lnTo>
                  <a:lnTo>
                    <a:pt x="272" y="224"/>
                  </a:lnTo>
                  <a:lnTo>
                    <a:pt x="276" y="219"/>
                  </a:lnTo>
                  <a:lnTo>
                    <a:pt x="279" y="214"/>
                  </a:lnTo>
                  <a:lnTo>
                    <a:pt x="280" y="208"/>
                  </a:lnTo>
                  <a:lnTo>
                    <a:pt x="280" y="203"/>
                  </a:lnTo>
                  <a:lnTo>
                    <a:pt x="279" y="196"/>
                  </a:lnTo>
                  <a:lnTo>
                    <a:pt x="276" y="191"/>
                  </a:lnTo>
                  <a:lnTo>
                    <a:pt x="276" y="191"/>
                  </a:lnTo>
                  <a:lnTo>
                    <a:pt x="274" y="185"/>
                  </a:lnTo>
                  <a:lnTo>
                    <a:pt x="271" y="181"/>
                  </a:lnTo>
                  <a:lnTo>
                    <a:pt x="267" y="178"/>
                  </a:lnTo>
                  <a:lnTo>
                    <a:pt x="261" y="176"/>
                  </a:lnTo>
                  <a:lnTo>
                    <a:pt x="261" y="165"/>
                  </a:lnTo>
                  <a:lnTo>
                    <a:pt x="261" y="165"/>
                  </a:lnTo>
                  <a:lnTo>
                    <a:pt x="268" y="168"/>
                  </a:lnTo>
                  <a:lnTo>
                    <a:pt x="275" y="168"/>
                  </a:lnTo>
                  <a:lnTo>
                    <a:pt x="280" y="168"/>
                  </a:lnTo>
                  <a:lnTo>
                    <a:pt x="287" y="165"/>
                  </a:lnTo>
                  <a:lnTo>
                    <a:pt x="287" y="165"/>
                  </a:lnTo>
                  <a:lnTo>
                    <a:pt x="287" y="165"/>
                  </a:lnTo>
                  <a:lnTo>
                    <a:pt x="293" y="162"/>
                  </a:lnTo>
                  <a:lnTo>
                    <a:pt x="297" y="158"/>
                  </a:lnTo>
                  <a:lnTo>
                    <a:pt x="299" y="153"/>
                  </a:lnTo>
                  <a:lnTo>
                    <a:pt x="302" y="149"/>
                  </a:lnTo>
                  <a:lnTo>
                    <a:pt x="303" y="143"/>
                  </a:lnTo>
                  <a:lnTo>
                    <a:pt x="303" y="136"/>
                  </a:lnTo>
                  <a:lnTo>
                    <a:pt x="302" y="131"/>
                  </a:lnTo>
                  <a:lnTo>
                    <a:pt x="299" y="126"/>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1" y="100"/>
                  </a:lnTo>
                  <a:lnTo>
                    <a:pt x="268" y="100"/>
                  </a:lnTo>
                  <a:lnTo>
                    <a:pt x="274" y="99"/>
                  </a:lnTo>
                  <a:lnTo>
                    <a:pt x="274" y="99"/>
                  </a:lnTo>
                  <a:lnTo>
                    <a:pt x="278" y="96"/>
                  </a:lnTo>
                  <a:lnTo>
                    <a:pt x="282" y="92"/>
                  </a:lnTo>
                  <a:lnTo>
                    <a:pt x="284" y="88"/>
                  </a:lnTo>
                  <a:lnTo>
                    <a:pt x="286" y="84"/>
                  </a:lnTo>
                  <a:lnTo>
                    <a:pt x="287" y="78"/>
                  </a:lnTo>
                  <a:lnTo>
                    <a:pt x="287" y="74"/>
                  </a:lnTo>
                  <a:lnTo>
                    <a:pt x="286" y="69"/>
                  </a:lnTo>
                  <a:lnTo>
                    <a:pt x="284" y="63"/>
                  </a:lnTo>
                  <a:lnTo>
                    <a:pt x="284" y="63"/>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61" y="50"/>
                  </a:lnTo>
                  <a:lnTo>
                    <a:pt x="256" y="50"/>
                  </a:lnTo>
                  <a:lnTo>
                    <a:pt x="251" y="53"/>
                  </a:lnTo>
                  <a:lnTo>
                    <a:pt x="251" y="53"/>
                  </a:lnTo>
                  <a:lnTo>
                    <a:pt x="247" y="55"/>
                  </a:lnTo>
                  <a:lnTo>
                    <a:pt x="242" y="59"/>
                  </a:lnTo>
                  <a:lnTo>
                    <a:pt x="240" y="63"/>
                  </a:lnTo>
                  <a:lnTo>
                    <a:pt x="238" y="67"/>
                  </a:lnTo>
                  <a:lnTo>
                    <a:pt x="238" y="39"/>
                  </a:lnTo>
                  <a:lnTo>
                    <a:pt x="238" y="39"/>
                  </a:lnTo>
                  <a:lnTo>
                    <a:pt x="238" y="34"/>
                  </a:lnTo>
                  <a:lnTo>
                    <a:pt x="238" y="27"/>
                  </a:lnTo>
                  <a:lnTo>
                    <a:pt x="238" y="8"/>
                  </a:lnTo>
                  <a:lnTo>
                    <a:pt x="238" y="8"/>
                  </a:lnTo>
                  <a:close/>
                  <a:moveTo>
                    <a:pt x="261" y="247"/>
                  </a:moveTo>
                  <a:lnTo>
                    <a:pt x="261" y="247"/>
                  </a:lnTo>
                  <a:lnTo>
                    <a:pt x="249" y="250"/>
                  </a:lnTo>
                  <a:lnTo>
                    <a:pt x="238" y="250"/>
                  </a:lnTo>
                  <a:lnTo>
                    <a:pt x="238" y="233"/>
                  </a:lnTo>
                  <a:lnTo>
                    <a:pt x="238" y="233"/>
                  </a:lnTo>
                  <a:lnTo>
                    <a:pt x="244" y="235"/>
                  </a:lnTo>
                  <a:lnTo>
                    <a:pt x="249" y="235"/>
                  </a:lnTo>
                  <a:lnTo>
                    <a:pt x="256" y="235"/>
                  </a:lnTo>
                  <a:lnTo>
                    <a:pt x="261" y="233"/>
                  </a:lnTo>
                  <a:lnTo>
                    <a:pt x="261" y="247"/>
                  </a:lnTo>
                  <a:lnTo>
                    <a:pt x="261" y="247"/>
                  </a:lnTo>
                  <a:close/>
                  <a:moveTo>
                    <a:pt x="261" y="100"/>
                  </a:moveTo>
                  <a:lnTo>
                    <a:pt x="261" y="112"/>
                  </a:lnTo>
                  <a:lnTo>
                    <a:pt x="261" y="112"/>
                  </a:lnTo>
                  <a:lnTo>
                    <a:pt x="261" y="113"/>
                  </a:lnTo>
                  <a:lnTo>
                    <a:pt x="261" y="113"/>
                  </a:lnTo>
                  <a:lnTo>
                    <a:pt x="256" y="116"/>
                  </a:lnTo>
                  <a:lnTo>
                    <a:pt x="252" y="120"/>
                  </a:lnTo>
                  <a:lnTo>
                    <a:pt x="249" y="124"/>
                  </a:lnTo>
                  <a:lnTo>
                    <a:pt x="247" y="130"/>
                  </a:lnTo>
                  <a:lnTo>
                    <a:pt x="245" y="135"/>
                  </a:lnTo>
                  <a:lnTo>
                    <a:pt x="245" y="141"/>
                  </a:lnTo>
                  <a:lnTo>
                    <a:pt x="247" y="146"/>
                  </a:lnTo>
                  <a:lnTo>
                    <a:pt x="249" y="151"/>
                  </a:lnTo>
                  <a:lnTo>
                    <a:pt x="249" y="151"/>
                  </a:lnTo>
                  <a:lnTo>
                    <a:pt x="252" y="155"/>
                  </a:lnTo>
                  <a:lnTo>
                    <a:pt x="255" y="159"/>
                  </a:lnTo>
                  <a:lnTo>
                    <a:pt x="261" y="165"/>
                  </a:lnTo>
                  <a:lnTo>
                    <a:pt x="261" y="176"/>
                  </a:lnTo>
                  <a:lnTo>
                    <a:pt x="261" y="176"/>
                  </a:lnTo>
                  <a:lnTo>
                    <a:pt x="256" y="174"/>
                  </a:lnTo>
                  <a:lnTo>
                    <a:pt x="251" y="173"/>
                  </a:lnTo>
                  <a:lnTo>
                    <a:pt x="244" y="173"/>
                  </a:lnTo>
                  <a:lnTo>
                    <a:pt x="238" y="174"/>
                  </a:lnTo>
                  <a:lnTo>
                    <a:pt x="238" y="82"/>
                  </a:lnTo>
                  <a:lnTo>
                    <a:pt x="238" y="82"/>
                  </a:lnTo>
                  <a:lnTo>
                    <a:pt x="240" y="86"/>
                  </a:lnTo>
                  <a:lnTo>
                    <a:pt x="240" y="86"/>
                  </a:lnTo>
                  <a:lnTo>
                    <a:pt x="244" y="92"/>
                  </a:lnTo>
                  <a:lnTo>
                    <a:pt x="249" y="97"/>
                  </a:lnTo>
                  <a:lnTo>
                    <a:pt x="255" y="100"/>
                  </a:lnTo>
                  <a:lnTo>
                    <a:pt x="261" y="100"/>
                  </a:lnTo>
                  <a:lnTo>
                    <a:pt x="261" y="100"/>
                  </a:lnTo>
                  <a:close/>
                  <a:moveTo>
                    <a:pt x="219" y="2"/>
                  </a:moveTo>
                  <a:lnTo>
                    <a:pt x="219" y="2"/>
                  </a:lnTo>
                  <a:lnTo>
                    <a:pt x="238" y="8"/>
                  </a:lnTo>
                  <a:lnTo>
                    <a:pt x="238" y="27"/>
                  </a:lnTo>
                  <a:lnTo>
                    <a:pt x="238" y="27"/>
                  </a:lnTo>
                  <a:lnTo>
                    <a:pt x="237" y="24"/>
                  </a:lnTo>
                  <a:lnTo>
                    <a:pt x="237" y="24"/>
                  </a:lnTo>
                  <a:lnTo>
                    <a:pt x="234" y="20"/>
                  </a:lnTo>
                  <a:lnTo>
                    <a:pt x="230" y="17"/>
                  </a:lnTo>
                  <a:lnTo>
                    <a:pt x="225" y="15"/>
                  </a:lnTo>
                  <a:lnTo>
                    <a:pt x="219" y="15"/>
                  </a:lnTo>
                  <a:lnTo>
                    <a:pt x="219" y="2"/>
                  </a:lnTo>
                  <a:lnTo>
                    <a:pt x="219" y="2"/>
                  </a:lnTo>
                  <a:close/>
                  <a:moveTo>
                    <a:pt x="238" y="250"/>
                  </a:moveTo>
                  <a:lnTo>
                    <a:pt x="238" y="250"/>
                  </a:lnTo>
                  <a:lnTo>
                    <a:pt x="229" y="247"/>
                  </a:lnTo>
                  <a:lnTo>
                    <a:pt x="219" y="245"/>
                  </a:lnTo>
                  <a:lnTo>
                    <a:pt x="219" y="215"/>
                  </a:lnTo>
                  <a:lnTo>
                    <a:pt x="219" y="215"/>
                  </a:lnTo>
                  <a:lnTo>
                    <a:pt x="221" y="218"/>
                  </a:lnTo>
                  <a:lnTo>
                    <a:pt x="221" y="218"/>
                  </a:lnTo>
                  <a:lnTo>
                    <a:pt x="225" y="223"/>
                  </a:lnTo>
                  <a:lnTo>
                    <a:pt x="229" y="227"/>
                  </a:lnTo>
                  <a:lnTo>
                    <a:pt x="233" y="231"/>
                  </a:lnTo>
                  <a:lnTo>
                    <a:pt x="238" y="233"/>
                  </a:lnTo>
                  <a:lnTo>
                    <a:pt x="238" y="250"/>
                  </a:lnTo>
                  <a:lnTo>
                    <a:pt x="238" y="250"/>
                  </a:lnTo>
                  <a:close/>
                  <a:moveTo>
                    <a:pt x="238" y="39"/>
                  </a:moveTo>
                  <a:lnTo>
                    <a:pt x="238" y="67"/>
                  </a:lnTo>
                  <a:lnTo>
                    <a:pt x="238" y="67"/>
                  </a:lnTo>
                  <a:lnTo>
                    <a:pt x="237" y="74"/>
                  </a:lnTo>
                  <a:lnTo>
                    <a:pt x="238" y="82"/>
                  </a:lnTo>
                  <a:lnTo>
                    <a:pt x="238" y="174"/>
                  </a:lnTo>
                  <a:lnTo>
                    <a:pt x="238" y="174"/>
                  </a:lnTo>
                  <a:lnTo>
                    <a:pt x="236" y="176"/>
                  </a:lnTo>
                  <a:lnTo>
                    <a:pt x="236" y="176"/>
                  </a:lnTo>
                  <a:lnTo>
                    <a:pt x="230" y="180"/>
                  </a:lnTo>
                  <a:lnTo>
                    <a:pt x="226" y="184"/>
                  </a:lnTo>
                  <a:lnTo>
                    <a:pt x="222" y="188"/>
                  </a:lnTo>
                  <a:lnTo>
                    <a:pt x="219" y="193"/>
                  </a:lnTo>
                  <a:lnTo>
                    <a:pt x="219" y="53"/>
                  </a:lnTo>
                  <a:lnTo>
                    <a:pt x="219" y="53"/>
                  </a:lnTo>
                  <a:lnTo>
                    <a:pt x="225" y="51"/>
                  </a:lnTo>
                  <a:lnTo>
                    <a:pt x="229" y="50"/>
                  </a:lnTo>
                  <a:lnTo>
                    <a:pt x="229" y="50"/>
                  </a:lnTo>
                  <a:lnTo>
                    <a:pt x="234" y="46"/>
                  </a:lnTo>
                  <a:lnTo>
                    <a:pt x="238" y="39"/>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9" y="15"/>
                  </a:lnTo>
                  <a:lnTo>
                    <a:pt x="215" y="15"/>
                  </a:lnTo>
                  <a:lnTo>
                    <a:pt x="211" y="16"/>
                  </a:lnTo>
                  <a:lnTo>
                    <a:pt x="211" y="16"/>
                  </a:lnTo>
                  <a:lnTo>
                    <a:pt x="211" y="16"/>
                  </a:lnTo>
                  <a:lnTo>
                    <a:pt x="206" y="20"/>
                  </a:lnTo>
                  <a:lnTo>
                    <a:pt x="202" y="27"/>
                  </a:lnTo>
                  <a:lnTo>
                    <a:pt x="200" y="34"/>
                  </a:lnTo>
                  <a:lnTo>
                    <a:pt x="203" y="42"/>
                  </a:lnTo>
                  <a:lnTo>
                    <a:pt x="203" y="42"/>
                  </a:lnTo>
                  <a:lnTo>
                    <a:pt x="206" y="46"/>
                  </a:lnTo>
                  <a:lnTo>
                    <a:pt x="210" y="50"/>
                  </a:lnTo>
                  <a:lnTo>
                    <a:pt x="215" y="51"/>
                  </a:lnTo>
                  <a:lnTo>
                    <a:pt x="219" y="53"/>
                  </a:lnTo>
                  <a:lnTo>
                    <a:pt x="219" y="193"/>
                  </a:lnTo>
                  <a:lnTo>
                    <a:pt x="219" y="193"/>
                  </a:lnTo>
                  <a:lnTo>
                    <a:pt x="218" y="199"/>
                  </a:lnTo>
                  <a:lnTo>
                    <a:pt x="218" y="204"/>
                  </a:lnTo>
                  <a:lnTo>
                    <a:pt x="218" y="210"/>
                  </a:lnTo>
                  <a:lnTo>
                    <a:pt x="219" y="215"/>
                  </a:lnTo>
                  <a:lnTo>
                    <a:pt x="219" y="245"/>
                  </a:lnTo>
                  <a:lnTo>
                    <a:pt x="219" y="245"/>
                  </a:lnTo>
                  <a:lnTo>
                    <a:pt x="207" y="238"/>
                  </a:lnTo>
                  <a:lnTo>
                    <a:pt x="194" y="230"/>
                  </a:lnTo>
                  <a:lnTo>
                    <a:pt x="169" y="212"/>
                  </a:lnTo>
                  <a:lnTo>
                    <a:pt x="157" y="203"/>
                  </a:lnTo>
                  <a:lnTo>
                    <a:pt x="145" y="196"/>
                  </a:lnTo>
                  <a:lnTo>
                    <a:pt x="131" y="192"/>
                  </a:lnTo>
                  <a:lnTo>
                    <a:pt x="125" y="192"/>
                  </a:lnTo>
                  <a:lnTo>
                    <a:pt x="118" y="192"/>
                  </a:lnTo>
                  <a:lnTo>
                    <a:pt x="118" y="192"/>
                  </a:lnTo>
                  <a:lnTo>
                    <a:pt x="92" y="193"/>
                  </a:lnTo>
                  <a:lnTo>
                    <a:pt x="68" y="193"/>
                  </a:lnTo>
                  <a:lnTo>
                    <a:pt x="68" y="164"/>
                  </a:lnTo>
                  <a:lnTo>
                    <a:pt x="68" y="164"/>
                  </a:lnTo>
                  <a:lnTo>
                    <a:pt x="76" y="162"/>
                  </a:lnTo>
                  <a:lnTo>
                    <a:pt x="84" y="159"/>
                  </a:lnTo>
                  <a:lnTo>
                    <a:pt x="84" y="159"/>
                  </a:lnTo>
                  <a:lnTo>
                    <a:pt x="84" y="159"/>
                  </a:lnTo>
                  <a:lnTo>
                    <a:pt x="91" y="155"/>
                  </a:lnTo>
                  <a:lnTo>
                    <a:pt x="96" y="150"/>
                  </a:lnTo>
                  <a:lnTo>
                    <a:pt x="100" y="145"/>
                  </a:lnTo>
                  <a:lnTo>
                    <a:pt x="103" y="138"/>
                  </a:lnTo>
                  <a:lnTo>
                    <a:pt x="104" y="131"/>
                  </a:lnTo>
                  <a:lnTo>
                    <a:pt x="104" y="123"/>
                  </a:lnTo>
                  <a:lnTo>
                    <a:pt x="103" y="116"/>
                  </a:lnTo>
                  <a:lnTo>
                    <a:pt x="100" y="109"/>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54" y="38"/>
                  </a:lnTo>
                  <a:lnTo>
                    <a:pt x="68" y="31"/>
                  </a:lnTo>
                  <a:lnTo>
                    <a:pt x="68" y="88"/>
                  </a:lnTo>
                  <a:lnTo>
                    <a:pt x="68" y="88"/>
                  </a:lnTo>
                  <a:lnTo>
                    <a:pt x="58" y="89"/>
                  </a:lnTo>
                  <a:lnTo>
                    <a:pt x="50" y="92"/>
                  </a:lnTo>
                  <a:lnTo>
                    <a:pt x="50" y="92"/>
                  </a:lnTo>
                  <a:lnTo>
                    <a:pt x="43" y="96"/>
                  </a:lnTo>
                  <a:lnTo>
                    <a:pt x="38" y="101"/>
                  </a:lnTo>
                  <a:lnTo>
                    <a:pt x="34" y="108"/>
                  </a:lnTo>
                  <a:lnTo>
                    <a:pt x="31" y="113"/>
                  </a:lnTo>
                  <a:lnTo>
                    <a:pt x="30" y="122"/>
                  </a:lnTo>
                  <a:lnTo>
                    <a:pt x="30" y="128"/>
                  </a:lnTo>
                  <a:lnTo>
                    <a:pt x="31" y="135"/>
                  </a:lnTo>
                  <a:lnTo>
                    <a:pt x="34" y="143"/>
                  </a:lnTo>
                  <a:lnTo>
                    <a:pt x="34" y="143"/>
                  </a:lnTo>
                  <a:lnTo>
                    <a:pt x="39" y="151"/>
                  </a:lnTo>
                  <a:lnTo>
                    <a:pt x="47" y="158"/>
                  </a:lnTo>
                  <a:lnTo>
                    <a:pt x="57" y="162"/>
                  </a:lnTo>
                  <a:lnTo>
                    <a:pt x="68" y="164"/>
                  </a:lnTo>
                  <a:lnTo>
                    <a:pt x="68" y="193"/>
                  </a:lnTo>
                  <a:lnTo>
                    <a:pt x="68" y="193"/>
                  </a:lnTo>
                  <a:lnTo>
                    <a:pt x="54" y="192"/>
                  </a:lnTo>
                  <a:lnTo>
                    <a:pt x="42" y="189"/>
                  </a:lnTo>
                  <a:lnTo>
                    <a:pt x="31" y="185"/>
                  </a:lnTo>
                  <a:lnTo>
                    <a:pt x="22" y="178"/>
                  </a:lnTo>
                  <a:lnTo>
                    <a:pt x="14" y="172"/>
                  </a:lnTo>
                  <a:lnTo>
                    <a:pt x="8" y="162"/>
                  </a:lnTo>
                  <a:lnTo>
                    <a:pt x="3" y="150"/>
                  </a:lnTo>
                  <a:lnTo>
                    <a:pt x="0" y="136"/>
                  </a:lnTo>
                  <a:lnTo>
                    <a:pt x="0" y="13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7" name="ïšḻíďé">
              <a:extLst>
                <a:ext uri="{FF2B5EF4-FFF2-40B4-BE49-F238E27FC236}">
                  <a16:creationId xmlns:a16="http://schemas.microsoft.com/office/drawing/2014/main" id="{70FC6019-E82C-4151-BBFB-9AB0DAA3F2F3}"/>
                </a:ext>
              </a:extLst>
            </p:cNvPr>
            <p:cNvGrpSpPr/>
            <p:nvPr/>
          </p:nvGrpSpPr>
          <p:grpSpPr>
            <a:xfrm>
              <a:off x="5355844" y="4111159"/>
              <a:ext cx="447539" cy="582374"/>
              <a:chOff x="1893888" y="4305300"/>
              <a:chExt cx="495300" cy="644526"/>
            </a:xfrm>
            <a:solidFill>
              <a:srgbClr val="FF8F29"/>
            </a:solidFill>
          </p:grpSpPr>
          <p:sp>
            <p:nvSpPr>
              <p:cNvPr id="306" name="î$1îḍe">
                <a:extLst>
                  <a:ext uri="{FF2B5EF4-FFF2-40B4-BE49-F238E27FC236}">
                    <a16:creationId xmlns:a16="http://schemas.microsoft.com/office/drawing/2014/main" id="{3B4237DB-1C11-4B99-A8D1-9CB33E728ACF}"/>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7" name="ïSļiḍe">
                <a:extLst>
                  <a:ext uri="{FF2B5EF4-FFF2-40B4-BE49-F238E27FC236}">
                    <a16:creationId xmlns:a16="http://schemas.microsoft.com/office/drawing/2014/main" id="{66240ACC-008A-4953-8A4B-E7D4E4E97B8E}"/>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8" name="ïşlidé">
                <a:extLst>
                  <a:ext uri="{FF2B5EF4-FFF2-40B4-BE49-F238E27FC236}">
                    <a16:creationId xmlns:a16="http://schemas.microsoft.com/office/drawing/2014/main" id="{E2A6C34D-A2DB-4369-931B-B34A8B191B7B}"/>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9" name="ïş1ïḑê">
                <a:extLst>
                  <a:ext uri="{FF2B5EF4-FFF2-40B4-BE49-F238E27FC236}">
                    <a16:creationId xmlns:a16="http://schemas.microsoft.com/office/drawing/2014/main" id="{3C9A9C9A-3452-412A-81DD-7F6247F654FA}"/>
                  </a:ext>
                </a:extLst>
              </p:cNvPr>
              <p:cNvSpPr/>
              <p:nvPr/>
            </p:nvSpPr>
            <p:spPr bwMode="auto">
              <a:xfrm>
                <a:off x="2139951" y="4786313"/>
                <a:ext cx="136525" cy="163513"/>
              </a:xfrm>
              <a:custGeom>
                <a:avLst/>
                <a:gdLst>
                  <a:gd name="T0" fmla="*/ 27 w 86"/>
                  <a:gd name="T1" fmla="*/ 6 h 103"/>
                  <a:gd name="T2" fmla="*/ 27 w 86"/>
                  <a:gd name="T3" fmla="*/ 38 h 103"/>
                  <a:gd name="T4" fmla="*/ 27 w 86"/>
                  <a:gd name="T5" fmla="*/ 38 h 103"/>
                  <a:gd name="T6" fmla="*/ 28 w 86"/>
                  <a:gd name="T7" fmla="*/ 41 h 103"/>
                  <a:gd name="T8" fmla="*/ 34 w 86"/>
                  <a:gd name="T9" fmla="*/ 47 h 103"/>
                  <a:gd name="T10" fmla="*/ 42 w 86"/>
                  <a:gd name="T11" fmla="*/ 55 h 103"/>
                  <a:gd name="T12" fmla="*/ 47 w 86"/>
                  <a:gd name="T13" fmla="*/ 57 h 103"/>
                  <a:gd name="T14" fmla="*/ 54 w 86"/>
                  <a:gd name="T15" fmla="*/ 60 h 103"/>
                  <a:gd name="T16" fmla="*/ 54 w 86"/>
                  <a:gd name="T17" fmla="*/ 60 h 103"/>
                  <a:gd name="T18" fmla="*/ 66 w 86"/>
                  <a:gd name="T19" fmla="*/ 65 h 103"/>
                  <a:gd name="T20" fmla="*/ 78 w 86"/>
                  <a:gd name="T21" fmla="*/ 72 h 103"/>
                  <a:gd name="T22" fmla="*/ 82 w 86"/>
                  <a:gd name="T23" fmla="*/ 75 h 103"/>
                  <a:gd name="T24" fmla="*/ 85 w 86"/>
                  <a:gd name="T25" fmla="*/ 79 h 103"/>
                  <a:gd name="T26" fmla="*/ 86 w 86"/>
                  <a:gd name="T27" fmla="*/ 82 h 103"/>
                  <a:gd name="T28" fmla="*/ 86 w 86"/>
                  <a:gd name="T29" fmla="*/ 86 h 103"/>
                  <a:gd name="T30" fmla="*/ 86 w 86"/>
                  <a:gd name="T31" fmla="*/ 86 h 103"/>
                  <a:gd name="T32" fmla="*/ 85 w 86"/>
                  <a:gd name="T33" fmla="*/ 90 h 103"/>
                  <a:gd name="T34" fmla="*/ 81 w 86"/>
                  <a:gd name="T35" fmla="*/ 93 h 103"/>
                  <a:gd name="T36" fmla="*/ 76 w 86"/>
                  <a:gd name="T37" fmla="*/ 95 h 103"/>
                  <a:gd name="T38" fmla="*/ 66 w 86"/>
                  <a:gd name="T39" fmla="*/ 98 h 103"/>
                  <a:gd name="T40" fmla="*/ 55 w 86"/>
                  <a:gd name="T41" fmla="*/ 101 h 103"/>
                  <a:gd name="T42" fmla="*/ 40 w 86"/>
                  <a:gd name="T43" fmla="*/ 102 h 103"/>
                  <a:gd name="T44" fmla="*/ 21 w 86"/>
                  <a:gd name="T45" fmla="*/ 103 h 103"/>
                  <a:gd name="T46" fmla="*/ 0 w 86"/>
                  <a:gd name="T47" fmla="*/ 103 h 103"/>
                  <a:gd name="T48" fmla="*/ 0 w 86"/>
                  <a:gd name="T49" fmla="*/ 0 h 103"/>
                  <a:gd name="T50" fmla="*/ 27 w 86"/>
                  <a:gd name="T51"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103">
                    <a:moveTo>
                      <a:pt x="27" y="6"/>
                    </a:moveTo>
                    <a:lnTo>
                      <a:pt x="27" y="38"/>
                    </a:lnTo>
                    <a:lnTo>
                      <a:pt x="27" y="38"/>
                    </a:lnTo>
                    <a:lnTo>
                      <a:pt x="28" y="41"/>
                    </a:lnTo>
                    <a:lnTo>
                      <a:pt x="34" y="47"/>
                    </a:lnTo>
                    <a:lnTo>
                      <a:pt x="42" y="55"/>
                    </a:lnTo>
                    <a:lnTo>
                      <a:pt x="47" y="57"/>
                    </a:lnTo>
                    <a:lnTo>
                      <a:pt x="54" y="60"/>
                    </a:lnTo>
                    <a:lnTo>
                      <a:pt x="54" y="60"/>
                    </a:lnTo>
                    <a:lnTo>
                      <a:pt x="66" y="65"/>
                    </a:lnTo>
                    <a:lnTo>
                      <a:pt x="78" y="72"/>
                    </a:lnTo>
                    <a:lnTo>
                      <a:pt x="82" y="75"/>
                    </a:lnTo>
                    <a:lnTo>
                      <a:pt x="85" y="79"/>
                    </a:lnTo>
                    <a:lnTo>
                      <a:pt x="86" y="82"/>
                    </a:lnTo>
                    <a:lnTo>
                      <a:pt x="86" y="86"/>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0" name="iṩḻïḓe">
                <a:extLst>
                  <a:ext uri="{FF2B5EF4-FFF2-40B4-BE49-F238E27FC236}">
                    <a16:creationId xmlns:a16="http://schemas.microsoft.com/office/drawing/2014/main" id="{A0303858-540B-455D-A22E-C6D8DA488CAD}"/>
                  </a:ext>
                </a:extLst>
              </p:cNvPr>
              <p:cNvSpPr/>
              <p:nvPr/>
            </p:nvSpPr>
            <p:spPr bwMode="auto">
              <a:xfrm>
                <a:off x="2024063" y="4786313"/>
                <a:ext cx="130175" cy="163513"/>
              </a:xfrm>
              <a:custGeom>
                <a:avLst/>
                <a:gdLst>
                  <a:gd name="T0" fmla="*/ 63 w 82"/>
                  <a:gd name="T1" fmla="*/ 6 h 103"/>
                  <a:gd name="T2" fmla="*/ 63 w 82"/>
                  <a:gd name="T3" fmla="*/ 38 h 103"/>
                  <a:gd name="T4" fmla="*/ 63 w 82"/>
                  <a:gd name="T5" fmla="*/ 38 h 103"/>
                  <a:gd name="T6" fmla="*/ 62 w 82"/>
                  <a:gd name="T7" fmla="*/ 41 h 103"/>
                  <a:gd name="T8" fmla="*/ 58 w 82"/>
                  <a:gd name="T9" fmla="*/ 47 h 103"/>
                  <a:gd name="T10" fmla="*/ 51 w 82"/>
                  <a:gd name="T11" fmla="*/ 55 h 103"/>
                  <a:gd name="T12" fmla="*/ 46 w 82"/>
                  <a:gd name="T13" fmla="*/ 57 h 103"/>
                  <a:gd name="T14" fmla="*/ 39 w 82"/>
                  <a:gd name="T15" fmla="*/ 60 h 103"/>
                  <a:gd name="T16" fmla="*/ 39 w 82"/>
                  <a:gd name="T17" fmla="*/ 60 h 103"/>
                  <a:gd name="T18" fmla="*/ 25 w 82"/>
                  <a:gd name="T19" fmla="*/ 65 h 103"/>
                  <a:gd name="T20" fmla="*/ 12 w 82"/>
                  <a:gd name="T21" fmla="*/ 72 h 103"/>
                  <a:gd name="T22" fmla="*/ 6 w 82"/>
                  <a:gd name="T23" fmla="*/ 75 h 103"/>
                  <a:gd name="T24" fmla="*/ 4 w 82"/>
                  <a:gd name="T25" fmla="*/ 79 h 103"/>
                  <a:gd name="T26" fmla="*/ 1 w 82"/>
                  <a:gd name="T27" fmla="*/ 82 h 103"/>
                  <a:gd name="T28" fmla="*/ 0 w 82"/>
                  <a:gd name="T29" fmla="*/ 86 h 103"/>
                  <a:gd name="T30" fmla="*/ 0 w 82"/>
                  <a:gd name="T31" fmla="*/ 86 h 103"/>
                  <a:gd name="T32" fmla="*/ 2 w 82"/>
                  <a:gd name="T33" fmla="*/ 90 h 103"/>
                  <a:gd name="T34" fmla="*/ 8 w 82"/>
                  <a:gd name="T35" fmla="*/ 93 h 103"/>
                  <a:gd name="T36" fmla="*/ 15 w 82"/>
                  <a:gd name="T37" fmla="*/ 95 h 103"/>
                  <a:gd name="T38" fmla="*/ 24 w 82"/>
                  <a:gd name="T39" fmla="*/ 98 h 103"/>
                  <a:gd name="T40" fmla="*/ 36 w 82"/>
                  <a:gd name="T41" fmla="*/ 101 h 103"/>
                  <a:gd name="T42" fmla="*/ 50 w 82"/>
                  <a:gd name="T43" fmla="*/ 102 h 103"/>
                  <a:gd name="T44" fmla="*/ 82 w 82"/>
                  <a:gd name="T45" fmla="*/ 103 h 103"/>
                  <a:gd name="T46" fmla="*/ 82 w 82"/>
                  <a:gd name="T47" fmla="*/ 0 h 103"/>
                  <a:gd name="T48" fmla="*/ 63 w 82"/>
                  <a:gd name="T49"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103">
                    <a:moveTo>
                      <a:pt x="63" y="6"/>
                    </a:moveTo>
                    <a:lnTo>
                      <a:pt x="63" y="38"/>
                    </a:lnTo>
                    <a:lnTo>
                      <a:pt x="63" y="38"/>
                    </a:lnTo>
                    <a:lnTo>
                      <a:pt x="62" y="41"/>
                    </a:lnTo>
                    <a:lnTo>
                      <a:pt x="58" y="47"/>
                    </a:lnTo>
                    <a:lnTo>
                      <a:pt x="51" y="55"/>
                    </a:lnTo>
                    <a:lnTo>
                      <a:pt x="46" y="57"/>
                    </a:lnTo>
                    <a:lnTo>
                      <a:pt x="39" y="60"/>
                    </a:lnTo>
                    <a:lnTo>
                      <a:pt x="39" y="60"/>
                    </a:lnTo>
                    <a:lnTo>
                      <a:pt x="25" y="65"/>
                    </a:lnTo>
                    <a:lnTo>
                      <a:pt x="12" y="72"/>
                    </a:lnTo>
                    <a:lnTo>
                      <a:pt x="6" y="75"/>
                    </a:lnTo>
                    <a:lnTo>
                      <a:pt x="4" y="79"/>
                    </a:lnTo>
                    <a:lnTo>
                      <a:pt x="1" y="82"/>
                    </a:lnTo>
                    <a:lnTo>
                      <a:pt x="0" y="86"/>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1" name="íśļîďê">
                <a:extLst>
                  <a:ext uri="{FF2B5EF4-FFF2-40B4-BE49-F238E27FC236}">
                    <a16:creationId xmlns:a16="http://schemas.microsoft.com/office/drawing/2014/main" id="{2DCFC0A7-788D-4F9C-82CD-052EC1FFAB67}"/>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2" name="îṧlidê">
                <a:extLst>
                  <a:ext uri="{FF2B5EF4-FFF2-40B4-BE49-F238E27FC236}">
                    <a16:creationId xmlns:a16="http://schemas.microsoft.com/office/drawing/2014/main" id="{3CD02098-B06A-4E8A-A880-94892EA76FF6}"/>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3" name="ísḷïḑè">
                <a:extLst>
                  <a:ext uri="{FF2B5EF4-FFF2-40B4-BE49-F238E27FC236}">
                    <a16:creationId xmlns:a16="http://schemas.microsoft.com/office/drawing/2014/main" id="{AB25B1E1-4AD2-4ED8-877E-033C2EAE9E59}"/>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8" name="íṩliḑe">
              <a:extLst>
                <a:ext uri="{FF2B5EF4-FFF2-40B4-BE49-F238E27FC236}">
                  <a16:creationId xmlns:a16="http://schemas.microsoft.com/office/drawing/2014/main" id="{3F25F6AD-BF86-4F9A-83E5-F495C6FFC353}"/>
                </a:ext>
              </a:extLst>
            </p:cNvPr>
            <p:cNvGrpSpPr/>
            <p:nvPr/>
          </p:nvGrpSpPr>
          <p:grpSpPr>
            <a:xfrm>
              <a:off x="7120178" y="1860558"/>
              <a:ext cx="292621" cy="520693"/>
              <a:chOff x="3846513" y="1814513"/>
              <a:chExt cx="323850" cy="576262"/>
            </a:xfrm>
            <a:solidFill>
              <a:srgbClr val="8CC63F"/>
            </a:solidFill>
          </p:grpSpPr>
          <p:sp>
            <p:nvSpPr>
              <p:cNvPr id="303" name="ïṥ1íḋe">
                <a:extLst>
                  <a:ext uri="{FF2B5EF4-FFF2-40B4-BE49-F238E27FC236}">
                    <a16:creationId xmlns:a16="http://schemas.microsoft.com/office/drawing/2014/main" id="{7539EC07-565F-41A7-89A8-DF0194FCEAA3}"/>
                  </a:ext>
                </a:extLst>
              </p:cNvPr>
              <p:cNvSpPr/>
              <p:nvPr/>
            </p:nvSpPr>
            <p:spPr bwMode="auto">
              <a:xfrm>
                <a:off x="3846513" y="1814513"/>
                <a:ext cx="323850" cy="323850"/>
              </a:xfrm>
              <a:custGeom>
                <a:avLst/>
                <a:gdLst>
                  <a:gd name="T0" fmla="*/ 112 w 204"/>
                  <a:gd name="T1" fmla="*/ 0 h 204"/>
                  <a:gd name="T2" fmla="*/ 141 w 204"/>
                  <a:gd name="T3" fmla="*/ 8 h 204"/>
                  <a:gd name="T4" fmla="*/ 165 w 204"/>
                  <a:gd name="T5" fmla="*/ 22 h 204"/>
                  <a:gd name="T6" fmla="*/ 185 w 204"/>
                  <a:gd name="T7" fmla="*/ 42 h 204"/>
                  <a:gd name="T8" fmla="*/ 199 w 204"/>
                  <a:gd name="T9" fmla="*/ 68 h 204"/>
                  <a:gd name="T10" fmla="*/ 204 w 204"/>
                  <a:gd name="T11" fmla="*/ 96 h 204"/>
                  <a:gd name="T12" fmla="*/ 203 w 204"/>
                  <a:gd name="T13" fmla="*/ 118 h 204"/>
                  <a:gd name="T14" fmla="*/ 195 w 204"/>
                  <a:gd name="T15" fmla="*/ 146 h 204"/>
                  <a:gd name="T16" fmla="*/ 179 w 204"/>
                  <a:gd name="T17" fmla="*/ 171 h 204"/>
                  <a:gd name="T18" fmla="*/ 156 w 204"/>
                  <a:gd name="T19" fmla="*/ 190 h 204"/>
                  <a:gd name="T20" fmla="*/ 129 w 204"/>
                  <a:gd name="T21" fmla="*/ 202 h 204"/>
                  <a:gd name="T22" fmla="*/ 108 w 204"/>
                  <a:gd name="T23" fmla="*/ 204 h 204"/>
                  <a:gd name="T24" fmla="*/ 102 w 204"/>
                  <a:gd name="T25" fmla="*/ 185 h 204"/>
                  <a:gd name="T26" fmla="*/ 107 w 204"/>
                  <a:gd name="T27" fmla="*/ 185 h 204"/>
                  <a:gd name="T28" fmla="*/ 131 w 204"/>
                  <a:gd name="T29" fmla="*/ 180 h 204"/>
                  <a:gd name="T30" fmla="*/ 164 w 204"/>
                  <a:gd name="T31" fmla="*/ 158 h 204"/>
                  <a:gd name="T32" fmla="*/ 183 w 204"/>
                  <a:gd name="T33" fmla="*/ 123 h 204"/>
                  <a:gd name="T34" fmla="*/ 185 w 204"/>
                  <a:gd name="T35" fmla="*/ 97 h 204"/>
                  <a:gd name="T36" fmla="*/ 177 w 204"/>
                  <a:gd name="T37" fmla="*/ 66 h 204"/>
                  <a:gd name="T38" fmla="*/ 148 w 204"/>
                  <a:gd name="T39" fmla="*/ 32 h 204"/>
                  <a:gd name="T40" fmla="*/ 102 w 204"/>
                  <a:gd name="T41" fmla="*/ 19 h 204"/>
                  <a:gd name="T42" fmla="*/ 96 w 204"/>
                  <a:gd name="T43" fmla="*/ 0 h 204"/>
                  <a:gd name="T44" fmla="*/ 102 w 204"/>
                  <a:gd name="T45" fmla="*/ 19 h 204"/>
                  <a:gd name="T46" fmla="*/ 89 w 204"/>
                  <a:gd name="T47" fmla="*/ 20 h 204"/>
                  <a:gd name="T48" fmla="*/ 66 w 204"/>
                  <a:gd name="T49" fmla="*/ 27 h 204"/>
                  <a:gd name="T50" fmla="*/ 31 w 204"/>
                  <a:gd name="T51" fmla="*/ 60 h 204"/>
                  <a:gd name="T52" fmla="*/ 20 w 204"/>
                  <a:gd name="T53" fmla="*/ 89 h 204"/>
                  <a:gd name="T54" fmla="*/ 19 w 204"/>
                  <a:gd name="T55" fmla="*/ 107 h 204"/>
                  <a:gd name="T56" fmla="*/ 35 w 204"/>
                  <a:gd name="T57" fmla="*/ 152 h 204"/>
                  <a:gd name="T58" fmla="*/ 70 w 204"/>
                  <a:gd name="T59" fmla="*/ 179 h 204"/>
                  <a:gd name="T60" fmla="*/ 102 w 204"/>
                  <a:gd name="T61" fmla="*/ 204 h 204"/>
                  <a:gd name="T62" fmla="*/ 83 w 204"/>
                  <a:gd name="T63" fmla="*/ 203 h 204"/>
                  <a:gd name="T64" fmla="*/ 55 w 204"/>
                  <a:gd name="T65" fmla="*/ 194 h 204"/>
                  <a:gd name="T66" fmla="*/ 32 w 204"/>
                  <a:gd name="T67" fmla="*/ 176 h 204"/>
                  <a:gd name="T68" fmla="*/ 13 w 204"/>
                  <a:gd name="T69" fmla="*/ 154 h 204"/>
                  <a:gd name="T70" fmla="*/ 3 w 204"/>
                  <a:gd name="T71" fmla="*/ 127 h 204"/>
                  <a:gd name="T72" fmla="*/ 0 w 204"/>
                  <a:gd name="T73" fmla="*/ 108 h 204"/>
                  <a:gd name="T74" fmla="*/ 3 w 204"/>
                  <a:gd name="T75" fmla="*/ 77 h 204"/>
                  <a:gd name="T76" fmla="*/ 15 w 204"/>
                  <a:gd name="T77" fmla="*/ 50 h 204"/>
                  <a:gd name="T78" fmla="*/ 32 w 204"/>
                  <a:gd name="T79" fmla="*/ 27 h 204"/>
                  <a:gd name="T80" fmla="*/ 57 w 204"/>
                  <a:gd name="T81" fmla="*/ 11 h 204"/>
                  <a:gd name="T82" fmla="*/ 87 w 204"/>
                  <a:gd name="T83" fmla="*/ 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8" y="204"/>
                    </a:lnTo>
                    <a:lnTo>
                      <a:pt x="102" y="204"/>
                    </a:lnTo>
                    <a:lnTo>
                      <a:pt x="102" y="185"/>
                    </a:lnTo>
                    <a:lnTo>
                      <a:pt x="102" y="185"/>
                    </a:lnTo>
                    <a:lnTo>
                      <a:pt x="107" y="185"/>
                    </a:lnTo>
                    <a:lnTo>
                      <a:pt x="107"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102" y="19"/>
                    </a:lnTo>
                    <a:lnTo>
                      <a:pt x="97"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19" y="107"/>
                    </a:lnTo>
                    <a:lnTo>
                      <a:pt x="22" y="123"/>
                    </a:lnTo>
                    <a:lnTo>
                      <a:pt x="27" y="138"/>
                    </a:lnTo>
                    <a:lnTo>
                      <a:pt x="35" y="152"/>
                    </a:lnTo>
                    <a:lnTo>
                      <a:pt x="45" y="162"/>
                    </a:lnTo>
                    <a:lnTo>
                      <a:pt x="57" y="172"/>
                    </a:lnTo>
                    <a:lnTo>
                      <a:pt x="70" y="179"/>
                    </a:lnTo>
                    <a:lnTo>
                      <a:pt x="87" y="184"/>
                    </a:lnTo>
                    <a:lnTo>
                      <a:pt x="102" y="185"/>
                    </a:lnTo>
                    <a:lnTo>
                      <a:pt x="102" y="204"/>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lnTo>
                      <a:pt x="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4" name="ïŝļiḍê">
                <a:extLst>
                  <a:ext uri="{FF2B5EF4-FFF2-40B4-BE49-F238E27FC236}">
                    <a16:creationId xmlns:a16="http://schemas.microsoft.com/office/drawing/2014/main" id="{1D5551CE-B76D-4FAC-B622-EA55DE54A607}"/>
                  </a:ext>
                </a:extLst>
              </p:cNvPr>
              <p:cNvSpPr/>
              <p:nvPr/>
            </p:nvSpPr>
            <p:spPr bwMode="auto">
              <a:xfrm>
                <a:off x="3994151" y="2119313"/>
                <a:ext cx="52388" cy="161925"/>
              </a:xfrm>
              <a:custGeom>
                <a:avLst/>
                <a:gdLst>
                  <a:gd name="T0" fmla="*/ 6 w 33"/>
                  <a:gd name="T1" fmla="*/ 102 h 102"/>
                  <a:gd name="T2" fmla="*/ 33 w 33"/>
                  <a:gd name="T3" fmla="*/ 100 h 102"/>
                  <a:gd name="T4" fmla="*/ 27 w 33"/>
                  <a:gd name="T5" fmla="*/ 0 h 102"/>
                  <a:gd name="T6" fmla="*/ 0 w 33"/>
                  <a:gd name="T7" fmla="*/ 2 h 102"/>
                  <a:gd name="T8" fmla="*/ 6 w 33"/>
                  <a:gd name="T9" fmla="*/ 102 h 102"/>
                </a:gdLst>
                <a:ahLst/>
                <a:cxnLst>
                  <a:cxn ang="0">
                    <a:pos x="T0" y="T1"/>
                  </a:cxn>
                  <a:cxn ang="0">
                    <a:pos x="T2" y="T3"/>
                  </a:cxn>
                  <a:cxn ang="0">
                    <a:pos x="T4" y="T5"/>
                  </a:cxn>
                  <a:cxn ang="0">
                    <a:pos x="T6" y="T7"/>
                  </a:cxn>
                  <a:cxn ang="0">
                    <a:pos x="T8" y="T9"/>
                  </a:cxn>
                </a:cxnLst>
                <a:rect l="0" t="0" r="r" b="b"/>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5" name="işlîḑe">
                <a:extLst>
                  <a:ext uri="{FF2B5EF4-FFF2-40B4-BE49-F238E27FC236}">
                    <a16:creationId xmlns:a16="http://schemas.microsoft.com/office/drawing/2014/main" id="{8838061A-BB3B-48B0-BEEA-5BD1178D14D0}"/>
                  </a:ext>
                </a:extLst>
              </p:cNvPr>
              <p:cNvSpPr/>
              <p:nvPr/>
            </p:nvSpPr>
            <p:spPr bwMode="auto">
              <a:xfrm>
                <a:off x="3986213" y="2171700"/>
                <a:ext cx="77788" cy="219075"/>
              </a:xfrm>
              <a:custGeom>
                <a:avLst/>
                <a:gdLst>
                  <a:gd name="T0" fmla="*/ 5 w 49"/>
                  <a:gd name="T1" fmla="*/ 116 h 138"/>
                  <a:gd name="T2" fmla="*/ 5 w 49"/>
                  <a:gd name="T3" fmla="*/ 116 h 138"/>
                  <a:gd name="T4" fmla="*/ 5 w 49"/>
                  <a:gd name="T5" fmla="*/ 122 h 138"/>
                  <a:gd name="T6" fmla="*/ 7 w 49"/>
                  <a:gd name="T7" fmla="*/ 126 h 138"/>
                  <a:gd name="T8" fmla="*/ 9 w 49"/>
                  <a:gd name="T9" fmla="*/ 128 h 138"/>
                  <a:gd name="T10" fmla="*/ 12 w 49"/>
                  <a:gd name="T11" fmla="*/ 132 h 138"/>
                  <a:gd name="T12" fmla="*/ 16 w 49"/>
                  <a:gd name="T13" fmla="*/ 134 h 138"/>
                  <a:gd name="T14" fmla="*/ 19 w 49"/>
                  <a:gd name="T15" fmla="*/ 136 h 138"/>
                  <a:gd name="T16" fmla="*/ 23 w 49"/>
                  <a:gd name="T17" fmla="*/ 138 h 138"/>
                  <a:gd name="T18" fmla="*/ 28 w 49"/>
                  <a:gd name="T19" fmla="*/ 138 h 138"/>
                  <a:gd name="T20" fmla="*/ 28 w 49"/>
                  <a:gd name="T21" fmla="*/ 138 h 138"/>
                  <a:gd name="T22" fmla="*/ 32 w 49"/>
                  <a:gd name="T23" fmla="*/ 136 h 138"/>
                  <a:gd name="T24" fmla="*/ 37 w 49"/>
                  <a:gd name="T25" fmla="*/ 135 h 138"/>
                  <a:gd name="T26" fmla="*/ 41 w 49"/>
                  <a:gd name="T27" fmla="*/ 132 h 138"/>
                  <a:gd name="T28" fmla="*/ 43 w 49"/>
                  <a:gd name="T29" fmla="*/ 130 h 138"/>
                  <a:gd name="T30" fmla="*/ 46 w 49"/>
                  <a:gd name="T31" fmla="*/ 127 h 138"/>
                  <a:gd name="T32" fmla="*/ 47 w 49"/>
                  <a:gd name="T33" fmla="*/ 123 h 138"/>
                  <a:gd name="T34" fmla="*/ 49 w 49"/>
                  <a:gd name="T35" fmla="*/ 119 h 138"/>
                  <a:gd name="T36" fmla="*/ 49 w 49"/>
                  <a:gd name="T37" fmla="*/ 115 h 138"/>
                  <a:gd name="T38" fmla="*/ 43 w 49"/>
                  <a:gd name="T39" fmla="*/ 20 h 138"/>
                  <a:gd name="T40" fmla="*/ 43 w 49"/>
                  <a:gd name="T41" fmla="*/ 20 h 138"/>
                  <a:gd name="T42" fmla="*/ 43 w 49"/>
                  <a:gd name="T43" fmla="*/ 16 h 138"/>
                  <a:gd name="T44" fmla="*/ 42 w 49"/>
                  <a:gd name="T45" fmla="*/ 12 h 138"/>
                  <a:gd name="T46" fmla="*/ 39 w 49"/>
                  <a:gd name="T47" fmla="*/ 8 h 138"/>
                  <a:gd name="T48" fmla="*/ 37 w 49"/>
                  <a:gd name="T49" fmla="*/ 5 h 138"/>
                  <a:gd name="T50" fmla="*/ 34 w 49"/>
                  <a:gd name="T51" fmla="*/ 2 h 138"/>
                  <a:gd name="T52" fmla="*/ 30 w 49"/>
                  <a:gd name="T53" fmla="*/ 1 h 138"/>
                  <a:gd name="T54" fmla="*/ 26 w 49"/>
                  <a:gd name="T55" fmla="*/ 0 h 138"/>
                  <a:gd name="T56" fmla="*/ 20 w 49"/>
                  <a:gd name="T57" fmla="*/ 0 h 138"/>
                  <a:gd name="T58" fmla="*/ 20 w 49"/>
                  <a:gd name="T59" fmla="*/ 0 h 138"/>
                  <a:gd name="T60" fmla="*/ 16 w 49"/>
                  <a:gd name="T61" fmla="*/ 0 h 138"/>
                  <a:gd name="T62" fmla="*/ 12 w 49"/>
                  <a:gd name="T63" fmla="*/ 1 h 138"/>
                  <a:gd name="T64" fmla="*/ 8 w 49"/>
                  <a:gd name="T65" fmla="*/ 4 h 138"/>
                  <a:gd name="T66" fmla="*/ 5 w 49"/>
                  <a:gd name="T67" fmla="*/ 6 h 138"/>
                  <a:gd name="T68" fmla="*/ 3 w 49"/>
                  <a:gd name="T69" fmla="*/ 11 h 138"/>
                  <a:gd name="T70" fmla="*/ 1 w 49"/>
                  <a:gd name="T71" fmla="*/ 15 h 138"/>
                  <a:gd name="T72" fmla="*/ 0 w 49"/>
                  <a:gd name="T73" fmla="*/ 19 h 138"/>
                  <a:gd name="T74" fmla="*/ 0 w 49"/>
                  <a:gd name="T75" fmla="*/ 23 h 138"/>
                  <a:gd name="T76" fmla="*/ 5 w 49"/>
                  <a:gd name="T77" fmla="*/ 1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28" y="138"/>
                    </a:lnTo>
                    <a:lnTo>
                      <a:pt x="32" y="136"/>
                    </a:lnTo>
                    <a:lnTo>
                      <a:pt x="37" y="135"/>
                    </a:lnTo>
                    <a:lnTo>
                      <a:pt x="41" y="132"/>
                    </a:lnTo>
                    <a:lnTo>
                      <a:pt x="43" y="130"/>
                    </a:lnTo>
                    <a:lnTo>
                      <a:pt x="46" y="127"/>
                    </a:lnTo>
                    <a:lnTo>
                      <a:pt x="47" y="123"/>
                    </a:lnTo>
                    <a:lnTo>
                      <a:pt x="49" y="119"/>
                    </a:lnTo>
                    <a:lnTo>
                      <a:pt x="49" y="115"/>
                    </a:lnTo>
                    <a:lnTo>
                      <a:pt x="43" y="20"/>
                    </a:lnTo>
                    <a:lnTo>
                      <a:pt x="43" y="20"/>
                    </a:lnTo>
                    <a:lnTo>
                      <a:pt x="43" y="16"/>
                    </a:lnTo>
                    <a:lnTo>
                      <a:pt x="42" y="12"/>
                    </a:lnTo>
                    <a:lnTo>
                      <a:pt x="39" y="8"/>
                    </a:lnTo>
                    <a:lnTo>
                      <a:pt x="37" y="5"/>
                    </a:lnTo>
                    <a:lnTo>
                      <a:pt x="34" y="2"/>
                    </a:lnTo>
                    <a:lnTo>
                      <a:pt x="30" y="1"/>
                    </a:lnTo>
                    <a:lnTo>
                      <a:pt x="26" y="0"/>
                    </a:lnTo>
                    <a:lnTo>
                      <a:pt x="20"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9" name="îs1íḍè">
              <a:extLst>
                <a:ext uri="{FF2B5EF4-FFF2-40B4-BE49-F238E27FC236}">
                  <a16:creationId xmlns:a16="http://schemas.microsoft.com/office/drawing/2014/main" id="{0F5F22B4-BD7E-468E-B4F8-C3629486B441}"/>
                </a:ext>
              </a:extLst>
            </p:cNvPr>
            <p:cNvSpPr/>
            <p:nvPr/>
          </p:nvSpPr>
          <p:spPr bwMode="auto">
            <a:xfrm>
              <a:off x="5962604" y="1268760"/>
              <a:ext cx="466186" cy="380121"/>
            </a:xfrm>
            <a:custGeom>
              <a:avLst/>
              <a:gdLst>
                <a:gd name="T0" fmla="*/ 263525 w 325"/>
                <a:gd name="T1" fmla="*/ 420688 h 265"/>
                <a:gd name="T2" fmla="*/ 263525 w 325"/>
                <a:gd name="T3" fmla="*/ 420688 h 265"/>
                <a:gd name="T4" fmla="*/ 268288 w 325"/>
                <a:gd name="T5" fmla="*/ 417513 h 265"/>
                <a:gd name="T6" fmla="*/ 280988 w 325"/>
                <a:gd name="T7" fmla="*/ 407988 h 265"/>
                <a:gd name="T8" fmla="*/ 300038 w 325"/>
                <a:gd name="T9" fmla="*/ 396875 h 265"/>
                <a:gd name="T10" fmla="*/ 314325 w 325"/>
                <a:gd name="T11" fmla="*/ 390525 h 265"/>
                <a:gd name="T12" fmla="*/ 328613 w 325"/>
                <a:gd name="T13" fmla="*/ 387350 h 265"/>
                <a:gd name="T14" fmla="*/ 346075 w 325"/>
                <a:gd name="T15" fmla="*/ 382588 h 265"/>
                <a:gd name="T16" fmla="*/ 365125 w 325"/>
                <a:gd name="T17" fmla="*/ 381000 h 265"/>
                <a:gd name="T18" fmla="*/ 384175 w 325"/>
                <a:gd name="T19" fmla="*/ 381000 h 265"/>
                <a:gd name="T20" fmla="*/ 407988 w 325"/>
                <a:gd name="T21" fmla="*/ 382588 h 265"/>
                <a:gd name="T22" fmla="*/ 431800 w 325"/>
                <a:gd name="T23" fmla="*/ 384175 h 265"/>
                <a:gd name="T24" fmla="*/ 457200 w 325"/>
                <a:gd name="T25" fmla="*/ 393700 h 265"/>
                <a:gd name="T26" fmla="*/ 485775 w 325"/>
                <a:gd name="T27" fmla="*/ 404813 h 265"/>
                <a:gd name="T28" fmla="*/ 515938 w 325"/>
                <a:gd name="T29" fmla="*/ 417513 h 265"/>
                <a:gd name="T30" fmla="*/ 515938 w 325"/>
                <a:gd name="T31" fmla="*/ 41275 h 265"/>
                <a:gd name="T32" fmla="*/ 515938 w 325"/>
                <a:gd name="T33" fmla="*/ 41275 h 265"/>
                <a:gd name="T34" fmla="*/ 487363 w 325"/>
                <a:gd name="T35" fmla="*/ 28575 h 265"/>
                <a:gd name="T36" fmla="*/ 457200 w 325"/>
                <a:gd name="T37" fmla="*/ 14288 h 265"/>
                <a:gd name="T38" fmla="*/ 420688 w 325"/>
                <a:gd name="T39" fmla="*/ 6350 h 265"/>
                <a:gd name="T40" fmla="*/ 401638 w 325"/>
                <a:gd name="T41" fmla="*/ 1588 h 265"/>
                <a:gd name="T42" fmla="*/ 381000 w 325"/>
                <a:gd name="T43" fmla="*/ 0 h 265"/>
                <a:gd name="T44" fmla="*/ 358775 w 325"/>
                <a:gd name="T45" fmla="*/ 0 h 265"/>
                <a:gd name="T46" fmla="*/ 336550 w 325"/>
                <a:gd name="T47" fmla="*/ 1588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8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0" name="íṧḻiḍè">
              <a:extLst>
                <a:ext uri="{FF2B5EF4-FFF2-40B4-BE49-F238E27FC236}">
                  <a16:creationId xmlns:a16="http://schemas.microsoft.com/office/drawing/2014/main" id="{397D4D97-5670-42EA-8EDB-855480EC0E54}"/>
                </a:ext>
              </a:extLst>
            </p:cNvPr>
            <p:cNvSpPr/>
            <p:nvPr/>
          </p:nvSpPr>
          <p:spPr bwMode="auto">
            <a:xfrm>
              <a:off x="5999899" y="3593950"/>
              <a:ext cx="568029" cy="469054"/>
            </a:xfrm>
            <a:custGeom>
              <a:avLst/>
              <a:gdLst>
                <a:gd name="T0" fmla="*/ 365 w 396"/>
                <a:gd name="T1" fmla="*/ 0 h 327"/>
                <a:gd name="T2" fmla="*/ 383 w 396"/>
                <a:gd name="T3" fmla="*/ 5 h 327"/>
                <a:gd name="T4" fmla="*/ 394 w 396"/>
                <a:gd name="T5" fmla="*/ 19 h 327"/>
                <a:gd name="T6" fmla="*/ 396 w 396"/>
                <a:gd name="T7" fmla="*/ 197 h 327"/>
                <a:gd name="T8" fmla="*/ 394 w 396"/>
                <a:gd name="T9" fmla="*/ 210 h 327"/>
                <a:gd name="T10" fmla="*/ 383 w 396"/>
                <a:gd name="T11" fmla="*/ 224 h 327"/>
                <a:gd name="T12" fmla="*/ 365 w 396"/>
                <a:gd name="T13" fmla="*/ 230 h 327"/>
                <a:gd name="T14" fmla="*/ 295 w 396"/>
                <a:gd name="T15" fmla="*/ 260 h 327"/>
                <a:gd name="T16" fmla="*/ 307 w 396"/>
                <a:gd name="T17" fmla="*/ 262 h 327"/>
                <a:gd name="T18" fmla="*/ 321 w 396"/>
                <a:gd name="T19" fmla="*/ 273 h 327"/>
                <a:gd name="T20" fmla="*/ 326 w 396"/>
                <a:gd name="T21" fmla="*/ 291 h 327"/>
                <a:gd name="T22" fmla="*/ 326 w 396"/>
                <a:gd name="T23" fmla="*/ 302 h 327"/>
                <a:gd name="T24" fmla="*/ 318 w 396"/>
                <a:gd name="T25" fmla="*/ 318 h 327"/>
                <a:gd name="T26" fmla="*/ 302 w 396"/>
                <a:gd name="T27" fmla="*/ 326 h 327"/>
                <a:gd name="T28" fmla="*/ 199 w 396"/>
                <a:gd name="T29" fmla="*/ 208 h 327"/>
                <a:gd name="T30" fmla="*/ 348 w 396"/>
                <a:gd name="T31" fmla="*/ 208 h 327"/>
                <a:gd name="T32" fmla="*/ 361 w 396"/>
                <a:gd name="T33" fmla="*/ 204 h 327"/>
                <a:gd name="T34" fmla="*/ 371 w 396"/>
                <a:gd name="T35" fmla="*/ 192 h 327"/>
                <a:gd name="T36" fmla="*/ 373 w 396"/>
                <a:gd name="T37" fmla="*/ 47 h 327"/>
                <a:gd name="T38" fmla="*/ 371 w 396"/>
                <a:gd name="T39" fmla="*/ 36 h 327"/>
                <a:gd name="T40" fmla="*/ 361 w 396"/>
                <a:gd name="T41" fmla="*/ 25 h 327"/>
                <a:gd name="T42" fmla="*/ 348 w 396"/>
                <a:gd name="T43" fmla="*/ 20 h 327"/>
                <a:gd name="T44" fmla="*/ 127 w 396"/>
                <a:gd name="T45" fmla="*/ 260 h 327"/>
                <a:gd name="T46" fmla="*/ 127 w 396"/>
                <a:gd name="T47" fmla="*/ 230 h 327"/>
                <a:gd name="T48" fmla="*/ 199 w 396"/>
                <a:gd name="T49" fmla="*/ 327 h 327"/>
                <a:gd name="T50" fmla="*/ 154 w 396"/>
                <a:gd name="T51" fmla="*/ 288 h 327"/>
                <a:gd name="T52" fmla="*/ 158 w 396"/>
                <a:gd name="T53" fmla="*/ 287 h 327"/>
                <a:gd name="T54" fmla="*/ 159 w 396"/>
                <a:gd name="T55" fmla="*/ 283 h 327"/>
                <a:gd name="T56" fmla="*/ 155 w 396"/>
                <a:gd name="T57" fmla="*/ 277 h 327"/>
                <a:gd name="T58" fmla="*/ 127 w 396"/>
                <a:gd name="T59" fmla="*/ 260 h 327"/>
                <a:gd name="T60" fmla="*/ 199 w 396"/>
                <a:gd name="T61" fmla="*/ 0 h 327"/>
                <a:gd name="T62" fmla="*/ 127 w 396"/>
                <a:gd name="T63" fmla="*/ 0 h 327"/>
                <a:gd name="T64" fmla="*/ 127 w 396"/>
                <a:gd name="T65" fmla="*/ 276 h 327"/>
                <a:gd name="T66" fmla="*/ 97 w 396"/>
                <a:gd name="T67" fmla="*/ 277 h 327"/>
                <a:gd name="T68" fmla="*/ 94 w 396"/>
                <a:gd name="T69" fmla="*/ 283 h 327"/>
                <a:gd name="T70" fmla="*/ 96 w 396"/>
                <a:gd name="T71" fmla="*/ 287 h 327"/>
                <a:gd name="T72" fmla="*/ 100 w 396"/>
                <a:gd name="T73" fmla="*/ 288 h 327"/>
                <a:gd name="T74" fmla="*/ 101 w 396"/>
                <a:gd name="T75" fmla="*/ 327 h 327"/>
                <a:gd name="T76" fmla="*/ 88 w 396"/>
                <a:gd name="T77" fmla="*/ 325 h 327"/>
                <a:gd name="T78" fmla="*/ 74 w 396"/>
                <a:gd name="T79" fmla="*/ 314 h 327"/>
                <a:gd name="T80" fmla="*/ 69 w 396"/>
                <a:gd name="T81" fmla="*/ 295 h 327"/>
                <a:gd name="T82" fmla="*/ 70 w 396"/>
                <a:gd name="T83" fmla="*/ 285 h 327"/>
                <a:gd name="T84" fmla="*/ 78 w 396"/>
                <a:gd name="T85" fmla="*/ 269 h 327"/>
                <a:gd name="T86" fmla="*/ 94 w 396"/>
                <a:gd name="T87" fmla="*/ 260 h 327"/>
                <a:gd name="T88" fmla="*/ 127 w 396"/>
                <a:gd name="T89" fmla="*/ 230 h 327"/>
                <a:gd name="T90" fmla="*/ 25 w 396"/>
                <a:gd name="T91" fmla="*/ 229 h 327"/>
                <a:gd name="T92" fmla="*/ 9 w 396"/>
                <a:gd name="T93" fmla="*/ 220 h 327"/>
                <a:gd name="T94" fmla="*/ 1 w 396"/>
                <a:gd name="T95" fmla="*/ 204 h 327"/>
                <a:gd name="T96" fmla="*/ 0 w 396"/>
                <a:gd name="T97" fmla="*/ 31 h 327"/>
                <a:gd name="T98" fmla="*/ 5 w 396"/>
                <a:gd name="T99" fmla="*/ 13 h 327"/>
                <a:gd name="T100" fmla="*/ 20 w 396"/>
                <a:gd name="T101" fmla="*/ 2 h 327"/>
                <a:gd name="T102" fmla="*/ 127 w 396"/>
                <a:gd name="T103" fmla="*/ 0 h 327"/>
                <a:gd name="T104" fmla="*/ 50 w 396"/>
                <a:gd name="T105" fmla="*/ 20 h 327"/>
                <a:gd name="T106" fmla="*/ 35 w 396"/>
                <a:gd name="T107" fmla="*/ 25 h 327"/>
                <a:gd name="T108" fmla="*/ 25 w 396"/>
                <a:gd name="T109" fmla="*/ 36 h 327"/>
                <a:gd name="T110" fmla="*/ 24 w 396"/>
                <a:gd name="T111" fmla="*/ 182 h 327"/>
                <a:gd name="T112" fmla="*/ 25 w 396"/>
                <a:gd name="T113" fmla="*/ 192 h 327"/>
                <a:gd name="T114" fmla="*/ 35 w 396"/>
                <a:gd name="T115" fmla="*/ 204 h 327"/>
                <a:gd name="T116" fmla="*/ 50 w 396"/>
                <a:gd name="T117" fmla="*/ 20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 h="327">
                  <a:moveTo>
                    <a:pt x="199" y="0"/>
                  </a:moveTo>
                  <a:lnTo>
                    <a:pt x="365" y="0"/>
                  </a:lnTo>
                  <a:lnTo>
                    <a:pt x="365" y="0"/>
                  </a:lnTo>
                  <a:lnTo>
                    <a:pt x="372" y="0"/>
                  </a:lnTo>
                  <a:lnTo>
                    <a:pt x="377" y="2"/>
                  </a:lnTo>
                  <a:lnTo>
                    <a:pt x="383" y="5"/>
                  </a:lnTo>
                  <a:lnTo>
                    <a:pt x="387" y="9"/>
                  </a:lnTo>
                  <a:lnTo>
                    <a:pt x="391" y="13"/>
                  </a:lnTo>
                  <a:lnTo>
                    <a:pt x="394" y="19"/>
                  </a:lnTo>
                  <a:lnTo>
                    <a:pt x="396" y="24"/>
                  </a:lnTo>
                  <a:lnTo>
                    <a:pt x="396" y="31"/>
                  </a:lnTo>
                  <a:lnTo>
                    <a:pt x="396" y="197"/>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48"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4" y="288"/>
                  </a:lnTo>
                  <a:lnTo>
                    <a:pt x="155" y="288"/>
                  </a:lnTo>
                  <a:lnTo>
                    <a:pt x="158" y="287"/>
                  </a:lnTo>
                  <a:lnTo>
                    <a:pt x="159" y="284"/>
                  </a:lnTo>
                  <a:lnTo>
                    <a:pt x="159" y="283"/>
                  </a:lnTo>
                  <a:lnTo>
                    <a:pt x="159" y="283"/>
                  </a:lnTo>
                  <a:lnTo>
                    <a:pt x="159" y="280"/>
                  </a:lnTo>
                  <a:lnTo>
                    <a:pt x="158" y="279"/>
                  </a:lnTo>
                  <a:lnTo>
                    <a:pt x="155" y="277"/>
                  </a:lnTo>
                  <a:lnTo>
                    <a:pt x="154" y="276"/>
                  </a:lnTo>
                  <a:lnTo>
                    <a:pt x="127" y="276"/>
                  </a:lnTo>
                  <a:lnTo>
                    <a:pt x="127" y="260"/>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100" y="276"/>
                  </a:lnTo>
                  <a:lnTo>
                    <a:pt x="97" y="277"/>
                  </a:lnTo>
                  <a:lnTo>
                    <a:pt x="96" y="279"/>
                  </a:lnTo>
                  <a:lnTo>
                    <a:pt x="94" y="280"/>
                  </a:lnTo>
                  <a:lnTo>
                    <a:pt x="94" y="283"/>
                  </a:lnTo>
                  <a:lnTo>
                    <a:pt x="94" y="283"/>
                  </a:lnTo>
                  <a:lnTo>
                    <a:pt x="94" y="284"/>
                  </a:lnTo>
                  <a:lnTo>
                    <a:pt x="96" y="287"/>
                  </a:lnTo>
                  <a:lnTo>
                    <a:pt x="97" y="288"/>
                  </a:lnTo>
                  <a:lnTo>
                    <a:pt x="100" y="288"/>
                  </a:lnTo>
                  <a:lnTo>
                    <a:pt x="100" y="288"/>
                  </a:lnTo>
                  <a:lnTo>
                    <a:pt x="127" y="288"/>
                  </a:lnTo>
                  <a:lnTo>
                    <a:pt x="127" y="327"/>
                  </a:lnTo>
                  <a:lnTo>
                    <a:pt x="101" y="327"/>
                  </a:lnTo>
                  <a:lnTo>
                    <a:pt x="101" y="327"/>
                  </a:lnTo>
                  <a:lnTo>
                    <a:pt x="94" y="326"/>
                  </a:lnTo>
                  <a:lnTo>
                    <a:pt x="88" y="325"/>
                  </a:lnTo>
                  <a:lnTo>
                    <a:pt x="82" y="322"/>
                  </a:lnTo>
                  <a:lnTo>
                    <a:pt x="78" y="318"/>
                  </a:lnTo>
                  <a:lnTo>
                    <a:pt x="74" y="314"/>
                  </a:lnTo>
                  <a:lnTo>
                    <a:pt x="71" y="308"/>
                  </a:lnTo>
                  <a:lnTo>
                    <a:pt x="70" y="302"/>
                  </a:lnTo>
                  <a:lnTo>
                    <a:pt x="69" y="295"/>
                  </a:lnTo>
                  <a:lnTo>
                    <a:pt x="69" y="291"/>
                  </a:lnTo>
                  <a:lnTo>
                    <a:pt x="69" y="291"/>
                  </a:lnTo>
                  <a:lnTo>
                    <a:pt x="70" y="285"/>
                  </a:lnTo>
                  <a:lnTo>
                    <a:pt x="71" y="279"/>
                  </a:lnTo>
                  <a:lnTo>
                    <a:pt x="74" y="273"/>
                  </a:lnTo>
                  <a:lnTo>
                    <a:pt x="78" y="269"/>
                  </a:lnTo>
                  <a:lnTo>
                    <a:pt x="82" y="265"/>
                  </a:lnTo>
                  <a:lnTo>
                    <a:pt x="88" y="262"/>
                  </a:lnTo>
                  <a:lnTo>
                    <a:pt x="94" y="260"/>
                  </a:lnTo>
                  <a:lnTo>
                    <a:pt x="101" y="260"/>
                  </a:lnTo>
                  <a:lnTo>
                    <a:pt x="101" y="260"/>
                  </a:lnTo>
                  <a:close/>
                  <a:moveTo>
                    <a:pt x="127" y="230"/>
                  </a:moveTo>
                  <a:lnTo>
                    <a:pt x="32" y="230"/>
                  </a:lnTo>
                  <a:lnTo>
                    <a:pt x="32" y="230"/>
                  </a:lnTo>
                  <a:lnTo>
                    <a:pt x="25" y="229"/>
                  </a:lnTo>
                  <a:lnTo>
                    <a:pt x="20" y="227"/>
                  </a:lnTo>
                  <a:lnTo>
                    <a:pt x="14" y="224"/>
                  </a:lnTo>
                  <a:lnTo>
                    <a:pt x="9" y="220"/>
                  </a:lnTo>
                  <a:lnTo>
                    <a:pt x="5" y="215"/>
                  </a:lnTo>
                  <a:lnTo>
                    <a:pt x="2" y="210"/>
                  </a:lnTo>
                  <a:lnTo>
                    <a:pt x="1" y="204"/>
                  </a:lnTo>
                  <a:lnTo>
                    <a:pt x="0" y="197"/>
                  </a:lnTo>
                  <a:lnTo>
                    <a:pt x="0" y="31"/>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50" y="20"/>
                  </a:lnTo>
                  <a:lnTo>
                    <a:pt x="44" y="21"/>
                  </a:lnTo>
                  <a:lnTo>
                    <a:pt x="40" y="23"/>
                  </a:lnTo>
                  <a:lnTo>
                    <a:pt x="35" y="25"/>
                  </a:lnTo>
                  <a:lnTo>
                    <a:pt x="31" y="28"/>
                  </a:lnTo>
                  <a:lnTo>
                    <a:pt x="28" y="32"/>
                  </a:lnTo>
                  <a:lnTo>
                    <a:pt x="25" y="36"/>
                  </a:lnTo>
                  <a:lnTo>
                    <a:pt x="24" y="42"/>
                  </a:lnTo>
                  <a:lnTo>
                    <a:pt x="24" y="47"/>
                  </a:lnTo>
                  <a:lnTo>
                    <a:pt x="24" y="182"/>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1" name="iśḻídè">
              <a:extLst>
                <a:ext uri="{FF2B5EF4-FFF2-40B4-BE49-F238E27FC236}">
                  <a16:creationId xmlns:a16="http://schemas.microsoft.com/office/drawing/2014/main" id="{42D1B0BA-DEE5-4105-AE9D-24B4EA179640}"/>
                </a:ext>
              </a:extLst>
            </p:cNvPr>
            <p:cNvSpPr/>
            <p:nvPr/>
          </p:nvSpPr>
          <p:spPr bwMode="auto">
            <a:xfrm>
              <a:off x="4832283" y="2652973"/>
              <a:ext cx="730119" cy="850609"/>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2" name="i$ḻîḓè">
              <a:extLst>
                <a:ext uri="{FF2B5EF4-FFF2-40B4-BE49-F238E27FC236}">
                  <a16:creationId xmlns:a16="http://schemas.microsoft.com/office/drawing/2014/main" id="{53E460EC-5D6D-4993-86C2-55A29448636A}"/>
                </a:ext>
              </a:extLst>
            </p:cNvPr>
            <p:cNvSpPr/>
            <p:nvPr/>
          </p:nvSpPr>
          <p:spPr bwMode="auto">
            <a:xfrm>
              <a:off x="4701752" y="2903995"/>
              <a:ext cx="306965" cy="618234"/>
            </a:xfrm>
            <a:custGeom>
              <a:avLst/>
              <a:gdLst>
                <a:gd name="T0" fmla="*/ 307975 w 214"/>
                <a:gd name="T1" fmla="*/ 684213 h 431"/>
                <a:gd name="T2" fmla="*/ 268288 w 214"/>
                <a:gd name="T3" fmla="*/ 647700 h 431"/>
                <a:gd name="T4" fmla="*/ 331788 w 214"/>
                <a:gd name="T5" fmla="*/ 554038 h 431"/>
                <a:gd name="T6" fmla="*/ 322263 w 214"/>
                <a:gd name="T7" fmla="*/ 541338 h 431"/>
                <a:gd name="T8" fmla="*/ 298450 w 214"/>
                <a:gd name="T9" fmla="*/ 534988 h 431"/>
                <a:gd name="T10" fmla="*/ 285750 w 214"/>
                <a:gd name="T11" fmla="*/ 546100 h 431"/>
                <a:gd name="T12" fmla="*/ 284163 w 214"/>
                <a:gd name="T13" fmla="*/ 560388 h 431"/>
                <a:gd name="T14" fmla="*/ 271463 w 214"/>
                <a:gd name="T15" fmla="*/ 550863 h 431"/>
                <a:gd name="T16" fmla="*/ 198438 w 214"/>
                <a:gd name="T17" fmla="*/ 611188 h 431"/>
                <a:gd name="T18" fmla="*/ 79375 w 214"/>
                <a:gd name="T19" fmla="*/ 307975 h 431"/>
                <a:gd name="T20" fmla="*/ 85725 w 214"/>
                <a:gd name="T21" fmla="*/ 295275 h 431"/>
                <a:gd name="T22" fmla="*/ 128588 w 214"/>
                <a:gd name="T23" fmla="*/ 279400 h 431"/>
                <a:gd name="T24" fmla="*/ 117475 w 214"/>
                <a:gd name="T25" fmla="*/ 274638 h 431"/>
                <a:gd name="T26" fmla="*/ 79375 w 214"/>
                <a:gd name="T27" fmla="*/ 182563 h 431"/>
                <a:gd name="T28" fmla="*/ 157163 w 214"/>
                <a:gd name="T29" fmla="*/ 96838 h 431"/>
                <a:gd name="T30" fmla="*/ 176213 w 214"/>
                <a:gd name="T31" fmla="*/ 103188 h 431"/>
                <a:gd name="T32" fmla="*/ 228600 w 214"/>
                <a:gd name="T33" fmla="*/ 231775 h 431"/>
                <a:gd name="T34" fmla="*/ 228600 w 214"/>
                <a:gd name="T35" fmla="*/ 247650 h 431"/>
                <a:gd name="T36" fmla="*/ 266700 w 214"/>
                <a:gd name="T37" fmla="*/ 550863 h 431"/>
                <a:gd name="T38" fmla="*/ 258763 w 214"/>
                <a:gd name="T39" fmla="*/ 552450 h 431"/>
                <a:gd name="T40" fmla="*/ 242888 w 214"/>
                <a:gd name="T41" fmla="*/ 566738 h 431"/>
                <a:gd name="T42" fmla="*/ 238125 w 214"/>
                <a:gd name="T43" fmla="*/ 569913 h 431"/>
                <a:gd name="T44" fmla="*/ 214313 w 214"/>
                <a:gd name="T45" fmla="*/ 566738 h 431"/>
                <a:gd name="T46" fmla="*/ 204788 w 214"/>
                <a:gd name="T47" fmla="*/ 581025 h 431"/>
                <a:gd name="T48" fmla="*/ 206375 w 214"/>
                <a:gd name="T49" fmla="*/ 604838 h 431"/>
                <a:gd name="T50" fmla="*/ 198438 w 214"/>
                <a:gd name="T51" fmla="*/ 611188 h 431"/>
                <a:gd name="T52" fmla="*/ 79375 w 214"/>
                <a:gd name="T53" fmla="*/ 122238 h 431"/>
                <a:gd name="T54" fmla="*/ 138113 w 214"/>
                <a:gd name="T55" fmla="*/ 44450 h 431"/>
                <a:gd name="T56" fmla="*/ 122238 w 214"/>
                <a:gd name="T57" fmla="*/ 22225 h 431"/>
                <a:gd name="T58" fmla="*/ 98425 w 214"/>
                <a:gd name="T59" fmla="*/ 4763 h 431"/>
                <a:gd name="T60" fmla="*/ 79375 w 214"/>
                <a:gd name="T61" fmla="*/ 0 h 431"/>
                <a:gd name="T62" fmla="*/ 71438 w 214"/>
                <a:gd name="T63" fmla="*/ 303213 h 431"/>
                <a:gd name="T64" fmla="*/ 17463 w 214"/>
                <a:gd name="T65" fmla="*/ 171450 h 431"/>
                <a:gd name="T66" fmla="*/ 19050 w 214"/>
                <a:gd name="T67" fmla="*/ 152400 h 431"/>
                <a:gd name="T68" fmla="*/ 6350 w 214"/>
                <a:gd name="T69" fmla="*/ 96838 h 431"/>
                <a:gd name="T70" fmla="*/ 1588 w 214"/>
                <a:gd name="T71" fmla="*/ 55563 h 431"/>
                <a:gd name="T72" fmla="*/ 23813 w 214"/>
                <a:gd name="T73" fmla="*/ 19050 h 431"/>
                <a:gd name="T74" fmla="*/ 47625 w 214"/>
                <a:gd name="T75" fmla="*/ 4763 h 431"/>
                <a:gd name="T76" fmla="*/ 79375 w 214"/>
                <a:gd name="T77" fmla="*/ 122238 h 431"/>
                <a:gd name="T78" fmla="*/ 79375 w 214"/>
                <a:gd name="T79" fmla="*/ 182563 h 431"/>
                <a:gd name="T80" fmla="*/ 68263 w 214"/>
                <a:gd name="T81" fmla="*/ 155575 h 431"/>
                <a:gd name="T82" fmla="*/ 74613 w 214"/>
                <a:gd name="T83" fmla="*/ 139700 h 431"/>
                <a:gd name="T84" fmla="*/ 34925 w 214"/>
                <a:gd name="T85" fmla="*/ 157163 h 431"/>
                <a:gd name="T86" fmla="*/ 30163 w 214"/>
                <a:gd name="T87" fmla="*/ 176213 h 431"/>
                <a:gd name="T88" fmla="*/ 74613 w 214"/>
                <a:gd name="T89" fmla="*/ 287338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43" name="íSļídè">
              <a:extLst>
                <a:ext uri="{FF2B5EF4-FFF2-40B4-BE49-F238E27FC236}">
                  <a16:creationId xmlns:a16="http://schemas.microsoft.com/office/drawing/2014/main" id="{B06BC8C5-2158-4009-8F90-E6337EE4152E}"/>
                </a:ext>
              </a:extLst>
            </p:cNvPr>
            <p:cNvGrpSpPr/>
            <p:nvPr/>
          </p:nvGrpSpPr>
          <p:grpSpPr>
            <a:xfrm>
              <a:off x="5593959" y="2980837"/>
              <a:ext cx="516391" cy="519260"/>
              <a:chOff x="2157413" y="3054350"/>
              <a:chExt cx="571500" cy="574675"/>
            </a:xfrm>
            <a:solidFill>
              <a:srgbClr val="8CC63F"/>
            </a:solidFill>
          </p:grpSpPr>
          <p:sp>
            <p:nvSpPr>
              <p:cNvPr id="301" name="íṩľíḓe">
                <a:extLst>
                  <a:ext uri="{FF2B5EF4-FFF2-40B4-BE49-F238E27FC236}">
                    <a16:creationId xmlns:a16="http://schemas.microsoft.com/office/drawing/2014/main" id="{CF1B34D6-30B4-4A57-B012-FD995708CA70}"/>
                  </a:ext>
                </a:extLst>
              </p:cNvPr>
              <p:cNvSpPr/>
              <p:nvPr/>
            </p:nvSpPr>
            <p:spPr bwMode="auto">
              <a:xfrm>
                <a:off x="2157413" y="3054350"/>
                <a:ext cx="571500" cy="574675"/>
              </a:xfrm>
              <a:custGeom>
                <a:avLst/>
                <a:gdLst>
                  <a:gd name="T0" fmla="*/ 180 w 360"/>
                  <a:gd name="T1" fmla="*/ 0 h 362"/>
                  <a:gd name="T2" fmla="*/ 232 w 360"/>
                  <a:gd name="T3" fmla="*/ 8 h 362"/>
                  <a:gd name="T4" fmla="*/ 280 w 360"/>
                  <a:gd name="T5" fmla="*/ 31 h 362"/>
                  <a:gd name="T6" fmla="*/ 319 w 360"/>
                  <a:gd name="T7" fmla="*/ 67 h 362"/>
                  <a:gd name="T8" fmla="*/ 346 w 360"/>
                  <a:gd name="T9" fmla="*/ 111 h 362"/>
                  <a:gd name="T10" fmla="*/ 358 w 360"/>
                  <a:gd name="T11" fmla="*/ 163 h 362"/>
                  <a:gd name="T12" fmla="*/ 358 w 360"/>
                  <a:gd name="T13" fmla="*/ 199 h 362"/>
                  <a:gd name="T14" fmla="*/ 346 w 360"/>
                  <a:gd name="T15" fmla="*/ 251 h 362"/>
                  <a:gd name="T16" fmla="*/ 319 w 360"/>
                  <a:gd name="T17" fmla="*/ 295 h 362"/>
                  <a:gd name="T18" fmla="*/ 280 w 360"/>
                  <a:gd name="T19" fmla="*/ 331 h 362"/>
                  <a:gd name="T20" fmla="*/ 232 w 360"/>
                  <a:gd name="T21" fmla="*/ 354 h 362"/>
                  <a:gd name="T22" fmla="*/ 180 w 360"/>
                  <a:gd name="T23" fmla="*/ 362 h 362"/>
                  <a:gd name="T24" fmla="*/ 180 w 360"/>
                  <a:gd name="T25" fmla="*/ 314 h 362"/>
                  <a:gd name="T26" fmla="*/ 193 w 360"/>
                  <a:gd name="T27" fmla="*/ 318 h 362"/>
                  <a:gd name="T28" fmla="*/ 201 w 360"/>
                  <a:gd name="T29" fmla="*/ 329 h 362"/>
                  <a:gd name="T30" fmla="*/ 237 w 360"/>
                  <a:gd name="T31" fmla="*/ 320 h 362"/>
                  <a:gd name="T32" fmla="*/ 268 w 360"/>
                  <a:gd name="T33" fmla="*/ 302 h 362"/>
                  <a:gd name="T34" fmla="*/ 293 w 360"/>
                  <a:gd name="T35" fmla="*/ 278 h 362"/>
                  <a:gd name="T36" fmla="*/ 312 w 360"/>
                  <a:gd name="T37" fmla="*/ 248 h 362"/>
                  <a:gd name="T38" fmla="*/ 325 w 360"/>
                  <a:gd name="T39" fmla="*/ 215 h 362"/>
                  <a:gd name="T40" fmla="*/ 322 w 360"/>
                  <a:gd name="T41" fmla="*/ 199 h 362"/>
                  <a:gd name="T42" fmla="*/ 312 w 360"/>
                  <a:gd name="T43" fmla="*/ 180 h 362"/>
                  <a:gd name="T44" fmla="*/ 316 w 360"/>
                  <a:gd name="T45" fmla="*/ 167 h 362"/>
                  <a:gd name="T46" fmla="*/ 327 w 360"/>
                  <a:gd name="T47" fmla="*/ 159 h 362"/>
                  <a:gd name="T48" fmla="*/ 318 w 360"/>
                  <a:gd name="T49" fmla="*/ 123 h 362"/>
                  <a:gd name="T50" fmla="*/ 300 w 360"/>
                  <a:gd name="T51" fmla="*/ 94 h 362"/>
                  <a:gd name="T52" fmla="*/ 277 w 360"/>
                  <a:gd name="T53" fmla="*/ 67 h 362"/>
                  <a:gd name="T54" fmla="*/ 247 w 360"/>
                  <a:gd name="T55" fmla="*/ 48 h 362"/>
                  <a:gd name="T56" fmla="*/ 214 w 360"/>
                  <a:gd name="T57" fmla="*/ 35 h 362"/>
                  <a:gd name="T58" fmla="*/ 199 w 360"/>
                  <a:gd name="T59" fmla="*/ 39 h 362"/>
                  <a:gd name="T60" fmla="*/ 180 w 360"/>
                  <a:gd name="T61" fmla="*/ 48 h 362"/>
                  <a:gd name="T62" fmla="*/ 180 w 360"/>
                  <a:gd name="T63" fmla="*/ 0 h 362"/>
                  <a:gd name="T64" fmla="*/ 180 w 360"/>
                  <a:gd name="T65" fmla="*/ 48 h 362"/>
                  <a:gd name="T66" fmla="*/ 161 w 360"/>
                  <a:gd name="T67" fmla="*/ 39 h 362"/>
                  <a:gd name="T68" fmla="*/ 146 w 360"/>
                  <a:gd name="T69" fmla="*/ 35 h 362"/>
                  <a:gd name="T70" fmla="*/ 112 w 360"/>
                  <a:gd name="T71" fmla="*/ 48 h 362"/>
                  <a:gd name="T72" fmla="*/ 82 w 360"/>
                  <a:gd name="T73" fmla="*/ 67 h 362"/>
                  <a:gd name="T74" fmla="*/ 59 w 360"/>
                  <a:gd name="T75" fmla="*/ 94 h 362"/>
                  <a:gd name="T76" fmla="*/ 42 w 360"/>
                  <a:gd name="T77" fmla="*/ 123 h 362"/>
                  <a:gd name="T78" fmla="*/ 32 w 360"/>
                  <a:gd name="T79" fmla="*/ 159 h 362"/>
                  <a:gd name="T80" fmla="*/ 43 w 360"/>
                  <a:gd name="T81" fmla="*/ 167 h 362"/>
                  <a:gd name="T82" fmla="*/ 47 w 360"/>
                  <a:gd name="T83" fmla="*/ 180 h 362"/>
                  <a:gd name="T84" fmla="*/ 37 w 360"/>
                  <a:gd name="T85" fmla="*/ 199 h 362"/>
                  <a:gd name="T86" fmla="*/ 33 w 360"/>
                  <a:gd name="T87" fmla="*/ 215 h 362"/>
                  <a:gd name="T88" fmla="*/ 46 w 360"/>
                  <a:gd name="T89" fmla="*/ 248 h 362"/>
                  <a:gd name="T90" fmla="*/ 66 w 360"/>
                  <a:gd name="T91" fmla="*/ 278 h 362"/>
                  <a:gd name="T92" fmla="*/ 92 w 360"/>
                  <a:gd name="T93" fmla="*/ 302 h 362"/>
                  <a:gd name="T94" fmla="*/ 123 w 360"/>
                  <a:gd name="T95" fmla="*/ 320 h 362"/>
                  <a:gd name="T96" fmla="*/ 158 w 360"/>
                  <a:gd name="T97" fmla="*/ 329 h 362"/>
                  <a:gd name="T98" fmla="*/ 161 w 360"/>
                  <a:gd name="T99" fmla="*/ 322 h 362"/>
                  <a:gd name="T100" fmla="*/ 180 w 360"/>
                  <a:gd name="T101" fmla="*/ 314 h 362"/>
                  <a:gd name="T102" fmla="*/ 180 w 360"/>
                  <a:gd name="T103" fmla="*/ 362 h 362"/>
                  <a:gd name="T104" fmla="*/ 126 w 360"/>
                  <a:gd name="T105" fmla="*/ 354 h 362"/>
                  <a:gd name="T106" fmla="*/ 78 w 360"/>
                  <a:gd name="T107" fmla="*/ 331 h 362"/>
                  <a:gd name="T108" fmla="*/ 40 w 360"/>
                  <a:gd name="T109" fmla="*/ 295 h 362"/>
                  <a:gd name="T110" fmla="*/ 13 w 360"/>
                  <a:gd name="T111" fmla="*/ 251 h 362"/>
                  <a:gd name="T112" fmla="*/ 0 w 360"/>
                  <a:gd name="T113" fmla="*/ 199 h 362"/>
                  <a:gd name="T114" fmla="*/ 0 w 360"/>
                  <a:gd name="T115" fmla="*/ 163 h 362"/>
                  <a:gd name="T116" fmla="*/ 13 w 360"/>
                  <a:gd name="T117" fmla="*/ 111 h 362"/>
                  <a:gd name="T118" fmla="*/ 40 w 360"/>
                  <a:gd name="T119" fmla="*/ 67 h 362"/>
                  <a:gd name="T120" fmla="*/ 78 w 360"/>
                  <a:gd name="T121" fmla="*/ 31 h 362"/>
                  <a:gd name="T122" fmla="*/ 126 w 360"/>
                  <a:gd name="T123" fmla="*/ 8 h 362"/>
                  <a:gd name="T124" fmla="*/ 180 w 360"/>
                  <a:gd name="T12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362">
                    <a:moveTo>
                      <a:pt x="180" y="0"/>
                    </a:moveTo>
                    <a:lnTo>
                      <a:pt x="180" y="0"/>
                    </a:ln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62"/>
                    </a:lnTo>
                    <a:lnTo>
                      <a:pt x="180" y="314"/>
                    </a:lnTo>
                    <a:lnTo>
                      <a:pt x="180" y="314"/>
                    </a:lnTo>
                    <a:lnTo>
                      <a:pt x="180" y="314"/>
                    </a:lnTo>
                    <a:lnTo>
                      <a:pt x="186" y="314"/>
                    </a:lnTo>
                    <a:lnTo>
                      <a:pt x="193" y="318"/>
                    </a:lnTo>
                    <a:lnTo>
                      <a:pt x="199" y="322"/>
                    </a:lnTo>
                    <a:lnTo>
                      <a:pt x="201" y="329"/>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7" y="203"/>
                    </a:lnTo>
                    <a:lnTo>
                      <a:pt x="322" y="199"/>
                    </a:lnTo>
                    <a:lnTo>
                      <a:pt x="316" y="194"/>
                    </a:lnTo>
                    <a:lnTo>
                      <a:pt x="314" y="188"/>
                    </a:lnTo>
                    <a:lnTo>
                      <a:pt x="312" y="180"/>
                    </a:lnTo>
                    <a:lnTo>
                      <a:pt x="312" y="180"/>
                    </a:lnTo>
                    <a:lnTo>
                      <a:pt x="314" y="174"/>
                    </a:lnTo>
                    <a:lnTo>
                      <a:pt x="316" y="167"/>
                    </a:lnTo>
                    <a:lnTo>
                      <a:pt x="322" y="163"/>
                    </a:lnTo>
                    <a:lnTo>
                      <a:pt x="327" y="159"/>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201" y="33"/>
                    </a:lnTo>
                    <a:lnTo>
                      <a:pt x="199" y="39"/>
                    </a:lnTo>
                    <a:lnTo>
                      <a:pt x="193" y="44"/>
                    </a:lnTo>
                    <a:lnTo>
                      <a:pt x="186" y="46"/>
                    </a:lnTo>
                    <a:lnTo>
                      <a:pt x="180" y="48"/>
                    </a:lnTo>
                    <a:lnTo>
                      <a:pt x="180" y="48"/>
                    </a:lnTo>
                    <a:lnTo>
                      <a:pt x="180" y="0"/>
                    </a:lnTo>
                    <a:close/>
                    <a:moveTo>
                      <a:pt x="180" y="0"/>
                    </a:moveTo>
                    <a:lnTo>
                      <a:pt x="180" y="0"/>
                    </a:lnTo>
                    <a:lnTo>
                      <a:pt x="180" y="48"/>
                    </a:lnTo>
                    <a:lnTo>
                      <a:pt x="180" y="48"/>
                    </a:lnTo>
                    <a:lnTo>
                      <a:pt x="173" y="46"/>
                    </a:lnTo>
                    <a:lnTo>
                      <a:pt x="166" y="44"/>
                    </a:lnTo>
                    <a:lnTo>
                      <a:pt x="161" y="39"/>
                    </a:lnTo>
                    <a:lnTo>
                      <a:pt x="158" y="33"/>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2" y="159"/>
                    </a:lnTo>
                    <a:lnTo>
                      <a:pt x="37" y="163"/>
                    </a:lnTo>
                    <a:lnTo>
                      <a:pt x="43" y="167"/>
                    </a:lnTo>
                    <a:lnTo>
                      <a:pt x="46" y="174"/>
                    </a:lnTo>
                    <a:lnTo>
                      <a:pt x="47" y="180"/>
                    </a:lnTo>
                    <a:lnTo>
                      <a:pt x="47" y="180"/>
                    </a:lnTo>
                    <a:lnTo>
                      <a:pt x="46" y="188"/>
                    </a:lnTo>
                    <a:lnTo>
                      <a:pt x="43" y="194"/>
                    </a:lnTo>
                    <a:lnTo>
                      <a:pt x="37" y="199"/>
                    </a:lnTo>
                    <a:lnTo>
                      <a:pt x="32" y="203"/>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58" y="329"/>
                    </a:lnTo>
                    <a:lnTo>
                      <a:pt x="158" y="329"/>
                    </a:lnTo>
                    <a:lnTo>
                      <a:pt x="161" y="322"/>
                    </a:lnTo>
                    <a:lnTo>
                      <a:pt x="166" y="318"/>
                    </a:lnTo>
                    <a:lnTo>
                      <a:pt x="173" y="314"/>
                    </a:lnTo>
                    <a:lnTo>
                      <a:pt x="180" y="314"/>
                    </a:lnTo>
                    <a:lnTo>
                      <a:pt x="180" y="362"/>
                    </a:lnTo>
                    <a:lnTo>
                      <a:pt x="180" y="362"/>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2" name="îşļîḋè">
                <a:extLst>
                  <a:ext uri="{FF2B5EF4-FFF2-40B4-BE49-F238E27FC236}">
                    <a16:creationId xmlns:a16="http://schemas.microsoft.com/office/drawing/2014/main" id="{C7B2004D-C59C-42E3-90BA-C6869D499373}"/>
                  </a:ext>
                </a:extLst>
              </p:cNvPr>
              <p:cNvSpPr/>
              <p:nvPr/>
            </p:nvSpPr>
            <p:spPr bwMode="auto">
              <a:xfrm>
                <a:off x="2336801" y="3235325"/>
                <a:ext cx="285750" cy="150813"/>
              </a:xfrm>
              <a:custGeom>
                <a:avLst/>
                <a:gdLst>
                  <a:gd name="T0" fmla="*/ 13 w 180"/>
                  <a:gd name="T1" fmla="*/ 0 h 95"/>
                  <a:gd name="T2" fmla="*/ 54 w 180"/>
                  <a:gd name="T3" fmla="*/ 42 h 95"/>
                  <a:gd name="T4" fmla="*/ 54 w 180"/>
                  <a:gd name="T5" fmla="*/ 42 h 95"/>
                  <a:gd name="T6" fmla="*/ 60 w 180"/>
                  <a:gd name="T7" fmla="*/ 39 h 95"/>
                  <a:gd name="T8" fmla="*/ 67 w 180"/>
                  <a:gd name="T9" fmla="*/ 39 h 95"/>
                  <a:gd name="T10" fmla="*/ 67 w 180"/>
                  <a:gd name="T11" fmla="*/ 39 h 95"/>
                  <a:gd name="T12" fmla="*/ 75 w 180"/>
                  <a:gd name="T13" fmla="*/ 41 h 95"/>
                  <a:gd name="T14" fmla="*/ 83 w 180"/>
                  <a:gd name="T15" fmla="*/ 45 h 95"/>
                  <a:gd name="T16" fmla="*/ 88 w 180"/>
                  <a:gd name="T17" fmla="*/ 50 h 95"/>
                  <a:gd name="T18" fmla="*/ 92 w 180"/>
                  <a:gd name="T19" fmla="*/ 58 h 95"/>
                  <a:gd name="T20" fmla="*/ 180 w 180"/>
                  <a:gd name="T21" fmla="*/ 58 h 95"/>
                  <a:gd name="T22" fmla="*/ 180 w 180"/>
                  <a:gd name="T23" fmla="*/ 76 h 95"/>
                  <a:gd name="T24" fmla="*/ 92 w 180"/>
                  <a:gd name="T25" fmla="*/ 76 h 95"/>
                  <a:gd name="T26" fmla="*/ 92 w 180"/>
                  <a:gd name="T27" fmla="*/ 76 h 95"/>
                  <a:gd name="T28" fmla="*/ 88 w 180"/>
                  <a:gd name="T29" fmla="*/ 84 h 95"/>
                  <a:gd name="T30" fmla="*/ 83 w 180"/>
                  <a:gd name="T31" fmla="*/ 89 h 95"/>
                  <a:gd name="T32" fmla="*/ 75 w 180"/>
                  <a:gd name="T33" fmla="*/ 93 h 95"/>
                  <a:gd name="T34" fmla="*/ 67 w 180"/>
                  <a:gd name="T35" fmla="*/ 95 h 95"/>
                  <a:gd name="T36" fmla="*/ 67 w 180"/>
                  <a:gd name="T37" fmla="*/ 95 h 95"/>
                  <a:gd name="T38" fmla="*/ 61 w 180"/>
                  <a:gd name="T39" fmla="*/ 95 h 95"/>
                  <a:gd name="T40" fmla="*/ 56 w 180"/>
                  <a:gd name="T41" fmla="*/ 92 h 95"/>
                  <a:gd name="T42" fmla="*/ 50 w 180"/>
                  <a:gd name="T43" fmla="*/ 91 h 95"/>
                  <a:gd name="T44" fmla="*/ 46 w 180"/>
                  <a:gd name="T45" fmla="*/ 87 h 95"/>
                  <a:gd name="T46" fmla="*/ 44 w 180"/>
                  <a:gd name="T47" fmla="*/ 83 h 95"/>
                  <a:gd name="T48" fmla="*/ 41 w 180"/>
                  <a:gd name="T49" fmla="*/ 77 h 95"/>
                  <a:gd name="T50" fmla="*/ 40 w 180"/>
                  <a:gd name="T51" fmla="*/ 73 h 95"/>
                  <a:gd name="T52" fmla="*/ 38 w 180"/>
                  <a:gd name="T53" fmla="*/ 66 h 95"/>
                  <a:gd name="T54" fmla="*/ 38 w 180"/>
                  <a:gd name="T55" fmla="*/ 66 h 95"/>
                  <a:gd name="T56" fmla="*/ 40 w 180"/>
                  <a:gd name="T57" fmla="*/ 61 h 95"/>
                  <a:gd name="T58" fmla="*/ 41 w 180"/>
                  <a:gd name="T59" fmla="*/ 54 h 95"/>
                  <a:gd name="T60" fmla="*/ 0 w 180"/>
                  <a:gd name="T61" fmla="*/ 13 h 95"/>
                  <a:gd name="T62" fmla="*/ 13 w 180"/>
                  <a:gd name="T6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95">
                    <a:moveTo>
                      <a:pt x="13" y="0"/>
                    </a:moveTo>
                    <a:lnTo>
                      <a:pt x="54" y="42"/>
                    </a:lnTo>
                    <a:lnTo>
                      <a:pt x="54" y="42"/>
                    </a:lnTo>
                    <a:lnTo>
                      <a:pt x="60" y="39"/>
                    </a:lnTo>
                    <a:lnTo>
                      <a:pt x="67" y="39"/>
                    </a:lnTo>
                    <a:lnTo>
                      <a:pt x="67" y="39"/>
                    </a:lnTo>
                    <a:lnTo>
                      <a:pt x="75" y="41"/>
                    </a:lnTo>
                    <a:lnTo>
                      <a:pt x="83" y="45"/>
                    </a:lnTo>
                    <a:lnTo>
                      <a:pt x="88" y="50"/>
                    </a:lnTo>
                    <a:lnTo>
                      <a:pt x="92" y="58"/>
                    </a:lnTo>
                    <a:lnTo>
                      <a:pt x="180" y="58"/>
                    </a:lnTo>
                    <a:lnTo>
                      <a:pt x="180" y="76"/>
                    </a:lnTo>
                    <a:lnTo>
                      <a:pt x="92" y="76"/>
                    </a:lnTo>
                    <a:lnTo>
                      <a:pt x="92" y="76"/>
                    </a:lnTo>
                    <a:lnTo>
                      <a:pt x="88" y="84"/>
                    </a:lnTo>
                    <a:lnTo>
                      <a:pt x="83" y="89"/>
                    </a:lnTo>
                    <a:lnTo>
                      <a:pt x="75" y="93"/>
                    </a:lnTo>
                    <a:lnTo>
                      <a:pt x="67" y="95"/>
                    </a:lnTo>
                    <a:lnTo>
                      <a:pt x="67" y="95"/>
                    </a:lnTo>
                    <a:lnTo>
                      <a:pt x="61" y="95"/>
                    </a:lnTo>
                    <a:lnTo>
                      <a:pt x="56" y="92"/>
                    </a:lnTo>
                    <a:lnTo>
                      <a:pt x="50" y="91"/>
                    </a:lnTo>
                    <a:lnTo>
                      <a:pt x="46" y="87"/>
                    </a:lnTo>
                    <a:lnTo>
                      <a:pt x="44" y="83"/>
                    </a:lnTo>
                    <a:lnTo>
                      <a:pt x="41" y="77"/>
                    </a:lnTo>
                    <a:lnTo>
                      <a:pt x="40" y="73"/>
                    </a:lnTo>
                    <a:lnTo>
                      <a:pt x="38" y="66"/>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4" name="íṡļïḑê">
              <a:extLst>
                <a:ext uri="{FF2B5EF4-FFF2-40B4-BE49-F238E27FC236}">
                  <a16:creationId xmlns:a16="http://schemas.microsoft.com/office/drawing/2014/main" id="{25FECC36-1BBA-4397-B84F-65D68327C060}"/>
                </a:ext>
              </a:extLst>
            </p:cNvPr>
            <p:cNvGrpSpPr/>
            <p:nvPr/>
          </p:nvGrpSpPr>
          <p:grpSpPr>
            <a:xfrm>
              <a:off x="5497853" y="3647851"/>
              <a:ext cx="404506" cy="381556"/>
              <a:chOff x="2051051" y="3792538"/>
              <a:chExt cx="447675" cy="422275"/>
            </a:xfrm>
            <a:solidFill>
              <a:srgbClr val="00A99D"/>
            </a:solidFill>
          </p:grpSpPr>
          <p:sp>
            <p:nvSpPr>
              <p:cNvPr id="299" name="íṥ1îḓé">
                <a:extLst>
                  <a:ext uri="{FF2B5EF4-FFF2-40B4-BE49-F238E27FC236}">
                    <a16:creationId xmlns:a16="http://schemas.microsoft.com/office/drawing/2014/main" id="{FEF64A0B-AAFE-4C4D-98E3-D7273C2B0D4E}"/>
                  </a:ext>
                </a:extLst>
              </p:cNvPr>
              <p:cNvSpPr/>
              <p:nvPr/>
            </p:nvSpPr>
            <p:spPr bwMode="auto">
              <a:xfrm>
                <a:off x="2051051" y="3879850"/>
                <a:ext cx="447675" cy="334963"/>
              </a:xfrm>
              <a:custGeom>
                <a:avLst/>
                <a:gdLst>
                  <a:gd name="T0" fmla="*/ 86 w 282"/>
                  <a:gd name="T1" fmla="*/ 0 h 211"/>
                  <a:gd name="T2" fmla="*/ 115 w 282"/>
                  <a:gd name="T3" fmla="*/ 6 h 211"/>
                  <a:gd name="T4" fmla="*/ 141 w 282"/>
                  <a:gd name="T5" fmla="*/ 20 h 211"/>
                  <a:gd name="T6" fmla="*/ 153 w 282"/>
                  <a:gd name="T7" fmla="*/ 11 h 211"/>
                  <a:gd name="T8" fmla="*/ 182 w 282"/>
                  <a:gd name="T9" fmla="*/ 1 h 211"/>
                  <a:gd name="T10" fmla="*/ 198 w 282"/>
                  <a:gd name="T11" fmla="*/ 0 h 211"/>
                  <a:gd name="T12" fmla="*/ 214 w 282"/>
                  <a:gd name="T13" fmla="*/ 1 h 211"/>
                  <a:gd name="T14" fmla="*/ 245 w 282"/>
                  <a:gd name="T15" fmla="*/ 14 h 211"/>
                  <a:gd name="T16" fmla="*/ 268 w 282"/>
                  <a:gd name="T17" fmla="*/ 35 h 211"/>
                  <a:gd name="T18" fmla="*/ 278 w 282"/>
                  <a:gd name="T19" fmla="*/ 57 h 211"/>
                  <a:gd name="T20" fmla="*/ 282 w 282"/>
                  <a:gd name="T21" fmla="*/ 73 h 211"/>
                  <a:gd name="T22" fmla="*/ 282 w 282"/>
                  <a:gd name="T23" fmla="*/ 81 h 211"/>
                  <a:gd name="T24" fmla="*/ 281 w 282"/>
                  <a:gd name="T25" fmla="*/ 102 h 211"/>
                  <a:gd name="T26" fmla="*/ 274 w 282"/>
                  <a:gd name="T27" fmla="*/ 123 h 211"/>
                  <a:gd name="T28" fmla="*/ 263 w 282"/>
                  <a:gd name="T29" fmla="*/ 145 h 211"/>
                  <a:gd name="T30" fmla="*/ 248 w 282"/>
                  <a:gd name="T31" fmla="*/ 165 h 211"/>
                  <a:gd name="T32" fmla="*/ 228 w 282"/>
                  <a:gd name="T33" fmla="*/ 184 h 211"/>
                  <a:gd name="T34" fmla="*/ 203 w 282"/>
                  <a:gd name="T35" fmla="*/ 199 h 211"/>
                  <a:gd name="T36" fmla="*/ 172 w 282"/>
                  <a:gd name="T37" fmla="*/ 209 h 211"/>
                  <a:gd name="T38" fmla="*/ 137 w 282"/>
                  <a:gd name="T39" fmla="*/ 211 h 211"/>
                  <a:gd name="T40" fmla="*/ 118 w 282"/>
                  <a:gd name="T41" fmla="*/ 211 h 211"/>
                  <a:gd name="T42" fmla="*/ 86 w 282"/>
                  <a:gd name="T43" fmla="*/ 203 h 211"/>
                  <a:gd name="T44" fmla="*/ 58 w 282"/>
                  <a:gd name="T45" fmla="*/ 191 h 211"/>
                  <a:gd name="T46" fmla="*/ 38 w 282"/>
                  <a:gd name="T47" fmla="*/ 173 h 211"/>
                  <a:gd name="T48" fmla="*/ 22 w 282"/>
                  <a:gd name="T49" fmla="*/ 153 h 211"/>
                  <a:gd name="T50" fmla="*/ 11 w 282"/>
                  <a:gd name="T51" fmla="*/ 133 h 211"/>
                  <a:gd name="T52" fmla="*/ 4 w 282"/>
                  <a:gd name="T53" fmla="*/ 111 h 211"/>
                  <a:gd name="T54" fmla="*/ 0 w 282"/>
                  <a:gd name="T55" fmla="*/ 81 h 211"/>
                  <a:gd name="T56" fmla="*/ 0 w 282"/>
                  <a:gd name="T57" fmla="*/ 73 h 211"/>
                  <a:gd name="T58" fmla="*/ 4 w 282"/>
                  <a:gd name="T59" fmla="*/ 57 h 211"/>
                  <a:gd name="T60" fmla="*/ 15 w 282"/>
                  <a:gd name="T61" fmla="*/ 35 h 211"/>
                  <a:gd name="T62" fmla="*/ 38 w 282"/>
                  <a:gd name="T63" fmla="*/ 14 h 211"/>
                  <a:gd name="T64" fmla="*/ 68 w 282"/>
                  <a:gd name="T65" fmla="*/ 1 h 211"/>
                  <a:gd name="T66" fmla="*/ 86 w 282"/>
                  <a:gd name="T6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2" h="211">
                    <a:moveTo>
                      <a:pt x="86" y="0"/>
                    </a:moveTo>
                    <a:lnTo>
                      <a:pt x="86" y="0"/>
                    </a:lnTo>
                    <a:lnTo>
                      <a:pt x="100" y="1"/>
                    </a:lnTo>
                    <a:lnTo>
                      <a:pt x="115" y="6"/>
                    </a:lnTo>
                    <a:lnTo>
                      <a:pt x="129" y="11"/>
                    </a:lnTo>
                    <a:lnTo>
                      <a:pt x="141" y="20"/>
                    </a:lnTo>
                    <a:lnTo>
                      <a:pt x="141" y="20"/>
                    </a:lnTo>
                    <a:lnTo>
                      <a:pt x="153" y="11"/>
                    </a:lnTo>
                    <a:lnTo>
                      <a:pt x="167" y="6"/>
                    </a:lnTo>
                    <a:lnTo>
                      <a:pt x="182" y="1"/>
                    </a:lnTo>
                    <a:lnTo>
                      <a:pt x="198" y="0"/>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lnTo>
                      <a:pt x="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0" name="iṣlide">
                <a:extLst>
                  <a:ext uri="{FF2B5EF4-FFF2-40B4-BE49-F238E27FC236}">
                    <a16:creationId xmlns:a16="http://schemas.microsoft.com/office/drawing/2014/main" id="{52BC22E2-5CEA-474D-9EED-D54F396FFEE8}"/>
                  </a:ext>
                </a:extLst>
              </p:cNvPr>
              <p:cNvSpPr/>
              <p:nvPr/>
            </p:nvSpPr>
            <p:spPr bwMode="auto">
              <a:xfrm>
                <a:off x="2178051" y="3792538"/>
                <a:ext cx="107950" cy="153988"/>
              </a:xfrm>
              <a:custGeom>
                <a:avLst/>
                <a:gdLst>
                  <a:gd name="T0" fmla="*/ 60 w 68"/>
                  <a:gd name="T1" fmla="*/ 97 h 97"/>
                  <a:gd name="T2" fmla="*/ 60 w 68"/>
                  <a:gd name="T3" fmla="*/ 97 h 97"/>
                  <a:gd name="T4" fmla="*/ 65 w 68"/>
                  <a:gd name="T5" fmla="*/ 85 h 97"/>
                  <a:gd name="T6" fmla="*/ 68 w 68"/>
                  <a:gd name="T7" fmla="*/ 71 h 97"/>
                  <a:gd name="T8" fmla="*/ 68 w 68"/>
                  <a:gd name="T9" fmla="*/ 58 h 97"/>
                  <a:gd name="T10" fmla="*/ 66 w 68"/>
                  <a:gd name="T11" fmla="*/ 46 h 97"/>
                  <a:gd name="T12" fmla="*/ 62 w 68"/>
                  <a:gd name="T13" fmla="*/ 33 h 97"/>
                  <a:gd name="T14" fmla="*/ 56 w 68"/>
                  <a:gd name="T15" fmla="*/ 21 h 97"/>
                  <a:gd name="T16" fmla="*/ 49 w 68"/>
                  <a:gd name="T17" fmla="*/ 10 h 97"/>
                  <a:gd name="T18" fmla="*/ 39 w 68"/>
                  <a:gd name="T19" fmla="*/ 0 h 97"/>
                  <a:gd name="T20" fmla="*/ 0 w 68"/>
                  <a:gd name="T21" fmla="*/ 6 h 97"/>
                  <a:gd name="T22" fmla="*/ 0 w 68"/>
                  <a:gd name="T23" fmla="*/ 6 h 97"/>
                  <a:gd name="T24" fmla="*/ 14 w 68"/>
                  <a:gd name="T25" fmla="*/ 15 h 97"/>
                  <a:gd name="T26" fmla="*/ 24 w 68"/>
                  <a:gd name="T27" fmla="*/ 23 h 97"/>
                  <a:gd name="T28" fmla="*/ 35 w 68"/>
                  <a:gd name="T29" fmla="*/ 32 h 97"/>
                  <a:gd name="T30" fmla="*/ 43 w 68"/>
                  <a:gd name="T31" fmla="*/ 42 h 97"/>
                  <a:gd name="T32" fmla="*/ 50 w 68"/>
                  <a:gd name="T33" fmla="*/ 54 h 97"/>
                  <a:gd name="T34" fmla="*/ 56 w 68"/>
                  <a:gd name="T35" fmla="*/ 66 h 97"/>
                  <a:gd name="T36" fmla="*/ 58 w 68"/>
                  <a:gd name="T37" fmla="*/ 81 h 97"/>
                  <a:gd name="T38" fmla="*/ 60 w 68"/>
                  <a:gd name="T39" fmla="*/ 97 h 97"/>
                  <a:gd name="T40" fmla="*/ 60 w 68"/>
                  <a:gd name="T41"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0" y="6"/>
                    </a:lnTo>
                    <a:lnTo>
                      <a:pt x="14" y="15"/>
                    </a:lnTo>
                    <a:lnTo>
                      <a:pt x="24" y="23"/>
                    </a:lnTo>
                    <a:lnTo>
                      <a:pt x="35" y="32"/>
                    </a:lnTo>
                    <a:lnTo>
                      <a:pt x="43" y="42"/>
                    </a:lnTo>
                    <a:lnTo>
                      <a:pt x="50" y="54"/>
                    </a:lnTo>
                    <a:lnTo>
                      <a:pt x="56" y="66"/>
                    </a:lnTo>
                    <a:lnTo>
                      <a:pt x="58" y="81"/>
                    </a:lnTo>
                    <a:lnTo>
                      <a:pt x="60" y="97"/>
                    </a:lnTo>
                    <a:lnTo>
                      <a:pt x="60"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5" name="ïṧļïḑê">
              <a:extLst>
                <a:ext uri="{FF2B5EF4-FFF2-40B4-BE49-F238E27FC236}">
                  <a16:creationId xmlns:a16="http://schemas.microsoft.com/office/drawing/2014/main" id="{26D49CD9-214F-4FE1-9BD7-831F358BBA24}"/>
                </a:ext>
              </a:extLst>
            </p:cNvPr>
            <p:cNvGrpSpPr/>
            <p:nvPr/>
          </p:nvGrpSpPr>
          <p:grpSpPr>
            <a:xfrm>
              <a:off x="6527765" y="1332693"/>
              <a:ext cx="611062" cy="502046"/>
              <a:chOff x="3190876" y="1230313"/>
              <a:chExt cx="676275" cy="555625"/>
            </a:xfrm>
            <a:solidFill>
              <a:srgbClr val="FF8F29"/>
            </a:solidFill>
          </p:grpSpPr>
          <p:sp>
            <p:nvSpPr>
              <p:cNvPr id="296" name="iṧḻiḍè">
                <a:extLst>
                  <a:ext uri="{FF2B5EF4-FFF2-40B4-BE49-F238E27FC236}">
                    <a16:creationId xmlns:a16="http://schemas.microsoft.com/office/drawing/2014/main" id="{1597E67B-BF50-4435-9C19-F3FB83058D91}"/>
                  </a:ext>
                </a:extLst>
              </p:cNvPr>
              <p:cNvSpPr/>
              <p:nvPr/>
            </p:nvSpPr>
            <p:spPr bwMode="auto">
              <a:xfrm>
                <a:off x="3209926" y="1257300"/>
                <a:ext cx="657225" cy="528638"/>
              </a:xfrm>
              <a:custGeom>
                <a:avLst/>
                <a:gdLst>
                  <a:gd name="T0" fmla="*/ 0 w 414"/>
                  <a:gd name="T1" fmla="*/ 117 h 333"/>
                  <a:gd name="T2" fmla="*/ 10 w 414"/>
                  <a:gd name="T3" fmla="*/ 102 h 333"/>
                  <a:gd name="T4" fmla="*/ 316 w 414"/>
                  <a:gd name="T5" fmla="*/ 306 h 333"/>
                  <a:gd name="T6" fmla="*/ 316 w 414"/>
                  <a:gd name="T7" fmla="*/ 306 h 333"/>
                  <a:gd name="T8" fmla="*/ 325 w 414"/>
                  <a:gd name="T9" fmla="*/ 310 h 333"/>
                  <a:gd name="T10" fmla="*/ 335 w 414"/>
                  <a:gd name="T11" fmla="*/ 313 h 333"/>
                  <a:gd name="T12" fmla="*/ 343 w 414"/>
                  <a:gd name="T13" fmla="*/ 313 h 333"/>
                  <a:gd name="T14" fmla="*/ 352 w 414"/>
                  <a:gd name="T15" fmla="*/ 312 h 333"/>
                  <a:gd name="T16" fmla="*/ 362 w 414"/>
                  <a:gd name="T17" fmla="*/ 309 h 333"/>
                  <a:gd name="T18" fmla="*/ 371 w 414"/>
                  <a:gd name="T19" fmla="*/ 304 h 333"/>
                  <a:gd name="T20" fmla="*/ 378 w 414"/>
                  <a:gd name="T21" fmla="*/ 297 h 333"/>
                  <a:gd name="T22" fmla="*/ 385 w 414"/>
                  <a:gd name="T23" fmla="*/ 289 h 333"/>
                  <a:gd name="T24" fmla="*/ 385 w 414"/>
                  <a:gd name="T25" fmla="*/ 289 h 333"/>
                  <a:gd name="T26" fmla="*/ 390 w 414"/>
                  <a:gd name="T27" fmla="*/ 279 h 333"/>
                  <a:gd name="T28" fmla="*/ 393 w 414"/>
                  <a:gd name="T29" fmla="*/ 270 h 333"/>
                  <a:gd name="T30" fmla="*/ 394 w 414"/>
                  <a:gd name="T31" fmla="*/ 260 h 333"/>
                  <a:gd name="T32" fmla="*/ 394 w 414"/>
                  <a:gd name="T33" fmla="*/ 251 h 333"/>
                  <a:gd name="T34" fmla="*/ 391 w 414"/>
                  <a:gd name="T35" fmla="*/ 241 h 333"/>
                  <a:gd name="T36" fmla="*/ 387 w 414"/>
                  <a:gd name="T37" fmla="*/ 232 h 333"/>
                  <a:gd name="T38" fmla="*/ 382 w 414"/>
                  <a:gd name="T39" fmla="*/ 225 h 333"/>
                  <a:gd name="T40" fmla="*/ 375 w 414"/>
                  <a:gd name="T41" fmla="*/ 218 h 333"/>
                  <a:gd name="T42" fmla="*/ 69 w 414"/>
                  <a:gd name="T43" fmla="*/ 14 h 333"/>
                  <a:gd name="T44" fmla="*/ 79 w 414"/>
                  <a:gd name="T45" fmla="*/ 0 h 333"/>
                  <a:gd name="T46" fmla="*/ 389 w 414"/>
                  <a:gd name="T47" fmla="*/ 207 h 333"/>
                  <a:gd name="T48" fmla="*/ 389 w 414"/>
                  <a:gd name="T49" fmla="*/ 207 h 333"/>
                  <a:gd name="T50" fmla="*/ 398 w 414"/>
                  <a:gd name="T51" fmla="*/ 216 h 333"/>
                  <a:gd name="T52" fmla="*/ 405 w 414"/>
                  <a:gd name="T53" fmla="*/ 225 h 333"/>
                  <a:gd name="T54" fmla="*/ 410 w 414"/>
                  <a:gd name="T55" fmla="*/ 236 h 333"/>
                  <a:gd name="T56" fmla="*/ 414 w 414"/>
                  <a:gd name="T57" fmla="*/ 248 h 333"/>
                  <a:gd name="T58" fmla="*/ 414 w 414"/>
                  <a:gd name="T59" fmla="*/ 262 h 333"/>
                  <a:gd name="T60" fmla="*/ 413 w 414"/>
                  <a:gd name="T61" fmla="*/ 275 h 333"/>
                  <a:gd name="T62" fmla="*/ 409 w 414"/>
                  <a:gd name="T63" fmla="*/ 287 h 333"/>
                  <a:gd name="T64" fmla="*/ 402 w 414"/>
                  <a:gd name="T65" fmla="*/ 300 h 333"/>
                  <a:gd name="T66" fmla="*/ 402 w 414"/>
                  <a:gd name="T67" fmla="*/ 300 h 333"/>
                  <a:gd name="T68" fmla="*/ 393 w 414"/>
                  <a:gd name="T69" fmla="*/ 312 h 333"/>
                  <a:gd name="T70" fmla="*/ 382 w 414"/>
                  <a:gd name="T71" fmla="*/ 320 h 333"/>
                  <a:gd name="T72" fmla="*/ 371 w 414"/>
                  <a:gd name="T73" fmla="*/ 327 h 333"/>
                  <a:gd name="T74" fmla="*/ 359 w 414"/>
                  <a:gd name="T75" fmla="*/ 331 h 333"/>
                  <a:gd name="T76" fmla="*/ 347 w 414"/>
                  <a:gd name="T77" fmla="*/ 333 h 333"/>
                  <a:gd name="T78" fmla="*/ 335 w 414"/>
                  <a:gd name="T79" fmla="*/ 332 h 333"/>
                  <a:gd name="T80" fmla="*/ 322 w 414"/>
                  <a:gd name="T81" fmla="*/ 329 h 333"/>
                  <a:gd name="T82" fmla="*/ 310 w 414"/>
                  <a:gd name="T83" fmla="*/ 323 h 333"/>
                  <a:gd name="T84" fmla="*/ 0 w 414"/>
                  <a:gd name="T85" fmla="*/ 11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4" h="333">
                    <a:moveTo>
                      <a:pt x="0" y="117"/>
                    </a:moveTo>
                    <a:lnTo>
                      <a:pt x="10" y="102"/>
                    </a:lnTo>
                    <a:lnTo>
                      <a:pt x="316" y="306"/>
                    </a:lnTo>
                    <a:lnTo>
                      <a:pt x="316" y="306"/>
                    </a:lnTo>
                    <a:lnTo>
                      <a:pt x="325" y="310"/>
                    </a:lnTo>
                    <a:lnTo>
                      <a:pt x="335" y="313"/>
                    </a:lnTo>
                    <a:lnTo>
                      <a:pt x="343" y="313"/>
                    </a:lnTo>
                    <a:lnTo>
                      <a:pt x="352" y="312"/>
                    </a:lnTo>
                    <a:lnTo>
                      <a:pt x="362" y="309"/>
                    </a:lnTo>
                    <a:lnTo>
                      <a:pt x="371" y="304"/>
                    </a:lnTo>
                    <a:lnTo>
                      <a:pt x="378" y="297"/>
                    </a:lnTo>
                    <a:lnTo>
                      <a:pt x="385" y="289"/>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89" y="207"/>
                    </a:lnTo>
                    <a:lnTo>
                      <a:pt x="398" y="216"/>
                    </a:lnTo>
                    <a:lnTo>
                      <a:pt x="405" y="225"/>
                    </a:lnTo>
                    <a:lnTo>
                      <a:pt x="410" y="236"/>
                    </a:lnTo>
                    <a:lnTo>
                      <a:pt x="414" y="248"/>
                    </a:lnTo>
                    <a:lnTo>
                      <a:pt x="414" y="262"/>
                    </a:lnTo>
                    <a:lnTo>
                      <a:pt x="413" y="275"/>
                    </a:lnTo>
                    <a:lnTo>
                      <a:pt x="409" y="287"/>
                    </a:lnTo>
                    <a:lnTo>
                      <a:pt x="402" y="300"/>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7" name="isľîdê">
                <a:extLst>
                  <a:ext uri="{FF2B5EF4-FFF2-40B4-BE49-F238E27FC236}">
                    <a16:creationId xmlns:a16="http://schemas.microsoft.com/office/drawing/2014/main" id="{9C5A7B71-E4C0-4E3E-9BE2-D8E23C8FC1C6}"/>
                  </a:ext>
                </a:extLst>
              </p:cNvPr>
              <p:cNvSpPr/>
              <p:nvPr/>
            </p:nvSpPr>
            <p:spPr bwMode="auto">
              <a:xfrm>
                <a:off x="3190876" y="1230313"/>
                <a:ext cx="176213" cy="246063"/>
              </a:xfrm>
              <a:custGeom>
                <a:avLst/>
                <a:gdLst>
                  <a:gd name="T0" fmla="*/ 5 w 111"/>
                  <a:gd name="T1" fmla="*/ 154 h 155"/>
                  <a:gd name="T2" fmla="*/ 5 w 111"/>
                  <a:gd name="T3" fmla="*/ 154 h 155"/>
                  <a:gd name="T4" fmla="*/ 9 w 111"/>
                  <a:gd name="T5" fmla="*/ 155 h 155"/>
                  <a:gd name="T6" fmla="*/ 15 w 111"/>
                  <a:gd name="T7" fmla="*/ 155 h 155"/>
                  <a:gd name="T8" fmla="*/ 19 w 111"/>
                  <a:gd name="T9" fmla="*/ 154 h 155"/>
                  <a:gd name="T10" fmla="*/ 23 w 111"/>
                  <a:gd name="T11" fmla="*/ 150 h 155"/>
                  <a:gd name="T12" fmla="*/ 110 w 111"/>
                  <a:gd name="T13" fmla="*/ 20 h 155"/>
                  <a:gd name="T14" fmla="*/ 110 w 111"/>
                  <a:gd name="T15" fmla="*/ 20 h 155"/>
                  <a:gd name="T16" fmla="*/ 111 w 111"/>
                  <a:gd name="T17" fmla="*/ 15 h 155"/>
                  <a:gd name="T18" fmla="*/ 111 w 111"/>
                  <a:gd name="T19" fmla="*/ 11 h 155"/>
                  <a:gd name="T20" fmla="*/ 110 w 111"/>
                  <a:gd name="T21" fmla="*/ 5 h 155"/>
                  <a:gd name="T22" fmla="*/ 106 w 111"/>
                  <a:gd name="T23" fmla="*/ 2 h 155"/>
                  <a:gd name="T24" fmla="*/ 106 w 111"/>
                  <a:gd name="T25" fmla="*/ 2 h 155"/>
                  <a:gd name="T26" fmla="*/ 101 w 111"/>
                  <a:gd name="T27" fmla="*/ 0 h 155"/>
                  <a:gd name="T28" fmla="*/ 96 w 111"/>
                  <a:gd name="T29" fmla="*/ 0 h 155"/>
                  <a:gd name="T30" fmla="*/ 92 w 111"/>
                  <a:gd name="T31" fmla="*/ 2 h 155"/>
                  <a:gd name="T32" fmla="*/ 89 w 111"/>
                  <a:gd name="T33" fmla="*/ 5 h 155"/>
                  <a:gd name="T34" fmla="*/ 1 w 111"/>
                  <a:gd name="T35" fmla="*/ 136 h 155"/>
                  <a:gd name="T36" fmla="*/ 1 w 111"/>
                  <a:gd name="T37" fmla="*/ 136 h 155"/>
                  <a:gd name="T38" fmla="*/ 0 w 111"/>
                  <a:gd name="T39" fmla="*/ 140 h 155"/>
                  <a:gd name="T40" fmla="*/ 0 w 111"/>
                  <a:gd name="T41" fmla="*/ 146 h 155"/>
                  <a:gd name="T42" fmla="*/ 1 w 111"/>
                  <a:gd name="T43" fmla="*/ 150 h 155"/>
                  <a:gd name="T44" fmla="*/ 5 w 111"/>
                  <a:gd name="T45" fmla="*/ 154 h 155"/>
                  <a:gd name="T46" fmla="*/ 5 w 111"/>
                  <a:gd name="T47" fmla="*/ 15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1" h="155">
                    <a:moveTo>
                      <a:pt x="5" y="154"/>
                    </a:moveTo>
                    <a:lnTo>
                      <a:pt x="5" y="154"/>
                    </a:lnTo>
                    <a:lnTo>
                      <a:pt x="9" y="155"/>
                    </a:lnTo>
                    <a:lnTo>
                      <a:pt x="15" y="155"/>
                    </a:lnTo>
                    <a:lnTo>
                      <a:pt x="19" y="154"/>
                    </a:lnTo>
                    <a:lnTo>
                      <a:pt x="23" y="150"/>
                    </a:lnTo>
                    <a:lnTo>
                      <a:pt x="110" y="20"/>
                    </a:lnTo>
                    <a:lnTo>
                      <a:pt x="110" y="20"/>
                    </a:lnTo>
                    <a:lnTo>
                      <a:pt x="111" y="15"/>
                    </a:lnTo>
                    <a:lnTo>
                      <a:pt x="111" y="11"/>
                    </a:lnTo>
                    <a:lnTo>
                      <a:pt x="110" y="5"/>
                    </a:lnTo>
                    <a:lnTo>
                      <a:pt x="106" y="2"/>
                    </a:lnTo>
                    <a:lnTo>
                      <a:pt x="106" y="2"/>
                    </a:lnTo>
                    <a:lnTo>
                      <a:pt x="101" y="0"/>
                    </a:lnTo>
                    <a:lnTo>
                      <a:pt x="96" y="0"/>
                    </a:lnTo>
                    <a:lnTo>
                      <a:pt x="92" y="2"/>
                    </a:lnTo>
                    <a:lnTo>
                      <a:pt x="89" y="5"/>
                    </a:lnTo>
                    <a:lnTo>
                      <a:pt x="1" y="136"/>
                    </a:lnTo>
                    <a:lnTo>
                      <a:pt x="1" y="136"/>
                    </a:lnTo>
                    <a:lnTo>
                      <a:pt x="0" y="140"/>
                    </a:lnTo>
                    <a:lnTo>
                      <a:pt x="0" y="146"/>
                    </a:lnTo>
                    <a:lnTo>
                      <a:pt x="1" y="150"/>
                    </a:lnTo>
                    <a:lnTo>
                      <a:pt x="5" y="154"/>
                    </a:lnTo>
                    <a:lnTo>
                      <a:pt x="5"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8" name="ï$ḻïḑè">
                <a:extLst>
                  <a:ext uri="{FF2B5EF4-FFF2-40B4-BE49-F238E27FC236}">
                    <a16:creationId xmlns:a16="http://schemas.microsoft.com/office/drawing/2014/main" id="{3393F9E9-9307-488A-83BC-D789DF94D939}"/>
                  </a:ext>
                </a:extLst>
              </p:cNvPr>
              <p:cNvSpPr/>
              <p:nvPr/>
            </p:nvSpPr>
            <p:spPr bwMode="auto">
              <a:xfrm>
                <a:off x="3287713" y="1400175"/>
                <a:ext cx="504825" cy="323850"/>
              </a:xfrm>
              <a:custGeom>
                <a:avLst/>
                <a:gdLst>
                  <a:gd name="T0" fmla="*/ 0 w 318"/>
                  <a:gd name="T1" fmla="*/ 19 h 204"/>
                  <a:gd name="T2" fmla="*/ 11 w 318"/>
                  <a:gd name="T3" fmla="*/ 0 h 204"/>
                  <a:gd name="T4" fmla="*/ 284 w 318"/>
                  <a:gd name="T5" fmla="*/ 182 h 204"/>
                  <a:gd name="T6" fmla="*/ 284 w 318"/>
                  <a:gd name="T7" fmla="*/ 182 h 204"/>
                  <a:gd name="T8" fmla="*/ 292 w 318"/>
                  <a:gd name="T9" fmla="*/ 186 h 204"/>
                  <a:gd name="T10" fmla="*/ 302 w 318"/>
                  <a:gd name="T11" fmla="*/ 188 h 204"/>
                  <a:gd name="T12" fmla="*/ 310 w 318"/>
                  <a:gd name="T13" fmla="*/ 188 h 204"/>
                  <a:gd name="T14" fmla="*/ 318 w 318"/>
                  <a:gd name="T15" fmla="*/ 185 h 204"/>
                  <a:gd name="T16" fmla="*/ 318 w 318"/>
                  <a:gd name="T17" fmla="*/ 185 h 204"/>
                  <a:gd name="T18" fmla="*/ 317 w 318"/>
                  <a:gd name="T19" fmla="*/ 186 h 204"/>
                  <a:gd name="T20" fmla="*/ 317 w 318"/>
                  <a:gd name="T21" fmla="*/ 186 h 204"/>
                  <a:gd name="T22" fmla="*/ 313 w 318"/>
                  <a:gd name="T23" fmla="*/ 192 h 204"/>
                  <a:gd name="T24" fmla="*/ 307 w 318"/>
                  <a:gd name="T25" fmla="*/ 197 h 204"/>
                  <a:gd name="T26" fmla="*/ 302 w 318"/>
                  <a:gd name="T27" fmla="*/ 200 h 204"/>
                  <a:gd name="T28" fmla="*/ 295 w 318"/>
                  <a:gd name="T29" fmla="*/ 203 h 204"/>
                  <a:gd name="T30" fmla="*/ 288 w 318"/>
                  <a:gd name="T31" fmla="*/ 204 h 204"/>
                  <a:gd name="T32" fmla="*/ 282 w 318"/>
                  <a:gd name="T33" fmla="*/ 203 h 204"/>
                  <a:gd name="T34" fmla="*/ 276 w 318"/>
                  <a:gd name="T35" fmla="*/ 201 h 204"/>
                  <a:gd name="T36" fmla="*/ 269 w 318"/>
                  <a:gd name="T37" fmla="*/ 199 h 204"/>
                  <a:gd name="T38" fmla="*/ 0 w 318"/>
                  <a:gd name="T39" fmla="*/ 1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8" h="204">
                    <a:moveTo>
                      <a:pt x="0" y="19"/>
                    </a:moveTo>
                    <a:lnTo>
                      <a:pt x="11" y="0"/>
                    </a:lnTo>
                    <a:lnTo>
                      <a:pt x="284" y="182"/>
                    </a:lnTo>
                    <a:lnTo>
                      <a:pt x="284" y="182"/>
                    </a:lnTo>
                    <a:lnTo>
                      <a:pt x="292" y="186"/>
                    </a:lnTo>
                    <a:lnTo>
                      <a:pt x="302" y="188"/>
                    </a:lnTo>
                    <a:lnTo>
                      <a:pt x="310" y="188"/>
                    </a:lnTo>
                    <a:lnTo>
                      <a:pt x="318" y="185"/>
                    </a:lnTo>
                    <a:lnTo>
                      <a:pt x="318" y="185"/>
                    </a:lnTo>
                    <a:lnTo>
                      <a:pt x="317" y="186"/>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46" name="ïṩ1ídé">
              <a:extLst>
                <a:ext uri="{FF2B5EF4-FFF2-40B4-BE49-F238E27FC236}">
                  <a16:creationId xmlns:a16="http://schemas.microsoft.com/office/drawing/2014/main" id="{EDCE72B7-6411-4928-9E40-84A915406DD0}"/>
                </a:ext>
              </a:extLst>
            </p:cNvPr>
            <p:cNvSpPr/>
            <p:nvPr/>
          </p:nvSpPr>
          <p:spPr bwMode="auto">
            <a:xfrm>
              <a:off x="5047447" y="3503582"/>
              <a:ext cx="344260" cy="596718"/>
            </a:xfrm>
            <a:custGeom>
              <a:avLst/>
              <a:gdLst>
                <a:gd name="T0" fmla="*/ 144 w 240"/>
                <a:gd name="T1" fmla="*/ 352 h 416"/>
                <a:gd name="T2" fmla="*/ 154 w 240"/>
                <a:gd name="T3" fmla="*/ 354 h 416"/>
                <a:gd name="T4" fmla="*/ 164 w 240"/>
                <a:gd name="T5" fmla="*/ 359 h 416"/>
                <a:gd name="T6" fmla="*/ 171 w 240"/>
                <a:gd name="T7" fmla="*/ 366 h 416"/>
                <a:gd name="T8" fmla="*/ 175 w 240"/>
                <a:gd name="T9" fmla="*/ 375 h 416"/>
                <a:gd name="T10" fmla="*/ 176 w 240"/>
                <a:gd name="T11" fmla="*/ 382 h 416"/>
                <a:gd name="T12" fmla="*/ 175 w 240"/>
                <a:gd name="T13" fmla="*/ 394 h 416"/>
                <a:gd name="T14" fmla="*/ 168 w 240"/>
                <a:gd name="T15" fmla="*/ 405 h 416"/>
                <a:gd name="T16" fmla="*/ 158 w 240"/>
                <a:gd name="T17" fmla="*/ 413 h 416"/>
                <a:gd name="T18" fmla="*/ 152 w 240"/>
                <a:gd name="T19" fmla="*/ 415 h 416"/>
                <a:gd name="T20" fmla="*/ 144 w 240"/>
                <a:gd name="T21" fmla="*/ 352 h 416"/>
                <a:gd name="T22" fmla="*/ 144 w 240"/>
                <a:gd name="T23" fmla="*/ 325 h 416"/>
                <a:gd name="T24" fmla="*/ 144 w 240"/>
                <a:gd name="T25" fmla="*/ 141 h 416"/>
                <a:gd name="T26" fmla="*/ 163 w 240"/>
                <a:gd name="T27" fmla="*/ 160 h 416"/>
                <a:gd name="T28" fmla="*/ 175 w 240"/>
                <a:gd name="T29" fmla="*/ 189 h 416"/>
                <a:gd name="T30" fmla="*/ 188 w 240"/>
                <a:gd name="T31" fmla="*/ 243 h 416"/>
                <a:gd name="T32" fmla="*/ 192 w 240"/>
                <a:gd name="T33" fmla="*/ 251 h 416"/>
                <a:gd name="T34" fmla="*/ 205 w 240"/>
                <a:gd name="T35" fmla="*/ 260 h 416"/>
                <a:gd name="T36" fmla="*/ 225 w 240"/>
                <a:gd name="T37" fmla="*/ 264 h 416"/>
                <a:gd name="T38" fmla="*/ 240 w 240"/>
                <a:gd name="T39" fmla="*/ 300 h 416"/>
                <a:gd name="T40" fmla="*/ 135 w 240"/>
                <a:gd name="T41" fmla="*/ 352 h 416"/>
                <a:gd name="T42" fmla="*/ 144 w 240"/>
                <a:gd name="T43" fmla="*/ 352 h 416"/>
                <a:gd name="T44" fmla="*/ 144 w 240"/>
                <a:gd name="T45" fmla="*/ 416 h 416"/>
                <a:gd name="T46" fmla="*/ 134 w 240"/>
                <a:gd name="T47" fmla="*/ 415 h 416"/>
                <a:gd name="T48" fmla="*/ 125 w 240"/>
                <a:gd name="T49" fmla="*/ 409 h 416"/>
                <a:gd name="T50" fmla="*/ 118 w 240"/>
                <a:gd name="T51" fmla="*/ 403 h 416"/>
                <a:gd name="T52" fmla="*/ 112 w 240"/>
                <a:gd name="T53" fmla="*/ 392 h 416"/>
                <a:gd name="T54" fmla="*/ 112 w 240"/>
                <a:gd name="T55" fmla="*/ 386 h 416"/>
                <a:gd name="T56" fmla="*/ 114 w 240"/>
                <a:gd name="T57" fmla="*/ 374 h 416"/>
                <a:gd name="T58" fmla="*/ 121 w 240"/>
                <a:gd name="T59" fmla="*/ 363 h 416"/>
                <a:gd name="T60" fmla="*/ 130 w 240"/>
                <a:gd name="T61" fmla="*/ 355 h 416"/>
                <a:gd name="T62" fmla="*/ 135 w 240"/>
                <a:gd name="T63" fmla="*/ 352 h 416"/>
                <a:gd name="T64" fmla="*/ 144 w 240"/>
                <a:gd name="T65" fmla="*/ 141 h 416"/>
                <a:gd name="T66" fmla="*/ 122 w 240"/>
                <a:gd name="T67" fmla="*/ 130 h 416"/>
                <a:gd name="T68" fmla="*/ 98 w 240"/>
                <a:gd name="T69" fmla="*/ 126 h 416"/>
                <a:gd name="T70" fmla="*/ 69 w 240"/>
                <a:gd name="T71" fmla="*/ 19 h 416"/>
                <a:gd name="T72" fmla="*/ 65 w 240"/>
                <a:gd name="T73" fmla="*/ 10 h 416"/>
                <a:gd name="T74" fmla="*/ 58 w 240"/>
                <a:gd name="T75" fmla="*/ 4 h 416"/>
                <a:gd name="T76" fmla="*/ 49 w 240"/>
                <a:gd name="T77" fmla="*/ 0 h 416"/>
                <a:gd name="T78" fmla="*/ 39 w 240"/>
                <a:gd name="T79" fmla="*/ 2 h 416"/>
                <a:gd name="T80" fmla="*/ 34 w 240"/>
                <a:gd name="T81" fmla="*/ 3 h 416"/>
                <a:gd name="T82" fmla="*/ 26 w 240"/>
                <a:gd name="T83" fmla="*/ 10 h 416"/>
                <a:gd name="T84" fmla="*/ 22 w 240"/>
                <a:gd name="T85" fmla="*/ 18 h 416"/>
                <a:gd name="T86" fmla="*/ 20 w 240"/>
                <a:gd name="T87" fmla="*/ 27 h 416"/>
                <a:gd name="T88" fmla="*/ 49 w 240"/>
                <a:gd name="T89" fmla="*/ 139 h 416"/>
                <a:gd name="T90" fmla="*/ 38 w 240"/>
                <a:gd name="T91" fmla="*/ 145 h 416"/>
                <a:gd name="T92" fmla="*/ 20 w 240"/>
                <a:gd name="T93" fmla="*/ 164 h 416"/>
                <a:gd name="T94" fmla="*/ 11 w 240"/>
                <a:gd name="T95" fmla="*/ 187 h 416"/>
                <a:gd name="T96" fmla="*/ 8 w 240"/>
                <a:gd name="T97" fmla="*/ 216 h 416"/>
                <a:gd name="T98" fmla="*/ 11 w 240"/>
                <a:gd name="T99" fmla="*/ 232 h 416"/>
                <a:gd name="T100" fmla="*/ 26 w 240"/>
                <a:gd name="T101" fmla="*/ 285 h 416"/>
                <a:gd name="T102" fmla="*/ 26 w 240"/>
                <a:gd name="T103" fmla="*/ 294 h 416"/>
                <a:gd name="T104" fmla="*/ 20 w 240"/>
                <a:gd name="T105" fmla="*/ 308 h 416"/>
                <a:gd name="T106" fmla="*/ 5 w 240"/>
                <a:gd name="T107" fmla="*/ 321 h 416"/>
                <a:gd name="T108" fmla="*/ 10 w 240"/>
                <a:gd name="T109" fmla="*/ 361 h 416"/>
                <a:gd name="T110" fmla="*/ 144 w 240"/>
                <a:gd name="T111" fmla="*/ 1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5" y="375"/>
                  </a:lnTo>
                  <a:lnTo>
                    <a:pt x="176" y="382"/>
                  </a:lnTo>
                  <a:lnTo>
                    <a:pt x="176" y="389"/>
                  </a:lnTo>
                  <a:lnTo>
                    <a:pt x="175" y="394"/>
                  </a:lnTo>
                  <a:lnTo>
                    <a:pt x="172" y="400"/>
                  </a:lnTo>
                  <a:lnTo>
                    <a:pt x="168" y="405"/>
                  </a:lnTo>
                  <a:lnTo>
                    <a:pt x="164" y="409"/>
                  </a:lnTo>
                  <a:lnTo>
                    <a:pt x="158" y="413"/>
                  </a:lnTo>
                  <a:lnTo>
                    <a:pt x="152" y="415"/>
                  </a:lnTo>
                  <a:lnTo>
                    <a:pt x="152" y="415"/>
                  </a:lnTo>
                  <a:lnTo>
                    <a:pt x="144" y="416"/>
                  </a:lnTo>
                  <a:lnTo>
                    <a:pt x="144" y="352"/>
                  </a:lnTo>
                  <a:lnTo>
                    <a:pt x="144" y="352"/>
                  </a:lnTo>
                  <a:close/>
                  <a:moveTo>
                    <a:pt x="144" y="325"/>
                  </a:moveTo>
                  <a:lnTo>
                    <a:pt x="144" y="141"/>
                  </a:lnTo>
                  <a:lnTo>
                    <a:pt x="144" y="141"/>
                  </a:lnTo>
                  <a:lnTo>
                    <a:pt x="154" y="149"/>
                  </a:lnTo>
                  <a:lnTo>
                    <a:pt x="163" y="160"/>
                  </a:lnTo>
                  <a:lnTo>
                    <a:pt x="169" y="174"/>
                  </a:lnTo>
                  <a:lnTo>
                    <a:pt x="175" y="189"/>
                  </a:lnTo>
                  <a:lnTo>
                    <a:pt x="175" y="189"/>
                  </a:lnTo>
                  <a:lnTo>
                    <a:pt x="188" y="243"/>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44" y="416"/>
                  </a:lnTo>
                  <a:lnTo>
                    <a:pt x="138" y="416"/>
                  </a:lnTo>
                  <a:lnTo>
                    <a:pt x="134" y="415"/>
                  </a:lnTo>
                  <a:lnTo>
                    <a:pt x="129" y="412"/>
                  </a:lnTo>
                  <a:lnTo>
                    <a:pt x="125" y="409"/>
                  </a:lnTo>
                  <a:lnTo>
                    <a:pt x="121" y="407"/>
                  </a:lnTo>
                  <a:lnTo>
                    <a:pt x="118" y="403"/>
                  </a:lnTo>
                  <a:lnTo>
                    <a:pt x="115" y="397"/>
                  </a:lnTo>
                  <a:lnTo>
                    <a:pt x="112" y="392"/>
                  </a:lnTo>
                  <a:lnTo>
                    <a:pt x="112" y="392"/>
                  </a:lnTo>
                  <a:lnTo>
                    <a:pt x="112" y="386"/>
                  </a:lnTo>
                  <a:lnTo>
                    <a:pt x="112" y="380"/>
                  </a:lnTo>
                  <a:lnTo>
                    <a:pt x="114" y="374"/>
                  </a:lnTo>
                  <a:lnTo>
                    <a:pt x="117" y="367"/>
                  </a:lnTo>
                  <a:lnTo>
                    <a:pt x="121" y="363"/>
                  </a:lnTo>
                  <a:lnTo>
                    <a:pt x="125" y="359"/>
                  </a:lnTo>
                  <a:lnTo>
                    <a:pt x="130" y="355"/>
                  </a:lnTo>
                  <a:lnTo>
                    <a:pt x="135" y="352"/>
                  </a:lnTo>
                  <a:lnTo>
                    <a:pt x="135" y="352"/>
                  </a:lnTo>
                  <a:close/>
                  <a:moveTo>
                    <a:pt x="144" y="141"/>
                  </a:moveTo>
                  <a:lnTo>
                    <a:pt x="144" y="141"/>
                  </a:lnTo>
                  <a:lnTo>
                    <a:pt x="133" y="134"/>
                  </a:lnTo>
                  <a:lnTo>
                    <a:pt x="122" y="130"/>
                  </a:lnTo>
                  <a:lnTo>
                    <a:pt x="110" y="128"/>
                  </a:lnTo>
                  <a:lnTo>
                    <a:pt x="98" y="126"/>
                  </a:lnTo>
                  <a:lnTo>
                    <a:pt x="69" y="19"/>
                  </a:lnTo>
                  <a:lnTo>
                    <a:pt x="69" y="19"/>
                  </a:lnTo>
                  <a:lnTo>
                    <a:pt x="68" y="15"/>
                  </a:lnTo>
                  <a:lnTo>
                    <a:pt x="65" y="10"/>
                  </a:lnTo>
                  <a:lnTo>
                    <a:pt x="61" y="7"/>
                  </a:lnTo>
                  <a:lnTo>
                    <a:pt x="58" y="4"/>
                  </a:lnTo>
                  <a:lnTo>
                    <a:pt x="53" y="2"/>
                  </a:lnTo>
                  <a:lnTo>
                    <a:pt x="49" y="0"/>
                  </a:lnTo>
                  <a:lnTo>
                    <a:pt x="43" y="0"/>
                  </a:lnTo>
                  <a:lnTo>
                    <a:pt x="39" y="2"/>
                  </a:lnTo>
                  <a:lnTo>
                    <a:pt x="39" y="2"/>
                  </a:lnTo>
                  <a:lnTo>
                    <a:pt x="34" y="3"/>
                  </a:lnTo>
                  <a:lnTo>
                    <a:pt x="30" y="6"/>
                  </a:lnTo>
                  <a:lnTo>
                    <a:pt x="26" y="10"/>
                  </a:lnTo>
                  <a:lnTo>
                    <a:pt x="23" y="13"/>
                  </a:lnTo>
                  <a:lnTo>
                    <a:pt x="22" y="18"/>
                  </a:lnTo>
                  <a:lnTo>
                    <a:pt x="20" y="22"/>
                  </a:lnTo>
                  <a:lnTo>
                    <a:pt x="20" y="27"/>
                  </a:lnTo>
                  <a:lnTo>
                    <a:pt x="20" y="32"/>
                  </a:lnTo>
                  <a:lnTo>
                    <a:pt x="49" y="139"/>
                  </a:lnTo>
                  <a:lnTo>
                    <a:pt x="49" y="139"/>
                  </a:lnTo>
                  <a:lnTo>
                    <a:pt x="38" y="145"/>
                  </a:lnTo>
                  <a:lnTo>
                    <a:pt x="28" y="155"/>
                  </a:lnTo>
                  <a:lnTo>
                    <a:pt x="20" y="164"/>
                  </a:lnTo>
                  <a:lnTo>
                    <a:pt x="15" y="175"/>
                  </a:lnTo>
                  <a:lnTo>
                    <a:pt x="11" y="187"/>
                  </a:lnTo>
                  <a:lnTo>
                    <a:pt x="8" y="201"/>
                  </a:lnTo>
                  <a:lnTo>
                    <a:pt x="8" y="216"/>
                  </a:lnTo>
                  <a:lnTo>
                    <a:pt x="11" y="232"/>
                  </a:lnTo>
                  <a:lnTo>
                    <a:pt x="11" y="232"/>
                  </a:lnTo>
                  <a:lnTo>
                    <a:pt x="26" y="285"/>
                  </a:lnTo>
                  <a:lnTo>
                    <a:pt x="26" y="285"/>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7" name="iṡľíḍe">
              <a:extLst>
                <a:ext uri="{FF2B5EF4-FFF2-40B4-BE49-F238E27FC236}">
                  <a16:creationId xmlns:a16="http://schemas.microsoft.com/office/drawing/2014/main" id="{0932F319-6561-4F36-85C8-551B5D58C4A6}"/>
                </a:ext>
              </a:extLst>
            </p:cNvPr>
            <p:cNvSpPr/>
            <p:nvPr/>
          </p:nvSpPr>
          <p:spPr bwMode="auto">
            <a:xfrm>
              <a:off x="7190467" y="2723258"/>
              <a:ext cx="494874" cy="537908"/>
            </a:xfrm>
            <a:custGeom>
              <a:avLst/>
              <a:gdLst>
                <a:gd name="T0" fmla="*/ 268 w 345"/>
                <a:gd name="T1" fmla="*/ 172 h 375"/>
                <a:gd name="T2" fmla="*/ 258 w 345"/>
                <a:gd name="T3" fmla="*/ 130 h 375"/>
                <a:gd name="T4" fmla="*/ 264 w 345"/>
                <a:gd name="T5" fmla="*/ 252 h 375"/>
                <a:gd name="T6" fmla="*/ 296 w 345"/>
                <a:gd name="T7" fmla="*/ 291 h 375"/>
                <a:gd name="T8" fmla="*/ 281 w 345"/>
                <a:gd name="T9" fmla="*/ 295 h 375"/>
                <a:gd name="T10" fmla="*/ 281 w 345"/>
                <a:gd name="T11" fmla="*/ 50 h 375"/>
                <a:gd name="T12" fmla="*/ 296 w 345"/>
                <a:gd name="T13" fmla="*/ 53 h 375"/>
                <a:gd name="T14" fmla="*/ 264 w 345"/>
                <a:gd name="T15" fmla="*/ 94 h 375"/>
                <a:gd name="T16" fmla="*/ 284 w 345"/>
                <a:gd name="T17" fmla="*/ 172 h 375"/>
                <a:gd name="T18" fmla="*/ 336 w 345"/>
                <a:gd name="T19" fmla="*/ 164 h 375"/>
                <a:gd name="T20" fmla="*/ 344 w 345"/>
                <a:gd name="T21" fmla="*/ 176 h 375"/>
                <a:gd name="T22" fmla="*/ 289 w 345"/>
                <a:gd name="T23" fmla="*/ 180 h 375"/>
                <a:gd name="T24" fmla="*/ 173 w 345"/>
                <a:gd name="T25" fmla="*/ 77 h 375"/>
                <a:gd name="T26" fmla="*/ 243 w 345"/>
                <a:gd name="T27" fmla="*/ 108 h 375"/>
                <a:gd name="T28" fmla="*/ 245 w 345"/>
                <a:gd name="T29" fmla="*/ 236 h 375"/>
                <a:gd name="T30" fmla="*/ 222 w 345"/>
                <a:gd name="T31" fmla="*/ 345 h 375"/>
                <a:gd name="T32" fmla="*/ 178 w 345"/>
                <a:gd name="T33" fmla="*/ 375 h 375"/>
                <a:gd name="T34" fmla="*/ 207 w 345"/>
                <a:gd name="T35" fmla="*/ 242 h 375"/>
                <a:gd name="T36" fmla="*/ 238 w 345"/>
                <a:gd name="T37" fmla="*/ 211 h 375"/>
                <a:gd name="T38" fmla="*/ 248 w 345"/>
                <a:gd name="T39" fmla="*/ 157 h 375"/>
                <a:gd name="T40" fmla="*/ 203 w 345"/>
                <a:gd name="T41" fmla="*/ 103 h 375"/>
                <a:gd name="T42" fmla="*/ 173 w 345"/>
                <a:gd name="T43" fmla="*/ 77 h 375"/>
                <a:gd name="T44" fmla="*/ 250 w 345"/>
                <a:gd name="T45" fmla="*/ 91 h 375"/>
                <a:gd name="T46" fmla="*/ 258 w 345"/>
                <a:gd name="T47" fmla="*/ 73 h 375"/>
                <a:gd name="T48" fmla="*/ 250 w 345"/>
                <a:gd name="T49" fmla="*/ 255 h 375"/>
                <a:gd name="T50" fmla="*/ 258 w 345"/>
                <a:gd name="T51" fmla="*/ 249 h 375"/>
                <a:gd name="T52" fmla="*/ 180 w 345"/>
                <a:gd name="T53" fmla="*/ 6 h 375"/>
                <a:gd name="T54" fmla="*/ 176 w 345"/>
                <a:gd name="T55" fmla="*/ 60 h 375"/>
                <a:gd name="T56" fmla="*/ 157 w 345"/>
                <a:gd name="T57" fmla="*/ 374 h 375"/>
                <a:gd name="T58" fmla="*/ 120 w 345"/>
                <a:gd name="T59" fmla="*/ 337 h 375"/>
                <a:gd name="T60" fmla="*/ 93 w 345"/>
                <a:gd name="T61" fmla="*/ 224 h 375"/>
                <a:gd name="T62" fmla="*/ 111 w 345"/>
                <a:gd name="T63" fmla="*/ 100 h 375"/>
                <a:gd name="T64" fmla="*/ 173 w 345"/>
                <a:gd name="T65" fmla="*/ 96 h 375"/>
                <a:gd name="T66" fmla="*/ 119 w 345"/>
                <a:gd name="T67" fmla="*/ 119 h 375"/>
                <a:gd name="T68" fmla="*/ 97 w 345"/>
                <a:gd name="T69" fmla="*/ 183 h 375"/>
                <a:gd name="T70" fmla="*/ 126 w 345"/>
                <a:gd name="T71" fmla="*/ 232 h 375"/>
                <a:gd name="T72" fmla="*/ 139 w 345"/>
                <a:gd name="T73" fmla="*/ 290 h 375"/>
                <a:gd name="T74" fmla="*/ 173 w 345"/>
                <a:gd name="T75" fmla="*/ 60 h 375"/>
                <a:gd name="T76" fmla="*/ 164 w 345"/>
                <a:gd name="T77" fmla="*/ 54 h 375"/>
                <a:gd name="T78" fmla="*/ 169 w 345"/>
                <a:gd name="T79" fmla="*/ 0 h 375"/>
                <a:gd name="T80" fmla="*/ 93 w 345"/>
                <a:gd name="T81" fmla="*/ 264 h 375"/>
                <a:gd name="T82" fmla="*/ 93 w 345"/>
                <a:gd name="T83" fmla="*/ 252 h 375"/>
                <a:gd name="T84" fmla="*/ 86 w 345"/>
                <a:gd name="T85" fmla="*/ 96 h 375"/>
                <a:gd name="T86" fmla="*/ 94 w 345"/>
                <a:gd name="T87" fmla="*/ 84 h 375"/>
                <a:gd name="T88" fmla="*/ 82 w 345"/>
                <a:gd name="T89" fmla="*/ 203 h 375"/>
                <a:gd name="T90" fmla="*/ 80 w 345"/>
                <a:gd name="T91" fmla="*/ 152 h 375"/>
                <a:gd name="T92" fmla="*/ 86 w 345"/>
                <a:gd name="T93" fmla="*/ 96 h 375"/>
                <a:gd name="T94" fmla="*/ 50 w 345"/>
                <a:gd name="T95" fmla="*/ 64 h 375"/>
                <a:gd name="T96" fmla="*/ 53 w 345"/>
                <a:gd name="T97" fmla="*/ 49 h 375"/>
                <a:gd name="T98" fmla="*/ 86 w 345"/>
                <a:gd name="T99" fmla="*/ 249 h 375"/>
                <a:gd name="T100" fmla="*/ 53 w 345"/>
                <a:gd name="T101" fmla="*/ 297 h 375"/>
                <a:gd name="T102" fmla="*/ 50 w 345"/>
                <a:gd name="T103" fmla="*/ 282 h 375"/>
                <a:gd name="T104" fmla="*/ 86 w 345"/>
                <a:gd name="T105" fmla="*/ 249 h 375"/>
                <a:gd name="T106" fmla="*/ 57 w 345"/>
                <a:gd name="T107" fmla="*/ 167 h 375"/>
                <a:gd name="T108" fmla="*/ 54 w 345"/>
                <a:gd name="T109" fmla="*/ 180 h 375"/>
                <a:gd name="T110" fmla="*/ 0 w 345"/>
                <a:gd name="T111" fmla="*/ 176 h 375"/>
                <a:gd name="T112" fmla="*/ 8 w 345"/>
                <a:gd name="T113" fmla="*/ 1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5" h="375">
                  <a:moveTo>
                    <a:pt x="258" y="130"/>
                  </a:moveTo>
                  <a:lnTo>
                    <a:pt x="258" y="130"/>
                  </a:lnTo>
                  <a:lnTo>
                    <a:pt x="262" y="141"/>
                  </a:lnTo>
                  <a:lnTo>
                    <a:pt x="266" y="150"/>
                  </a:lnTo>
                  <a:lnTo>
                    <a:pt x="268" y="161"/>
                  </a:lnTo>
                  <a:lnTo>
                    <a:pt x="268" y="172"/>
                  </a:lnTo>
                  <a:lnTo>
                    <a:pt x="268" y="172"/>
                  </a:lnTo>
                  <a:lnTo>
                    <a:pt x="268" y="184"/>
                  </a:lnTo>
                  <a:lnTo>
                    <a:pt x="266" y="194"/>
                  </a:lnTo>
                  <a:lnTo>
                    <a:pt x="262" y="205"/>
                  </a:lnTo>
                  <a:lnTo>
                    <a:pt x="258" y="214"/>
                  </a:lnTo>
                  <a:lnTo>
                    <a:pt x="258" y="130"/>
                  </a:lnTo>
                  <a:lnTo>
                    <a:pt x="258" y="130"/>
                  </a:lnTo>
                  <a:close/>
                  <a:moveTo>
                    <a:pt x="258" y="272"/>
                  </a:moveTo>
                  <a:lnTo>
                    <a:pt x="258" y="249"/>
                  </a:lnTo>
                  <a:lnTo>
                    <a:pt x="258" y="249"/>
                  </a:lnTo>
                  <a:lnTo>
                    <a:pt x="261" y="251"/>
                  </a:lnTo>
                  <a:lnTo>
                    <a:pt x="264" y="252"/>
                  </a:lnTo>
                  <a:lnTo>
                    <a:pt x="264" y="252"/>
                  </a:lnTo>
                  <a:lnTo>
                    <a:pt x="295" y="282"/>
                  </a:lnTo>
                  <a:lnTo>
                    <a:pt x="295" y="282"/>
                  </a:lnTo>
                  <a:lnTo>
                    <a:pt x="296" y="286"/>
                  </a:lnTo>
                  <a:lnTo>
                    <a:pt x="296" y="289"/>
                  </a:lnTo>
                  <a:lnTo>
                    <a:pt x="296" y="291"/>
                  </a:lnTo>
                  <a:lnTo>
                    <a:pt x="295" y="295"/>
                  </a:lnTo>
                  <a:lnTo>
                    <a:pt x="295" y="295"/>
                  </a:lnTo>
                  <a:lnTo>
                    <a:pt x="291" y="297"/>
                  </a:lnTo>
                  <a:lnTo>
                    <a:pt x="288" y="298"/>
                  </a:lnTo>
                  <a:lnTo>
                    <a:pt x="284" y="297"/>
                  </a:lnTo>
                  <a:lnTo>
                    <a:pt x="281" y="295"/>
                  </a:lnTo>
                  <a:lnTo>
                    <a:pt x="258" y="272"/>
                  </a:lnTo>
                  <a:lnTo>
                    <a:pt x="258" y="272"/>
                  </a:lnTo>
                  <a:close/>
                  <a:moveTo>
                    <a:pt x="258" y="96"/>
                  </a:moveTo>
                  <a:lnTo>
                    <a:pt x="258" y="73"/>
                  </a:lnTo>
                  <a:lnTo>
                    <a:pt x="281" y="50"/>
                  </a:lnTo>
                  <a:lnTo>
                    <a:pt x="281" y="50"/>
                  </a:lnTo>
                  <a:lnTo>
                    <a:pt x="284" y="49"/>
                  </a:lnTo>
                  <a:lnTo>
                    <a:pt x="288" y="48"/>
                  </a:lnTo>
                  <a:lnTo>
                    <a:pt x="291" y="49"/>
                  </a:lnTo>
                  <a:lnTo>
                    <a:pt x="295" y="50"/>
                  </a:lnTo>
                  <a:lnTo>
                    <a:pt x="295" y="50"/>
                  </a:lnTo>
                  <a:lnTo>
                    <a:pt x="296" y="53"/>
                  </a:lnTo>
                  <a:lnTo>
                    <a:pt x="296" y="57"/>
                  </a:lnTo>
                  <a:lnTo>
                    <a:pt x="296" y="60"/>
                  </a:lnTo>
                  <a:lnTo>
                    <a:pt x="295" y="64"/>
                  </a:lnTo>
                  <a:lnTo>
                    <a:pt x="264" y="94"/>
                  </a:lnTo>
                  <a:lnTo>
                    <a:pt x="264" y="94"/>
                  </a:lnTo>
                  <a:lnTo>
                    <a:pt x="264" y="94"/>
                  </a:lnTo>
                  <a:lnTo>
                    <a:pt x="261" y="95"/>
                  </a:lnTo>
                  <a:lnTo>
                    <a:pt x="258" y="96"/>
                  </a:lnTo>
                  <a:lnTo>
                    <a:pt x="258" y="96"/>
                  </a:lnTo>
                  <a:close/>
                  <a:moveTo>
                    <a:pt x="284" y="172"/>
                  </a:moveTo>
                  <a:lnTo>
                    <a:pt x="284" y="172"/>
                  </a:lnTo>
                  <a:lnTo>
                    <a:pt x="284" y="172"/>
                  </a:lnTo>
                  <a:lnTo>
                    <a:pt x="285" y="169"/>
                  </a:lnTo>
                  <a:lnTo>
                    <a:pt x="287" y="167"/>
                  </a:lnTo>
                  <a:lnTo>
                    <a:pt x="289" y="164"/>
                  </a:lnTo>
                  <a:lnTo>
                    <a:pt x="294" y="164"/>
                  </a:lnTo>
                  <a:lnTo>
                    <a:pt x="336" y="164"/>
                  </a:lnTo>
                  <a:lnTo>
                    <a:pt x="336" y="164"/>
                  </a:lnTo>
                  <a:lnTo>
                    <a:pt x="340" y="164"/>
                  </a:lnTo>
                  <a:lnTo>
                    <a:pt x="342" y="167"/>
                  </a:lnTo>
                  <a:lnTo>
                    <a:pt x="344" y="169"/>
                  </a:lnTo>
                  <a:lnTo>
                    <a:pt x="345" y="172"/>
                  </a:lnTo>
                  <a:lnTo>
                    <a:pt x="345" y="172"/>
                  </a:lnTo>
                  <a:lnTo>
                    <a:pt x="344" y="176"/>
                  </a:lnTo>
                  <a:lnTo>
                    <a:pt x="342" y="179"/>
                  </a:lnTo>
                  <a:lnTo>
                    <a:pt x="340" y="180"/>
                  </a:lnTo>
                  <a:lnTo>
                    <a:pt x="336" y="182"/>
                  </a:lnTo>
                  <a:lnTo>
                    <a:pt x="294" y="182"/>
                  </a:lnTo>
                  <a:lnTo>
                    <a:pt x="294" y="182"/>
                  </a:lnTo>
                  <a:lnTo>
                    <a:pt x="289" y="180"/>
                  </a:lnTo>
                  <a:lnTo>
                    <a:pt x="287" y="179"/>
                  </a:lnTo>
                  <a:lnTo>
                    <a:pt x="285" y="176"/>
                  </a:lnTo>
                  <a:lnTo>
                    <a:pt x="284" y="172"/>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8" y="214"/>
                  </a:lnTo>
                  <a:lnTo>
                    <a:pt x="252" y="225"/>
                  </a:lnTo>
                  <a:lnTo>
                    <a:pt x="245" y="236"/>
                  </a:lnTo>
                  <a:lnTo>
                    <a:pt x="235" y="245"/>
                  </a:lnTo>
                  <a:lnTo>
                    <a:pt x="224" y="252"/>
                  </a:lnTo>
                  <a:lnTo>
                    <a:pt x="224" y="328"/>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6" y="247"/>
                  </a:lnTo>
                  <a:lnTo>
                    <a:pt x="207" y="242"/>
                  </a:lnTo>
                  <a:lnTo>
                    <a:pt x="211" y="238"/>
                  </a:lnTo>
                  <a:lnTo>
                    <a:pt x="211" y="238"/>
                  </a:lnTo>
                  <a:lnTo>
                    <a:pt x="219" y="233"/>
                  </a:lnTo>
                  <a:lnTo>
                    <a:pt x="226" y="226"/>
                  </a:lnTo>
                  <a:lnTo>
                    <a:pt x="233" y="219"/>
                  </a:lnTo>
                  <a:lnTo>
                    <a:pt x="238" y="211"/>
                  </a:lnTo>
                  <a:lnTo>
                    <a:pt x="242" y="202"/>
                  </a:lnTo>
                  <a:lnTo>
                    <a:pt x="246" y="192"/>
                  </a:lnTo>
                  <a:lnTo>
                    <a:pt x="248" y="183"/>
                  </a:lnTo>
                  <a:lnTo>
                    <a:pt x="249" y="172"/>
                  </a:lnTo>
                  <a:lnTo>
                    <a:pt x="249" y="172"/>
                  </a:lnTo>
                  <a:lnTo>
                    <a:pt x="248" y="157"/>
                  </a:lnTo>
                  <a:lnTo>
                    <a:pt x="242" y="144"/>
                  </a:lnTo>
                  <a:lnTo>
                    <a:pt x="235" y="130"/>
                  </a:lnTo>
                  <a:lnTo>
                    <a:pt x="226" y="119"/>
                  </a:lnTo>
                  <a:lnTo>
                    <a:pt x="226" y="119"/>
                  </a:lnTo>
                  <a:lnTo>
                    <a:pt x="215" y="110"/>
                  </a:lnTo>
                  <a:lnTo>
                    <a:pt x="203" y="103"/>
                  </a:lnTo>
                  <a:lnTo>
                    <a:pt x="188" y="99"/>
                  </a:lnTo>
                  <a:lnTo>
                    <a:pt x="173" y="96"/>
                  </a:lnTo>
                  <a:lnTo>
                    <a:pt x="173" y="96"/>
                  </a:lnTo>
                  <a:lnTo>
                    <a:pt x="173" y="77"/>
                  </a:lnTo>
                  <a:lnTo>
                    <a:pt x="173" y="77"/>
                  </a:lnTo>
                  <a:lnTo>
                    <a:pt x="173" y="77"/>
                  </a:lnTo>
                  <a:close/>
                  <a:moveTo>
                    <a:pt x="258" y="73"/>
                  </a:moveTo>
                  <a:lnTo>
                    <a:pt x="252" y="81"/>
                  </a:lnTo>
                  <a:lnTo>
                    <a:pt x="252" y="81"/>
                  </a:lnTo>
                  <a:lnTo>
                    <a:pt x="250" y="84"/>
                  </a:lnTo>
                  <a:lnTo>
                    <a:pt x="249" y="87"/>
                  </a:lnTo>
                  <a:lnTo>
                    <a:pt x="250" y="91"/>
                  </a:lnTo>
                  <a:lnTo>
                    <a:pt x="252" y="94"/>
                  </a:lnTo>
                  <a:lnTo>
                    <a:pt x="252" y="94"/>
                  </a:lnTo>
                  <a:lnTo>
                    <a:pt x="254" y="95"/>
                  </a:lnTo>
                  <a:lnTo>
                    <a:pt x="258" y="96"/>
                  </a:lnTo>
                  <a:lnTo>
                    <a:pt x="258" y="73"/>
                  </a:lnTo>
                  <a:lnTo>
                    <a:pt x="258" y="73"/>
                  </a:lnTo>
                  <a:close/>
                  <a:moveTo>
                    <a:pt x="258" y="249"/>
                  </a:moveTo>
                  <a:lnTo>
                    <a:pt x="258" y="249"/>
                  </a:lnTo>
                  <a:lnTo>
                    <a:pt x="254" y="251"/>
                  </a:lnTo>
                  <a:lnTo>
                    <a:pt x="252" y="252"/>
                  </a:lnTo>
                  <a:lnTo>
                    <a:pt x="252" y="252"/>
                  </a:lnTo>
                  <a:lnTo>
                    <a:pt x="250" y="255"/>
                  </a:lnTo>
                  <a:lnTo>
                    <a:pt x="249" y="259"/>
                  </a:lnTo>
                  <a:lnTo>
                    <a:pt x="250" y="261"/>
                  </a:lnTo>
                  <a:lnTo>
                    <a:pt x="252" y="264"/>
                  </a:lnTo>
                  <a:lnTo>
                    <a:pt x="258" y="272"/>
                  </a:lnTo>
                  <a:lnTo>
                    <a:pt x="258" y="249"/>
                  </a:lnTo>
                  <a:lnTo>
                    <a:pt x="258" y="249"/>
                  </a:lnTo>
                  <a:close/>
                  <a:moveTo>
                    <a:pt x="173" y="60"/>
                  </a:moveTo>
                  <a:lnTo>
                    <a:pt x="173" y="0"/>
                  </a:lnTo>
                  <a:lnTo>
                    <a:pt x="173" y="0"/>
                  </a:lnTo>
                  <a:lnTo>
                    <a:pt x="176" y="1"/>
                  </a:lnTo>
                  <a:lnTo>
                    <a:pt x="178" y="3"/>
                  </a:lnTo>
                  <a:lnTo>
                    <a:pt x="180" y="6"/>
                  </a:lnTo>
                  <a:lnTo>
                    <a:pt x="181" y="8"/>
                  </a:lnTo>
                  <a:lnTo>
                    <a:pt x="181" y="52"/>
                  </a:lnTo>
                  <a:lnTo>
                    <a:pt x="181" y="52"/>
                  </a:lnTo>
                  <a:lnTo>
                    <a:pt x="180" y="54"/>
                  </a:lnTo>
                  <a:lnTo>
                    <a:pt x="178" y="57"/>
                  </a:lnTo>
                  <a:lnTo>
                    <a:pt x="176" y="60"/>
                  </a:lnTo>
                  <a:lnTo>
                    <a:pt x="173" y="60"/>
                  </a:lnTo>
                  <a:lnTo>
                    <a:pt x="173" y="60"/>
                  </a:lnTo>
                  <a:close/>
                  <a:moveTo>
                    <a:pt x="173" y="375"/>
                  </a:moveTo>
                  <a:lnTo>
                    <a:pt x="166" y="375"/>
                  </a:lnTo>
                  <a:lnTo>
                    <a:pt x="166" y="375"/>
                  </a:lnTo>
                  <a:lnTo>
                    <a:pt x="157" y="374"/>
                  </a:lnTo>
                  <a:lnTo>
                    <a:pt x="147" y="371"/>
                  </a:lnTo>
                  <a:lnTo>
                    <a:pt x="139" y="367"/>
                  </a:lnTo>
                  <a:lnTo>
                    <a:pt x="132" y="360"/>
                  </a:lnTo>
                  <a:lnTo>
                    <a:pt x="127" y="354"/>
                  </a:lnTo>
                  <a:lnTo>
                    <a:pt x="123" y="345"/>
                  </a:lnTo>
                  <a:lnTo>
                    <a:pt x="120" y="337"/>
                  </a:lnTo>
                  <a:lnTo>
                    <a:pt x="119" y="328"/>
                  </a:lnTo>
                  <a:lnTo>
                    <a:pt x="119" y="252"/>
                  </a:lnTo>
                  <a:lnTo>
                    <a:pt x="119" y="252"/>
                  </a:lnTo>
                  <a:lnTo>
                    <a:pt x="109" y="244"/>
                  </a:lnTo>
                  <a:lnTo>
                    <a:pt x="100" y="234"/>
                  </a:lnTo>
                  <a:lnTo>
                    <a:pt x="93" y="224"/>
                  </a:lnTo>
                  <a:lnTo>
                    <a:pt x="86" y="213"/>
                  </a:lnTo>
                  <a:lnTo>
                    <a:pt x="86" y="131"/>
                  </a:lnTo>
                  <a:lnTo>
                    <a:pt x="86" y="131"/>
                  </a:lnTo>
                  <a:lnTo>
                    <a:pt x="93" y="121"/>
                  </a:lnTo>
                  <a:lnTo>
                    <a:pt x="101" y="110"/>
                  </a:lnTo>
                  <a:lnTo>
                    <a:pt x="111" y="100"/>
                  </a:lnTo>
                  <a:lnTo>
                    <a:pt x="122" y="92"/>
                  </a:lnTo>
                  <a:lnTo>
                    <a:pt x="132" y="85"/>
                  </a:lnTo>
                  <a:lnTo>
                    <a:pt x="146" y="81"/>
                  </a:lnTo>
                  <a:lnTo>
                    <a:pt x="158" y="79"/>
                  </a:lnTo>
                  <a:lnTo>
                    <a:pt x="173" y="77"/>
                  </a:lnTo>
                  <a:lnTo>
                    <a:pt x="173" y="96"/>
                  </a:lnTo>
                  <a:lnTo>
                    <a:pt x="173" y="96"/>
                  </a:lnTo>
                  <a:lnTo>
                    <a:pt x="158" y="99"/>
                  </a:lnTo>
                  <a:lnTo>
                    <a:pt x="143" y="103"/>
                  </a:lnTo>
                  <a:lnTo>
                    <a:pt x="131" y="110"/>
                  </a:lnTo>
                  <a:lnTo>
                    <a:pt x="119" y="119"/>
                  </a:lnTo>
                  <a:lnTo>
                    <a:pt x="119" y="119"/>
                  </a:lnTo>
                  <a:lnTo>
                    <a:pt x="109" y="130"/>
                  </a:lnTo>
                  <a:lnTo>
                    <a:pt x="103" y="144"/>
                  </a:lnTo>
                  <a:lnTo>
                    <a:pt x="99" y="157"/>
                  </a:lnTo>
                  <a:lnTo>
                    <a:pt x="97" y="172"/>
                  </a:lnTo>
                  <a:lnTo>
                    <a:pt x="97" y="172"/>
                  </a:lnTo>
                  <a:lnTo>
                    <a:pt x="97" y="183"/>
                  </a:lnTo>
                  <a:lnTo>
                    <a:pt x="100" y="192"/>
                  </a:lnTo>
                  <a:lnTo>
                    <a:pt x="103" y="202"/>
                  </a:lnTo>
                  <a:lnTo>
                    <a:pt x="107" y="210"/>
                  </a:lnTo>
                  <a:lnTo>
                    <a:pt x="112" y="218"/>
                  </a:lnTo>
                  <a:lnTo>
                    <a:pt x="119" y="226"/>
                  </a:lnTo>
                  <a:lnTo>
                    <a:pt x="126" y="232"/>
                  </a:lnTo>
                  <a:lnTo>
                    <a:pt x="134" y="237"/>
                  </a:lnTo>
                  <a:lnTo>
                    <a:pt x="134" y="237"/>
                  </a:lnTo>
                  <a:lnTo>
                    <a:pt x="134" y="237"/>
                  </a:lnTo>
                  <a:lnTo>
                    <a:pt x="138" y="241"/>
                  </a:lnTo>
                  <a:lnTo>
                    <a:pt x="139" y="247"/>
                  </a:lnTo>
                  <a:lnTo>
                    <a:pt x="139" y="290"/>
                  </a:lnTo>
                  <a:lnTo>
                    <a:pt x="173" y="290"/>
                  </a:lnTo>
                  <a:lnTo>
                    <a:pt x="173" y="375"/>
                  </a:lnTo>
                  <a:lnTo>
                    <a:pt x="173" y="375"/>
                  </a:lnTo>
                  <a:close/>
                  <a:moveTo>
                    <a:pt x="173" y="0"/>
                  </a:moveTo>
                  <a:lnTo>
                    <a:pt x="173" y="60"/>
                  </a:lnTo>
                  <a:lnTo>
                    <a:pt x="173" y="60"/>
                  </a:lnTo>
                  <a:lnTo>
                    <a:pt x="172" y="60"/>
                  </a:lnTo>
                  <a:lnTo>
                    <a:pt x="172" y="60"/>
                  </a:lnTo>
                  <a:lnTo>
                    <a:pt x="172" y="60"/>
                  </a:lnTo>
                  <a:lnTo>
                    <a:pt x="169" y="60"/>
                  </a:lnTo>
                  <a:lnTo>
                    <a:pt x="166" y="58"/>
                  </a:lnTo>
                  <a:lnTo>
                    <a:pt x="164" y="54"/>
                  </a:lnTo>
                  <a:lnTo>
                    <a:pt x="164" y="52"/>
                  </a:lnTo>
                  <a:lnTo>
                    <a:pt x="164" y="8"/>
                  </a:lnTo>
                  <a:lnTo>
                    <a:pt x="164" y="8"/>
                  </a:lnTo>
                  <a:lnTo>
                    <a:pt x="164" y="6"/>
                  </a:lnTo>
                  <a:lnTo>
                    <a:pt x="166" y="3"/>
                  </a:lnTo>
                  <a:lnTo>
                    <a:pt x="169" y="0"/>
                  </a:lnTo>
                  <a:lnTo>
                    <a:pt x="172" y="0"/>
                  </a:lnTo>
                  <a:lnTo>
                    <a:pt x="172" y="0"/>
                  </a:lnTo>
                  <a:lnTo>
                    <a:pt x="173" y="0"/>
                  </a:lnTo>
                  <a:lnTo>
                    <a:pt x="173" y="0"/>
                  </a:lnTo>
                  <a:close/>
                  <a:moveTo>
                    <a:pt x="86" y="271"/>
                  </a:moveTo>
                  <a:lnTo>
                    <a:pt x="93" y="264"/>
                  </a:lnTo>
                  <a:lnTo>
                    <a:pt x="93" y="264"/>
                  </a:lnTo>
                  <a:lnTo>
                    <a:pt x="94" y="261"/>
                  </a:lnTo>
                  <a:lnTo>
                    <a:pt x="96" y="259"/>
                  </a:lnTo>
                  <a:lnTo>
                    <a:pt x="94" y="255"/>
                  </a:lnTo>
                  <a:lnTo>
                    <a:pt x="93" y="252"/>
                  </a:lnTo>
                  <a:lnTo>
                    <a:pt x="93" y="252"/>
                  </a:lnTo>
                  <a:lnTo>
                    <a:pt x="90" y="251"/>
                  </a:lnTo>
                  <a:lnTo>
                    <a:pt x="86" y="249"/>
                  </a:lnTo>
                  <a:lnTo>
                    <a:pt x="86" y="271"/>
                  </a:lnTo>
                  <a:lnTo>
                    <a:pt x="86" y="271"/>
                  </a:lnTo>
                  <a:close/>
                  <a:moveTo>
                    <a:pt x="86" y="96"/>
                  </a:moveTo>
                  <a:lnTo>
                    <a:pt x="86" y="96"/>
                  </a:lnTo>
                  <a:lnTo>
                    <a:pt x="90" y="95"/>
                  </a:lnTo>
                  <a:lnTo>
                    <a:pt x="93" y="94"/>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7" y="172"/>
                  </a:lnTo>
                  <a:lnTo>
                    <a:pt x="78" y="161"/>
                  </a:lnTo>
                  <a:lnTo>
                    <a:pt x="80" y="152"/>
                  </a:lnTo>
                  <a:lnTo>
                    <a:pt x="82" y="141"/>
                  </a:lnTo>
                  <a:lnTo>
                    <a:pt x="86" y="131"/>
                  </a:lnTo>
                  <a:lnTo>
                    <a:pt x="86" y="213"/>
                  </a:lnTo>
                  <a:lnTo>
                    <a:pt x="86" y="213"/>
                  </a:lnTo>
                  <a:close/>
                  <a:moveTo>
                    <a:pt x="86" y="75"/>
                  </a:moveTo>
                  <a:lnTo>
                    <a:pt x="86" y="96"/>
                  </a:lnTo>
                  <a:lnTo>
                    <a:pt x="86" y="96"/>
                  </a:lnTo>
                  <a:lnTo>
                    <a:pt x="84" y="95"/>
                  </a:lnTo>
                  <a:lnTo>
                    <a:pt x="80" y="94"/>
                  </a:lnTo>
                  <a:lnTo>
                    <a:pt x="80" y="94"/>
                  </a:lnTo>
                  <a:lnTo>
                    <a:pt x="50" y="64"/>
                  </a:lnTo>
                  <a:lnTo>
                    <a:pt x="50" y="64"/>
                  </a:lnTo>
                  <a:lnTo>
                    <a:pt x="48" y="60"/>
                  </a:lnTo>
                  <a:lnTo>
                    <a:pt x="47" y="57"/>
                  </a:lnTo>
                  <a:lnTo>
                    <a:pt x="48" y="53"/>
                  </a:lnTo>
                  <a:lnTo>
                    <a:pt x="50" y="50"/>
                  </a:lnTo>
                  <a:lnTo>
                    <a:pt x="50" y="50"/>
                  </a:lnTo>
                  <a:lnTo>
                    <a:pt x="53" y="49"/>
                  </a:lnTo>
                  <a:lnTo>
                    <a:pt x="57" y="48"/>
                  </a:lnTo>
                  <a:lnTo>
                    <a:pt x="59" y="49"/>
                  </a:lnTo>
                  <a:lnTo>
                    <a:pt x="62" y="50"/>
                  </a:lnTo>
                  <a:lnTo>
                    <a:pt x="86" y="75"/>
                  </a:lnTo>
                  <a:lnTo>
                    <a:pt x="86" y="75"/>
                  </a:lnTo>
                  <a:close/>
                  <a:moveTo>
                    <a:pt x="86" y="249"/>
                  </a:moveTo>
                  <a:lnTo>
                    <a:pt x="86" y="271"/>
                  </a:lnTo>
                  <a:lnTo>
                    <a:pt x="62" y="295"/>
                  </a:lnTo>
                  <a:lnTo>
                    <a:pt x="62" y="295"/>
                  </a:lnTo>
                  <a:lnTo>
                    <a:pt x="59" y="297"/>
                  </a:lnTo>
                  <a:lnTo>
                    <a:pt x="57" y="298"/>
                  </a:lnTo>
                  <a:lnTo>
                    <a:pt x="53" y="297"/>
                  </a:lnTo>
                  <a:lnTo>
                    <a:pt x="50" y="295"/>
                  </a:lnTo>
                  <a:lnTo>
                    <a:pt x="50" y="295"/>
                  </a:lnTo>
                  <a:lnTo>
                    <a:pt x="48" y="291"/>
                  </a:lnTo>
                  <a:lnTo>
                    <a:pt x="47" y="289"/>
                  </a:lnTo>
                  <a:lnTo>
                    <a:pt x="48" y="286"/>
                  </a:lnTo>
                  <a:lnTo>
                    <a:pt x="50" y="282"/>
                  </a:lnTo>
                  <a:lnTo>
                    <a:pt x="80" y="252"/>
                  </a:lnTo>
                  <a:lnTo>
                    <a:pt x="80" y="252"/>
                  </a:lnTo>
                  <a:lnTo>
                    <a:pt x="80" y="252"/>
                  </a:lnTo>
                  <a:lnTo>
                    <a:pt x="84" y="251"/>
                  </a:lnTo>
                  <a:lnTo>
                    <a:pt x="86" y="249"/>
                  </a:lnTo>
                  <a:lnTo>
                    <a:pt x="86" y="249"/>
                  </a:lnTo>
                  <a:close/>
                  <a:moveTo>
                    <a:pt x="8" y="164"/>
                  </a:moveTo>
                  <a:lnTo>
                    <a:pt x="8" y="164"/>
                  </a:lnTo>
                  <a:lnTo>
                    <a:pt x="51" y="164"/>
                  </a:lnTo>
                  <a:lnTo>
                    <a:pt x="51" y="164"/>
                  </a:lnTo>
                  <a:lnTo>
                    <a:pt x="54" y="164"/>
                  </a:lnTo>
                  <a:lnTo>
                    <a:pt x="57" y="167"/>
                  </a:lnTo>
                  <a:lnTo>
                    <a:pt x="59" y="169"/>
                  </a:lnTo>
                  <a:lnTo>
                    <a:pt x="59" y="172"/>
                  </a:lnTo>
                  <a:lnTo>
                    <a:pt x="59" y="172"/>
                  </a:lnTo>
                  <a:lnTo>
                    <a:pt x="59" y="176"/>
                  </a:lnTo>
                  <a:lnTo>
                    <a:pt x="57" y="179"/>
                  </a:lnTo>
                  <a:lnTo>
                    <a:pt x="54" y="180"/>
                  </a:lnTo>
                  <a:lnTo>
                    <a:pt x="51" y="182"/>
                  </a:lnTo>
                  <a:lnTo>
                    <a:pt x="8" y="182"/>
                  </a:lnTo>
                  <a:lnTo>
                    <a:pt x="8" y="182"/>
                  </a:lnTo>
                  <a:lnTo>
                    <a:pt x="5" y="180"/>
                  </a:lnTo>
                  <a:lnTo>
                    <a:pt x="2" y="179"/>
                  </a:lnTo>
                  <a:lnTo>
                    <a:pt x="0" y="176"/>
                  </a:lnTo>
                  <a:lnTo>
                    <a:pt x="0" y="172"/>
                  </a:lnTo>
                  <a:lnTo>
                    <a:pt x="0" y="172"/>
                  </a:lnTo>
                  <a:lnTo>
                    <a:pt x="0" y="169"/>
                  </a:lnTo>
                  <a:lnTo>
                    <a:pt x="2" y="167"/>
                  </a:lnTo>
                  <a:lnTo>
                    <a:pt x="5" y="164"/>
                  </a:lnTo>
                  <a:lnTo>
                    <a:pt x="8" y="164"/>
                  </a:lnTo>
                  <a:lnTo>
                    <a:pt x="8" y="164"/>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8" name="ï$ľiḋe">
              <a:extLst>
                <a:ext uri="{FF2B5EF4-FFF2-40B4-BE49-F238E27FC236}">
                  <a16:creationId xmlns:a16="http://schemas.microsoft.com/office/drawing/2014/main" id="{9A44B564-DDF8-4579-8E99-779361DC9250}"/>
                </a:ext>
              </a:extLst>
            </p:cNvPr>
            <p:cNvSpPr/>
            <p:nvPr/>
          </p:nvSpPr>
          <p:spPr bwMode="auto">
            <a:xfrm>
              <a:off x="5387403" y="1327572"/>
              <a:ext cx="466187" cy="456144"/>
            </a:xfrm>
            <a:custGeom>
              <a:avLst/>
              <a:gdLst>
                <a:gd name="T0" fmla="*/ 200 w 325"/>
                <a:gd name="T1" fmla="*/ 35 h 318"/>
                <a:gd name="T2" fmla="*/ 214 w 325"/>
                <a:gd name="T3" fmla="*/ 29 h 318"/>
                <a:gd name="T4" fmla="*/ 215 w 325"/>
                <a:gd name="T5" fmla="*/ 16 h 318"/>
                <a:gd name="T6" fmla="*/ 321 w 325"/>
                <a:gd name="T7" fmla="*/ 177 h 318"/>
                <a:gd name="T8" fmla="*/ 325 w 325"/>
                <a:gd name="T9" fmla="*/ 196 h 318"/>
                <a:gd name="T10" fmla="*/ 314 w 325"/>
                <a:gd name="T11" fmla="*/ 218 h 318"/>
                <a:gd name="T12" fmla="*/ 291 w 325"/>
                <a:gd name="T13" fmla="*/ 158 h 318"/>
                <a:gd name="T14" fmla="*/ 293 w 325"/>
                <a:gd name="T15" fmla="*/ 154 h 318"/>
                <a:gd name="T16" fmla="*/ 194 w 325"/>
                <a:gd name="T17" fmla="*/ 174 h 318"/>
                <a:gd name="T18" fmla="*/ 276 w 325"/>
                <a:gd name="T19" fmla="*/ 126 h 318"/>
                <a:gd name="T20" fmla="*/ 194 w 325"/>
                <a:gd name="T21" fmla="*/ 168 h 318"/>
                <a:gd name="T22" fmla="*/ 261 w 325"/>
                <a:gd name="T23" fmla="*/ 98 h 318"/>
                <a:gd name="T24" fmla="*/ 257 w 325"/>
                <a:gd name="T25" fmla="*/ 96 h 318"/>
                <a:gd name="T26" fmla="*/ 244 w 325"/>
                <a:gd name="T27" fmla="*/ 73 h 318"/>
                <a:gd name="T28" fmla="*/ 244 w 325"/>
                <a:gd name="T29" fmla="*/ 67 h 318"/>
                <a:gd name="T30" fmla="*/ 15 w 325"/>
                <a:gd name="T31" fmla="*/ 116 h 318"/>
                <a:gd name="T32" fmla="*/ 16 w 325"/>
                <a:gd name="T33" fmla="*/ 126 h 318"/>
                <a:gd name="T34" fmla="*/ 34 w 325"/>
                <a:gd name="T35" fmla="*/ 131 h 318"/>
                <a:gd name="T36" fmla="*/ 41 w 325"/>
                <a:gd name="T37" fmla="*/ 117 h 318"/>
                <a:gd name="T38" fmla="*/ 31 w 325"/>
                <a:gd name="T39" fmla="*/ 107 h 318"/>
                <a:gd name="T40" fmla="*/ 51 w 325"/>
                <a:gd name="T41" fmla="*/ 107 h 318"/>
                <a:gd name="T42" fmla="*/ 64 w 325"/>
                <a:gd name="T43" fmla="*/ 113 h 318"/>
                <a:gd name="T44" fmla="*/ 76 w 325"/>
                <a:gd name="T45" fmla="*/ 104 h 318"/>
                <a:gd name="T46" fmla="*/ 70 w 325"/>
                <a:gd name="T47" fmla="*/ 89 h 318"/>
                <a:gd name="T48" fmla="*/ 85 w 325"/>
                <a:gd name="T49" fmla="*/ 81 h 318"/>
                <a:gd name="T50" fmla="*/ 95 w 325"/>
                <a:gd name="T51" fmla="*/ 93 h 318"/>
                <a:gd name="T52" fmla="*/ 108 w 325"/>
                <a:gd name="T53" fmla="*/ 88 h 318"/>
                <a:gd name="T54" fmla="*/ 110 w 325"/>
                <a:gd name="T55" fmla="*/ 74 h 318"/>
                <a:gd name="T56" fmla="*/ 121 w 325"/>
                <a:gd name="T57" fmla="*/ 56 h 318"/>
                <a:gd name="T58" fmla="*/ 125 w 325"/>
                <a:gd name="T59" fmla="*/ 71 h 318"/>
                <a:gd name="T60" fmla="*/ 140 w 325"/>
                <a:gd name="T61" fmla="*/ 73 h 318"/>
                <a:gd name="T62" fmla="*/ 145 w 325"/>
                <a:gd name="T63" fmla="*/ 54 h 318"/>
                <a:gd name="T64" fmla="*/ 156 w 325"/>
                <a:gd name="T65" fmla="*/ 38 h 318"/>
                <a:gd name="T66" fmla="*/ 157 w 325"/>
                <a:gd name="T67" fmla="*/ 47 h 318"/>
                <a:gd name="T68" fmla="*/ 175 w 325"/>
                <a:gd name="T69" fmla="*/ 52 h 318"/>
                <a:gd name="T70" fmla="*/ 181 w 325"/>
                <a:gd name="T71" fmla="*/ 40 h 318"/>
                <a:gd name="T72" fmla="*/ 172 w 325"/>
                <a:gd name="T73" fmla="*/ 28 h 318"/>
                <a:gd name="T74" fmla="*/ 192 w 325"/>
                <a:gd name="T75" fmla="*/ 28 h 318"/>
                <a:gd name="T76" fmla="*/ 47 w 325"/>
                <a:gd name="T77" fmla="*/ 174 h 318"/>
                <a:gd name="T78" fmla="*/ 46 w 325"/>
                <a:gd name="T79" fmla="*/ 178 h 318"/>
                <a:gd name="T80" fmla="*/ 194 w 325"/>
                <a:gd name="T81" fmla="*/ 100 h 318"/>
                <a:gd name="T82" fmla="*/ 62 w 325"/>
                <a:gd name="T83" fmla="*/ 204 h 318"/>
                <a:gd name="T84" fmla="*/ 66 w 325"/>
                <a:gd name="T85" fmla="*/ 208 h 318"/>
                <a:gd name="T86" fmla="*/ 80 w 325"/>
                <a:gd name="T87" fmla="*/ 231 h 318"/>
                <a:gd name="T88" fmla="*/ 79 w 325"/>
                <a:gd name="T89" fmla="*/ 235 h 318"/>
                <a:gd name="T90" fmla="*/ 194 w 325"/>
                <a:gd name="T91" fmla="*/ 174 h 318"/>
                <a:gd name="T92" fmla="*/ 93 w 325"/>
                <a:gd name="T93" fmla="*/ 261 h 318"/>
                <a:gd name="T94" fmla="*/ 98 w 325"/>
                <a:gd name="T95" fmla="*/ 265 h 318"/>
                <a:gd name="T96" fmla="*/ 142 w 325"/>
                <a:gd name="T97" fmla="*/ 314 h 318"/>
                <a:gd name="T98" fmla="*/ 123 w 325"/>
                <a:gd name="T99" fmla="*/ 318 h 318"/>
                <a:gd name="T100" fmla="*/ 102 w 325"/>
                <a:gd name="T101" fmla="*/ 30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5" h="318">
                  <a:moveTo>
                    <a:pt x="194" y="31"/>
                  </a:moveTo>
                  <a:lnTo>
                    <a:pt x="194" y="31"/>
                  </a:lnTo>
                  <a:lnTo>
                    <a:pt x="196" y="33"/>
                  </a:lnTo>
                  <a:lnTo>
                    <a:pt x="200" y="35"/>
                  </a:lnTo>
                  <a:lnTo>
                    <a:pt x="206" y="35"/>
                  </a:lnTo>
                  <a:lnTo>
                    <a:pt x="210" y="33"/>
                  </a:lnTo>
                  <a:lnTo>
                    <a:pt x="210" y="33"/>
                  </a:lnTo>
                  <a:lnTo>
                    <a:pt x="214" y="29"/>
                  </a:lnTo>
                  <a:lnTo>
                    <a:pt x="215" y="25"/>
                  </a:lnTo>
                  <a:lnTo>
                    <a:pt x="217" y="20"/>
                  </a:lnTo>
                  <a:lnTo>
                    <a:pt x="215" y="16"/>
                  </a:lnTo>
                  <a:lnTo>
                    <a:pt x="215" y="16"/>
                  </a:lnTo>
                  <a:lnTo>
                    <a:pt x="211" y="12"/>
                  </a:lnTo>
                  <a:lnTo>
                    <a:pt x="207" y="9"/>
                  </a:lnTo>
                  <a:lnTo>
                    <a:pt x="223" y="0"/>
                  </a:lnTo>
                  <a:lnTo>
                    <a:pt x="321" y="177"/>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1" y="158"/>
                  </a:lnTo>
                  <a:lnTo>
                    <a:pt x="293" y="155"/>
                  </a:lnTo>
                  <a:lnTo>
                    <a:pt x="293" y="154"/>
                  </a:lnTo>
                  <a:lnTo>
                    <a:pt x="293" y="154"/>
                  </a:lnTo>
                  <a:lnTo>
                    <a:pt x="291" y="153"/>
                  </a:lnTo>
                  <a:lnTo>
                    <a:pt x="288" y="153"/>
                  </a:lnTo>
                  <a:lnTo>
                    <a:pt x="194" y="205"/>
                  </a:lnTo>
                  <a:lnTo>
                    <a:pt x="194" y="174"/>
                  </a:lnTo>
                  <a:lnTo>
                    <a:pt x="275" y="130"/>
                  </a:lnTo>
                  <a:lnTo>
                    <a:pt x="275" y="130"/>
                  </a:lnTo>
                  <a:lnTo>
                    <a:pt x="276" y="127"/>
                  </a:lnTo>
                  <a:lnTo>
                    <a:pt x="276" y="126"/>
                  </a:lnTo>
                  <a:lnTo>
                    <a:pt x="276" y="126"/>
                  </a:lnTo>
                  <a:lnTo>
                    <a:pt x="275" y="124"/>
                  </a:lnTo>
                  <a:lnTo>
                    <a:pt x="272" y="124"/>
                  </a:lnTo>
                  <a:lnTo>
                    <a:pt x="194" y="168"/>
                  </a:lnTo>
                  <a:lnTo>
                    <a:pt x="194" y="138"/>
                  </a:lnTo>
                  <a:lnTo>
                    <a:pt x="260" y="101"/>
                  </a:lnTo>
                  <a:lnTo>
                    <a:pt x="260" y="101"/>
                  </a:lnTo>
                  <a:lnTo>
                    <a:pt x="261" y="98"/>
                  </a:lnTo>
                  <a:lnTo>
                    <a:pt x="261" y="97"/>
                  </a:lnTo>
                  <a:lnTo>
                    <a:pt x="261" y="97"/>
                  </a:lnTo>
                  <a:lnTo>
                    <a:pt x="259" y="96"/>
                  </a:lnTo>
                  <a:lnTo>
                    <a:pt x="257" y="96"/>
                  </a:lnTo>
                  <a:lnTo>
                    <a:pt x="194" y="131"/>
                  </a:lnTo>
                  <a:lnTo>
                    <a:pt x="194" y="100"/>
                  </a:lnTo>
                  <a:lnTo>
                    <a:pt x="244" y="73"/>
                  </a:lnTo>
                  <a:lnTo>
                    <a:pt x="244" y="73"/>
                  </a:lnTo>
                  <a:lnTo>
                    <a:pt x="245" y="70"/>
                  </a:lnTo>
                  <a:lnTo>
                    <a:pt x="245" y="69"/>
                  </a:lnTo>
                  <a:lnTo>
                    <a:pt x="245" y="69"/>
                  </a:lnTo>
                  <a:lnTo>
                    <a:pt x="244" y="67"/>
                  </a:lnTo>
                  <a:lnTo>
                    <a:pt x="241" y="67"/>
                  </a:lnTo>
                  <a:lnTo>
                    <a:pt x="194" y="93"/>
                  </a:lnTo>
                  <a:lnTo>
                    <a:pt x="194" y="31"/>
                  </a:lnTo>
                  <a:close/>
                  <a:moveTo>
                    <a:pt x="15" y="116"/>
                  </a:moveTo>
                  <a:lnTo>
                    <a:pt x="15" y="116"/>
                  </a:lnTo>
                  <a:lnTo>
                    <a:pt x="15" y="120"/>
                  </a:lnTo>
                  <a:lnTo>
                    <a:pt x="16" y="126"/>
                  </a:lnTo>
                  <a:lnTo>
                    <a:pt x="16" y="126"/>
                  </a:lnTo>
                  <a:lnTo>
                    <a:pt x="19" y="130"/>
                  </a:lnTo>
                  <a:lnTo>
                    <a:pt x="24" y="132"/>
                  </a:lnTo>
                  <a:lnTo>
                    <a:pt x="28" y="132"/>
                  </a:lnTo>
                  <a:lnTo>
                    <a:pt x="34" y="131"/>
                  </a:lnTo>
                  <a:lnTo>
                    <a:pt x="34" y="131"/>
                  </a:lnTo>
                  <a:lnTo>
                    <a:pt x="38" y="127"/>
                  </a:lnTo>
                  <a:lnTo>
                    <a:pt x="41" y="123"/>
                  </a:lnTo>
                  <a:lnTo>
                    <a:pt x="41" y="117"/>
                  </a:lnTo>
                  <a:lnTo>
                    <a:pt x="39" y="113"/>
                  </a:lnTo>
                  <a:lnTo>
                    <a:pt x="39" y="113"/>
                  </a:lnTo>
                  <a:lnTo>
                    <a:pt x="35" y="109"/>
                  </a:lnTo>
                  <a:lnTo>
                    <a:pt x="31" y="107"/>
                  </a:lnTo>
                  <a:lnTo>
                    <a:pt x="50" y="96"/>
                  </a:lnTo>
                  <a:lnTo>
                    <a:pt x="50" y="96"/>
                  </a:lnTo>
                  <a:lnTo>
                    <a:pt x="50" y="101"/>
                  </a:lnTo>
                  <a:lnTo>
                    <a:pt x="51" y="107"/>
                  </a:lnTo>
                  <a:lnTo>
                    <a:pt x="51" y="107"/>
                  </a:lnTo>
                  <a:lnTo>
                    <a:pt x="54" y="111"/>
                  </a:lnTo>
                  <a:lnTo>
                    <a:pt x="60" y="112"/>
                  </a:lnTo>
                  <a:lnTo>
                    <a:pt x="64" y="113"/>
                  </a:lnTo>
                  <a:lnTo>
                    <a:pt x="69" y="111"/>
                  </a:lnTo>
                  <a:lnTo>
                    <a:pt x="69" y="111"/>
                  </a:lnTo>
                  <a:lnTo>
                    <a:pt x="73" y="108"/>
                  </a:lnTo>
                  <a:lnTo>
                    <a:pt x="76" y="104"/>
                  </a:lnTo>
                  <a:lnTo>
                    <a:pt x="76" y="98"/>
                  </a:lnTo>
                  <a:lnTo>
                    <a:pt x="75" y="93"/>
                  </a:lnTo>
                  <a:lnTo>
                    <a:pt x="75" y="93"/>
                  </a:lnTo>
                  <a:lnTo>
                    <a:pt x="70" y="89"/>
                  </a:lnTo>
                  <a:lnTo>
                    <a:pt x="66" y="88"/>
                  </a:lnTo>
                  <a:lnTo>
                    <a:pt x="85" y="77"/>
                  </a:lnTo>
                  <a:lnTo>
                    <a:pt x="85" y="77"/>
                  </a:lnTo>
                  <a:lnTo>
                    <a:pt x="85" y="81"/>
                  </a:lnTo>
                  <a:lnTo>
                    <a:pt x="87" y="86"/>
                  </a:lnTo>
                  <a:lnTo>
                    <a:pt x="87" y="86"/>
                  </a:lnTo>
                  <a:lnTo>
                    <a:pt x="89" y="90"/>
                  </a:lnTo>
                  <a:lnTo>
                    <a:pt x="95" y="93"/>
                  </a:lnTo>
                  <a:lnTo>
                    <a:pt x="99" y="93"/>
                  </a:lnTo>
                  <a:lnTo>
                    <a:pt x="104" y="92"/>
                  </a:lnTo>
                  <a:lnTo>
                    <a:pt x="104" y="92"/>
                  </a:lnTo>
                  <a:lnTo>
                    <a:pt x="108" y="88"/>
                  </a:lnTo>
                  <a:lnTo>
                    <a:pt x="111" y="84"/>
                  </a:lnTo>
                  <a:lnTo>
                    <a:pt x="111" y="78"/>
                  </a:lnTo>
                  <a:lnTo>
                    <a:pt x="110" y="74"/>
                  </a:lnTo>
                  <a:lnTo>
                    <a:pt x="110" y="74"/>
                  </a:lnTo>
                  <a:lnTo>
                    <a:pt x="106" y="70"/>
                  </a:lnTo>
                  <a:lnTo>
                    <a:pt x="102" y="67"/>
                  </a:lnTo>
                  <a:lnTo>
                    <a:pt x="121" y="56"/>
                  </a:lnTo>
                  <a:lnTo>
                    <a:pt x="121" y="56"/>
                  </a:lnTo>
                  <a:lnTo>
                    <a:pt x="121" y="62"/>
                  </a:lnTo>
                  <a:lnTo>
                    <a:pt x="122" y="67"/>
                  </a:lnTo>
                  <a:lnTo>
                    <a:pt x="122" y="67"/>
                  </a:lnTo>
                  <a:lnTo>
                    <a:pt x="125" y="71"/>
                  </a:lnTo>
                  <a:lnTo>
                    <a:pt x="130" y="73"/>
                  </a:lnTo>
                  <a:lnTo>
                    <a:pt x="134" y="74"/>
                  </a:lnTo>
                  <a:lnTo>
                    <a:pt x="140" y="73"/>
                  </a:lnTo>
                  <a:lnTo>
                    <a:pt x="140" y="73"/>
                  </a:lnTo>
                  <a:lnTo>
                    <a:pt x="144" y="69"/>
                  </a:lnTo>
                  <a:lnTo>
                    <a:pt x="146" y="65"/>
                  </a:lnTo>
                  <a:lnTo>
                    <a:pt x="146" y="59"/>
                  </a:lnTo>
                  <a:lnTo>
                    <a:pt x="145" y="54"/>
                  </a:lnTo>
                  <a:lnTo>
                    <a:pt x="145" y="54"/>
                  </a:lnTo>
                  <a:lnTo>
                    <a:pt x="141" y="50"/>
                  </a:lnTo>
                  <a:lnTo>
                    <a:pt x="137" y="48"/>
                  </a:lnTo>
                  <a:lnTo>
                    <a:pt x="156" y="38"/>
                  </a:lnTo>
                  <a:lnTo>
                    <a:pt x="156" y="38"/>
                  </a:lnTo>
                  <a:lnTo>
                    <a:pt x="154" y="43"/>
                  </a:lnTo>
                  <a:lnTo>
                    <a:pt x="157" y="47"/>
                  </a:lnTo>
                  <a:lnTo>
                    <a:pt x="157" y="47"/>
                  </a:lnTo>
                  <a:lnTo>
                    <a:pt x="160" y="51"/>
                  </a:lnTo>
                  <a:lnTo>
                    <a:pt x="164" y="54"/>
                  </a:lnTo>
                  <a:lnTo>
                    <a:pt x="169" y="54"/>
                  </a:lnTo>
                  <a:lnTo>
                    <a:pt x="175" y="52"/>
                  </a:lnTo>
                  <a:lnTo>
                    <a:pt x="175" y="52"/>
                  </a:lnTo>
                  <a:lnTo>
                    <a:pt x="179" y="50"/>
                  </a:lnTo>
                  <a:lnTo>
                    <a:pt x="180" y="44"/>
                  </a:lnTo>
                  <a:lnTo>
                    <a:pt x="181" y="40"/>
                  </a:lnTo>
                  <a:lnTo>
                    <a:pt x="180" y="35"/>
                  </a:lnTo>
                  <a:lnTo>
                    <a:pt x="180" y="35"/>
                  </a:lnTo>
                  <a:lnTo>
                    <a:pt x="176" y="31"/>
                  </a:lnTo>
                  <a:lnTo>
                    <a:pt x="172" y="28"/>
                  </a:lnTo>
                  <a:lnTo>
                    <a:pt x="191" y="19"/>
                  </a:lnTo>
                  <a:lnTo>
                    <a:pt x="191" y="19"/>
                  </a:lnTo>
                  <a:lnTo>
                    <a:pt x="190" y="23"/>
                  </a:lnTo>
                  <a:lnTo>
                    <a:pt x="192" y="28"/>
                  </a:lnTo>
                  <a:lnTo>
                    <a:pt x="192" y="28"/>
                  </a:lnTo>
                  <a:lnTo>
                    <a:pt x="194" y="31"/>
                  </a:lnTo>
                  <a:lnTo>
                    <a:pt x="194" y="93"/>
                  </a:lnTo>
                  <a:lnTo>
                    <a:pt x="47" y="174"/>
                  </a:lnTo>
                  <a:lnTo>
                    <a:pt x="47" y="174"/>
                  </a:lnTo>
                  <a:lnTo>
                    <a:pt x="46" y="176"/>
                  </a:lnTo>
                  <a:lnTo>
                    <a:pt x="46" y="178"/>
                  </a:lnTo>
                  <a:lnTo>
                    <a:pt x="46" y="178"/>
                  </a:lnTo>
                  <a:lnTo>
                    <a:pt x="49" y="180"/>
                  </a:lnTo>
                  <a:lnTo>
                    <a:pt x="50" y="180"/>
                  </a:lnTo>
                  <a:lnTo>
                    <a:pt x="50" y="180"/>
                  </a:lnTo>
                  <a:lnTo>
                    <a:pt x="194" y="100"/>
                  </a:lnTo>
                  <a:lnTo>
                    <a:pt x="194" y="131"/>
                  </a:lnTo>
                  <a:lnTo>
                    <a:pt x="64" y="203"/>
                  </a:lnTo>
                  <a:lnTo>
                    <a:pt x="64" y="203"/>
                  </a:lnTo>
                  <a:lnTo>
                    <a:pt x="62" y="204"/>
                  </a:lnTo>
                  <a:lnTo>
                    <a:pt x="62" y="207"/>
                  </a:lnTo>
                  <a:lnTo>
                    <a:pt x="62" y="207"/>
                  </a:lnTo>
                  <a:lnTo>
                    <a:pt x="64" y="208"/>
                  </a:lnTo>
                  <a:lnTo>
                    <a:pt x="66" y="208"/>
                  </a:lnTo>
                  <a:lnTo>
                    <a:pt x="66" y="208"/>
                  </a:lnTo>
                  <a:lnTo>
                    <a:pt x="194" y="138"/>
                  </a:lnTo>
                  <a:lnTo>
                    <a:pt x="194" y="168"/>
                  </a:lnTo>
                  <a:lnTo>
                    <a:pt x="80" y="231"/>
                  </a:lnTo>
                  <a:lnTo>
                    <a:pt x="80" y="231"/>
                  </a:lnTo>
                  <a:lnTo>
                    <a:pt x="77" y="233"/>
                  </a:lnTo>
                  <a:lnTo>
                    <a:pt x="79" y="235"/>
                  </a:lnTo>
                  <a:lnTo>
                    <a:pt x="79" y="235"/>
                  </a:lnTo>
                  <a:lnTo>
                    <a:pt x="80" y="237"/>
                  </a:lnTo>
                  <a:lnTo>
                    <a:pt x="83" y="237"/>
                  </a:lnTo>
                  <a:lnTo>
                    <a:pt x="83" y="237"/>
                  </a:lnTo>
                  <a:lnTo>
                    <a:pt x="194" y="174"/>
                  </a:lnTo>
                  <a:lnTo>
                    <a:pt x="194" y="205"/>
                  </a:lnTo>
                  <a:lnTo>
                    <a:pt x="95" y="260"/>
                  </a:lnTo>
                  <a:lnTo>
                    <a:pt x="95" y="260"/>
                  </a:lnTo>
                  <a:lnTo>
                    <a:pt x="93" y="261"/>
                  </a:lnTo>
                  <a:lnTo>
                    <a:pt x="93" y="264"/>
                  </a:lnTo>
                  <a:lnTo>
                    <a:pt x="93" y="264"/>
                  </a:lnTo>
                  <a:lnTo>
                    <a:pt x="96" y="265"/>
                  </a:lnTo>
                  <a:lnTo>
                    <a:pt x="98" y="265"/>
                  </a:lnTo>
                  <a:lnTo>
                    <a:pt x="98" y="265"/>
                  </a:lnTo>
                  <a:lnTo>
                    <a:pt x="194" y="212"/>
                  </a:lnTo>
                  <a:lnTo>
                    <a:pt x="194" y="285"/>
                  </a:lnTo>
                  <a:lnTo>
                    <a:pt x="142" y="314"/>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9" name="iṥļíḑe">
              <a:extLst>
                <a:ext uri="{FF2B5EF4-FFF2-40B4-BE49-F238E27FC236}">
                  <a16:creationId xmlns:a16="http://schemas.microsoft.com/office/drawing/2014/main" id="{00FF7384-7697-4293-9F78-AACD0ECD886D}"/>
                </a:ext>
              </a:extLst>
            </p:cNvPr>
            <p:cNvSpPr/>
            <p:nvPr/>
          </p:nvSpPr>
          <p:spPr bwMode="auto">
            <a:xfrm>
              <a:off x="7025510" y="3272642"/>
              <a:ext cx="441800" cy="463316"/>
            </a:xfrm>
            <a:custGeom>
              <a:avLst/>
              <a:gdLst>
                <a:gd name="T0" fmla="*/ 306 w 308"/>
                <a:gd name="T1" fmla="*/ 96 h 323"/>
                <a:gd name="T2" fmla="*/ 218 w 308"/>
                <a:gd name="T3" fmla="*/ 308 h 323"/>
                <a:gd name="T4" fmla="*/ 227 w 308"/>
                <a:gd name="T5" fmla="*/ 224 h 323"/>
                <a:gd name="T6" fmla="*/ 233 w 308"/>
                <a:gd name="T7" fmla="*/ 209 h 323"/>
                <a:gd name="T8" fmla="*/ 246 w 308"/>
                <a:gd name="T9" fmla="*/ 184 h 323"/>
                <a:gd name="T10" fmla="*/ 250 w 308"/>
                <a:gd name="T11" fmla="*/ 159 h 323"/>
                <a:gd name="T12" fmla="*/ 280 w 308"/>
                <a:gd name="T13" fmla="*/ 109 h 323"/>
                <a:gd name="T14" fmla="*/ 218 w 308"/>
                <a:gd name="T15" fmla="*/ 75 h 323"/>
                <a:gd name="T16" fmla="*/ 201 w 308"/>
                <a:gd name="T17" fmla="*/ 320 h 323"/>
                <a:gd name="T18" fmla="*/ 197 w 308"/>
                <a:gd name="T19" fmla="*/ 289 h 323"/>
                <a:gd name="T20" fmla="*/ 208 w 308"/>
                <a:gd name="T21" fmla="*/ 262 h 323"/>
                <a:gd name="T22" fmla="*/ 218 w 308"/>
                <a:gd name="T23" fmla="*/ 248 h 323"/>
                <a:gd name="T24" fmla="*/ 203 w 308"/>
                <a:gd name="T25" fmla="*/ 161 h 323"/>
                <a:gd name="T26" fmla="*/ 189 w 308"/>
                <a:gd name="T27" fmla="*/ 184 h 323"/>
                <a:gd name="T28" fmla="*/ 186 w 308"/>
                <a:gd name="T29" fmla="*/ 202 h 323"/>
                <a:gd name="T30" fmla="*/ 185 w 308"/>
                <a:gd name="T31" fmla="*/ 155 h 323"/>
                <a:gd name="T32" fmla="*/ 180 w 308"/>
                <a:gd name="T33" fmla="*/ 26 h 323"/>
                <a:gd name="T34" fmla="*/ 174 w 308"/>
                <a:gd name="T35" fmla="*/ 318 h 323"/>
                <a:gd name="T36" fmla="*/ 147 w 308"/>
                <a:gd name="T37" fmla="*/ 218 h 323"/>
                <a:gd name="T38" fmla="*/ 166 w 308"/>
                <a:gd name="T39" fmla="*/ 199 h 323"/>
                <a:gd name="T40" fmla="*/ 147 w 308"/>
                <a:gd name="T41" fmla="*/ 170 h 323"/>
                <a:gd name="T42" fmla="*/ 180 w 308"/>
                <a:gd name="T43" fmla="*/ 170 h 323"/>
                <a:gd name="T44" fmla="*/ 170 w 308"/>
                <a:gd name="T45" fmla="*/ 225 h 323"/>
                <a:gd name="T46" fmla="*/ 168 w 308"/>
                <a:gd name="T47" fmla="*/ 243 h 323"/>
                <a:gd name="T48" fmla="*/ 151 w 308"/>
                <a:gd name="T49" fmla="*/ 263 h 323"/>
                <a:gd name="T50" fmla="*/ 180 w 308"/>
                <a:gd name="T51" fmla="*/ 321 h 323"/>
                <a:gd name="T52" fmla="*/ 147 w 308"/>
                <a:gd name="T53" fmla="*/ 10 h 323"/>
                <a:gd name="T54" fmla="*/ 119 w 308"/>
                <a:gd name="T55" fmla="*/ 0 h 323"/>
                <a:gd name="T56" fmla="*/ 132 w 308"/>
                <a:gd name="T57" fmla="*/ 260 h 323"/>
                <a:gd name="T58" fmla="*/ 147 w 308"/>
                <a:gd name="T59" fmla="*/ 306 h 323"/>
                <a:gd name="T60" fmla="*/ 139 w 308"/>
                <a:gd name="T61" fmla="*/ 134 h 323"/>
                <a:gd name="T62" fmla="*/ 128 w 308"/>
                <a:gd name="T63" fmla="*/ 159 h 323"/>
                <a:gd name="T64" fmla="*/ 121 w 308"/>
                <a:gd name="T65" fmla="*/ 174 h 323"/>
                <a:gd name="T66" fmla="*/ 123 w 308"/>
                <a:gd name="T67" fmla="*/ 125 h 323"/>
                <a:gd name="T68" fmla="*/ 147 w 308"/>
                <a:gd name="T69" fmla="*/ 235 h 323"/>
                <a:gd name="T70" fmla="*/ 98 w 308"/>
                <a:gd name="T71" fmla="*/ 283 h 323"/>
                <a:gd name="T72" fmla="*/ 103 w 308"/>
                <a:gd name="T73" fmla="*/ 4 h 323"/>
                <a:gd name="T74" fmla="*/ 111 w 308"/>
                <a:gd name="T75" fmla="*/ 34 h 323"/>
                <a:gd name="T76" fmla="*/ 119 w 308"/>
                <a:gd name="T77" fmla="*/ 122 h 323"/>
                <a:gd name="T78" fmla="*/ 119 w 308"/>
                <a:gd name="T79" fmla="*/ 141 h 323"/>
                <a:gd name="T80" fmla="*/ 109 w 308"/>
                <a:gd name="T81" fmla="*/ 197 h 323"/>
                <a:gd name="T82" fmla="*/ 107 w 308"/>
                <a:gd name="T83" fmla="*/ 214 h 323"/>
                <a:gd name="T84" fmla="*/ 105 w 308"/>
                <a:gd name="T85" fmla="*/ 171 h 323"/>
                <a:gd name="T86" fmla="*/ 98 w 308"/>
                <a:gd name="T87" fmla="*/ 147 h 323"/>
                <a:gd name="T88" fmla="*/ 119 w 308"/>
                <a:gd name="T89" fmla="*/ 141 h 323"/>
                <a:gd name="T90" fmla="*/ 86 w 308"/>
                <a:gd name="T91" fmla="*/ 206 h 323"/>
                <a:gd name="T92" fmla="*/ 97 w 308"/>
                <a:gd name="T93" fmla="*/ 188 h 323"/>
                <a:gd name="T94" fmla="*/ 90 w 308"/>
                <a:gd name="T95" fmla="*/ 239 h 323"/>
                <a:gd name="T96" fmla="*/ 86 w 308"/>
                <a:gd name="T97" fmla="*/ 22 h 323"/>
                <a:gd name="T98" fmla="*/ 93 w 308"/>
                <a:gd name="T99" fmla="*/ 68 h 323"/>
                <a:gd name="T100" fmla="*/ 86 w 308"/>
                <a:gd name="T101" fmla="*/ 22 h 323"/>
                <a:gd name="T102" fmla="*/ 86 w 308"/>
                <a:gd name="T103" fmla="*/ 278 h 323"/>
                <a:gd name="T104" fmla="*/ 77 w 308"/>
                <a:gd name="T105" fmla="*/ 230 h 323"/>
                <a:gd name="T106" fmla="*/ 86 w 308"/>
                <a:gd name="T107" fmla="*/ 107 h 323"/>
                <a:gd name="T108" fmla="*/ 67 w 308"/>
                <a:gd name="T109" fmla="*/ 126 h 323"/>
                <a:gd name="T110" fmla="*/ 86 w 308"/>
                <a:gd name="T111" fmla="*/ 141 h 323"/>
                <a:gd name="T112" fmla="*/ 58 w 308"/>
                <a:gd name="T113" fmla="*/ 83 h 323"/>
                <a:gd name="T114" fmla="*/ 86 w 308"/>
                <a:gd name="T115" fmla="*/ 190 h 323"/>
                <a:gd name="T116" fmla="*/ 2 w 308"/>
                <a:gd name="T117" fmla="*/ 226 h 323"/>
                <a:gd name="T118" fmla="*/ 58 w 308"/>
                <a:gd name="T119" fmla="*/ 147 h 323"/>
                <a:gd name="T120" fmla="*/ 50 w 308"/>
                <a:gd name="T121" fmla="*/ 172 h 323"/>
                <a:gd name="T122" fmla="*/ 42 w 308"/>
                <a:gd name="T123" fmla="*/ 186 h 323"/>
                <a:gd name="T124" fmla="*/ 29 w 308"/>
                <a:gd name="T125" fmla="*/ 21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23">
                  <a:moveTo>
                    <a:pt x="218" y="44"/>
                  </a:moveTo>
                  <a:lnTo>
                    <a:pt x="288" y="76"/>
                  </a:lnTo>
                  <a:lnTo>
                    <a:pt x="288" y="76"/>
                  </a:lnTo>
                  <a:lnTo>
                    <a:pt x="293" y="80"/>
                  </a:lnTo>
                  <a:lnTo>
                    <a:pt x="299" y="84"/>
                  </a:lnTo>
                  <a:lnTo>
                    <a:pt x="303" y="90"/>
                  </a:lnTo>
                  <a:lnTo>
                    <a:pt x="306" y="96"/>
                  </a:lnTo>
                  <a:lnTo>
                    <a:pt x="308" y="103"/>
                  </a:lnTo>
                  <a:lnTo>
                    <a:pt x="308" y="110"/>
                  </a:lnTo>
                  <a:lnTo>
                    <a:pt x="307" y="117"/>
                  </a:lnTo>
                  <a:lnTo>
                    <a:pt x="304" y="124"/>
                  </a:lnTo>
                  <a:lnTo>
                    <a:pt x="222" y="301"/>
                  </a:lnTo>
                  <a:lnTo>
                    <a:pt x="222" y="301"/>
                  </a:lnTo>
                  <a:lnTo>
                    <a:pt x="218" y="308"/>
                  </a:lnTo>
                  <a:lnTo>
                    <a:pt x="218" y="248"/>
                  </a:lnTo>
                  <a:lnTo>
                    <a:pt x="218" y="248"/>
                  </a:lnTo>
                  <a:lnTo>
                    <a:pt x="219" y="245"/>
                  </a:lnTo>
                  <a:lnTo>
                    <a:pt x="227" y="228"/>
                  </a:lnTo>
                  <a:lnTo>
                    <a:pt x="227" y="228"/>
                  </a:lnTo>
                  <a:lnTo>
                    <a:pt x="228" y="226"/>
                  </a:lnTo>
                  <a:lnTo>
                    <a:pt x="227" y="224"/>
                  </a:lnTo>
                  <a:lnTo>
                    <a:pt x="227" y="222"/>
                  </a:lnTo>
                  <a:lnTo>
                    <a:pt x="224" y="221"/>
                  </a:lnTo>
                  <a:lnTo>
                    <a:pt x="218" y="217"/>
                  </a:lnTo>
                  <a:lnTo>
                    <a:pt x="218" y="202"/>
                  </a:lnTo>
                  <a:lnTo>
                    <a:pt x="230" y="209"/>
                  </a:lnTo>
                  <a:lnTo>
                    <a:pt x="230" y="209"/>
                  </a:lnTo>
                  <a:lnTo>
                    <a:pt x="233" y="209"/>
                  </a:lnTo>
                  <a:lnTo>
                    <a:pt x="235" y="209"/>
                  </a:lnTo>
                  <a:lnTo>
                    <a:pt x="237" y="207"/>
                  </a:lnTo>
                  <a:lnTo>
                    <a:pt x="238" y="206"/>
                  </a:lnTo>
                  <a:lnTo>
                    <a:pt x="246" y="188"/>
                  </a:lnTo>
                  <a:lnTo>
                    <a:pt x="246" y="188"/>
                  </a:lnTo>
                  <a:lnTo>
                    <a:pt x="247" y="186"/>
                  </a:lnTo>
                  <a:lnTo>
                    <a:pt x="246" y="184"/>
                  </a:lnTo>
                  <a:lnTo>
                    <a:pt x="246" y="182"/>
                  </a:lnTo>
                  <a:lnTo>
                    <a:pt x="243" y="180"/>
                  </a:lnTo>
                  <a:lnTo>
                    <a:pt x="218" y="168"/>
                  </a:lnTo>
                  <a:lnTo>
                    <a:pt x="218" y="145"/>
                  </a:lnTo>
                  <a:lnTo>
                    <a:pt x="243" y="157"/>
                  </a:lnTo>
                  <a:lnTo>
                    <a:pt x="243" y="157"/>
                  </a:lnTo>
                  <a:lnTo>
                    <a:pt x="250" y="159"/>
                  </a:lnTo>
                  <a:lnTo>
                    <a:pt x="257" y="157"/>
                  </a:lnTo>
                  <a:lnTo>
                    <a:pt x="262" y="155"/>
                  </a:lnTo>
                  <a:lnTo>
                    <a:pt x="266" y="149"/>
                  </a:lnTo>
                  <a:lnTo>
                    <a:pt x="279" y="122"/>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lnTo>
                    <a:pt x="180" y="26"/>
                  </a:lnTo>
                  <a:close/>
                  <a:moveTo>
                    <a:pt x="218" y="308"/>
                  </a:moveTo>
                  <a:lnTo>
                    <a:pt x="218" y="308"/>
                  </a:lnTo>
                  <a:lnTo>
                    <a:pt x="211" y="316"/>
                  </a:lnTo>
                  <a:lnTo>
                    <a:pt x="201" y="320"/>
                  </a:lnTo>
                  <a:lnTo>
                    <a:pt x="191" y="323"/>
                  </a:lnTo>
                  <a:lnTo>
                    <a:pt x="180" y="321"/>
                  </a:lnTo>
                  <a:lnTo>
                    <a:pt x="180" y="283"/>
                  </a:lnTo>
                  <a:lnTo>
                    <a:pt x="193" y="289"/>
                  </a:lnTo>
                  <a:lnTo>
                    <a:pt x="193" y="289"/>
                  </a:lnTo>
                  <a:lnTo>
                    <a:pt x="195" y="289"/>
                  </a:lnTo>
                  <a:lnTo>
                    <a:pt x="197" y="289"/>
                  </a:lnTo>
                  <a:lnTo>
                    <a:pt x="199" y="287"/>
                  </a:lnTo>
                  <a:lnTo>
                    <a:pt x="200" y="286"/>
                  </a:lnTo>
                  <a:lnTo>
                    <a:pt x="208" y="268"/>
                  </a:lnTo>
                  <a:lnTo>
                    <a:pt x="208" y="268"/>
                  </a:lnTo>
                  <a:lnTo>
                    <a:pt x="209" y="266"/>
                  </a:lnTo>
                  <a:lnTo>
                    <a:pt x="209" y="264"/>
                  </a:lnTo>
                  <a:lnTo>
                    <a:pt x="208" y="262"/>
                  </a:lnTo>
                  <a:lnTo>
                    <a:pt x="205" y="260"/>
                  </a:lnTo>
                  <a:lnTo>
                    <a:pt x="180" y="249"/>
                  </a:lnTo>
                  <a:lnTo>
                    <a:pt x="180" y="235"/>
                  </a:lnTo>
                  <a:lnTo>
                    <a:pt x="212" y="248"/>
                  </a:lnTo>
                  <a:lnTo>
                    <a:pt x="212" y="248"/>
                  </a:lnTo>
                  <a:lnTo>
                    <a:pt x="215" y="249"/>
                  </a:lnTo>
                  <a:lnTo>
                    <a:pt x="218" y="248"/>
                  </a:lnTo>
                  <a:lnTo>
                    <a:pt x="218" y="308"/>
                  </a:lnTo>
                  <a:lnTo>
                    <a:pt x="218" y="308"/>
                  </a:lnTo>
                  <a:close/>
                  <a:moveTo>
                    <a:pt x="218" y="145"/>
                  </a:moveTo>
                  <a:lnTo>
                    <a:pt x="218" y="168"/>
                  </a:lnTo>
                  <a:lnTo>
                    <a:pt x="205" y="163"/>
                  </a:lnTo>
                  <a:lnTo>
                    <a:pt x="205" y="163"/>
                  </a:lnTo>
                  <a:lnTo>
                    <a:pt x="203" y="161"/>
                  </a:lnTo>
                  <a:lnTo>
                    <a:pt x="201" y="163"/>
                  </a:lnTo>
                  <a:lnTo>
                    <a:pt x="199" y="164"/>
                  </a:lnTo>
                  <a:lnTo>
                    <a:pt x="197" y="165"/>
                  </a:lnTo>
                  <a:lnTo>
                    <a:pt x="189" y="183"/>
                  </a:lnTo>
                  <a:lnTo>
                    <a:pt x="189" y="183"/>
                  </a:lnTo>
                  <a:lnTo>
                    <a:pt x="189" y="183"/>
                  </a:lnTo>
                  <a:lnTo>
                    <a:pt x="189" y="184"/>
                  </a:lnTo>
                  <a:lnTo>
                    <a:pt x="189" y="187"/>
                  </a:lnTo>
                  <a:lnTo>
                    <a:pt x="191" y="190"/>
                  </a:lnTo>
                  <a:lnTo>
                    <a:pt x="192" y="191"/>
                  </a:lnTo>
                  <a:lnTo>
                    <a:pt x="218" y="202"/>
                  </a:lnTo>
                  <a:lnTo>
                    <a:pt x="218" y="217"/>
                  </a:lnTo>
                  <a:lnTo>
                    <a:pt x="186" y="202"/>
                  </a:lnTo>
                  <a:lnTo>
                    <a:pt x="186" y="202"/>
                  </a:lnTo>
                  <a:lnTo>
                    <a:pt x="184" y="202"/>
                  </a:lnTo>
                  <a:lnTo>
                    <a:pt x="180" y="203"/>
                  </a:lnTo>
                  <a:lnTo>
                    <a:pt x="180" y="170"/>
                  </a:lnTo>
                  <a:lnTo>
                    <a:pt x="185" y="16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lnTo>
                    <a:pt x="147" y="10"/>
                  </a:lnTo>
                  <a:close/>
                  <a:moveTo>
                    <a:pt x="180" y="321"/>
                  </a:moveTo>
                  <a:lnTo>
                    <a:pt x="180" y="321"/>
                  </a:lnTo>
                  <a:lnTo>
                    <a:pt x="174" y="318"/>
                  </a:lnTo>
                  <a:lnTo>
                    <a:pt x="147" y="306"/>
                  </a:lnTo>
                  <a:lnTo>
                    <a:pt x="147" y="240"/>
                  </a:lnTo>
                  <a:lnTo>
                    <a:pt x="147" y="240"/>
                  </a:lnTo>
                  <a:lnTo>
                    <a:pt x="147" y="240"/>
                  </a:lnTo>
                  <a:lnTo>
                    <a:pt x="149" y="237"/>
                  </a:lnTo>
                  <a:lnTo>
                    <a:pt x="147" y="235"/>
                  </a:lnTo>
                  <a:lnTo>
                    <a:pt x="147" y="218"/>
                  </a:lnTo>
                  <a:lnTo>
                    <a:pt x="150" y="220"/>
                  </a:lnTo>
                  <a:lnTo>
                    <a:pt x="150" y="220"/>
                  </a:lnTo>
                  <a:lnTo>
                    <a:pt x="153" y="221"/>
                  </a:lnTo>
                  <a:lnTo>
                    <a:pt x="155" y="220"/>
                  </a:lnTo>
                  <a:lnTo>
                    <a:pt x="157" y="218"/>
                  </a:lnTo>
                  <a:lnTo>
                    <a:pt x="158" y="217"/>
                  </a:lnTo>
                  <a:lnTo>
                    <a:pt x="166" y="199"/>
                  </a:lnTo>
                  <a:lnTo>
                    <a:pt x="166" y="199"/>
                  </a:lnTo>
                  <a:lnTo>
                    <a:pt x="166" y="198"/>
                  </a:lnTo>
                  <a:lnTo>
                    <a:pt x="166" y="195"/>
                  </a:lnTo>
                  <a:lnTo>
                    <a:pt x="165" y="193"/>
                  </a:lnTo>
                  <a:lnTo>
                    <a:pt x="163" y="191"/>
                  </a:lnTo>
                  <a:lnTo>
                    <a:pt x="147" y="184"/>
                  </a:lnTo>
                  <a:lnTo>
                    <a:pt x="147" y="170"/>
                  </a:lnTo>
                  <a:lnTo>
                    <a:pt x="169" y="180"/>
                  </a:lnTo>
                  <a:lnTo>
                    <a:pt x="169" y="180"/>
                  </a:lnTo>
                  <a:lnTo>
                    <a:pt x="172" y="180"/>
                  </a:lnTo>
                  <a:lnTo>
                    <a:pt x="173" y="180"/>
                  </a:lnTo>
                  <a:lnTo>
                    <a:pt x="176" y="179"/>
                  </a:lnTo>
                  <a:lnTo>
                    <a:pt x="177" y="176"/>
                  </a:lnTo>
                  <a:lnTo>
                    <a:pt x="180" y="170"/>
                  </a:lnTo>
                  <a:lnTo>
                    <a:pt x="180" y="203"/>
                  </a:lnTo>
                  <a:lnTo>
                    <a:pt x="180" y="203"/>
                  </a:lnTo>
                  <a:lnTo>
                    <a:pt x="178" y="206"/>
                  </a:lnTo>
                  <a:lnTo>
                    <a:pt x="170" y="222"/>
                  </a:lnTo>
                  <a:lnTo>
                    <a:pt x="170" y="222"/>
                  </a:lnTo>
                  <a:lnTo>
                    <a:pt x="170" y="222"/>
                  </a:lnTo>
                  <a:lnTo>
                    <a:pt x="170" y="225"/>
                  </a:lnTo>
                  <a:lnTo>
                    <a:pt x="170" y="228"/>
                  </a:lnTo>
                  <a:lnTo>
                    <a:pt x="172" y="229"/>
                  </a:lnTo>
                  <a:lnTo>
                    <a:pt x="173" y="230"/>
                  </a:lnTo>
                  <a:lnTo>
                    <a:pt x="180" y="235"/>
                  </a:lnTo>
                  <a:lnTo>
                    <a:pt x="180" y="249"/>
                  </a:lnTo>
                  <a:lnTo>
                    <a:pt x="168" y="243"/>
                  </a:lnTo>
                  <a:lnTo>
                    <a:pt x="168" y="243"/>
                  </a:lnTo>
                  <a:lnTo>
                    <a:pt x="166" y="243"/>
                  </a:lnTo>
                  <a:lnTo>
                    <a:pt x="163" y="243"/>
                  </a:lnTo>
                  <a:lnTo>
                    <a:pt x="162" y="244"/>
                  </a:lnTo>
                  <a:lnTo>
                    <a:pt x="161" y="245"/>
                  </a:lnTo>
                  <a:lnTo>
                    <a:pt x="151" y="263"/>
                  </a:lnTo>
                  <a:lnTo>
                    <a:pt x="151" y="263"/>
                  </a:lnTo>
                  <a:lnTo>
                    <a:pt x="151" y="263"/>
                  </a:lnTo>
                  <a:lnTo>
                    <a:pt x="151" y="266"/>
                  </a:lnTo>
                  <a:lnTo>
                    <a:pt x="151" y="267"/>
                  </a:lnTo>
                  <a:lnTo>
                    <a:pt x="153" y="270"/>
                  </a:lnTo>
                  <a:lnTo>
                    <a:pt x="155" y="271"/>
                  </a:lnTo>
                  <a:lnTo>
                    <a:pt x="180" y="283"/>
                  </a:lnTo>
                  <a:lnTo>
                    <a:pt x="180" y="321"/>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8" y="33"/>
                  </a:lnTo>
                  <a:lnTo>
                    <a:pt x="124" y="31"/>
                  </a:lnTo>
                  <a:lnTo>
                    <a:pt x="119" y="31"/>
                  </a:lnTo>
                  <a:lnTo>
                    <a:pt x="119" y="0"/>
                  </a:lnTo>
                  <a:lnTo>
                    <a:pt x="119" y="0"/>
                  </a:lnTo>
                  <a:lnTo>
                    <a:pt x="127" y="2"/>
                  </a:lnTo>
                  <a:lnTo>
                    <a:pt x="135" y="4"/>
                  </a:lnTo>
                  <a:lnTo>
                    <a:pt x="135" y="4"/>
                  </a:lnTo>
                  <a:close/>
                  <a:moveTo>
                    <a:pt x="147" y="306"/>
                  </a:moveTo>
                  <a:lnTo>
                    <a:pt x="119" y="293"/>
                  </a:lnTo>
                  <a:lnTo>
                    <a:pt x="119" y="253"/>
                  </a:lnTo>
                  <a:lnTo>
                    <a:pt x="132" y="260"/>
                  </a:lnTo>
                  <a:lnTo>
                    <a:pt x="132" y="260"/>
                  </a:lnTo>
                  <a:lnTo>
                    <a:pt x="134" y="260"/>
                  </a:lnTo>
                  <a:lnTo>
                    <a:pt x="136" y="260"/>
                  </a:lnTo>
                  <a:lnTo>
                    <a:pt x="138" y="259"/>
                  </a:lnTo>
                  <a:lnTo>
                    <a:pt x="139" y="258"/>
                  </a:lnTo>
                  <a:lnTo>
                    <a:pt x="147" y="240"/>
                  </a:lnTo>
                  <a:lnTo>
                    <a:pt x="147" y="306"/>
                  </a:lnTo>
                  <a:lnTo>
                    <a:pt x="147" y="306"/>
                  </a:lnTo>
                  <a:close/>
                  <a:moveTo>
                    <a:pt x="147" y="113"/>
                  </a:moveTo>
                  <a:lnTo>
                    <a:pt x="147" y="136"/>
                  </a:lnTo>
                  <a:lnTo>
                    <a:pt x="144" y="134"/>
                  </a:lnTo>
                  <a:lnTo>
                    <a:pt x="144" y="134"/>
                  </a:lnTo>
                  <a:lnTo>
                    <a:pt x="142" y="133"/>
                  </a:lnTo>
                  <a:lnTo>
                    <a:pt x="139" y="134"/>
                  </a:lnTo>
                  <a:lnTo>
                    <a:pt x="138" y="134"/>
                  </a:lnTo>
                  <a:lnTo>
                    <a:pt x="136" y="137"/>
                  </a:lnTo>
                  <a:lnTo>
                    <a:pt x="128" y="155"/>
                  </a:lnTo>
                  <a:lnTo>
                    <a:pt x="128" y="155"/>
                  </a:lnTo>
                  <a:lnTo>
                    <a:pt x="128" y="155"/>
                  </a:lnTo>
                  <a:lnTo>
                    <a:pt x="128" y="156"/>
                  </a:lnTo>
                  <a:lnTo>
                    <a:pt x="128" y="159"/>
                  </a:lnTo>
                  <a:lnTo>
                    <a:pt x="130" y="160"/>
                  </a:lnTo>
                  <a:lnTo>
                    <a:pt x="131" y="161"/>
                  </a:lnTo>
                  <a:lnTo>
                    <a:pt x="147" y="170"/>
                  </a:lnTo>
                  <a:lnTo>
                    <a:pt x="147" y="184"/>
                  </a:lnTo>
                  <a:lnTo>
                    <a:pt x="126" y="174"/>
                  </a:lnTo>
                  <a:lnTo>
                    <a:pt x="126" y="174"/>
                  </a:lnTo>
                  <a:lnTo>
                    <a:pt x="121" y="174"/>
                  </a:lnTo>
                  <a:lnTo>
                    <a:pt x="119" y="175"/>
                  </a:lnTo>
                  <a:lnTo>
                    <a:pt x="119" y="141"/>
                  </a:lnTo>
                  <a:lnTo>
                    <a:pt x="124" y="130"/>
                  </a:lnTo>
                  <a:lnTo>
                    <a:pt x="124" y="130"/>
                  </a:lnTo>
                  <a:lnTo>
                    <a:pt x="124" y="129"/>
                  </a:lnTo>
                  <a:lnTo>
                    <a:pt x="124" y="126"/>
                  </a:lnTo>
                  <a:lnTo>
                    <a:pt x="123" y="125"/>
                  </a:lnTo>
                  <a:lnTo>
                    <a:pt x="121" y="124"/>
                  </a:lnTo>
                  <a:lnTo>
                    <a:pt x="119" y="122"/>
                  </a:lnTo>
                  <a:lnTo>
                    <a:pt x="119" y="99"/>
                  </a:lnTo>
                  <a:lnTo>
                    <a:pt x="147" y="113"/>
                  </a:lnTo>
                  <a:lnTo>
                    <a:pt x="147" y="113"/>
                  </a:lnTo>
                  <a:close/>
                  <a:moveTo>
                    <a:pt x="147" y="218"/>
                  </a:moveTo>
                  <a:lnTo>
                    <a:pt x="147" y="235"/>
                  </a:lnTo>
                  <a:lnTo>
                    <a:pt x="147" y="235"/>
                  </a:lnTo>
                  <a:lnTo>
                    <a:pt x="144" y="232"/>
                  </a:lnTo>
                  <a:lnTo>
                    <a:pt x="119" y="220"/>
                  </a:lnTo>
                  <a:lnTo>
                    <a:pt x="119" y="205"/>
                  </a:lnTo>
                  <a:lnTo>
                    <a:pt x="147" y="218"/>
                  </a:lnTo>
                  <a:close/>
                  <a:moveTo>
                    <a:pt x="119" y="293"/>
                  </a:moveTo>
                  <a:lnTo>
                    <a:pt x="98" y="283"/>
                  </a:lnTo>
                  <a:lnTo>
                    <a:pt x="98" y="244"/>
                  </a:lnTo>
                  <a:lnTo>
                    <a:pt x="119" y="253"/>
                  </a:lnTo>
                  <a:lnTo>
                    <a:pt x="119" y="293"/>
                  </a:lnTo>
                  <a:lnTo>
                    <a:pt x="119" y="293"/>
                  </a:lnTo>
                  <a:close/>
                  <a:moveTo>
                    <a:pt x="98" y="7"/>
                  </a:moveTo>
                  <a:lnTo>
                    <a:pt x="98" y="7"/>
                  </a:lnTo>
                  <a:lnTo>
                    <a:pt x="103" y="4"/>
                  </a:lnTo>
                  <a:lnTo>
                    <a:pt x="108" y="3"/>
                  </a:lnTo>
                  <a:lnTo>
                    <a:pt x="113" y="2"/>
                  </a:lnTo>
                  <a:lnTo>
                    <a:pt x="119" y="0"/>
                  </a:lnTo>
                  <a:lnTo>
                    <a:pt x="119" y="31"/>
                  </a:lnTo>
                  <a:lnTo>
                    <a:pt x="119" y="31"/>
                  </a:lnTo>
                  <a:lnTo>
                    <a:pt x="115" y="33"/>
                  </a:lnTo>
                  <a:lnTo>
                    <a:pt x="111" y="34"/>
                  </a:lnTo>
                  <a:lnTo>
                    <a:pt x="108" y="37"/>
                  </a:lnTo>
                  <a:lnTo>
                    <a:pt x="105" y="41"/>
                  </a:lnTo>
                  <a:lnTo>
                    <a:pt x="98" y="56"/>
                  </a:lnTo>
                  <a:lnTo>
                    <a:pt x="98" y="7"/>
                  </a:lnTo>
                  <a:lnTo>
                    <a:pt x="98" y="7"/>
                  </a:lnTo>
                  <a:close/>
                  <a:moveTo>
                    <a:pt x="119" y="99"/>
                  </a:moveTo>
                  <a:lnTo>
                    <a:pt x="119" y="122"/>
                  </a:lnTo>
                  <a:lnTo>
                    <a:pt x="98" y="113"/>
                  </a:lnTo>
                  <a:lnTo>
                    <a:pt x="98" y="90"/>
                  </a:lnTo>
                  <a:lnTo>
                    <a:pt x="98" y="90"/>
                  </a:lnTo>
                  <a:lnTo>
                    <a:pt x="101" y="91"/>
                  </a:lnTo>
                  <a:lnTo>
                    <a:pt x="119" y="99"/>
                  </a:lnTo>
                  <a:lnTo>
                    <a:pt x="119" y="99"/>
                  </a:lnTo>
                  <a:close/>
                  <a:moveTo>
                    <a:pt x="119" y="141"/>
                  </a:moveTo>
                  <a:lnTo>
                    <a:pt x="119" y="175"/>
                  </a:lnTo>
                  <a:lnTo>
                    <a:pt x="119" y="175"/>
                  </a:lnTo>
                  <a:lnTo>
                    <a:pt x="117" y="176"/>
                  </a:lnTo>
                  <a:lnTo>
                    <a:pt x="109" y="194"/>
                  </a:lnTo>
                  <a:lnTo>
                    <a:pt x="109" y="194"/>
                  </a:lnTo>
                  <a:lnTo>
                    <a:pt x="109" y="194"/>
                  </a:lnTo>
                  <a:lnTo>
                    <a:pt x="109" y="197"/>
                  </a:lnTo>
                  <a:lnTo>
                    <a:pt x="109" y="199"/>
                  </a:lnTo>
                  <a:lnTo>
                    <a:pt x="111" y="201"/>
                  </a:lnTo>
                  <a:lnTo>
                    <a:pt x="112" y="202"/>
                  </a:lnTo>
                  <a:lnTo>
                    <a:pt x="119" y="205"/>
                  </a:lnTo>
                  <a:lnTo>
                    <a:pt x="119" y="220"/>
                  </a:lnTo>
                  <a:lnTo>
                    <a:pt x="107" y="214"/>
                  </a:lnTo>
                  <a:lnTo>
                    <a:pt x="107" y="214"/>
                  </a:lnTo>
                  <a:lnTo>
                    <a:pt x="104" y="214"/>
                  </a:lnTo>
                  <a:lnTo>
                    <a:pt x="103" y="214"/>
                  </a:lnTo>
                  <a:lnTo>
                    <a:pt x="100" y="216"/>
                  </a:lnTo>
                  <a:lnTo>
                    <a:pt x="98" y="217"/>
                  </a:lnTo>
                  <a:lnTo>
                    <a:pt x="98" y="218"/>
                  </a:lnTo>
                  <a:lnTo>
                    <a:pt x="98" y="186"/>
                  </a:lnTo>
                  <a:lnTo>
                    <a:pt x="105" y="171"/>
                  </a:lnTo>
                  <a:lnTo>
                    <a:pt x="105" y="171"/>
                  </a:lnTo>
                  <a:lnTo>
                    <a:pt x="105" y="168"/>
                  </a:lnTo>
                  <a:lnTo>
                    <a:pt x="105" y="167"/>
                  </a:lnTo>
                  <a:lnTo>
                    <a:pt x="104" y="164"/>
                  </a:lnTo>
                  <a:lnTo>
                    <a:pt x="103" y="163"/>
                  </a:lnTo>
                  <a:lnTo>
                    <a:pt x="98" y="161"/>
                  </a:lnTo>
                  <a:lnTo>
                    <a:pt x="98" y="147"/>
                  </a:lnTo>
                  <a:lnTo>
                    <a:pt x="108" y="152"/>
                  </a:lnTo>
                  <a:lnTo>
                    <a:pt x="108" y="152"/>
                  </a:lnTo>
                  <a:lnTo>
                    <a:pt x="111" y="152"/>
                  </a:lnTo>
                  <a:lnTo>
                    <a:pt x="112" y="152"/>
                  </a:lnTo>
                  <a:lnTo>
                    <a:pt x="115" y="151"/>
                  </a:lnTo>
                  <a:lnTo>
                    <a:pt x="116" y="148"/>
                  </a:lnTo>
                  <a:lnTo>
                    <a:pt x="119" y="141"/>
                  </a:lnTo>
                  <a:close/>
                  <a:moveTo>
                    <a:pt x="98" y="283"/>
                  </a:moveTo>
                  <a:lnTo>
                    <a:pt x="86" y="278"/>
                  </a:lnTo>
                  <a:lnTo>
                    <a:pt x="86" y="212"/>
                  </a:lnTo>
                  <a:lnTo>
                    <a:pt x="86" y="212"/>
                  </a:lnTo>
                  <a:lnTo>
                    <a:pt x="86" y="212"/>
                  </a:lnTo>
                  <a:lnTo>
                    <a:pt x="86" y="209"/>
                  </a:lnTo>
                  <a:lnTo>
                    <a:pt x="86" y="206"/>
                  </a:lnTo>
                  <a:lnTo>
                    <a:pt x="86" y="190"/>
                  </a:lnTo>
                  <a:lnTo>
                    <a:pt x="89" y="191"/>
                  </a:lnTo>
                  <a:lnTo>
                    <a:pt x="89" y="191"/>
                  </a:lnTo>
                  <a:lnTo>
                    <a:pt x="92" y="191"/>
                  </a:lnTo>
                  <a:lnTo>
                    <a:pt x="93" y="191"/>
                  </a:lnTo>
                  <a:lnTo>
                    <a:pt x="96" y="190"/>
                  </a:lnTo>
                  <a:lnTo>
                    <a:pt x="97" y="188"/>
                  </a:lnTo>
                  <a:lnTo>
                    <a:pt x="98" y="186"/>
                  </a:lnTo>
                  <a:lnTo>
                    <a:pt x="98" y="218"/>
                  </a:lnTo>
                  <a:lnTo>
                    <a:pt x="90" y="235"/>
                  </a:lnTo>
                  <a:lnTo>
                    <a:pt x="90" y="235"/>
                  </a:lnTo>
                  <a:lnTo>
                    <a:pt x="90" y="235"/>
                  </a:lnTo>
                  <a:lnTo>
                    <a:pt x="90" y="237"/>
                  </a:lnTo>
                  <a:lnTo>
                    <a:pt x="90" y="239"/>
                  </a:lnTo>
                  <a:lnTo>
                    <a:pt x="92" y="241"/>
                  </a:lnTo>
                  <a:lnTo>
                    <a:pt x="93" y="243"/>
                  </a:lnTo>
                  <a:lnTo>
                    <a:pt x="98" y="244"/>
                  </a:lnTo>
                  <a:lnTo>
                    <a:pt x="98" y="283"/>
                  </a:lnTo>
                  <a:lnTo>
                    <a:pt x="98" y="283"/>
                  </a:lnTo>
                  <a:close/>
                  <a:moveTo>
                    <a:pt x="86" y="22"/>
                  </a:moveTo>
                  <a:lnTo>
                    <a:pt x="86" y="22"/>
                  </a:lnTo>
                  <a:lnTo>
                    <a:pt x="86" y="22"/>
                  </a:lnTo>
                  <a:lnTo>
                    <a:pt x="92" y="14"/>
                  </a:lnTo>
                  <a:lnTo>
                    <a:pt x="98" y="7"/>
                  </a:lnTo>
                  <a:lnTo>
                    <a:pt x="98" y="56"/>
                  </a:lnTo>
                  <a:lnTo>
                    <a:pt x="93" y="68"/>
                  </a:lnTo>
                  <a:lnTo>
                    <a:pt x="93" y="68"/>
                  </a:lnTo>
                  <a:lnTo>
                    <a:pt x="93" y="68"/>
                  </a:lnTo>
                  <a:lnTo>
                    <a:pt x="92" y="73"/>
                  </a:lnTo>
                  <a:lnTo>
                    <a:pt x="92" y="79"/>
                  </a:lnTo>
                  <a:lnTo>
                    <a:pt x="94" y="84"/>
                  </a:lnTo>
                  <a:lnTo>
                    <a:pt x="98" y="90"/>
                  </a:lnTo>
                  <a:lnTo>
                    <a:pt x="98" y="113"/>
                  </a:lnTo>
                  <a:lnTo>
                    <a:pt x="86" y="107"/>
                  </a:lnTo>
                  <a:lnTo>
                    <a:pt x="86" y="22"/>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0" y="232"/>
                  </a:lnTo>
                  <a:lnTo>
                    <a:pt x="73" y="232"/>
                  </a:lnTo>
                  <a:lnTo>
                    <a:pt x="75" y="232"/>
                  </a:lnTo>
                  <a:lnTo>
                    <a:pt x="77" y="230"/>
                  </a:lnTo>
                  <a:lnTo>
                    <a:pt x="78" y="229"/>
                  </a:lnTo>
                  <a:lnTo>
                    <a:pt x="86" y="212"/>
                  </a:lnTo>
                  <a:lnTo>
                    <a:pt x="86" y="278"/>
                  </a:lnTo>
                  <a:lnTo>
                    <a:pt x="86" y="278"/>
                  </a:lnTo>
                  <a:close/>
                  <a:moveTo>
                    <a:pt x="58" y="83"/>
                  </a:moveTo>
                  <a:lnTo>
                    <a:pt x="86" y="22"/>
                  </a:lnTo>
                  <a:lnTo>
                    <a:pt x="86" y="107"/>
                  </a:lnTo>
                  <a:lnTo>
                    <a:pt x="82" y="106"/>
                  </a:lnTo>
                  <a:lnTo>
                    <a:pt x="82" y="106"/>
                  </a:lnTo>
                  <a:lnTo>
                    <a:pt x="81" y="105"/>
                  </a:lnTo>
                  <a:lnTo>
                    <a:pt x="78" y="105"/>
                  </a:lnTo>
                  <a:lnTo>
                    <a:pt x="77" y="106"/>
                  </a:lnTo>
                  <a:lnTo>
                    <a:pt x="75" y="109"/>
                  </a:lnTo>
                  <a:lnTo>
                    <a:pt x="67" y="126"/>
                  </a:lnTo>
                  <a:lnTo>
                    <a:pt x="67" y="126"/>
                  </a:lnTo>
                  <a:lnTo>
                    <a:pt x="67" y="126"/>
                  </a:lnTo>
                  <a:lnTo>
                    <a:pt x="66" y="128"/>
                  </a:lnTo>
                  <a:lnTo>
                    <a:pt x="67" y="130"/>
                  </a:lnTo>
                  <a:lnTo>
                    <a:pt x="67" y="132"/>
                  </a:lnTo>
                  <a:lnTo>
                    <a:pt x="70" y="133"/>
                  </a:lnTo>
                  <a:lnTo>
                    <a:pt x="86" y="141"/>
                  </a:lnTo>
                  <a:lnTo>
                    <a:pt x="86" y="156"/>
                  </a:lnTo>
                  <a:lnTo>
                    <a:pt x="65" y="145"/>
                  </a:lnTo>
                  <a:lnTo>
                    <a:pt x="65" y="145"/>
                  </a:lnTo>
                  <a:lnTo>
                    <a:pt x="61" y="145"/>
                  </a:lnTo>
                  <a:lnTo>
                    <a:pt x="58" y="147"/>
                  </a:lnTo>
                  <a:lnTo>
                    <a:pt x="58" y="83"/>
                  </a:lnTo>
                  <a:lnTo>
                    <a:pt x="58" y="83"/>
                  </a:lnTo>
                  <a:close/>
                  <a:moveTo>
                    <a:pt x="86" y="190"/>
                  </a:moveTo>
                  <a:lnTo>
                    <a:pt x="86" y="206"/>
                  </a:lnTo>
                  <a:lnTo>
                    <a:pt x="86" y="206"/>
                  </a:lnTo>
                  <a:lnTo>
                    <a:pt x="84" y="203"/>
                  </a:lnTo>
                  <a:lnTo>
                    <a:pt x="58" y="191"/>
                  </a:lnTo>
                  <a:lnTo>
                    <a:pt x="58" y="176"/>
                  </a:lnTo>
                  <a:lnTo>
                    <a:pt x="86" y="190"/>
                  </a:lnTo>
                  <a:close/>
                  <a:moveTo>
                    <a:pt x="58" y="264"/>
                  </a:moveTo>
                  <a:lnTo>
                    <a:pt x="21" y="247"/>
                  </a:ln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8" y="147"/>
                  </a:lnTo>
                  <a:lnTo>
                    <a:pt x="56" y="148"/>
                  </a:lnTo>
                  <a:lnTo>
                    <a:pt x="48" y="165"/>
                  </a:lnTo>
                  <a:lnTo>
                    <a:pt x="48" y="165"/>
                  </a:lnTo>
                  <a:lnTo>
                    <a:pt x="48" y="165"/>
                  </a:lnTo>
                  <a:lnTo>
                    <a:pt x="48" y="168"/>
                  </a:lnTo>
                  <a:lnTo>
                    <a:pt x="48" y="170"/>
                  </a:lnTo>
                  <a:lnTo>
                    <a:pt x="50" y="172"/>
                  </a:lnTo>
                  <a:lnTo>
                    <a:pt x="51" y="174"/>
                  </a:lnTo>
                  <a:lnTo>
                    <a:pt x="58" y="176"/>
                  </a:lnTo>
                  <a:lnTo>
                    <a:pt x="58" y="191"/>
                  </a:lnTo>
                  <a:lnTo>
                    <a:pt x="46" y="186"/>
                  </a:lnTo>
                  <a:lnTo>
                    <a:pt x="46" y="186"/>
                  </a:lnTo>
                  <a:lnTo>
                    <a:pt x="43" y="184"/>
                  </a:lnTo>
                  <a:lnTo>
                    <a:pt x="42" y="186"/>
                  </a:lnTo>
                  <a:lnTo>
                    <a:pt x="39" y="187"/>
                  </a:lnTo>
                  <a:lnTo>
                    <a:pt x="38" y="188"/>
                  </a:lnTo>
                  <a:lnTo>
                    <a:pt x="29" y="206"/>
                  </a:lnTo>
                  <a:lnTo>
                    <a:pt x="29" y="206"/>
                  </a:lnTo>
                  <a:lnTo>
                    <a:pt x="29" y="206"/>
                  </a:lnTo>
                  <a:lnTo>
                    <a:pt x="29" y="207"/>
                  </a:lnTo>
                  <a:lnTo>
                    <a:pt x="29" y="210"/>
                  </a:lnTo>
                  <a:lnTo>
                    <a:pt x="31" y="212"/>
                  </a:lnTo>
                  <a:lnTo>
                    <a:pt x="32" y="213"/>
                  </a:lnTo>
                  <a:lnTo>
                    <a:pt x="58" y="225"/>
                  </a:lnTo>
                  <a:lnTo>
                    <a:pt x="58" y="264"/>
                  </a:lnTo>
                  <a:close/>
                </a:path>
              </a:pathLst>
            </a:custGeom>
            <a:solidFill>
              <a:srgbClr val="8CC63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0" name="ïS1îḍè">
              <a:extLst>
                <a:ext uri="{FF2B5EF4-FFF2-40B4-BE49-F238E27FC236}">
                  <a16:creationId xmlns:a16="http://schemas.microsoft.com/office/drawing/2014/main" id="{DAD3C27E-B1C1-4924-B336-EE70B3271403}"/>
                </a:ext>
              </a:extLst>
            </p:cNvPr>
            <p:cNvGrpSpPr/>
            <p:nvPr/>
          </p:nvGrpSpPr>
          <p:grpSpPr>
            <a:xfrm>
              <a:off x="5185152" y="2259298"/>
              <a:ext cx="559422" cy="588102"/>
              <a:chOff x="1704976" y="2255838"/>
              <a:chExt cx="619125" cy="650875"/>
            </a:xfrm>
            <a:solidFill>
              <a:srgbClr val="00A99D"/>
            </a:solidFill>
          </p:grpSpPr>
          <p:sp>
            <p:nvSpPr>
              <p:cNvPr id="283" name="iŝľiďé">
                <a:extLst>
                  <a:ext uri="{FF2B5EF4-FFF2-40B4-BE49-F238E27FC236}">
                    <a16:creationId xmlns:a16="http://schemas.microsoft.com/office/drawing/2014/main" id="{AFA2F060-A817-4400-A1BB-138C471FB04A}"/>
                  </a:ext>
                </a:extLst>
              </p:cNvPr>
              <p:cNvSpPr/>
              <p:nvPr/>
            </p:nvSpPr>
            <p:spPr bwMode="auto">
              <a:xfrm>
                <a:off x="1704976" y="2873375"/>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4" name="îs1ïḋé">
                <a:extLst>
                  <a:ext uri="{FF2B5EF4-FFF2-40B4-BE49-F238E27FC236}">
                    <a16:creationId xmlns:a16="http://schemas.microsoft.com/office/drawing/2014/main" id="{B4C61044-C761-4668-981A-004DCA4B8971}"/>
                  </a:ext>
                </a:extLst>
              </p:cNvPr>
              <p:cNvSpPr/>
              <p:nvPr/>
            </p:nvSpPr>
            <p:spPr bwMode="auto">
              <a:xfrm>
                <a:off x="1730376" y="2811463"/>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5" name="iṣḷíďe">
                <a:extLst>
                  <a:ext uri="{FF2B5EF4-FFF2-40B4-BE49-F238E27FC236}">
                    <a16:creationId xmlns:a16="http://schemas.microsoft.com/office/drawing/2014/main" id="{ACA1A0F3-C248-4F69-91D5-23247778187C}"/>
                  </a:ext>
                </a:extLst>
              </p:cNvPr>
              <p:cNvSpPr/>
              <p:nvPr/>
            </p:nvSpPr>
            <p:spPr bwMode="auto">
              <a:xfrm>
                <a:off x="1954213"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6" name="ïṣļiḓê">
                <a:extLst>
                  <a:ext uri="{FF2B5EF4-FFF2-40B4-BE49-F238E27FC236}">
                    <a16:creationId xmlns:a16="http://schemas.microsoft.com/office/drawing/2014/main" id="{A5C85A54-7CC5-4878-9A4A-61A2AEEB211F}"/>
                  </a:ext>
                </a:extLst>
              </p:cNvPr>
              <p:cNvSpPr/>
              <p:nvPr/>
            </p:nvSpPr>
            <p:spPr bwMode="auto">
              <a:xfrm>
                <a:off x="1976438"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7" name="îṣḻïďe">
                <a:extLst>
                  <a:ext uri="{FF2B5EF4-FFF2-40B4-BE49-F238E27FC236}">
                    <a16:creationId xmlns:a16="http://schemas.microsoft.com/office/drawing/2014/main" id="{5B0A6CD5-0788-4DDC-A01A-4EF581B0AD1C}"/>
                  </a:ext>
                </a:extLst>
              </p:cNvPr>
              <p:cNvSpPr/>
              <p:nvPr/>
            </p:nvSpPr>
            <p:spPr bwMode="auto">
              <a:xfrm>
                <a:off x="1954213"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8" name="ïṥḻïḋè">
                <a:extLst>
                  <a:ext uri="{FF2B5EF4-FFF2-40B4-BE49-F238E27FC236}">
                    <a16:creationId xmlns:a16="http://schemas.microsoft.com/office/drawing/2014/main" id="{06F7ED65-0E0A-40E3-B91C-D7DE3A8B9946}"/>
                  </a:ext>
                </a:extLst>
              </p:cNvPr>
              <p:cNvSpPr/>
              <p:nvPr/>
            </p:nvSpPr>
            <p:spPr bwMode="auto">
              <a:xfrm>
                <a:off x="1774826" y="2747963"/>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9" name="iSļîďè">
                <a:extLst>
                  <a:ext uri="{FF2B5EF4-FFF2-40B4-BE49-F238E27FC236}">
                    <a16:creationId xmlns:a16="http://schemas.microsoft.com/office/drawing/2014/main" id="{58BE476B-E1A3-43CB-A98F-CDCB149EAA05}"/>
                  </a:ext>
                </a:extLst>
              </p:cNvPr>
              <p:cNvSpPr/>
              <p:nvPr/>
            </p:nvSpPr>
            <p:spPr bwMode="auto">
              <a:xfrm>
                <a:off x="1795463"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0" name="isḻïdé">
                <a:extLst>
                  <a:ext uri="{FF2B5EF4-FFF2-40B4-BE49-F238E27FC236}">
                    <a16:creationId xmlns:a16="http://schemas.microsoft.com/office/drawing/2014/main" id="{7992C168-3E61-42CC-A4AB-4CA22270CE17}"/>
                  </a:ext>
                </a:extLst>
              </p:cNvPr>
              <p:cNvSpPr/>
              <p:nvPr/>
            </p:nvSpPr>
            <p:spPr bwMode="auto">
              <a:xfrm>
                <a:off x="1774826" y="250507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1" name="íṣḷîḋê">
                <a:extLst>
                  <a:ext uri="{FF2B5EF4-FFF2-40B4-BE49-F238E27FC236}">
                    <a16:creationId xmlns:a16="http://schemas.microsoft.com/office/drawing/2014/main" id="{F604B230-442E-4586-A64D-2AC053FD9854}"/>
                  </a:ext>
                </a:extLst>
              </p:cNvPr>
              <p:cNvSpPr/>
              <p:nvPr/>
            </p:nvSpPr>
            <p:spPr bwMode="auto">
              <a:xfrm>
                <a:off x="2135188"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2" name="íşḻîḑe">
                <a:extLst>
                  <a:ext uri="{FF2B5EF4-FFF2-40B4-BE49-F238E27FC236}">
                    <a16:creationId xmlns:a16="http://schemas.microsoft.com/office/drawing/2014/main" id="{DFC98A18-B36C-43E8-95CE-32AEB4680303}"/>
                  </a:ext>
                </a:extLst>
              </p:cNvPr>
              <p:cNvSpPr/>
              <p:nvPr/>
            </p:nvSpPr>
            <p:spPr bwMode="auto">
              <a:xfrm>
                <a:off x="2157413" y="2517775"/>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3" name="ïṥlïďé">
                <a:extLst>
                  <a:ext uri="{FF2B5EF4-FFF2-40B4-BE49-F238E27FC236}">
                    <a16:creationId xmlns:a16="http://schemas.microsoft.com/office/drawing/2014/main" id="{5BB1A267-894C-441C-8339-C14F417C832B}"/>
                  </a:ext>
                </a:extLst>
              </p:cNvPr>
              <p:cNvSpPr/>
              <p:nvPr/>
            </p:nvSpPr>
            <p:spPr bwMode="auto">
              <a:xfrm>
                <a:off x="2135188"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4" name="î$líḋê">
                <a:extLst>
                  <a:ext uri="{FF2B5EF4-FFF2-40B4-BE49-F238E27FC236}">
                    <a16:creationId xmlns:a16="http://schemas.microsoft.com/office/drawing/2014/main" id="{05EFCAA7-786F-4FD2-B2E1-BFE0D8B282FB}"/>
                  </a:ext>
                </a:extLst>
              </p:cNvPr>
              <p:cNvSpPr/>
              <p:nvPr/>
            </p:nvSpPr>
            <p:spPr bwMode="auto">
              <a:xfrm>
                <a:off x="1730376" y="24352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5" name="íśḷídé">
                <a:extLst>
                  <a:ext uri="{FF2B5EF4-FFF2-40B4-BE49-F238E27FC236}">
                    <a16:creationId xmlns:a16="http://schemas.microsoft.com/office/drawing/2014/main" id="{B0E4FE89-E906-4167-B72A-6057D89C2A70}"/>
                  </a:ext>
                </a:extLst>
              </p:cNvPr>
              <p:cNvSpPr/>
              <p:nvPr/>
            </p:nvSpPr>
            <p:spPr bwMode="auto">
              <a:xfrm>
                <a:off x="1730376" y="2255838"/>
                <a:ext cx="568325" cy="179388"/>
              </a:xfrm>
              <a:custGeom>
                <a:avLst/>
                <a:gdLst>
                  <a:gd name="T0" fmla="*/ 179 w 358"/>
                  <a:gd name="T1" fmla="*/ 0 h 113"/>
                  <a:gd name="T2" fmla="*/ 0 w 358"/>
                  <a:gd name="T3" fmla="*/ 113 h 113"/>
                  <a:gd name="T4" fmla="*/ 358 w 358"/>
                  <a:gd name="T5" fmla="*/ 113 h 113"/>
                  <a:gd name="T6" fmla="*/ 179 w 358"/>
                  <a:gd name="T7" fmla="*/ 0 h 113"/>
                </a:gdLst>
                <a:ahLst/>
                <a:cxnLst>
                  <a:cxn ang="0">
                    <a:pos x="T0" y="T1"/>
                  </a:cxn>
                  <a:cxn ang="0">
                    <a:pos x="T2" y="T3"/>
                  </a:cxn>
                  <a:cxn ang="0">
                    <a:pos x="T4" y="T5"/>
                  </a:cxn>
                  <a:cxn ang="0">
                    <a:pos x="T6" y="T7"/>
                  </a:cxn>
                </a:cxnLst>
                <a:rect l="0" t="0" r="r" b="b"/>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1" name="ïŝļiḓè">
              <a:extLst>
                <a:ext uri="{FF2B5EF4-FFF2-40B4-BE49-F238E27FC236}">
                  <a16:creationId xmlns:a16="http://schemas.microsoft.com/office/drawing/2014/main" id="{7058051C-7166-479D-A11A-5682C6CE033A}"/>
                </a:ext>
              </a:extLst>
            </p:cNvPr>
            <p:cNvSpPr/>
            <p:nvPr/>
          </p:nvSpPr>
          <p:spPr bwMode="auto">
            <a:xfrm>
              <a:off x="6420186" y="2406253"/>
              <a:ext cx="712906" cy="466185"/>
            </a:xfrm>
            <a:custGeom>
              <a:avLst/>
              <a:gdLst>
                <a:gd name="T0" fmla="*/ 497 w 497"/>
                <a:gd name="T1" fmla="*/ 0 h 325"/>
                <a:gd name="T2" fmla="*/ 386 w 497"/>
                <a:gd name="T3" fmla="*/ 37 h 325"/>
                <a:gd name="T4" fmla="*/ 386 w 497"/>
                <a:gd name="T5" fmla="*/ 210 h 325"/>
                <a:gd name="T6" fmla="*/ 386 w 497"/>
                <a:gd name="T7" fmla="*/ 210 h 325"/>
                <a:gd name="T8" fmla="*/ 397 w 497"/>
                <a:gd name="T9" fmla="*/ 209 h 325"/>
                <a:gd name="T10" fmla="*/ 405 w 497"/>
                <a:gd name="T11" fmla="*/ 206 h 325"/>
                <a:gd name="T12" fmla="*/ 409 w 497"/>
                <a:gd name="T13" fmla="*/ 204 h 325"/>
                <a:gd name="T14" fmla="*/ 411 w 497"/>
                <a:gd name="T15" fmla="*/ 201 h 325"/>
                <a:gd name="T16" fmla="*/ 413 w 497"/>
                <a:gd name="T17" fmla="*/ 197 h 325"/>
                <a:gd name="T18" fmla="*/ 413 w 497"/>
                <a:gd name="T19" fmla="*/ 194 h 325"/>
                <a:gd name="T20" fmla="*/ 413 w 497"/>
                <a:gd name="T21" fmla="*/ 118 h 325"/>
                <a:gd name="T22" fmla="*/ 399 w 497"/>
                <a:gd name="T23" fmla="*/ 118 h 325"/>
                <a:gd name="T24" fmla="*/ 399 w 497"/>
                <a:gd name="T25" fmla="*/ 86 h 325"/>
                <a:gd name="T26" fmla="*/ 413 w 497"/>
                <a:gd name="T27" fmla="*/ 86 h 325"/>
                <a:gd name="T28" fmla="*/ 447 w 497"/>
                <a:gd name="T29" fmla="*/ 86 h 325"/>
                <a:gd name="T30" fmla="*/ 462 w 497"/>
                <a:gd name="T31" fmla="*/ 86 h 325"/>
                <a:gd name="T32" fmla="*/ 462 w 497"/>
                <a:gd name="T33" fmla="*/ 118 h 325"/>
                <a:gd name="T34" fmla="*/ 447 w 497"/>
                <a:gd name="T35" fmla="*/ 118 h 325"/>
                <a:gd name="T36" fmla="*/ 447 w 497"/>
                <a:gd name="T37" fmla="*/ 194 h 325"/>
                <a:gd name="T38" fmla="*/ 447 w 497"/>
                <a:gd name="T39" fmla="*/ 194 h 325"/>
                <a:gd name="T40" fmla="*/ 446 w 497"/>
                <a:gd name="T41" fmla="*/ 204 h 325"/>
                <a:gd name="T42" fmla="*/ 442 w 497"/>
                <a:gd name="T43" fmla="*/ 212 h 325"/>
                <a:gd name="T44" fmla="*/ 436 w 497"/>
                <a:gd name="T45" fmla="*/ 220 h 325"/>
                <a:gd name="T46" fmla="*/ 430 w 497"/>
                <a:gd name="T47" fmla="*/ 227 h 325"/>
                <a:gd name="T48" fmla="*/ 420 w 497"/>
                <a:gd name="T49" fmla="*/ 232 h 325"/>
                <a:gd name="T50" fmla="*/ 411 w 497"/>
                <a:gd name="T51" fmla="*/ 236 h 325"/>
                <a:gd name="T52" fmla="*/ 399 w 497"/>
                <a:gd name="T53" fmla="*/ 239 h 325"/>
                <a:gd name="T54" fmla="*/ 386 w 497"/>
                <a:gd name="T55" fmla="*/ 239 h 325"/>
                <a:gd name="T56" fmla="*/ 386 w 497"/>
                <a:gd name="T57" fmla="*/ 289 h 325"/>
                <a:gd name="T58" fmla="*/ 497 w 497"/>
                <a:gd name="T59" fmla="*/ 325 h 325"/>
                <a:gd name="T60" fmla="*/ 497 w 497"/>
                <a:gd name="T61" fmla="*/ 0 h 325"/>
                <a:gd name="T62" fmla="*/ 386 w 497"/>
                <a:gd name="T63" fmla="*/ 37 h 325"/>
                <a:gd name="T64" fmla="*/ 0 w 497"/>
                <a:gd name="T65" fmla="*/ 163 h 325"/>
                <a:gd name="T66" fmla="*/ 386 w 497"/>
                <a:gd name="T67" fmla="*/ 289 h 325"/>
                <a:gd name="T68" fmla="*/ 386 w 497"/>
                <a:gd name="T69" fmla="*/ 239 h 325"/>
                <a:gd name="T70" fmla="*/ 386 w 497"/>
                <a:gd name="T71" fmla="*/ 239 h 325"/>
                <a:gd name="T72" fmla="*/ 374 w 497"/>
                <a:gd name="T73" fmla="*/ 239 h 325"/>
                <a:gd name="T74" fmla="*/ 363 w 497"/>
                <a:gd name="T75" fmla="*/ 236 h 325"/>
                <a:gd name="T76" fmla="*/ 353 w 497"/>
                <a:gd name="T77" fmla="*/ 232 h 325"/>
                <a:gd name="T78" fmla="*/ 343 w 497"/>
                <a:gd name="T79" fmla="*/ 227 h 325"/>
                <a:gd name="T80" fmla="*/ 336 w 497"/>
                <a:gd name="T81" fmla="*/ 220 h 325"/>
                <a:gd name="T82" fmla="*/ 331 w 497"/>
                <a:gd name="T83" fmla="*/ 212 h 325"/>
                <a:gd name="T84" fmla="*/ 327 w 497"/>
                <a:gd name="T85" fmla="*/ 204 h 325"/>
                <a:gd name="T86" fmla="*/ 325 w 497"/>
                <a:gd name="T87" fmla="*/ 194 h 325"/>
                <a:gd name="T88" fmla="*/ 325 w 497"/>
                <a:gd name="T89" fmla="*/ 118 h 325"/>
                <a:gd name="T90" fmla="*/ 311 w 497"/>
                <a:gd name="T91" fmla="*/ 118 h 325"/>
                <a:gd name="T92" fmla="*/ 311 w 497"/>
                <a:gd name="T93" fmla="*/ 86 h 325"/>
                <a:gd name="T94" fmla="*/ 325 w 497"/>
                <a:gd name="T95" fmla="*/ 86 h 325"/>
                <a:gd name="T96" fmla="*/ 359 w 497"/>
                <a:gd name="T97" fmla="*/ 86 h 325"/>
                <a:gd name="T98" fmla="*/ 376 w 497"/>
                <a:gd name="T99" fmla="*/ 86 h 325"/>
                <a:gd name="T100" fmla="*/ 376 w 497"/>
                <a:gd name="T101" fmla="*/ 118 h 325"/>
                <a:gd name="T102" fmla="*/ 359 w 497"/>
                <a:gd name="T103" fmla="*/ 118 h 325"/>
                <a:gd name="T104" fmla="*/ 359 w 497"/>
                <a:gd name="T105" fmla="*/ 194 h 325"/>
                <a:gd name="T106" fmla="*/ 359 w 497"/>
                <a:gd name="T107" fmla="*/ 194 h 325"/>
                <a:gd name="T108" fmla="*/ 361 w 497"/>
                <a:gd name="T109" fmla="*/ 197 h 325"/>
                <a:gd name="T110" fmla="*/ 362 w 497"/>
                <a:gd name="T111" fmla="*/ 201 h 325"/>
                <a:gd name="T112" fmla="*/ 365 w 497"/>
                <a:gd name="T113" fmla="*/ 204 h 325"/>
                <a:gd name="T114" fmla="*/ 367 w 497"/>
                <a:gd name="T115" fmla="*/ 206 h 325"/>
                <a:gd name="T116" fmla="*/ 376 w 497"/>
                <a:gd name="T117" fmla="*/ 209 h 325"/>
                <a:gd name="T118" fmla="*/ 386 w 497"/>
                <a:gd name="T119" fmla="*/ 210 h 325"/>
                <a:gd name="T120" fmla="*/ 386 w 497"/>
                <a:gd name="T121" fmla="*/ 3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325">
                  <a:moveTo>
                    <a:pt x="497" y="0"/>
                  </a:moveTo>
                  <a:lnTo>
                    <a:pt x="386" y="37"/>
                  </a:lnTo>
                  <a:lnTo>
                    <a:pt x="386" y="210"/>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59" y="194"/>
                  </a:lnTo>
                  <a:lnTo>
                    <a:pt x="361" y="197"/>
                  </a:lnTo>
                  <a:lnTo>
                    <a:pt x="362" y="201"/>
                  </a:lnTo>
                  <a:lnTo>
                    <a:pt x="365" y="204"/>
                  </a:lnTo>
                  <a:lnTo>
                    <a:pt x="367" y="206"/>
                  </a:lnTo>
                  <a:lnTo>
                    <a:pt x="376" y="209"/>
                  </a:lnTo>
                  <a:lnTo>
                    <a:pt x="386" y="210"/>
                  </a:lnTo>
                  <a:lnTo>
                    <a:pt x="386" y="37"/>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2" name="íślïḑè">
              <a:extLst>
                <a:ext uri="{FF2B5EF4-FFF2-40B4-BE49-F238E27FC236}">
                  <a16:creationId xmlns:a16="http://schemas.microsoft.com/office/drawing/2014/main" id="{FEBDF605-3950-453B-B2B1-16BB27D14F17}"/>
                </a:ext>
              </a:extLst>
            </p:cNvPr>
            <p:cNvSpPr/>
            <p:nvPr/>
          </p:nvSpPr>
          <p:spPr bwMode="auto">
            <a:xfrm>
              <a:off x="5393142" y="2919775"/>
              <a:ext cx="167827" cy="289752"/>
            </a:xfrm>
            <a:custGeom>
              <a:avLst/>
              <a:gdLst>
                <a:gd name="T0" fmla="*/ 112713 w 117"/>
                <a:gd name="T1" fmla="*/ 269875 h 202"/>
                <a:gd name="T2" fmla="*/ 127000 w 117"/>
                <a:gd name="T3" fmla="*/ 274638 h 202"/>
                <a:gd name="T4" fmla="*/ 134938 w 117"/>
                <a:gd name="T5" fmla="*/ 287338 h 202"/>
                <a:gd name="T6" fmla="*/ 134938 w 117"/>
                <a:gd name="T7" fmla="*/ 298450 h 202"/>
                <a:gd name="T8" fmla="*/ 127000 w 117"/>
                <a:gd name="T9" fmla="*/ 315913 h 202"/>
                <a:gd name="T10" fmla="*/ 119063 w 117"/>
                <a:gd name="T11" fmla="*/ 320675 h 202"/>
                <a:gd name="T12" fmla="*/ 112713 w 117"/>
                <a:gd name="T13" fmla="*/ 269875 h 202"/>
                <a:gd name="T14" fmla="*/ 112713 w 117"/>
                <a:gd name="T15" fmla="*/ 249238 h 202"/>
                <a:gd name="T16" fmla="*/ 112713 w 117"/>
                <a:gd name="T17" fmla="*/ 107950 h 202"/>
                <a:gd name="T18" fmla="*/ 127000 w 117"/>
                <a:gd name="T19" fmla="*/ 122238 h 202"/>
                <a:gd name="T20" fmla="*/ 134938 w 117"/>
                <a:gd name="T21" fmla="*/ 144463 h 202"/>
                <a:gd name="T22" fmla="*/ 146050 w 117"/>
                <a:gd name="T23" fmla="*/ 184150 h 202"/>
                <a:gd name="T24" fmla="*/ 149225 w 117"/>
                <a:gd name="T25" fmla="*/ 190500 h 202"/>
                <a:gd name="T26" fmla="*/ 158750 w 117"/>
                <a:gd name="T27" fmla="*/ 200025 h 202"/>
                <a:gd name="T28" fmla="*/ 174625 w 117"/>
                <a:gd name="T29" fmla="*/ 201613 h 202"/>
                <a:gd name="T30" fmla="*/ 185738 w 117"/>
                <a:gd name="T31" fmla="*/ 230188 h 202"/>
                <a:gd name="T32" fmla="*/ 104775 w 117"/>
                <a:gd name="T33" fmla="*/ 269875 h 202"/>
                <a:gd name="T34" fmla="*/ 112713 w 117"/>
                <a:gd name="T35" fmla="*/ 269875 h 202"/>
                <a:gd name="T36" fmla="*/ 112713 w 117"/>
                <a:gd name="T37" fmla="*/ 320675 h 202"/>
                <a:gd name="T38" fmla="*/ 96838 w 117"/>
                <a:gd name="T39" fmla="*/ 315913 h 202"/>
                <a:gd name="T40" fmla="*/ 88900 w 117"/>
                <a:gd name="T41" fmla="*/ 300038 h 202"/>
                <a:gd name="T42" fmla="*/ 88900 w 117"/>
                <a:gd name="T43" fmla="*/ 292100 h 202"/>
                <a:gd name="T44" fmla="*/ 96838 w 117"/>
                <a:gd name="T45" fmla="*/ 274638 h 202"/>
                <a:gd name="T46" fmla="*/ 104775 w 117"/>
                <a:gd name="T47" fmla="*/ 269875 h 202"/>
                <a:gd name="T48" fmla="*/ 112713 w 117"/>
                <a:gd name="T49" fmla="*/ 107950 h 202"/>
                <a:gd name="T50" fmla="*/ 95250 w 117"/>
                <a:gd name="T51" fmla="*/ 98425 h 202"/>
                <a:gd name="T52" fmla="*/ 74613 w 117"/>
                <a:gd name="T53" fmla="*/ 96838 h 202"/>
                <a:gd name="T54" fmla="*/ 53975 w 117"/>
                <a:gd name="T55" fmla="*/ 12700 h 202"/>
                <a:gd name="T56" fmla="*/ 46038 w 117"/>
                <a:gd name="T57" fmla="*/ 1588 h 202"/>
                <a:gd name="T58" fmla="*/ 30163 w 117"/>
                <a:gd name="T59" fmla="*/ 0 h 202"/>
                <a:gd name="T60" fmla="*/ 23813 w 117"/>
                <a:gd name="T61" fmla="*/ 1588 h 202"/>
                <a:gd name="T62" fmla="*/ 15875 w 117"/>
                <a:gd name="T63" fmla="*/ 14288 h 202"/>
                <a:gd name="T64" fmla="*/ 38100 w 117"/>
                <a:gd name="T65" fmla="*/ 104775 h 202"/>
                <a:gd name="T66" fmla="*/ 30163 w 117"/>
                <a:gd name="T67" fmla="*/ 111125 h 202"/>
                <a:gd name="T68" fmla="*/ 17463 w 117"/>
                <a:gd name="T69" fmla="*/ 123825 h 202"/>
                <a:gd name="T70" fmla="*/ 9525 w 117"/>
                <a:gd name="T71" fmla="*/ 144463 h 202"/>
                <a:gd name="T72" fmla="*/ 6350 w 117"/>
                <a:gd name="T73" fmla="*/ 165100 h 202"/>
                <a:gd name="T74" fmla="*/ 9525 w 117"/>
                <a:gd name="T75" fmla="*/ 176213 h 202"/>
                <a:gd name="T76" fmla="*/ 19050 w 117"/>
                <a:gd name="T77" fmla="*/ 219075 h 202"/>
                <a:gd name="T78" fmla="*/ 19050 w 117"/>
                <a:gd name="T79" fmla="*/ 225425 h 202"/>
                <a:gd name="T80" fmla="*/ 15875 w 117"/>
                <a:gd name="T81" fmla="*/ 236538 h 202"/>
                <a:gd name="T82" fmla="*/ 4763 w 117"/>
                <a:gd name="T83" fmla="*/ 247650 h 202"/>
                <a:gd name="T84" fmla="*/ 9525 w 117"/>
                <a:gd name="T85" fmla="*/ 277813 h 202"/>
                <a:gd name="T86" fmla="*/ 112713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3" name="íṥļíďè">
              <a:extLst>
                <a:ext uri="{FF2B5EF4-FFF2-40B4-BE49-F238E27FC236}">
                  <a16:creationId xmlns:a16="http://schemas.microsoft.com/office/drawing/2014/main" id="{E52C19B0-9846-44C3-AE42-1F528A1E499A}"/>
                </a:ext>
              </a:extLst>
            </p:cNvPr>
            <p:cNvSpPr/>
            <p:nvPr/>
          </p:nvSpPr>
          <p:spPr bwMode="auto">
            <a:xfrm>
              <a:off x="6688422" y="1917116"/>
              <a:ext cx="334219" cy="411679"/>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3 h 287"/>
                <a:gd name="T12" fmla="*/ 307975 w 233"/>
                <a:gd name="T13" fmla="*/ 249238 h 287"/>
                <a:gd name="T14" fmla="*/ 282575 w 233"/>
                <a:gd name="T15" fmla="*/ 234950 h 287"/>
                <a:gd name="T16" fmla="*/ 260350 w 233"/>
                <a:gd name="T17" fmla="*/ 187325 h 287"/>
                <a:gd name="T18" fmla="*/ 265113 w 233"/>
                <a:gd name="T19" fmla="*/ 333375 h 287"/>
                <a:gd name="T20" fmla="*/ 285750 w 233"/>
                <a:gd name="T21" fmla="*/ 277813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3 h 287"/>
                <a:gd name="T32" fmla="*/ 211138 w 233"/>
                <a:gd name="T33" fmla="*/ 455613 h 287"/>
                <a:gd name="T34" fmla="*/ 222250 w 233"/>
                <a:gd name="T35" fmla="*/ 355600 h 287"/>
                <a:gd name="T36" fmla="*/ 260350 w 233"/>
                <a:gd name="T37" fmla="*/ 455613 h 287"/>
                <a:gd name="T38" fmla="*/ 242888 w 233"/>
                <a:gd name="T39" fmla="*/ 319088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3 h 287"/>
                <a:gd name="T50" fmla="*/ 152400 w 233"/>
                <a:gd name="T51" fmla="*/ 455613 h 287"/>
                <a:gd name="T52" fmla="*/ 209550 w 233"/>
                <a:gd name="T53" fmla="*/ 314325 h 287"/>
                <a:gd name="T54" fmla="*/ 211138 w 233"/>
                <a:gd name="T55" fmla="*/ 346075 h 287"/>
                <a:gd name="T56" fmla="*/ 160338 w 233"/>
                <a:gd name="T57" fmla="*/ 268288 h 287"/>
                <a:gd name="T58" fmla="*/ 152400 w 233"/>
                <a:gd name="T59" fmla="*/ 254000 h 287"/>
                <a:gd name="T60" fmla="*/ 152400 w 233"/>
                <a:gd name="T61" fmla="*/ 211138 h 287"/>
                <a:gd name="T62" fmla="*/ 130175 w 233"/>
                <a:gd name="T63" fmla="*/ 22225 h 287"/>
                <a:gd name="T64" fmla="*/ 152400 w 233"/>
                <a:gd name="T65" fmla="*/ 192088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3 h 287"/>
                <a:gd name="T78" fmla="*/ 26988 w 233"/>
                <a:gd name="T79" fmla="*/ 49213 h 287"/>
                <a:gd name="T80" fmla="*/ 130175 w 233"/>
                <a:gd name="T81" fmla="*/ 79375 h 287"/>
                <a:gd name="T82" fmla="*/ 96838 w 233"/>
                <a:gd name="T83" fmla="*/ 246063 h 287"/>
                <a:gd name="T84" fmla="*/ 60325 w 233"/>
                <a:gd name="T85" fmla="*/ 254000 h 287"/>
                <a:gd name="T86" fmla="*/ 46038 w 233"/>
                <a:gd name="T87" fmla="*/ 276225 h 287"/>
                <a:gd name="T88" fmla="*/ 63500 w 233"/>
                <a:gd name="T89" fmla="*/ 290513 h 287"/>
                <a:gd name="T90" fmla="*/ 73025 w 233"/>
                <a:gd name="T91" fmla="*/ 284163 h 287"/>
                <a:gd name="T92" fmla="*/ 71438 w 233"/>
                <a:gd name="T93" fmla="*/ 273050 h 287"/>
                <a:gd name="T94" fmla="*/ 90488 w 233"/>
                <a:gd name="T95" fmla="*/ 260350 h 287"/>
                <a:gd name="T96" fmla="*/ 76200 w 233"/>
                <a:gd name="T97" fmla="*/ 309563 h 287"/>
                <a:gd name="T98" fmla="*/ 65088 w 233"/>
                <a:gd name="T99" fmla="*/ 369888 h 287"/>
                <a:gd name="T100" fmla="*/ 84138 w 233"/>
                <a:gd name="T101" fmla="*/ 387350 h 287"/>
                <a:gd name="T102" fmla="*/ 95250 w 233"/>
                <a:gd name="T103" fmla="*/ 374650 h 287"/>
                <a:gd name="T104" fmla="*/ 115888 w 233"/>
                <a:gd name="T105" fmla="*/ 284163 h 287"/>
                <a:gd name="T106" fmla="*/ 63500 w 233"/>
                <a:gd name="T107" fmla="*/ 455613 h 287"/>
                <a:gd name="T108" fmla="*/ 20638 w 233"/>
                <a:gd name="T109" fmla="*/ 436563 h 287"/>
                <a:gd name="T110" fmla="*/ 0 w 233"/>
                <a:gd name="T111" fmla="*/ 61913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4" name="i$1ídê">
              <a:extLst>
                <a:ext uri="{FF2B5EF4-FFF2-40B4-BE49-F238E27FC236}">
                  <a16:creationId xmlns:a16="http://schemas.microsoft.com/office/drawing/2014/main" id="{1328DC28-2D9F-49E8-90EB-B50DED04B8F0}"/>
                </a:ext>
              </a:extLst>
            </p:cNvPr>
            <p:cNvSpPr/>
            <p:nvPr/>
          </p:nvSpPr>
          <p:spPr bwMode="auto">
            <a:xfrm>
              <a:off x="5865066" y="2348877"/>
              <a:ext cx="507784" cy="510652"/>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5" name="íšlïde">
              <a:extLst>
                <a:ext uri="{FF2B5EF4-FFF2-40B4-BE49-F238E27FC236}">
                  <a16:creationId xmlns:a16="http://schemas.microsoft.com/office/drawing/2014/main" id="{FA5AA51C-1737-41D0-87D4-946FEE1195CB}"/>
                </a:ext>
              </a:extLst>
            </p:cNvPr>
            <p:cNvSpPr/>
            <p:nvPr/>
          </p:nvSpPr>
          <p:spPr bwMode="auto">
            <a:xfrm>
              <a:off x="6240884" y="3004404"/>
              <a:ext cx="572333" cy="436063"/>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6" name="ísḻîḓe">
              <a:extLst>
                <a:ext uri="{FF2B5EF4-FFF2-40B4-BE49-F238E27FC236}">
                  <a16:creationId xmlns:a16="http://schemas.microsoft.com/office/drawing/2014/main" id="{AD97A98C-6809-4501-982B-3F05F7F32071}"/>
                </a:ext>
              </a:extLst>
            </p:cNvPr>
            <p:cNvGrpSpPr/>
            <p:nvPr/>
          </p:nvGrpSpPr>
          <p:grpSpPr>
            <a:xfrm>
              <a:off x="6438833" y="2332481"/>
              <a:ext cx="189343" cy="180736"/>
              <a:chOff x="3092451" y="2336800"/>
              <a:chExt cx="209550" cy="200025"/>
            </a:xfrm>
            <a:solidFill>
              <a:srgbClr val="FF8F29"/>
            </a:solidFill>
          </p:grpSpPr>
          <p:sp>
            <p:nvSpPr>
              <p:cNvPr id="281" name="isḻíḑê">
                <a:extLst>
                  <a:ext uri="{FF2B5EF4-FFF2-40B4-BE49-F238E27FC236}">
                    <a16:creationId xmlns:a16="http://schemas.microsoft.com/office/drawing/2014/main" id="{6E537929-7714-449E-9A65-DD2B15C956F1}"/>
                  </a:ext>
                </a:extLst>
              </p:cNvPr>
              <p:cNvSpPr/>
              <p:nvPr/>
            </p:nvSpPr>
            <p:spPr bwMode="auto">
              <a:xfrm>
                <a:off x="3092451" y="2378075"/>
                <a:ext cx="209550" cy="158750"/>
              </a:xfrm>
              <a:custGeom>
                <a:avLst/>
                <a:gdLst>
                  <a:gd name="T0" fmla="*/ 39 w 132"/>
                  <a:gd name="T1" fmla="*/ 0 h 100"/>
                  <a:gd name="T2" fmla="*/ 39 w 132"/>
                  <a:gd name="T3" fmla="*/ 0 h 100"/>
                  <a:gd name="T4" fmla="*/ 47 w 132"/>
                  <a:gd name="T5" fmla="*/ 0 h 100"/>
                  <a:gd name="T6" fmla="*/ 54 w 132"/>
                  <a:gd name="T7" fmla="*/ 2 h 100"/>
                  <a:gd name="T8" fmla="*/ 61 w 132"/>
                  <a:gd name="T9" fmla="*/ 5 h 100"/>
                  <a:gd name="T10" fmla="*/ 66 w 132"/>
                  <a:gd name="T11" fmla="*/ 9 h 100"/>
                  <a:gd name="T12" fmla="*/ 66 w 132"/>
                  <a:gd name="T13" fmla="*/ 9 h 100"/>
                  <a:gd name="T14" fmla="*/ 71 w 132"/>
                  <a:gd name="T15" fmla="*/ 5 h 100"/>
                  <a:gd name="T16" fmla="*/ 78 w 132"/>
                  <a:gd name="T17" fmla="*/ 2 h 100"/>
                  <a:gd name="T18" fmla="*/ 85 w 132"/>
                  <a:gd name="T19" fmla="*/ 0 h 100"/>
                  <a:gd name="T20" fmla="*/ 93 w 132"/>
                  <a:gd name="T21" fmla="*/ 0 h 100"/>
                  <a:gd name="T22" fmla="*/ 93 w 132"/>
                  <a:gd name="T23" fmla="*/ 0 h 100"/>
                  <a:gd name="T24" fmla="*/ 101 w 132"/>
                  <a:gd name="T25" fmla="*/ 0 h 100"/>
                  <a:gd name="T26" fmla="*/ 108 w 132"/>
                  <a:gd name="T27" fmla="*/ 2 h 100"/>
                  <a:gd name="T28" fmla="*/ 115 w 132"/>
                  <a:gd name="T29" fmla="*/ 6 h 100"/>
                  <a:gd name="T30" fmla="*/ 120 w 132"/>
                  <a:gd name="T31" fmla="*/ 11 h 100"/>
                  <a:gd name="T32" fmla="*/ 126 w 132"/>
                  <a:gd name="T33" fmla="*/ 16 h 100"/>
                  <a:gd name="T34" fmla="*/ 130 w 132"/>
                  <a:gd name="T35" fmla="*/ 23 h 100"/>
                  <a:gd name="T36" fmla="*/ 131 w 132"/>
                  <a:gd name="T37" fmla="*/ 31 h 100"/>
                  <a:gd name="T38" fmla="*/ 132 w 132"/>
                  <a:gd name="T39" fmla="*/ 38 h 100"/>
                  <a:gd name="T40" fmla="*/ 132 w 132"/>
                  <a:gd name="T41" fmla="*/ 38 h 100"/>
                  <a:gd name="T42" fmla="*/ 131 w 132"/>
                  <a:gd name="T43" fmla="*/ 47 h 100"/>
                  <a:gd name="T44" fmla="*/ 128 w 132"/>
                  <a:gd name="T45" fmla="*/ 58 h 100"/>
                  <a:gd name="T46" fmla="*/ 123 w 132"/>
                  <a:gd name="T47" fmla="*/ 69 h 100"/>
                  <a:gd name="T48" fmla="*/ 116 w 132"/>
                  <a:gd name="T49" fmla="*/ 78 h 100"/>
                  <a:gd name="T50" fmla="*/ 107 w 132"/>
                  <a:gd name="T51" fmla="*/ 86 h 100"/>
                  <a:gd name="T52" fmla="*/ 94 w 132"/>
                  <a:gd name="T53" fmla="*/ 93 h 100"/>
                  <a:gd name="T54" fmla="*/ 88 w 132"/>
                  <a:gd name="T55" fmla="*/ 96 h 100"/>
                  <a:gd name="T56" fmla="*/ 81 w 132"/>
                  <a:gd name="T57" fmla="*/ 99 h 100"/>
                  <a:gd name="T58" fmla="*/ 73 w 132"/>
                  <a:gd name="T59" fmla="*/ 99 h 100"/>
                  <a:gd name="T60" fmla="*/ 63 w 132"/>
                  <a:gd name="T61" fmla="*/ 100 h 100"/>
                  <a:gd name="T62" fmla="*/ 63 w 132"/>
                  <a:gd name="T63" fmla="*/ 100 h 100"/>
                  <a:gd name="T64" fmla="*/ 55 w 132"/>
                  <a:gd name="T65" fmla="*/ 99 h 100"/>
                  <a:gd name="T66" fmla="*/ 47 w 132"/>
                  <a:gd name="T67" fmla="*/ 97 h 100"/>
                  <a:gd name="T68" fmla="*/ 39 w 132"/>
                  <a:gd name="T69" fmla="*/ 96 h 100"/>
                  <a:gd name="T70" fmla="*/ 32 w 132"/>
                  <a:gd name="T71" fmla="*/ 93 h 100"/>
                  <a:gd name="T72" fmla="*/ 27 w 132"/>
                  <a:gd name="T73" fmla="*/ 90 h 100"/>
                  <a:gd name="T74" fmla="*/ 21 w 132"/>
                  <a:gd name="T75" fmla="*/ 86 h 100"/>
                  <a:gd name="T76" fmla="*/ 13 w 132"/>
                  <a:gd name="T77" fmla="*/ 77 h 100"/>
                  <a:gd name="T78" fmla="*/ 6 w 132"/>
                  <a:gd name="T79" fmla="*/ 67 h 100"/>
                  <a:gd name="T80" fmla="*/ 2 w 132"/>
                  <a:gd name="T81" fmla="*/ 57 h 100"/>
                  <a:gd name="T82" fmla="*/ 0 w 132"/>
                  <a:gd name="T83" fmla="*/ 47 h 100"/>
                  <a:gd name="T84" fmla="*/ 0 w 132"/>
                  <a:gd name="T85" fmla="*/ 38 h 100"/>
                  <a:gd name="T86" fmla="*/ 0 w 132"/>
                  <a:gd name="T87" fmla="*/ 38 h 100"/>
                  <a:gd name="T88" fmla="*/ 0 w 132"/>
                  <a:gd name="T89" fmla="*/ 31 h 100"/>
                  <a:gd name="T90" fmla="*/ 2 w 132"/>
                  <a:gd name="T91" fmla="*/ 23 h 100"/>
                  <a:gd name="T92" fmla="*/ 6 w 132"/>
                  <a:gd name="T93" fmla="*/ 16 h 100"/>
                  <a:gd name="T94" fmla="*/ 12 w 132"/>
                  <a:gd name="T95" fmla="*/ 11 h 100"/>
                  <a:gd name="T96" fmla="*/ 17 w 132"/>
                  <a:gd name="T97" fmla="*/ 6 h 100"/>
                  <a:gd name="T98" fmla="*/ 24 w 132"/>
                  <a:gd name="T99" fmla="*/ 2 h 100"/>
                  <a:gd name="T100" fmla="*/ 31 w 132"/>
                  <a:gd name="T101" fmla="*/ 0 h 100"/>
                  <a:gd name="T102" fmla="*/ 39 w 132"/>
                  <a:gd name="T103" fmla="*/ 0 h 100"/>
                  <a:gd name="T104" fmla="*/ 39 w 132"/>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2" h="100">
                    <a:moveTo>
                      <a:pt x="39" y="0"/>
                    </a:moveTo>
                    <a:lnTo>
                      <a:pt x="39" y="0"/>
                    </a:lnTo>
                    <a:lnTo>
                      <a:pt x="47" y="0"/>
                    </a:lnTo>
                    <a:lnTo>
                      <a:pt x="54" y="2"/>
                    </a:lnTo>
                    <a:lnTo>
                      <a:pt x="61" y="5"/>
                    </a:lnTo>
                    <a:lnTo>
                      <a:pt x="66" y="9"/>
                    </a:lnTo>
                    <a:lnTo>
                      <a:pt x="66" y="9"/>
                    </a:lnTo>
                    <a:lnTo>
                      <a:pt x="71" y="5"/>
                    </a:lnTo>
                    <a:lnTo>
                      <a:pt x="78" y="2"/>
                    </a:lnTo>
                    <a:lnTo>
                      <a:pt x="85" y="0"/>
                    </a:lnTo>
                    <a:lnTo>
                      <a:pt x="93" y="0"/>
                    </a:lnTo>
                    <a:lnTo>
                      <a:pt x="93" y="0"/>
                    </a:lnTo>
                    <a:lnTo>
                      <a:pt x="101" y="0"/>
                    </a:lnTo>
                    <a:lnTo>
                      <a:pt x="108" y="2"/>
                    </a:lnTo>
                    <a:lnTo>
                      <a:pt x="115" y="6"/>
                    </a:lnTo>
                    <a:lnTo>
                      <a:pt x="120" y="11"/>
                    </a:lnTo>
                    <a:lnTo>
                      <a:pt x="126" y="16"/>
                    </a:lnTo>
                    <a:lnTo>
                      <a:pt x="130" y="23"/>
                    </a:lnTo>
                    <a:lnTo>
                      <a:pt x="131" y="31"/>
                    </a:lnTo>
                    <a:lnTo>
                      <a:pt x="132" y="38"/>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8"/>
                    </a:lnTo>
                    <a:lnTo>
                      <a:pt x="0" y="31"/>
                    </a:lnTo>
                    <a:lnTo>
                      <a:pt x="2" y="23"/>
                    </a:lnTo>
                    <a:lnTo>
                      <a:pt x="6" y="16"/>
                    </a:lnTo>
                    <a:lnTo>
                      <a:pt x="12" y="11"/>
                    </a:lnTo>
                    <a:lnTo>
                      <a:pt x="17" y="6"/>
                    </a:lnTo>
                    <a:lnTo>
                      <a:pt x="24" y="2"/>
                    </a:lnTo>
                    <a:lnTo>
                      <a:pt x="31" y="0"/>
                    </a:lnTo>
                    <a:lnTo>
                      <a:pt x="39" y="0"/>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2" name="îṥḻïḑé">
                <a:extLst>
                  <a:ext uri="{FF2B5EF4-FFF2-40B4-BE49-F238E27FC236}">
                    <a16:creationId xmlns:a16="http://schemas.microsoft.com/office/drawing/2014/main" id="{857311C5-E966-4E91-B68D-A1FA1ED5610F}"/>
                  </a:ext>
                </a:extLst>
              </p:cNvPr>
              <p:cNvSpPr/>
              <p:nvPr/>
            </p:nvSpPr>
            <p:spPr bwMode="auto">
              <a:xfrm>
                <a:off x="3149601" y="2336800"/>
                <a:ext cx="52388" cy="73025"/>
              </a:xfrm>
              <a:custGeom>
                <a:avLst/>
                <a:gdLst>
                  <a:gd name="T0" fmla="*/ 29 w 33"/>
                  <a:gd name="T1" fmla="*/ 46 h 46"/>
                  <a:gd name="T2" fmla="*/ 29 w 33"/>
                  <a:gd name="T3" fmla="*/ 46 h 46"/>
                  <a:gd name="T4" fmla="*/ 31 w 33"/>
                  <a:gd name="T5" fmla="*/ 39 h 46"/>
                  <a:gd name="T6" fmla="*/ 33 w 33"/>
                  <a:gd name="T7" fmla="*/ 34 h 46"/>
                  <a:gd name="T8" fmla="*/ 33 w 33"/>
                  <a:gd name="T9" fmla="*/ 27 h 46"/>
                  <a:gd name="T10" fmla="*/ 33 w 33"/>
                  <a:gd name="T11" fmla="*/ 22 h 46"/>
                  <a:gd name="T12" fmla="*/ 30 w 33"/>
                  <a:gd name="T13" fmla="*/ 15 h 46"/>
                  <a:gd name="T14" fmla="*/ 27 w 33"/>
                  <a:gd name="T15" fmla="*/ 9 h 46"/>
                  <a:gd name="T16" fmla="*/ 25 w 33"/>
                  <a:gd name="T17" fmla="*/ 4 h 46"/>
                  <a:gd name="T18" fmla="*/ 19 w 33"/>
                  <a:gd name="T19" fmla="*/ 0 h 46"/>
                  <a:gd name="T20" fmla="*/ 0 w 33"/>
                  <a:gd name="T21" fmla="*/ 3 h 46"/>
                  <a:gd name="T22" fmla="*/ 0 w 33"/>
                  <a:gd name="T23" fmla="*/ 3 h 46"/>
                  <a:gd name="T24" fmla="*/ 12 w 33"/>
                  <a:gd name="T25" fmla="*/ 11 h 46"/>
                  <a:gd name="T26" fmla="*/ 18 w 33"/>
                  <a:gd name="T27" fmla="*/ 15 h 46"/>
                  <a:gd name="T28" fmla="*/ 22 w 33"/>
                  <a:gd name="T29" fmla="*/ 19 h 46"/>
                  <a:gd name="T30" fmla="*/ 25 w 33"/>
                  <a:gd name="T31" fmla="*/ 24 h 46"/>
                  <a:gd name="T32" fmla="*/ 27 w 33"/>
                  <a:gd name="T33" fmla="*/ 31 h 46"/>
                  <a:gd name="T34" fmla="*/ 29 w 33"/>
                  <a:gd name="T35" fmla="*/ 38 h 46"/>
                  <a:gd name="T36" fmla="*/ 29 w 33"/>
                  <a:gd name="T37" fmla="*/ 46 h 46"/>
                  <a:gd name="T38" fmla="*/ 29 w 33"/>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0" y="3"/>
                    </a:lnTo>
                    <a:lnTo>
                      <a:pt x="12" y="11"/>
                    </a:lnTo>
                    <a:lnTo>
                      <a:pt x="18" y="15"/>
                    </a:lnTo>
                    <a:lnTo>
                      <a:pt x="22" y="19"/>
                    </a:lnTo>
                    <a:lnTo>
                      <a:pt x="25" y="24"/>
                    </a:lnTo>
                    <a:lnTo>
                      <a:pt x="27" y="31"/>
                    </a:lnTo>
                    <a:lnTo>
                      <a:pt x="29" y="38"/>
                    </a:lnTo>
                    <a:lnTo>
                      <a:pt x="29" y="46"/>
                    </a:lnTo>
                    <a:lnTo>
                      <a:pt x="29"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7" name="íṧļïdê">
              <a:extLst>
                <a:ext uri="{FF2B5EF4-FFF2-40B4-BE49-F238E27FC236}">
                  <a16:creationId xmlns:a16="http://schemas.microsoft.com/office/drawing/2014/main" id="{E88C809C-8D1C-4A50-88E4-D1B265D46DE9}"/>
                </a:ext>
              </a:extLst>
            </p:cNvPr>
            <p:cNvSpPr/>
            <p:nvPr/>
          </p:nvSpPr>
          <p:spPr bwMode="auto">
            <a:xfrm>
              <a:off x="6639652" y="3527967"/>
              <a:ext cx="196515" cy="273973"/>
            </a:xfrm>
            <a:custGeom>
              <a:avLst/>
              <a:gdLst>
                <a:gd name="T0" fmla="*/ 125 w 137"/>
                <a:gd name="T1" fmla="*/ 55 h 191"/>
                <a:gd name="T2" fmla="*/ 126 w 137"/>
                <a:gd name="T3" fmla="*/ 51 h 191"/>
                <a:gd name="T4" fmla="*/ 133 w 137"/>
                <a:gd name="T5" fmla="*/ 34 h 191"/>
                <a:gd name="T6" fmla="*/ 136 w 137"/>
                <a:gd name="T7" fmla="*/ 29 h 191"/>
                <a:gd name="T8" fmla="*/ 137 w 137"/>
                <a:gd name="T9" fmla="*/ 21 h 191"/>
                <a:gd name="T10" fmla="*/ 136 w 137"/>
                <a:gd name="T11" fmla="*/ 13 h 191"/>
                <a:gd name="T12" fmla="*/ 132 w 137"/>
                <a:gd name="T13" fmla="*/ 6 h 191"/>
                <a:gd name="T14" fmla="*/ 128 w 137"/>
                <a:gd name="T15" fmla="*/ 4 h 191"/>
                <a:gd name="T16" fmla="*/ 116 w 137"/>
                <a:gd name="T17" fmla="*/ 0 h 191"/>
                <a:gd name="T18" fmla="*/ 103 w 137"/>
                <a:gd name="T19" fmla="*/ 4 h 191"/>
                <a:gd name="T20" fmla="*/ 113 w 137"/>
                <a:gd name="T21" fmla="*/ 39 h 191"/>
                <a:gd name="T22" fmla="*/ 103 w 137"/>
                <a:gd name="T23" fmla="*/ 59 h 191"/>
                <a:gd name="T24" fmla="*/ 110 w 137"/>
                <a:gd name="T25" fmla="*/ 48 h 191"/>
                <a:gd name="T26" fmla="*/ 110 w 137"/>
                <a:gd name="T27" fmla="*/ 42 h 191"/>
                <a:gd name="T28" fmla="*/ 120 w 137"/>
                <a:gd name="T29" fmla="*/ 48 h 191"/>
                <a:gd name="T30" fmla="*/ 121 w 137"/>
                <a:gd name="T31" fmla="*/ 52 h 191"/>
                <a:gd name="T32" fmla="*/ 121 w 137"/>
                <a:gd name="T33" fmla="*/ 57 h 191"/>
                <a:gd name="T34" fmla="*/ 103 w 137"/>
                <a:gd name="T35" fmla="*/ 89 h 191"/>
                <a:gd name="T36" fmla="*/ 97 w 137"/>
                <a:gd name="T37" fmla="*/ 93 h 191"/>
                <a:gd name="T38" fmla="*/ 99 w 137"/>
                <a:gd name="T39" fmla="*/ 92 h 191"/>
                <a:gd name="T40" fmla="*/ 103 w 137"/>
                <a:gd name="T41" fmla="*/ 89 h 191"/>
                <a:gd name="T42" fmla="*/ 101 w 137"/>
                <a:gd name="T43" fmla="*/ 85 h 191"/>
                <a:gd name="T44" fmla="*/ 99 w 137"/>
                <a:gd name="T45" fmla="*/ 86 h 191"/>
                <a:gd name="T46" fmla="*/ 95 w 137"/>
                <a:gd name="T47" fmla="*/ 88 h 191"/>
                <a:gd name="T48" fmla="*/ 84 w 137"/>
                <a:gd name="T49" fmla="*/ 81 h 191"/>
                <a:gd name="T50" fmla="*/ 84 w 137"/>
                <a:gd name="T51" fmla="*/ 81 h 191"/>
                <a:gd name="T52" fmla="*/ 90 w 137"/>
                <a:gd name="T53" fmla="*/ 78 h 191"/>
                <a:gd name="T54" fmla="*/ 103 w 137"/>
                <a:gd name="T55" fmla="*/ 34 h 191"/>
                <a:gd name="T56" fmla="*/ 88 w 137"/>
                <a:gd name="T57" fmla="*/ 23 h 191"/>
                <a:gd name="T58" fmla="*/ 80 w 137"/>
                <a:gd name="T59" fmla="*/ 25 h 191"/>
                <a:gd name="T60" fmla="*/ 57 w 137"/>
                <a:gd name="T61" fmla="*/ 59 h 191"/>
                <a:gd name="T62" fmla="*/ 57 w 137"/>
                <a:gd name="T63" fmla="*/ 66 h 191"/>
                <a:gd name="T64" fmla="*/ 22 w 137"/>
                <a:gd name="T65" fmla="*/ 153 h 191"/>
                <a:gd name="T66" fmla="*/ 26 w 137"/>
                <a:gd name="T67" fmla="*/ 154 h 191"/>
                <a:gd name="T68" fmla="*/ 29 w 137"/>
                <a:gd name="T69" fmla="*/ 155 h 191"/>
                <a:gd name="T70" fmla="*/ 29 w 137"/>
                <a:gd name="T71" fmla="*/ 162 h 191"/>
                <a:gd name="T72" fmla="*/ 33 w 137"/>
                <a:gd name="T73" fmla="*/ 161 h 191"/>
                <a:gd name="T74" fmla="*/ 38 w 137"/>
                <a:gd name="T75" fmla="*/ 162 h 191"/>
                <a:gd name="T76" fmla="*/ 40 w 137"/>
                <a:gd name="T77" fmla="*/ 163 h 191"/>
                <a:gd name="T78" fmla="*/ 41 w 137"/>
                <a:gd name="T79" fmla="*/ 169 h 191"/>
                <a:gd name="T80" fmla="*/ 38 w 137"/>
                <a:gd name="T81" fmla="*/ 173 h 191"/>
                <a:gd name="T82" fmla="*/ 22 w 137"/>
                <a:gd name="T83" fmla="*/ 182 h 191"/>
                <a:gd name="T84" fmla="*/ 41 w 137"/>
                <a:gd name="T85" fmla="*/ 176 h 191"/>
                <a:gd name="T86" fmla="*/ 103 w 137"/>
                <a:gd name="T87" fmla="*/ 29 h 191"/>
                <a:gd name="T88" fmla="*/ 97 w 137"/>
                <a:gd name="T89" fmla="*/ 9 h 191"/>
                <a:gd name="T90" fmla="*/ 103 w 137"/>
                <a:gd name="T91" fmla="*/ 4 h 191"/>
                <a:gd name="T92" fmla="*/ 22 w 137"/>
                <a:gd name="T93" fmla="*/ 117 h 191"/>
                <a:gd name="T94" fmla="*/ 2 w 137"/>
                <a:gd name="T95" fmla="*/ 191 h 191"/>
                <a:gd name="T96" fmla="*/ 22 w 137"/>
                <a:gd name="T97" fmla="*/ 180 h 191"/>
                <a:gd name="T98" fmla="*/ 5 w 137"/>
                <a:gd name="T99" fmla="*/ 174 h 191"/>
                <a:gd name="T100" fmla="*/ 5 w 137"/>
                <a:gd name="T101" fmla="*/ 150 h 191"/>
                <a:gd name="T102" fmla="*/ 6 w 137"/>
                <a:gd name="T103" fmla="*/ 149 h 191"/>
                <a:gd name="T104" fmla="*/ 10 w 137"/>
                <a:gd name="T105" fmla="*/ 146 h 191"/>
                <a:gd name="T106" fmla="*/ 15 w 137"/>
                <a:gd name="T107" fmla="*/ 146 h 191"/>
                <a:gd name="T108" fmla="*/ 17 w 137"/>
                <a:gd name="T109" fmla="*/ 149 h 191"/>
                <a:gd name="T110" fmla="*/ 18 w 137"/>
                <a:gd name="T111" fmla="*/ 155 h 191"/>
                <a:gd name="T112" fmla="*/ 19 w 137"/>
                <a:gd name="T113" fmla="*/ 154 h 191"/>
                <a:gd name="T114" fmla="*/ 22 w 137"/>
                <a:gd name="T115" fmla="*/ 117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 h="191">
                  <a:moveTo>
                    <a:pt x="103" y="89"/>
                  </a:moveTo>
                  <a:lnTo>
                    <a:pt x="125" y="55"/>
                  </a:lnTo>
                  <a:lnTo>
                    <a:pt x="125" y="55"/>
                  </a:lnTo>
                  <a:lnTo>
                    <a:pt x="126" y="51"/>
                  </a:lnTo>
                  <a:lnTo>
                    <a:pt x="125" y="47"/>
                  </a:lnTo>
                  <a:lnTo>
                    <a:pt x="133" y="34"/>
                  </a:lnTo>
                  <a:lnTo>
                    <a:pt x="133" y="34"/>
                  </a:lnTo>
                  <a:lnTo>
                    <a:pt x="136" y="29"/>
                  </a:lnTo>
                  <a:lnTo>
                    <a:pt x="137" y="25"/>
                  </a:lnTo>
                  <a:lnTo>
                    <a:pt x="137" y="21"/>
                  </a:lnTo>
                  <a:lnTo>
                    <a:pt x="137" y="17"/>
                  </a:lnTo>
                  <a:lnTo>
                    <a:pt x="136" y="13"/>
                  </a:lnTo>
                  <a:lnTo>
                    <a:pt x="135" y="9"/>
                  </a:lnTo>
                  <a:lnTo>
                    <a:pt x="132" y="6"/>
                  </a:lnTo>
                  <a:lnTo>
                    <a:pt x="128" y="4"/>
                  </a:lnTo>
                  <a:lnTo>
                    <a:pt x="128" y="4"/>
                  </a:lnTo>
                  <a:lnTo>
                    <a:pt x="121" y="0"/>
                  </a:lnTo>
                  <a:lnTo>
                    <a:pt x="116" y="0"/>
                  </a:lnTo>
                  <a:lnTo>
                    <a:pt x="109" y="1"/>
                  </a:lnTo>
                  <a:lnTo>
                    <a:pt x="103" y="4"/>
                  </a:lnTo>
                  <a:lnTo>
                    <a:pt x="103" y="29"/>
                  </a:lnTo>
                  <a:lnTo>
                    <a:pt x="113" y="39"/>
                  </a:lnTo>
                  <a:lnTo>
                    <a:pt x="103" y="34"/>
                  </a:lnTo>
                  <a:lnTo>
                    <a:pt x="103" y="59"/>
                  </a:lnTo>
                  <a:lnTo>
                    <a:pt x="110" y="48"/>
                  </a:lnTo>
                  <a:lnTo>
                    <a:pt x="110" y="48"/>
                  </a:lnTo>
                  <a:lnTo>
                    <a:pt x="110" y="46"/>
                  </a:lnTo>
                  <a:lnTo>
                    <a:pt x="110" y="42"/>
                  </a:lnTo>
                  <a:lnTo>
                    <a:pt x="120" y="48"/>
                  </a:lnTo>
                  <a:lnTo>
                    <a:pt x="120" y="48"/>
                  </a:lnTo>
                  <a:lnTo>
                    <a:pt x="121" y="50"/>
                  </a:lnTo>
                  <a:lnTo>
                    <a:pt x="121" y="52"/>
                  </a:lnTo>
                  <a:lnTo>
                    <a:pt x="121" y="54"/>
                  </a:lnTo>
                  <a:lnTo>
                    <a:pt x="121" y="57"/>
                  </a:lnTo>
                  <a:lnTo>
                    <a:pt x="103" y="82"/>
                  </a:lnTo>
                  <a:lnTo>
                    <a:pt x="103" y="89"/>
                  </a:lnTo>
                  <a:close/>
                  <a:moveTo>
                    <a:pt x="41" y="176"/>
                  </a:moveTo>
                  <a:lnTo>
                    <a:pt x="97" y="93"/>
                  </a:lnTo>
                  <a:lnTo>
                    <a:pt x="97" y="93"/>
                  </a:lnTo>
                  <a:lnTo>
                    <a:pt x="99" y="92"/>
                  </a:lnTo>
                  <a:lnTo>
                    <a:pt x="102" y="89"/>
                  </a:lnTo>
                  <a:lnTo>
                    <a:pt x="103" y="89"/>
                  </a:lnTo>
                  <a:lnTo>
                    <a:pt x="103" y="82"/>
                  </a:lnTo>
                  <a:lnTo>
                    <a:pt x="101" y="85"/>
                  </a:lnTo>
                  <a:lnTo>
                    <a:pt x="101" y="85"/>
                  </a:lnTo>
                  <a:lnTo>
                    <a:pt x="99" y="86"/>
                  </a:lnTo>
                  <a:lnTo>
                    <a:pt x="98" y="88"/>
                  </a:lnTo>
                  <a:lnTo>
                    <a:pt x="95" y="88"/>
                  </a:lnTo>
                  <a:lnTo>
                    <a:pt x="94" y="86"/>
                  </a:lnTo>
                  <a:lnTo>
                    <a:pt x="84" y="81"/>
                  </a:lnTo>
                  <a:lnTo>
                    <a:pt x="84" y="81"/>
                  </a:lnTo>
                  <a:lnTo>
                    <a:pt x="84" y="81"/>
                  </a:lnTo>
                  <a:lnTo>
                    <a:pt x="87" y="80"/>
                  </a:lnTo>
                  <a:lnTo>
                    <a:pt x="90" y="78"/>
                  </a:lnTo>
                  <a:lnTo>
                    <a:pt x="103" y="59"/>
                  </a:lnTo>
                  <a:lnTo>
                    <a:pt x="103" y="34"/>
                  </a:lnTo>
                  <a:lnTo>
                    <a:pt x="88" y="23"/>
                  </a:lnTo>
                  <a:lnTo>
                    <a:pt x="88" y="23"/>
                  </a:lnTo>
                  <a:lnTo>
                    <a:pt x="83" y="23"/>
                  </a:lnTo>
                  <a:lnTo>
                    <a:pt x="80" y="25"/>
                  </a:lnTo>
                  <a:lnTo>
                    <a:pt x="57" y="59"/>
                  </a:lnTo>
                  <a:lnTo>
                    <a:pt x="57" y="59"/>
                  </a:lnTo>
                  <a:lnTo>
                    <a:pt x="56" y="63"/>
                  </a:lnTo>
                  <a:lnTo>
                    <a:pt x="57" y="66"/>
                  </a:lnTo>
                  <a:lnTo>
                    <a:pt x="22" y="117"/>
                  </a:lnTo>
                  <a:lnTo>
                    <a:pt x="22" y="153"/>
                  </a:lnTo>
                  <a:lnTo>
                    <a:pt x="22" y="153"/>
                  </a:lnTo>
                  <a:lnTo>
                    <a:pt x="26" y="154"/>
                  </a:lnTo>
                  <a:lnTo>
                    <a:pt x="26" y="154"/>
                  </a:lnTo>
                  <a:lnTo>
                    <a:pt x="29" y="155"/>
                  </a:lnTo>
                  <a:lnTo>
                    <a:pt x="29" y="158"/>
                  </a:lnTo>
                  <a:lnTo>
                    <a:pt x="29" y="162"/>
                  </a:lnTo>
                  <a:lnTo>
                    <a:pt x="29" y="162"/>
                  </a:lnTo>
                  <a:lnTo>
                    <a:pt x="33" y="161"/>
                  </a:lnTo>
                  <a:lnTo>
                    <a:pt x="36" y="161"/>
                  </a:lnTo>
                  <a:lnTo>
                    <a:pt x="38" y="162"/>
                  </a:lnTo>
                  <a:lnTo>
                    <a:pt x="38" y="162"/>
                  </a:lnTo>
                  <a:lnTo>
                    <a:pt x="40" y="163"/>
                  </a:lnTo>
                  <a:lnTo>
                    <a:pt x="41" y="166"/>
                  </a:lnTo>
                  <a:lnTo>
                    <a:pt x="41" y="169"/>
                  </a:lnTo>
                  <a:lnTo>
                    <a:pt x="40" y="172"/>
                  </a:lnTo>
                  <a:lnTo>
                    <a:pt x="38" y="173"/>
                  </a:lnTo>
                  <a:lnTo>
                    <a:pt x="22" y="180"/>
                  </a:lnTo>
                  <a:lnTo>
                    <a:pt x="22" y="182"/>
                  </a:lnTo>
                  <a:lnTo>
                    <a:pt x="41" y="176"/>
                  </a:lnTo>
                  <a:lnTo>
                    <a:pt x="41" y="176"/>
                  </a:lnTo>
                  <a:close/>
                  <a:moveTo>
                    <a:pt x="103" y="4"/>
                  </a:moveTo>
                  <a:lnTo>
                    <a:pt x="103" y="29"/>
                  </a:lnTo>
                  <a:lnTo>
                    <a:pt x="91" y="17"/>
                  </a:lnTo>
                  <a:lnTo>
                    <a:pt x="97" y="9"/>
                  </a:lnTo>
                  <a:lnTo>
                    <a:pt x="97" y="9"/>
                  </a:lnTo>
                  <a:lnTo>
                    <a:pt x="103" y="4"/>
                  </a:lnTo>
                  <a:lnTo>
                    <a:pt x="103" y="4"/>
                  </a:lnTo>
                  <a:close/>
                  <a:moveTo>
                    <a:pt x="22" y="117"/>
                  </a:moveTo>
                  <a:lnTo>
                    <a:pt x="0" y="150"/>
                  </a:lnTo>
                  <a:lnTo>
                    <a:pt x="2" y="191"/>
                  </a:lnTo>
                  <a:lnTo>
                    <a:pt x="22" y="182"/>
                  </a:lnTo>
                  <a:lnTo>
                    <a:pt x="22" y="180"/>
                  </a:lnTo>
                  <a:lnTo>
                    <a:pt x="17" y="182"/>
                  </a:lnTo>
                  <a:lnTo>
                    <a:pt x="5" y="174"/>
                  </a:lnTo>
                  <a:lnTo>
                    <a:pt x="5" y="150"/>
                  </a:lnTo>
                  <a:lnTo>
                    <a:pt x="5" y="150"/>
                  </a:lnTo>
                  <a:lnTo>
                    <a:pt x="6" y="149"/>
                  </a:lnTo>
                  <a:lnTo>
                    <a:pt x="6" y="149"/>
                  </a:lnTo>
                  <a:lnTo>
                    <a:pt x="7" y="146"/>
                  </a:lnTo>
                  <a:lnTo>
                    <a:pt x="10" y="146"/>
                  </a:lnTo>
                  <a:lnTo>
                    <a:pt x="13" y="146"/>
                  </a:lnTo>
                  <a:lnTo>
                    <a:pt x="15" y="146"/>
                  </a:lnTo>
                  <a:lnTo>
                    <a:pt x="15" y="146"/>
                  </a:lnTo>
                  <a:lnTo>
                    <a:pt x="17" y="149"/>
                  </a:lnTo>
                  <a:lnTo>
                    <a:pt x="18" y="150"/>
                  </a:lnTo>
                  <a:lnTo>
                    <a:pt x="18" y="155"/>
                  </a:lnTo>
                  <a:lnTo>
                    <a:pt x="18" y="155"/>
                  </a:lnTo>
                  <a:lnTo>
                    <a:pt x="19" y="154"/>
                  </a:lnTo>
                  <a:lnTo>
                    <a:pt x="22" y="153"/>
                  </a:lnTo>
                  <a:lnTo>
                    <a:pt x="22" y="11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8" name="islíḋê">
              <a:extLst>
                <a:ext uri="{FF2B5EF4-FFF2-40B4-BE49-F238E27FC236}">
                  <a16:creationId xmlns:a16="http://schemas.microsoft.com/office/drawing/2014/main" id="{3875AA31-E898-4502-B125-99C84F8A117E}"/>
                </a:ext>
              </a:extLst>
            </p:cNvPr>
            <p:cNvSpPr/>
            <p:nvPr/>
          </p:nvSpPr>
          <p:spPr bwMode="auto">
            <a:xfrm>
              <a:off x="5046013" y="2096419"/>
              <a:ext cx="252457" cy="273973"/>
            </a:xfrm>
            <a:custGeom>
              <a:avLst/>
              <a:gdLst>
                <a:gd name="T0" fmla="*/ 138 w 176"/>
                <a:gd name="T1" fmla="*/ 88 h 191"/>
                <a:gd name="T2" fmla="*/ 132 w 176"/>
                <a:gd name="T3" fmla="*/ 138 h 191"/>
                <a:gd name="T4" fmla="*/ 150 w 176"/>
                <a:gd name="T5" fmla="*/ 143 h 191"/>
                <a:gd name="T6" fmla="*/ 147 w 176"/>
                <a:gd name="T7" fmla="*/ 151 h 191"/>
                <a:gd name="T8" fmla="*/ 132 w 176"/>
                <a:gd name="T9" fmla="*/ 36 h 191"/>
                <a:gd name="T10" fmla="*/ 150 w 176"/>
                <a:gd name="T11" fmla="*/ 26 h 191"/>
                <a:gd name="T12" fmla="*/ 135 w 176"/>
                <a:gd name="T13" fmla="*/ 47 h 191"/>
                <a:gd name="T14" fmla="*/ 146 w 176"/>
                <a:gd name="T15" fmla="*/ 88 h 191"/>
                <a:gd name="T16" fmla="*/ 174 w 176"/>
                <a:gd name="T17" fmla="*/ 85 h 191"/>
                <a:gd name="T18" fmla="*/ 150 w 176"/>
                <a:gd name="T19" fmla="*/ 92 h 191"/>
                <a:gd name="T20" fmla="*/ 88 w 176"/>
                <a:gd name="T21" fmla="*/ 39 h 191"/>
                <a:gd name="T22" fmla="*/ 115 w 176"/>
                <a:gd name="T23" fmla="*/ 46 h 191"/>
                <a:gd name="T24" fmla="*/ 132 w 176"/>
                <a:gd name="T25" fmla="*/ 109 h 191"/>
                <a:gd name="T26" fmla="*/ 115 w 176"/>
                <a:gd name="T27" fmla="*/ 128 h 191"/>
                <a:gd name="T28" fmla="*/ 111 w 176"/>
                <a:gd name="T29" fmla="*/ 180 h 191"/>
                <a:gd name="T30" fmla="*/ 90 w 176"/>
                <a:gd name="T31" fmla="*/ 191 h 191"/>
                <a:gd name="T32" fmla="*/ 105 w 176"/>
                <a:gd name="T33" fmla="*/ 126 h 191"/>
                <a:gd name="T34" fmla="*/ 122 w 176"/>
                <a:gd name="T35" fmla="*/ 107 h 191"/>
                <a:gd name="T36" fmla="*/ 124 w 176"/>
                <a:gd name="T37" fmla="*/ 73 h 191"/>
                <a:gd name="T38" fmla="*/ 104 w 176"/>
                <a:gd name="T39" fmla="*/ 51 h 191"/>
                <a:gd name="T40" fmla="*/ 88 w 176"/>
                <a:gd name="T41" fmla="*/ 39 h 191"/>
                <a:gd name="T42" fmla="*/ 127 w 176"/>
                <a:gd name="T43" fmla="*/ 43 h 191"/>
                <a:gd name="T44" fmla="*/ 132 w 176"/>
                <a:gd name="T45" fmla="*/ 36 h 191"/>
                <a:gd name="T46" fmla="*/ 128 w 176"/>
                <a:gd name="T47" fmla="*/ 128 h 191"/>
                <a:gd name="T48" fmla="*/ 132 w 176"/>
                <a:gd name="T49" fmla="*/ 127 h 191"/>
                <a:gd name="T50" fmla="*/ 92 w 176"/>
                <a:gd name="T51" fmla="*/ 1 h 191"/>
                <a:gd name="T52" fmla="*/ 88 w 176"/>
                <a:gd name="T53" fmla="*/ 30 h 191"/>
                <a:gd name="T54" fmla="*/ 80 w 176"/>
                <a:gd name="T55" fmla="*/ 191 h 191"/>
                <a:gd name="T56" fmla="*/ 62 w 176"/>
                <a:gd name="T57" fmla="*/ 176 h 191"/>
                <a:gd name="T58" fmla="*/ 55 w 176"/>
                <a:gd name="T59" fmla="*/ 124 h 191"/>
                <a:gd name="T60" fmla="*/ 44 w 176"/>
                <a:gd name="T61" fmla="*/ 67 h 191"/>
                <a:gd name="T62" fmla="*/ 67 w 176"/>
                <a:gd name="T63" fmla="*/ 43 h 191"/>
                <a:gd name="T64" fmla="*/ 88 w 176"/>
                <a:gd name="T65" fmla="*/ 49 h 191"/>
                <a:gd name="T66" fmla="*/ 61 w 176"/>
                <a:gd name="T67" fmla="*/ 61 h 191"/>
                <a:gd name="T68" fmla="*/ 50 w 176"/>
                <a:gd name="T69" fmla="*/ 88 h 191"/>
                <a:gd name="T70" fmla="*/ 69 w 176"/>
                <a:gd name="T71" fmla="*/ 120 h 191"/>
                <a:gd name="T72" fmla="*/ 88 w 176"/>
                <a:gd name="T73" fmla="*/ 147 h 191"/>
                <a:gd name="T74" fmla="*/ 88 w 176"/>
                <a:gd name="T75" fmla="*/ 30 h 191"/>
                <a:gd name="T76" fmla="*/ 84 w 176"/>
                <a:gd name="T77" fmla="*/ 26 h 191"/>
                <a:gd name="T78" fmla="*/ 88 w 176"/>
                <a:gd name="T79" fmla="*/ 0 h 191"/>
                <a:gd name="T80" fmla="*/ 47 w 176"/>
                <a:gd name="T81" fmla="*/ 135 h 191"/>
                <a:gd name="T82" fmla="*/ 44 w 176"/>
                <a:gd name="T83" fmla="*/ 138 h 191"/>
                <a:gd name="T84" fmla="*/ 47 w 176"/>
                <a:gd name="T85" fmla="*/ 47 h 191"/>
                <a:gd name="T86" fmla="*/ 44 w 176"/>
                <a:gd name="T87" fmla="*/ 108 h 191"/>
                <a:gd name="T88" fmla="*/ 40 w 176"/>
                <a:gd name="T89" fmla="*/ 77 h 191"/>
                <a:gd name="T90" fmla="*/ 44 w 176"/>
                <a:gd name="T91" fmla="*/ 49 h 191"/>
                <a:gd name="T92" fmla="*/ 25 w 176"/>
                <a:gd name="T93" fmla="*/ 31 h 191"/>
                <a:gd name="T94" fmla="*/ 32 w 176"/>
                <a:gd name="T95" fmla="*/ 26 h 191"/>
                <a:gd name="T96" fmla="*/ 32 w 176"/>
                <a:gd name="T97" fmla="*/ 150 h 191"/>
                <a:gd name="T98" fmla="*/ 24 w 176"/>
                <a:gd name="T99" fmla="*/ 147 h 191"/>
                <a:gd name="T100" fmla="*/ 44 w 176"/>
                <a:gd name="T101" fmla="*/ 127 h 191"/>
                <a:gd name="T102" fmla="*/ 25 w 176"/>
                <a:gd name="T103" fmla="*/ 84 h 191"/>
                <a:gd name="T104" fmla="*/ 25 w 176"/>
                <a:gd name="T105" fmla="*/ 92 h 191"/>
                <a:gd name="T106" fmla="*/ 0 w 176"/>
                <a:gd name="T107" fmla="*/ 8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1">
                  <a:moveTo>
                    <a:pt x="132" y="66"/>
                  </a:moveTo>
                  <a:lnTo>
                    <a:pt x="132" y="66"/>
                  </a:lnTo>
                  <a:lnTo>
                    <a:pt x="136" y="77"/>
                  </a:lnTo>
                  <a:lnTo>
                    <a:pt x="138" y="88"/>
                  </a:lnTo>
                  <a:lnTo>
                    <a:pt x="138" y="88"/>
                  </a:lnTo>
                  <a:lnTo>
                    <a:pt x="136" y="99"/>
                  </a:lnTo>
                  <a:lnTo>
                    <a:pt x="132" y="109"/>
                  </a:lnTo>
                  <a:lnTo>
                    <a:pt x="132" y="66"/>
                  </a:lnTo>
                  <a:lnTo>
                    <a:pt x="132" y="66"/>
                  </a:lnTo>
                  <a:close/>
                  <a:moveTo>
                    <a:pt x="132" y="138"/>
                  </a:moveTo>
                  <a:lnTo>
                    <a:pt x="132" y="127"/>
                  </a:lnTo>
                  <a:lnTo>
                    <a:pt x="132" y="127"/>
                  </a:lnTo>
                  <a:lnTo>
                    <a:pt x="135" y="128"/>
                  </a:lnTo>
                  <a:lnTo>
                    <a:pt x="135" y="128"/>
                  </a:lnTo>
                  <a:lnTo>
                    <a:pt x="150" y="143"/>
                  </a:lnTo>
                  <a:lnTo>
                    <a:pt x="150" y="143"/>
                  </a:lnTo>
                  <a:lnTo>
                    <a:pt x="151" y="147"/>
                  </a:lnTo>
                  <a:lnTo>
                    <a:pt x="150" y="150"/>
                  </a:lnTo>
                  <a:lnTo>
                    <a:pt x="150" y="150"/>
                  </a:lnTo>
                  <a:lnTo>
                    <a:pt x="147" y="151"/>
                  </a:lnTo>
                  <a:lnTo>
                    <a:pt x="145" y="150"/>
                  </a:lnTo>
                  <a:lnTo>
                    <a:pt x="132" y="138"/>
                  </a:lnTo>
                  <a:lnTo>
                    <a:pt x="132" y="138"/>
                  </a:lnTo>
                  <a:close/>
                  <a:moveTo>
                    <a:pt x="132" y="49"/>
                  </a:moveTo>
                  <a:lnTo>
                    <a:pt x="132" y="36"/>
                  </a:lnTo>
                  <a:lnTo>
                    <a:pt x="145" y="26"/>
                  </a:lnTo>
                  <a:lnTo>
                    <a:pt x="145" y="26"/>
                  </a:lnTo>
                  <a:lnTo>
                    <a:pt x="147" y="24"/>
                  </a:lnTo>
                  <a:lnTo>
                    <a:pt x="150" y="26"/>
                  </a:lnTo>
                  <a:lnTo>
                    <a:pt x="150" y="26"/>
                  </a:lnTo>
                  <a:lnTo>
                    <a:pt x="151" y="28"/>
                  </a:lnTo>
                  <a:lnTo>
                    <a:pt x="150" y="31"/>
                  </a:lnTo>
                  <a:lnTo>
                    <a:pt x="135" y="47"/>
                  </a:lnTo>
                  <a:lnTo>
                    <a:pt x="135" y="47"/>
                  </a:lnTo>
                  <a:lnTo>
                    <a:pt x="135" y="47"/>
                  </a:lnTo>
                  <a:lnTo>
                    <a:pt x="132" y="49"/>
                  </a:lnTo>
                  <a:lnTo>
                    <a:pt x="132" y="49"/>
                  </a:lnTo>
                  <a:close/>
                  <a:moveTo>
                    <a:pt x="146" y="88"/>
                  </a:moveTo>
                  <a:lnTo>
                    <a:pt x="146" y="88"/>
                  </a:lnTo>
                  <a:lnTo>
                    <a:pt x="146" y="88"/>
                  </a:lnTo>
                  <a:lnTo>
                    <a:pt x="147" y="85"/>
                  </a:lnTo>
                  <a:lnTo>
                    <a:pt x="150" y="84"/>
                  </a:lnTo>
                  <a:lnTo>
                    <a:pt x="172" y="84"/>
                  </a:lnTo>
                  <a:lnTo>
                    <a:pt x="172" y="84"/>
                  </a:lnTo>
                  <a:lnTo>
                    <a:pt x="174" y="85"/>
                  </a:lnTo>
                  <a:lnTo>
                    <a:pt x="176" y="88"/>
                  </a:lnTo>
                  <a:lnTo>
                    <a:pt x="176" y="88"/>
                  </a:lnTo>
                  <a:lnTo>
                    <a:pt x="174" y="91"/>
                  </a:lnTo>
                  <a:lnTo>
                    <a:pt x="172" y="92"/>
                  </a:lnTo>
                  <a:lnTo>
                    <a:pt x="150" y="92"/>
                  </a:lnTo>
                  <a:lnTo>
                    <a:pt x="150" y="92"/>
                  </a:lnTo>
                  <a:lnTo>
                    <a:pt x="147" y="91"/>
                  </a:lnTo>
                  <a:lnTo>
                    <a:pt x="146" y="88"/>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32" y="109"/>
                  </a:lnTo>
                  <a:lnTo>
                    <a:pt x="128" y="115"/>
                  </a:lnTo>
                  <a:lnTo>
                    <a:pt x="124" y="120"/>
                  </a:lnTo>
                  <a:lnTo>
                    <a:pt x="120" y="124"/>
                  </a:lnTo>
                  <a:lnTo>
                    <a:pt x="115" y="128"/>
                  </a:lnTo>
                  <a:lnTo>
                    <a:pt x="115" y="166"/>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6"/>
                  </a:lnTo>
                  <a:lnTo>
                    <a:pt x="105" y="123"/>
                  </a:lnTo>
                  <a:lnTo>
                    <a:pt x="108" y="122"/>
                  </a:lnTo>
                  <a:lnTo>
                    <a:pt x="108" y="122"/>
                  </a:lnTo>
                  <a:lnTo>
                    <a:pt x="115" y="115"/>
                  </a:lnTo>
                  <a:lnTo>
                    <a:pt x="122" y="107"/>
                  </a:lnTo>
                  <a:lnTo>
                    <a:pt x="126" y="99"/>
                  </a:lnTo>
                  <a:lnTo>
                    <a:pt x="127" y="88"/>
                  </a:lnTo>
                  <a:lnTo>
                    <a:pt x="127" y="88"/>
                  </a:lnTo>
                  <a:lnTo>
                    <a:pt x="126" y="80"/>
                  </a:lnTo>
                  <a:lnTo>
                    <a:pt x="124" y="73"/>
                  </a:lnTo>
                  <a:lnTo>
                    <a:pt x="120" y="66"/>
                  </a:lnTo>
                  <a:lnTo>
                    <a:pt x="116" y="61"/>
                  </a:lnTo>
                  <a:lnTo>
                    <a:pt x="116" y="61"/>
                  </a:lnTo>
                  <a:lnTo>
                    <a:pt x="109" y="55"/>
                  </a:lnTo>
                  <a:lnTo>
                    <a:pt x="104" y="51"/>
                  </a:lnTo>
                  <a:lnTo>
                    <a:pt x="96" y="50"/>
                  </a:lnTo>
                  <a:lnTo>
                    <a:pt x="88" y="49"/>
                  </a:lnTo>
                  <a:lnTo>
                    <a:pt x="88" y="49"/>
                  </a:lnTo>
                  <a:lnTo>
                    <a:pt x="88" y="39"/>
                  </a:lnTo>
                  <a:lnTo>
                    <a:pt x="88" y="39"/>
                  </a:lnTo>
                  <a:lnTo>
                    <a:pt x="88" y="39"/>
                  </a:lnTo>
                  <a:close/>
                  <a:moveTo>
                    <a:pt x="132" y="36"/>
                  </a:moveTo>
                  <a:lnTo>
                    <a:pt x="128" y="40"/>
                  </a:lnTo>
                  <a:lnTo>
                    <a:pt x="128" y="40"/>
                  </a:lnTo>
                  <a:lnTo>
                    <a:pt x="127" y="43"/>
                  </a:lnTo>
                  <a:lnTo>
                    <a:pt x="128" y="47"/>
                  </a:lnTo>
                  <a:lnTo>
                    <a:pt x="128" y="47"/>
                  </a:lnTo>
                  <a:lnTo>
                    <a:pt x="130" y="49"/>
                  </a:lnTo>
                  <a:lnTo>
                    <a:pt x="132" y="49"/>
                  </a:lnTo>
                  <a:lnTo>
                    <a:pt x="132" y="36"/>
                  </a:lnTo>
                  <a:lnTo>
                    <a:pt x="132" y="36"/>
                  </a:lnTo>
                  <a:close/>
                  <a:moveTo>
                    <a:pt x="132" y="127"/>
                  </a:moveTo>
                  <a:lnTo>
                    <a:pt x="132" y="127"/>
                  </a:lnTo>
                  <a:lnTo>
                    <a:pt x="130" y="127"/>
                  </a:lnTo>
                  <a:lnTo>
                    <a:pt x="128" y="128"/>
                  </a:lnTo>
                  <a:lnTo>
                    <a:pt x="128" y="128"/>
                  </a:lnTo>
                  <a:lnTo>
                    <a:pt x="127" y="131"/>
                  </a:lnTo>
                  <a:lnTo>
                    <a:pt x="128" y="135"/>
                  </a:lnTo>
                  <a:lnTo>
                    <a:pt x="132" y="138"/>
                  </a:lnTo>
                  <a:lnTo>
                    <a:pt x="132" y="127"/>
                  </a:lnTo>
                  <a:lnTo>
                    <a:pt x="132" y="127"/>
                  </a:lnTo>
                  <a:close/>
                  <a:moveTo>
                    <a:pt x="88" y="30"/>
                  </a:moveTo>
                  <a:lnTo>
                    <a:pt x="88" y="0"/>
                  </a:lnTo>
                  <a:lnTo>
                    <a:pt x="88" y="0"/>
                  </a:lnTo>
                  <a:lnTo>
                    <a:pt x="92" y="1"/>
                  </a:lnTo>
                  <a:lnTo>
                    <a:pt x="92" y="4"/>
                  </a:lnTo>
                  <a:lnTo>
                    <a:pt x="92" y="26"/>
                  </a:lnTo>
                  <a:lnTo>
                    <a:pt x="92" y="26"/>
                  </a:lnTo>
                  <a:lnTo>
                    <a:pt x="92" y="28"/>
                  </a:lnTo>
                  <a:lnTo>
                    <a:pt x="88" y="30"/>
                  </a:lnTo>
                  <a:lnTo>
                    <a:pt x="88" y="30"/>
                  </a:lnTo>
                  <a:close/>
                  <a:moveTo>
                    <a:pt x="88" y="191"/>
                  </a:moveTo>
                  <a:lnTo>
                    <a:pt x="85" y="191"/>
                  </a:lnTo>
                  <a:lnTo>
                    <a:pt x="85" y="191"/>
                  </a:lnTo>
                  <a:lnTo>
                    <a:pt x="80" y="191"/>
                  </a:lnTo>
                  <a:lnTo>
                    <a:pt x="76" y="189"/>
                  </a:lnTo>
                  <a:lnTo>
                    <a:pt x="71" y="187"/>
                  </a:lnTo>
                  <a:lnTo>
                    <a:pt x="67" y="184"/>
                  </a:lnTo>
                  <a:lnTo>
                    <a:pt x="65" y="180"/>
                  </a:lnTo>
                  <a:lnTo>
                    <a:pt x="62" y="176"/>
                  </a:lnTo>
                  <a:lnTo>
                    <a:pt x="61" y="172"/>
                  </a:lnTo>
                  <a:lnTo>
                    <a:pt x="61" y="166"/>
                  </a:lnTo>
                  <a:lnTo>
                    <a:pt x="61" y="128"/>
                  </a:lnTo>
                  <a:lnTo>
                    <a:pt x="61" y="128"/>
                  </a:lnTo>
                  <a:lnTo>
                    <a:pt x="55" y="124"/>
                  </a:lnTo>
                  <a:lnTo>
                    <a:pt x="51" y="119"/>
                  </a:lnTo>
                  <a:lnTo>
                    <a:pt x="47" y="114"/>
                  </a:lnTo>
                  <a:lnTo>
                    <a:pt x="44" y="108"/>
                  </a:lnTo>
                  <a:lnTo>
                    <a:pt x="44" y="67"/>
                  </a:lnTo>
                  <a:lnTo>
                    <a:pt x="44" y="67"/>
                  </a:lnTo>
                  <a:lnTo>
                    <a:pt x="47" y="61"/>
                  </a:lnTo>
                  <a:lnTo>
                    <a:pt x="51" y="55"/>
                  </a:lnTo>
                  <a:lnTo>
                    <a:pt x="57" y="51"/>
                  </a:lnTo>
                  <a:lnTo>
                    <a:pt x="62" y="47"/>
                  </a:lnTo>
                  <a:lnTo>
                    <a:pt x="67" y="43"/>
                  </a:lnTo>
                  <a:lnTo>
                    <a:pt x="74" y="40"/>
                  </a:lnTo>
                  <a:lnTo>
                    <a:pt x="81" y="39"/>
                  </a:lnTo>
                  <a:lnTo>
                    <a:pt x="88" y="39"/>
                  </a:lnTo>
                  <a:lnTo>
                    <a:pt x="88" y="49"/>
                  </a:lnTo>
                  <a:lnTo>
                    <a:pt x="88" y="49"/>
                  </a:lnTo>
                  <a:lnTo>
                    <a:pt x="81" y="50"/>
                  </a:lnTo>
                  <a:lnTo>
                    <a:pt x="73" y="51"/>
                  </a:lnTo>
                  <a:lnTo>
                    <a:pt x="66" y="55"/>
                  </a:lnTo>
                  <a:lnTo>
                    <a:pt x="61" y="61"/>
                  </a:lnTo>
                  <a:lnTo>
                    <a:pt x="61" y="61"/>
                  </a:lnTo>
                  <a:lnTo>
                    <a:pt x="57" y="66"/>
                  </a:lnTo>
                  <a:lnTo>
                    <a:pt x="53" y="73"/>
                  </a:lnTo>
                  <a:lnTo>
                    <a:pt x="50" y="80"/>
                  </a:lnTo>
                  <a:lnTo>
                    <a:pt x="50" y="88"/>
                  </a:lnTo>
                  <a:lnTo>
                    <a:pt x="50" y="88"/>
                  </a:lnTo>
                  <a:lnTo>
                    <a:pt x="51" y="97"/>
                  </a:lnTo>
                  <a:lnTo>
                    <a:pt x="55" y="107"/>
                  </a:lnTo>
                  <a:lnTo>
                    <a:pt x="61" y="115"/>
                  </a:lnTo>
                  <a:lnTo>
                    <a:pt x="69" y="120"/>
                  </a:lnTo>
                  <a:lnTo>
                    <a:pt x="69" y="120"/>
                  </a:lnTo>
                  <a:lnTo>
                    <a:pt x="69" y="120"/>
                  </a:lnTo>
                  <a:lnTo>
                    <a:pt x="70" y="123"/>
                  </a:lnTo>
                  <a:lnTo>
                    <a:pt x="70" y="126"/>
                  </a:lnTo>
                  <a:lnTo>
                    <a:pt x="70" y="147"/>
                  </a:lnTo>
                  <a:lnTo>
                    <a:pt x="88" y="147"/>
                  </a:lnTo>
                  <a:lnTo>
                    <a:pt x="88" y="191"/>
                  </a:lnTo>
                  <a:lnTo>
                    <a:pt x="88" y="191"/>
                  </a:lnTo>
                  <a:close/>
                  <a:moveTo>
                    <a:pt x="88" y="0"/>
                  </a:moveTo>
                  <a:lnTo>
                    <a:pt x="88" y="30"/>
                  </a:lnTo>
                  <a:lnTo>
                    <a:pt x="88" y="30"/>
                  </a:lnTo>
                  <a:lnTo>
                    <a:pt x="88" y="30"/>
                  </a:lnTo>
                  <a:lnTo>
                    <a:pt x="88" y="30"/>
                  </a:lnTo>
                  <a:lnTo>
                    <a:pt x="88" y="30"/>
                  </a:lnTo>
                  <a:lnTo>
                    <a:pt x="85" y="28"/>
                  </a:lnTo>
                  <a:lnTo>
                    <a:pt x="84" y="26"/>
                  </a:lnTo>
                  <a:lnTo>
                    <a:pt x="84" y="4"/>
                  </a:lnTo>
                  <a:lnTo>
                    <a:pt x="84" y="4"/>
                  </a:lnTo>
                  <a:lnTo>
                    <a:pt x="85" y="1"/>
                  </a:lnTo>
                  <a:lnTo>
                    <a:pt x="88" y="0"/>
                  </a:lnTo>
                  <a:lnTo>
                    <a:pt x="88" y="0"/>
                  </a:lnTo>
                  <a:lnTo>
                    <a:pt x="88" y="0"/>
                  </a:lnTo>
                  <a:lnTo>
                    <a:pt x="88" y="0"/>
                  </a:lnTo>
                  <a:close/>
                  <a:moveTo>
                    <a:pt x="44" y="138"/>
                  </a:moveTo>
                  <a:lnTo>
                    <a:pt x="47" y="135"/>
                  </a:lnTo>
                  <a:lnTo>
                    <a:pt x="47" y="135"/>
                  </a:lnTo>
                  <a:lnTo>
                    <a:pt x="48" y="131"/>
                  </a:lnTo>
                  <a:lnTo>
                    <a:pt x="47" y="128"/>
                  </a:lnTo>
                  <a:lnTo>
                    <a:pt x="47" y="128"/>
                  </a:lnTo>
                  <a:lnTo>
                    <a:pt x="44" y="127"/>
                  </a:lnTo>
                  <a:lnTo>
                    <a:pt x="44" y="138"/>
                  </a:lnTo>
                  <a:lnTo>
                    <a:pt x="44" y="138"/>
                  </a:lnTo>
                  <a:close/>
                  <a:moveTo>
                    <a:pt x="44" y="49"/>
                  </a:moveTo>
                  <a:lnTo>
                    <a:pt x="44" y="49"/>
                  </a:lnTo>
                  <a:lnTo>
                    <a:pt x="47" y="47"/>
                  </a:lnTo>
                  <a:lnTo>
                    <a:pt x="47" y="47"/>
                  </a:lnTo>
                  <a:lnTo>
                    <a:pt x="48" y="43"/>
                  </a:lnTo>
                  <a:lnTo>
                    <a:pt x="47" y="40"/>
                  </a:lnTo>
                  <a:lnTo>
                    <a:pt x="44" y="38"/>
                  </a:lnTo>
                  <a:lnTo>
                    <a:pt x="44" y="49"/>
                  </a:lnTo>
                  <a:close/>
                  <a:moveTo>
                    <a:pt x="44" y="108"/>
                  </a:moveTo>
                  <a:lnTo>
                    <a:pt x="44" y="108"/>
                  </a:lnTo>
                  <a:lnTo>
                    <a:pt x="40" y="99"/>
                  </a:lnTo>
                  <a:lnTo>
                    <a:pt x="39" y="88"/>
                  </a:lnTo>
                  <a:lnTo>
                    <a:pt x="39" y="88"/>
                  </a:lnTo>
                  <a:lnTo>
                    <a:pt x="40" y="77"/>
                  </a:lnTo>
                  <a:lnTo>
                    <a:pt x="44" y="67"/>
                  </a:lnTo>
                  <a:lnTo>
                    <a:pt x="44" y="108"/>
                  </a:lnTo>
                  <a:lnTo>
                    <a:pt x="44" y="108"/>
                  </a:lnTo>
                  <a:close/>
                  <a:moveTo>
                    <a:pt x="44" y="38"/>
                  </a:moveTo>
                  <a:lnTo>
                    <a:pt x="44" y="49"/>
                  </a:lnTo>
                  <a:lnTo>
                    <a:pt x="44" y="49"/>
                  </a:lnTo>
                  <a:lnTo>
                    <a:pt x="40" y="47"/>
                  </a:lnTo>
                  <a:lnTo>
                    <a:pt x="40" y="47"/>
                  </a:lnTo>
                  <a:lnTo>
                    <a:pt x="25" y="31"/>
                  </a:lnTo>
                  <a:lnTo>
                    <a:pt x="25" y="31"/>
                  </a:lnTo>
                  <a:lnTo>
                    <a:pt x="24" y="28"/>
                  </a:lnTo>
                  <a:lnTo>
                    <a:pt x="25" y="26"/>
                  </a:lnTo>
                  <a:lnTo>
                    <a:pt x="25" y="26"/>
                  </a:lnTo>
                  <a:lnTo>
                    <a:pt x="28" y="24"/>
                  </a:lnTo>
                  <a:lnTo>
                    <a:pt x="32" y="26"/>
                  </a:lnTo>
                  <a:lnTo>
                    <a:pt x="44" y="38"/>
                  </a:lnTo>
                  <a:lnTo>
                    <a:pt x="44" y="38"/>
                  </a:lnTo>
                  <a:close/>
                  <a:moveTo>
                    <a:pt x="44" y="127"/>
                  </a:moveTo>
                  <a:lnTo>
                    <a:pt x="44" y="138"/>
                  </a:lnTo>
                  <a:lnTo>
                    <a:pt x="32" y="150"/>
                  </a:lnTo>
                  <a:lnTo>
                    <a:pt x="32" y="150"/>
                  </a:lnTo>
                  <a:lnTo>
                    <a:pt x="28" y="151"/>
                  </a:lnTo>
                  <a:lnTo>
                    <a:pt x="25" y="150"/>
                  </a:lnTo>
                  <a:lnTo>
                    <a:pt x="25" y="150"/>
                  </a:lnTo>
                  <a:lnTo>
                    <a:pt x="24" y="147"/>
                  </a:lnTo>
                  <a:lnTo>
                    <a:pt x="25" y="143"/>
                  </a:lnTo>
                  <a:lnTo>
                    <a:pt x="40" y="128"/>
                  </a:lnTo>
                  <a:lnTo>
                    <a:pt x="40" y="128"/>
                  </a:lnTo>
                  <a:lnTo>
                    <a:pt x="40" y="128"/>
                  </a:lnTo>
                  <a:lnTo>
                    <a:pt x="44" y="127"/>
                  </a:lnTo>
                  <a:lnTo>
                    <a:pt x="44" y="127"/>
                  </a:lnTo>
                  <a:close/>
                  <a:moveTo>
                    <a:pt x="4" y="84"/>
                  </a:moveTo>
                  <a:lnTo>
                    <a:pt x="4" y="84"/>
                  </a:lnTo>
                  <a:lnTo>
                    <a:pt x="25" y="84"/>
                  </a:lnTo>
                  <a:lnTo>
                    <a:pt x="25" y="84"/>
                  </a:lnTo>
                  <a:lnTo>
                    <a:pt x="29" y="85"/>
                  </a:lnTo>
                  <a:lnTo>
                    <a:pt x="31" y="88"/>
                  </a:lnTo>
                  <a:lnTo>
                    <a:pt x="31" y="88"/>
                  </a:lnTo>
                  <a:lnTo>
                    <a:pt x="29" y="91"/>
                  </a:lnTo>
                  <a:lnTo>
                    <a:pt x="25" y="92"/>
                  </a:lnTo>
                  <a:lnTo>
                    <a:pt x="4" y="92"/>
                  </a:lnTo>
                  <a:lnTo>
                    <a:pt x="4" y="92"/>
                  </a:lnTo>
                  <a:lnTo>
                    <a:pt x="1" y="91"/>
                  </a:lnTo>
                  <a:lnTo>
                    <a:pt x="0" y="88"/>
                  </a:lnTo>
                  <a:lnTo>
                    <a:pt x="0" y="88"/>
                  </a:lnTo>
                  <a:lnTo>
                    <a:pt x="1" y="85"/>
                  </a:lnTo>
                  <a:lnTo>
                    <a:pt x="4" y="84"/>
                  </a:lnTo>
                  <a:lnTo>
                    <a:pt x="4" y="84"/>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9" name="íṣļîďê">
              <a:extLst>
                <a:ext uri="{FF2B5EF4-FFF2-40B4-BE49-F238E27FC236}">
                  <a16:creationId xmlns:a16="http://schemas.microsoft.com/office/drawing/2014/main" id="{C2E57307-7BDB-4C9F-A1D7-7472C8E63E81}"/>
                </a:ext>
              </a:extLst>
            </p:cNvPr>
            <p:cNvSpPr/>
            <p:nvPr/>
          </p:nvSpPr>
          <p:spPr bwMode="auto">
            <a:xfrm>
              <a:off x="6177769" y="1723471"/>
              <a:ext cx="378687" cy="547948"/>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0" name="ïṡľïḋé">
              <a:extLst>
                <a:ext uri="{FF2B5EF4-FFF2-40B4-BE49-F238E27FC236}">
                  <a16:creationId xmlns:a16="http://schemas.microsoft.com/office/drawing/2014/main" id="{6149B9A7-B0B2-4801-9D7A-4DFF9808FA51}"/>
                </a:ext>
              </a:extLst>
            </p:cNvPr>
            <p:cNvGrpSpPr/>
            <p:nvPr/>
          </p:nvGrpSpPr>
          <p:grpSpPr>
            <a:xfrm>
              <a:off x="6484743" y="1646830"/>
              <a:ext cx="328484" cy="199384"/>
              <a:chOff x="3143251" y="1577975"/>
              <a:chExt cx="363538" cy="220663"/>
            </a:xfrm>
            <a:solidFill>
              <a:srgbClr val="FF8F29"/>
            </a:solidFill>
          </p:grpSpPr>
          <p:sp>
            <p:nvSpPr>
              <p:cNvPr id="278" name="ïṩliḓè">
                <a:extLst>
                  <a:ext uri="{FF2B5EF4-FFF2-40B4-BE49-F238E27FC236}">
                    <a16:creationId xmlns:a16="http://schemas.microsoft.com/office/drawing/2014/main" id="{A27FDAFE-043A-4351-A4CF-DB15274E94D0}"/>
                  </a:ext>
                </a:extLst>
              </p:cNvPr>
              <p:cNvSpPr/>
              <p:nvPr/>
            </p:nvSpPr>
            <p:spPr bwMode="auto">
              <a:xfrm>
                <a:off x="3143251" y="1577975"/>
                <a:ext cx="215900" cy="212725"/>
              </a:xfrm>
              <a:custGeom>
                <a:avLst/>
                <a:gdLst>
                  <a:gd name="T0" fmla="*/ 68 w 136"/>
                  <a:gd name="T1" fmla="*/ 0 h 134"/>
                  <a:gd name="T2" fmla="*/ 94 w 136"/>
                  <a:gd name="T3" fmla="*/ 4 h 134"/>
                  <a:gd name="T4" fmla="*/ 106 w 136"/>
                  <a:gd name="T5" fmla="*/ 11 h 134"/>
                  <a:gd name="T6" fmla="*/ 125 w 136"/>
                  <a:gd name="T7" fmla="*/ 28 h 134"/>
                  <a:gd name="T8" fmla="*/ 134 w 136"/>
                  <a:gd name="T9" fmla="*/ 53 h 134"/>
                  <a:gd name="T10" fmla="*/ 134 w 136"/>
                  <a:gd name="T11" fmla="*/ 79 h 134"/>
                  <a:gd name="T12" fmla="*/ 131 w 136"/>
                  <a:gd name="T13" fmla="*/ 92 h 134"/>
                  <a:gd name="T14" fmla="*/ 121 w 136"/>
                  <a:gd name="T15" fmla="*/ 110 h 134"/>
                  <a:gd name="T16" fmla="*/ 106 w 136"/>
                  <a:gd name="T17" fmla="*/ 123 h 134"/>
                  <a:gd name="T18" fmla="*/ 88 w 136"/>
                  <a:gd name="T19" fmla="*/ 131 h 134"/>
                  <a:gd name="T20" fmla="*/ 68 w 136"/>
                  <a:gd name="T21" fmla="*/ 134 h 134"/>
                  <a:gd name="T22" fmla="*/ 68 w 136"/>
                  <a:gd name="T23" fmla="*/ 122 h 134"/>
                  <a:gd name="T24" fmla="*/ 84 w 136"/>
                  <a:gd name="T25" fmla="*/ 119 h 134"/>
                  <a:gd name="T26" fmla="*/ 99 w 136"/>
                  <a:gd name="T27" fmla="*/ 112 h 134"/>
                  <a:gd name="T28" fmla="*/ 111 w 136"/>
                  <a:gd name="T29" fmla="*/ 102 h 134"/>
                  <a:gd name="T30" fmla="*/ 119 w 136"/>
                  <a:gd name="T31" fmla="*/ 87 h 134"/>
                  <a:gd name="T32" fmla="*/ 119 w 136"/>
                  <a:gd name="T33" fmla="*/ 87 h 134"/>
                  <a:gd name="T34" fmla="*/ 123 w 136"/>
                  <a:gd name="T35" fmla="*/ 66 h 134"/>
                  <a:gd name="T36" fmla="*/ 119 w 136"/>
                  <a:gd name="T37" fmla="*/ 45 h 134"/>
                  <a:gd name="T38" fmla="*/ 107 w 136"/>
                  <a:gd name="T39" fmla="*/ 28 h 134"/>
                  <a:gd name="T40" fmla="*/ 88 w 136"/>
                  <a:gd name="T41" fmla="*/ 16 h 134"/>
                  <a:gd name="T42" fmla="*/ 79 w 136"/>
                  <a:gd name="T43" fmla="*/ 14 h 134"/>
                  <a:gd name="T44" fmla="*/ 68 w 136"/>
                  <a:gd name="T45" fmla="*/ 0 h 134"/>
                  <a:gd name="T46" fmla="*/ 6 w 136"/>
                  <a:gd name="T47" fmla="*/ 42 h 134"/>
                  <a:gd name="T48" fmla="*/ 16 w 136"/>
                  <a:gd name="T49" fmla="*/ 24 h 134"/>
                  <a:gd name="T50" fmla="*/ 31 w 136"/>
                  <a:gd name="T51" fmla="*/ 11 h 134"/>
                  <a:gd name="T52" fmla="*/ 49 w 136"/>
                  <a:gd name="T53" fmla="*/ 3 h 134"/>
                  <a:gd name="T54" fmla="*/ 68 w 136"/>
                  <a:gd name="T55" fmla="*/ 0 h 134"/>
                  <a:gd name="T56" fmla="*/ 68 w 136"/>
                  <a:gd name="T57" fmla="*/ 12 h 134"/>
                  <a:gd name="T58" fmla="*/ 52 w 136"/>
                  <a:gd name="T59" fmla="*/ 15 h 134"/>
                  <a:gd name="T60" fmla="*/ 38 w 136"/>
                  <a:gd name="T61" fmla="*/ 22 h 134"/>
                  <a:gd name="T62" fmla="*/ 26 w 136"/>
                  <a:gd name="T63" fmla="*/ 33 h 134"/>
                  <a:gd name="T64" fmla="*/ 18 w 136"/>
                  <a:gd name="T65" fmla="*/ 46 h 134"/>
                  <a:gd name="T66" fmla="*/ 14 w 136"/>
                  <a:gd name="T67" fmla="*/ 57 h 134"/>
                  <a:gd name="T68" fmla="*/ 15 w 136"/>
                  <a:gd name="T69" fmla="*/ 79 h 134"/>
                  <a:gd name="T70" fmla="*/ 23 w 136"/>
                  <a:gd name="T71" fmla="*/ 98 h 134"/>
                  <a:gd name="T72" fmla="*/ 38 w 136"/>
                  <a:gd name="T73" fmla="*/ 112 h 134"/>
                  <a:gd name="T74" fmla="*/ 48 w 136"/>
                  <a:gd name="T75" fmla="*/ 118 h 134"/>
                  <a:gd name="T76" fmla="*/ 68 w 136"/>
                  <a:gd name="T77" fmla="*/ 122 h 134"/>
                  <a:gd name="T78" fmla="*/ 68 w 136"/>
                  <a:gd name="T79" fmla="*/ 134 h 134"/>
                  <a:gd name="T80" fmla="*/ 43 w 136"/>
                  <a:gd name="T81" fmla="*/ 130 h 134"/>
                  <a:gd name="T82" fmla="*/ 31 w 136"/>
                  <a:gd name="T83" fmla="*/ 123 h 134"/>
                  <a:gd name="T84" fmla="*/ 12 w 136"/>
                  <a:gd name="T85" fmla="*/ 104 h 134"/>
                  <a:gd name="T86" fmla="*/ 3 w 136"/>
                  <a:gd name="T87" fmla="*/ 81 h 134"/>
                  <a:gd name="T88" fmla="*/ 1 w 136"/>
                  <a:gd name="T89" fmla="*/ 56 h 134"/>
                  <a:gd name="T90" fmla="*/ 6 w 136"/>
                  <a:gd name="T91" fmla="*/ 4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134">
                    <a:moveTo>
                      <a:pt x="68" y="0"/>
                    </a:moveTo>
                    <a:lnTo>
                      <a:pt x="68" y="0"/>
                    </a:lnTo>
                    <a:lnTo>
                      <a:pt x="81" y="0"/>
                    </a:lnTo>
                    <a:lnTo>
                      <a:pt x="94" y="4"/>
                    </a:lnTo>
                    <a:lnTo>
                      <a:pt x="94" y="4"/>
                    </a:lnTo>
                    <a:lnTo>
                      <a:pt x="106" y="11"/>
                    </a:lnTo>
                    <a:lnTo>
                      <a:pt x="115" y="19"/>
                    </a:lnTo>
                    <a:lnTo>
                      <a:pt x="125" y="28"/>
                    </a:lnTo>
                    <a:lnTo>
                      <a:pt x="130" y="41"/>
                    </a:lnTo>
                    <a:lnTo>
                      <a:pt x="134" y="53"/>
                    </a:lnTo>
                    <a:lnTo>
                      <a:pt x="136" y="65"/>
                    </a:lnTo>
                    <a:lnTo>
                      <a:pt x="134" y="79"/>
                    </a:lnTo>
                    <a:lnTo>
                      <a:pt x="131" y="92"/>
                    </a:lnTo>
                    <a:lnTo>
                      <a:pt x="131" y="92"/>
                    </a:lnTo>
                    <a:lnTo>
                      <a:pt x="126" y="102"/>
                    </a:lnTo>
                    <a:lnTo>
                      <a:pt x="121" y="110"/>
                    </a:lnTo>
                    <a:lnTo>
                      <a:pt x="114" y="116"/>
                    </a:lnTo>
                    <a:lnTo>
                      <a:pt x="106" y="123"/>
                    </a:lnTo>
                    <a:lnTo>
                      <a:pt x="98" y="129"/>
                    </a:lnTo>
                    <a:lnTo>
                      <a:pt x="88" y="131"/>
                    </a:lnTo>
                    <a:lnTo>
                      <a:pt x="79" y="134"/>
                    </a:lnTo>
                    <a:lnTo>
                      <a:pt x="68" y="134"/>
                    </a:lnTo>
                    <a:lnTo>
                      <a:pt x="68" y="122"/>
                    </a:lnTo>
                    <a:lnTo>
                      <a:pt x="68" y="122"/>
                    </a:lnTo>
                    <a:lnTo>
                      <a:pt x="76" y="122"/>
                    </a:lnTo>
                    <a:lnTo>
                      <a:pt x="84" y="119"/>
                    </a:lnTo>
                    <a:lnTo>
                      <a:pt x="92" y="116"/>
                    </a:lnTo>
                    <a:lnTo>
                      <a:pt x="99" y="112"/>
                    </a:lnTo>
                    <a:lnTo>
                      <a:pt x="104" y="108"/>
                    </a:lnTo>
                    <a:lnTo>
                      <a:pt x="111" y="102"/>
                    </a:lnTo>
                    <a:lnTo>
                      <a:pt x="115" y="95"/>
                    </a:lnTo>
                    <a:lnTo>
                      <a:pt x="119" y="87"/>
                    </a:lnTo>
                    <a:lnTo>
                      <a:pt x="119" y="87"/>
                    </a:lnTo>
                    <a:lnTo>
                      <a:pt x="119" y="87"/>
                    </a:lnTo>
                    <a:lnTo>
                      <a:pt x="122" y="77"/>
                    </a:lnTo>
                    <a:lnTo>
                      <a:pt x="123" y="66"/>
                    </a:lnTo>
                    <a:lnTo>
                      <a:pt x="122" y="56"/>
                    </a:lnTo>
                    <a:lnTo>
                      <a:pt x="119" y="45"/>
                    </a:lnTo>
                    <a:lnTo>
                      <a:pt x="114" y="37"/>
                    </a:lnTo>
                    <a:lnTo>
                      <a:pt x="107" y="28"/>
                    </a:lnTo>
                    <a:lnTo>
                      <a:pt x="99" y="22"/>
                    </a:lnTo>
                    <a:lnTo>
                      <a:pt x="88" y="16"/>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8" y="12"/>
                    </a:lnTo>
                    <a:lnTo>
                      <a:pt x="60" y="12"/>
                    </a:lnTo>
                    <a:lnTo>
                      <a:pt x="52" y="15"/>
                    </a:lnTo>
                    <a:lnTo>
                      <a:pt x="45" y="18"/>
                    </a:lnTo>
                    <a:lnTo>
                      <a:pt x="38" y="22"/>
                    </a:lnTo>
                    <a:lnTo>
                      <a:pt x="31" y="26"/>
                    </a:lnTo>
                    <a:lnTo>
                      <a:pt x="26" y="33"/>
                    </a:lnTo>
                    <a:lnTo>
                      <a:pt x="20" y="39"/>
                    </a:lnTo>
                    <a:lnTo>
                      <a:pt x="18" y="46"/>
                    </a:lnTo>
                    <a:lnTo>
                      <a:pt x="18" y="46"/>
                    </a:lnTo>
                    <a:lnTo>
                      <a:pt x="14" y="57"/>
                    </a:lnTo>
                    <a:lnTo>
                      <a:pt x="14" y="68"/>
                    </a:lnTo>
                    <a:lnTo>
                      <a:pt x="15" y="79"/>
                    </a:lnTo>
                    <a:lnTo>
                      <a:pt x="18" y="88"/>
                    </a:lnTo>
                    <a:lnTo>
                      <a:pt x="23" y="98"/>
                    </a:lnTo>
                    <a:lnTo>
                      <a:pt x="30" y="106"/>
                    </a:lnTo>
                    <a:lnTo>
                      <a:pt x="38" y="112"/>
                    </a:lnTo>
                    <a:lnTo>
                      <a:pt x="48" y="118"/>
                    </a:lnTo>
                    <a:lnTo>
                      <a:pt x="48" y="118"/>
                    </a:lnTo>
                    <a:lnTo>
                      <a:pt x="58" y="121"/>
                    </a:lnTo>
                    <a:lnTo>
                      <a:pt x="68" y="122"/>
                    </a:lnTo>
                    <a:lnTo>
                      <a:pt x="68" y="134"/>
                    </a:lnTo>
                    <a:lnTo>
                      <a:pt x="68" y="134"/>
                    </a:lnTo>
                    <a:lnTo>
                      <a:pt x="56" y="133"/>
                    </a:lnTo>
                    <a:lnTo>
                      <a:pt x="43" y="130"/>
                    </a:lnTo>
                    <a:lnTo>
                      <a:pt x="43" y="130"/>
                    </a:lnTo>
                    <a:lnTo>
                      <a:pt x="31" y="123"/>
                    </a:lnTo>
                    <a:lnTo>
                      <a:pt x="20" y="115"/>
                    </a:lnTo>
                    <a:lnTo>
                      <a:pt x="12" y="104"/>
                    </a:lnTo>
                    <a:lnTo>
                      <a:pt x="6" y="93"/>
                    </a:lnTo>
                    <a:lnTo>
                      <a:pt x="3" y="81"/>
                    </a:lnTo>
                    <a:lnTo>
                      <a:pt x="0" y="68"/>
                    </a:lnTo>
                    <a:lnTo>
                      <a:pt x="1" y="56"/>
                    </a:lnTo>
                    <a:lnTo>
                      <a:pt x="6" y="42"/>
                    </a:lnTo>
                    <a:lnTo>
                      <a:pt x="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9" name="íşḻîḓè">
                <a:extLst>
                  <a:ext uri="{FF2B5EF4-FFF2-40B4-BE49-F238E27FC236}">
                    <a16:creationId xmlns:a16="http://schemas.microsoft.com/office/drawing/2014/main" id="{CC3E0A16-A93D-4B76-BA0D-F6FE669AFD4D}"/>
                  </a:ext>
                </a:extLst>
              </p:cNvPr>
              <p:cNvSpPr/>
              <p:nvPr/>
            </p:nvSpPr>
            <p:spPr bwMode="auto">
              <a:xfrm>
                <a:off x="3335338" y="1706563"/>
                <a:ext cx="106363" cy="65088"/>
              </a:xfrm>
              <a:custGeom>
                <a:avLst/>
                <a:gdLst>
                  <a:gd name="T0" fmla="*/ 61 w 67"/>
                  <a:gd name="T1" fmla="*/ 41 h 41"/>
                  <a:gd name="T2" fmla="*/ 67 w 67"/>
                  <a:gd name="T3" fmla="*/ 25 h 41"/>
                  <a:gd name="T4" fmla="*/ 6 w 67"/>
                  <a:gd name="T5" fmla="*/ 0 h 41"/>
                  <a:gd name="T6" fmla="*/ 0 w 67"/>
                  <a:gd name="T7" fmla="*/ 17 h 41"/>
                  <a:gd name="T8" fmla="*/ 61 w 67"/>
                  <a:gd name="T9" fmla="*/ 41 h 41"/>
                </a:gdLst>
                <a:ahLst/>
                <a:cxnLst>
                  <a:cxn ang="0">
                    <a:pos x="T0" y="T1"/>
                  </a:cxn>
                  <a:cxn ang="0">
                    <a:pos x="T2" y="T3"/>
                  </a:cxn>
                  <a:cxn ang="0">
                    <a:pos x="T4" y="T5"/>
                  </a:cxn>
                  <a:cxn ang="0">
                    <a:pos x="T6" y="T7"/>
                  </a:cxn>
                  <a:cxn ang="0">
                    <a:pos x="T8" y="T9"/>
                  </a:cxn>
                </a:cxnLst>
                <a:rect l="0" t="0" r="r" b="b"/>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0" name="ísḷíḓè">
                <a:extLst>
                  <a:ext uri="{FF2B5EF4-FFF2-40B4-BE49-F238E27FC236}">
                    <a16:creationId xmlns:a16="http://schemas.microsoft.com/office/drawing/2014/main" id="{F45F658E-DFDB-44B9-94B3-E215D870130C}"/>
                  </a:ext>
                </a:extLst>
              </p:cNvPr>
              <p:cNvSpPr/>
              <p:nvPr/>
            </p:nvSpPr>
            <p:spPr bwMode="auto">
              <a:xfrm>
                <a:off x="3368676" y="1717675"/>
                <a:ext cx="138113" cy="80963"/>
              </a:xfrm>
              <a:custGeom>
                <a:avLst/>
                <a:gdLst>
                  <a:gd name="T0" fmla="*/ 67 w 87"/>
                  <a:gd name="T1" fmla="*/ 51 h 51"/>
                  <a:gd name="T2" fmla="*/ 67 w 87"/>
                  <a:gd name="T3" fmla="*/ 51 h 51"/>
                  <a:gd name="T4" fmla="*/ 73 w 87"/>
                  <a:gd name="T5" fmla="*/ 51 h 51"/>
                  <a:gd name="T6" fmla="*/ 79 w 87"/>
                  <a:gd name="T7" fmla="*/ 51 h 51"/>
                  <a:gd name="T8" fmla="*/ 83 w 87"/>
                  <a:gd name="T9" fmla="*/ 47 h 51"/>
                  <a:gd name="T10" fmla="*/ 86 w 87"/>
                  <a:gd name="T11" fmla="*/ 43 h 51"/>
                  <a:gd name="T12" fmla="*/ 86 w 87"/>
                  <a:gd name="T13" fmla="*/ 43 h 51"/>
                  <a:gd name="T14" fmla="*/ 87 w 87"/>
                  <a:gd name="T15" fmla="*/ 37 h 51"/>
                  <a:gd name="T16" fmla="*/ 86 w 87"/>
                  <a:gd name="T17" fmla="*/ 31 h 51"/>
                  <a:gd name="T18" fmla="*/ 83 w 87"/>
                  <a:gd name="T19" fmla="*/ 27 h 51"/>
                  <a:gd name="T20" fmla="*/ 78 w 87"/>
                  <a:gd name="T21" fmla="*/ 24 h 51"/>
                  <a:gd name="T22" fmla="*/ 21 w 87"/>
                  <a:gd name="T23" fmla="*/ 1 h 51"/>
                  <a:gd name="T24" fmla="*/ 21 w 87"/>
                  <a:gd name="T25" fmla="*/ 1 h 51"/>
                  <a:gd name="T26" fmla="*/ 15 w 87"/>
                  <a:gd name="T27" fmla="*/ 0 h 51"/>
                  <a:gd name="T28" fmla="*/ 10 w 87"/>
                  <a:gd name="T29" fmla="*/ 1 h 51"/>
                  <a:gd name="T30" fmla="*/ 4 w 87"/>
                  <a:gd name="T31" fmla="*/ 4 h 51"/>
                  <a:gd name="T32" fmla="*/ 2 w 87"/>
                  <a:gd name="T33" fmla="*/ 10 h 51"/>
                  <a:gd name="T34" fmla="*/ 2 w 87"/>
                  <a:gd name="T35" fmla="*/ 10 h 51"/>
                  <a:gd name="T36" fmla="*/ 0 w 87"/>
                  <a:gd name="T37" fmla="*/ 15 h 51"/>
                  <a:gd name="T38" fmla="*/ 2 w 87"/>
                  <a:gd name="T39" fmla="*/ 20 h 51"/>
                  <a:gd name="T40" fmla="*/ 4 w 87"/>
                  <a:gd name="T41" fmla="*/ 24 h 51"/>
                  <a:gd name="T42" fmla="*/ 10 w 87"/>
                  <a:gd name="T43" fmla="*/ 28 h 51"/>
                  <a:gd name="T44" fmla="*/ 67 w 87"/>
                  <a:gd name="T45"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 h="51">
                    <a:moveTo>
                      <a:pt x="67" y="51"/>
                    </a:moveTo>
                    <a:lnTo>
                      <a:pt x="67" y="51"/>
                    </a:lnTo>
                    <a:lnTo>
                      <a:pt x="73" y="51"/>
                    </a:lnTo>
                    <a:lnTo>
                      <a:pt x="79" y="51"/>
                    </a:lnTo>
                    <a:lnTo>
                      <a:pt x="83" y="47"/>
                    </a:lnTo>
                    <a:lnTo>
                      <a:pt x="86" y="43"/>
                    </a:lnTo>
                    <a:lnTo>
                      <a:pt x="86" y="43"/>
                    </a:lnTo>
                    <a:lnTo>
                      <a:pt x="87" y="37"/>
                    </a:lnTo>
                    <a:lnTo>
                      <a:pt x="86" y="31"/>
                    </a:lnTo>
                    <a:lnTo>
                      <a:pt x="83" y="27"/>
                    </a:lnTo>
                    <a:lnTo>
                      <a:pt x="78" y="24"/>
                    </a:lnTo>
                    <a:lnTo>
                      <a:pt x="21" y="1"/>
                    </a:lnTo>
                    <a:lnTo>
                      <a:pt x="21" y="1"/>
                    </a:lnTo>
                    <a:lnTo>
                      <a:pt x="15" y="0"/>
                    </a:lnTo>
                    <a:lnTo>
                      <a:pt x="10" y="1"/>
                    </a:lnTo>
                    <a:lnTo>
                      <a:pt x="4" y="4"/>
                    </a:lnTo>
                    <a:lnTo>
                      <a:pt x="2" y="10"/>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1" name="íṡḻîḓê">
              <a:extLst>
                <a:ext uri="{FF2B5EF4-FFF2-40B4-BE49-F238E27FC236}">
                  <a16:creationId xmlns:a16="http://schemas.microsoft.com/office/drawing/2014/main" id="{68F7398C-67A5-4239-929B-6BF00E11ABA7}"/>
                </a:ext>
              </a:extLst>
            </p:cNvPr>
            <p:cNvSpPr/>
            <p:nvPr/>
          </p:nvSpPr>
          <p:spPr bwMode="auto">
            <a:xfrm>
              <a:off x="6496210" y="2806456"/>
              <a:ext cx="394464" cy="140574"/>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2" name="işľïḋe">
              <a:extLst>
                <a:ext uri="{FF2B5EF4-FFF2-40B4-BE49-F238E27FC236}">
                  <a16:creationId xmlns:a16="http://schemas.microsoft.com/office/drawing/2014/main" id="{16E72C02-2158-43BF-8903-C7184B867EAB}"/>
                </a:ext>
              </a:extLst>
            </p:cNvPr>
            <p:cNvGrpSpPr/>
            <p:nvPr/>
          </p:nvGrpSpPr>
          <p:grpSpPr>
            <a:xfrm>
              <a:off x="5014456" y="3160141"/>
              <a:ext cx="223770" cy="282580"/>
              <a:chOff x="1516063" y="3252788"/>
              <a:chExt cx="247651" cy="312737"/>
            </a:xfrm>
            <a:solidFill>
              <a:srgbClr val="00A99D"/>
            </a:solidFill>
          </p:grpSpPr>
          <p:sp>
            <p:nvSpPr>
              <p:cNvPr id="275" name="îṧḻiďê">
                <a:extLst>
                  <a:ext uri="{FF2B5EF4-FFF2-40B4-BE49-F238E27FC236}">
                    <a16:creationId xmlns:a16="http://schemas.microsoft.com/office/drawing/2014/main" id="{0A54A4D5-43D4-4216-B520-50E08B768F99}"/>
                  </a:ext>
                </a:extLst>
              </p:cNvPr>
              <p:cNvSpPr/>
              <p:nvPr/>
            </p:nvSpPr>
            <p:spPr bwMode="auto">
              <a:xfrm>
                <a:off x="1527176" y="3263900"/>
                <a:ext cx="236538" cy="301625"/>
              </a:xfrm>
              <a:custGeom>
                <a:avLst/>
                <a:gdLst>
                  <a:gd name="T0" fmla="*/ 0 w 149"/>
                  <a:gd name="T1" fmla="*/ 33 h 190"/>
                  <a:gd name="T2" fmla="*/ 7 w 149"/>
                  <a:gd name="T3" fmla="*/ 28 h 190"/>
                  <a:gd name="T4" fmla="*/ 96 w 149"/>
                  <a:gd name="T5" fmla="*/ 171 h 190"/>
                  <a:gd name="T6" fmla="*/ 96 w 149"/>
                  <a:gd name="T7" fmla="*/ 171 h 190"/>
                  <a:gd name="T8" fmla="*/ 99 w 149"/>
                  <a:gd name="T9" fmla="*/ 176 h 190"/>
                  <a:gd name="T10" fmla="*/ 101 w 149"/>
                  <a:gd name="T11" fmla="*/ 178 h 190"/>
                  <a:gd name="T12" fmla="*/ 105 w 149"/>
                  <a:gd name="T13" fmla="*/ 180 h 190"/>
                  <a:gd name="T14" fmla="*/ 109 w 149"/>
                  <a:gd name="T15" fmla="*/ 181 h 190"/>
                  <a:gd name="T16" fmla="*/ 114 w 149"/>
                  <a:gd name="T17" fmla="*/ 181 h 190"/>
                  <a:gd name="T18" fmla="*/ 119 w 149"/>
                  <a:gd name="T19" fmla="*/ 181 h 190"/>
                  <a:gd name="T20" fmla="*/ 123 w 149"/>
                  <a:gd name="T21" fmla="*/ 180 h 190"/>
                  <a:gd name="T22" fmla="*/ 127 w 149"/>
                  <a:gd name="T23" fmla="*/ 177 h 190"/>
                  <a:gd name="T24" fmla="*/ 127 w 149"/>
                  <a:gd name="T25" fmla="*/ 177 h 190"/>
                  <a:gd name="T26" fmla="*/ 131 w 149"/>
                  <a:gd name="T27" fmla="*/ 174 h 190"/>
                  <a:gd name="T28" fmla="*/ 135 w 149"/>
                  <a:gd name="T29" fmla="*/ 171 h 190"/>
                  <a:gd name="T30" fmla="*/ 137 w 149"/>
                  <a:gd name="T31" fmla="*/ 167 h 190"/>
                  <a:gd name="T32" fmla="*/ 138 w 149"/>
                  <a:gd name="T33" fmla="*/ 163 h 190"/>
                  <a:gd name="T34" fmla="*/ 139 w 149"/>
                  <a:gd name="T35" fmla="*/ 159 h 190"/>
                  <a:gd name="T36" fmla="*/ 139 w 149"/>
                  <a:gd name="T37" fmla="*/ 155 h 190"/>
                  <a:gd name="T38" fmla="*/ 138 w 149"/>
                  <a:gd name="T39" fmla="*/ 150 h 190"/>
                  <a:gd name="T40" fmla="*/ 137 w 149"/>
                  <a:gd name="T41" fmla="*/ 146 h 190"/>
                  <a:gd name="T42" fmla="*/ 49 w 149"/>
                  <a:gd name="T43" fmla="*/ 4 h 190"/>
                  <a:gd name="T44" fmla="*/ 54 w 149"/>
                  <a:gd name="T45" fmla="*/ 0 h 190"/>
                  <a:gd name="T46" fmla="*/ 145 w 149"/>
                  <a:gd name="T47" fmla="*/ 144 h 190"/>
                  <a:gd name="T48" fmla="*/ 145 w 149"/>
                  <a:gd name="T49" fmla="*/ 144 h 190"/>
                  <a:gd name="T50" fmla="*/ 147 w 149"/>
                  <a:gd name="T51" fmla="*/ 150 h 190"/>
                  <a:gd name="T52" fmla="*/ 149 w 149"/>
                  <a:gd name="T53" fmla="*/ 155 h 190"/>
                  <a:gd name="T54" fmla="*/ 149 w 149"/>
                  <a:gd name="T55" fmla="*/ 161 h 190"/>
                  <a:gd name="T56" fmla="*/ 147 w 149"/>
                  <a:gd name="T57" fmla="*/ 166 h 190"/>
                  <a:gd name="T58" fmla="*/ 145 w 149"/>
                  <a:gd name="T59" fmla="*/ 171 h 190"/>
                  <a:gd name="T60" fmla="*/ 142 w 149"/>
                  <a:gd name="T61" fmla="*/ 177 h 190"/>
                  <a:gd name="T62" fmla="*/ 138 w 149"/>
                  <a:gd name="T63" fmla="*/ 181 h 190"/>
                  <a:gd name="T64" fmla="*/ 133 w 149"/>
                  <a:gd name="T65" fmla="*/ 185 h 190"/>
                  <a:gd name="T66" fmla="*/ 133 w 149"/>
                  <a:gd name="T67" fmla="*/ 185 h 190"/>
                  <a:gd name="T68" fmla="*/ 127 w 149"/>
                  <a:gd name="T69" fmla="*/ 188 h 190"/>
                  <a:gd name="T70" fmla="*/ 120 w 149"/>
                  <a:gd name="T71" fmla="*/ 190 h 190"/>
                  <a:gd name="T72" fmla="*/ 115 w 149"/>
                  <a:gd name="T73" fmla="*/ 190 h 190"/>
                  <a:gd name="T74" fmla="*/ 108 w 149"/>
                  <a:gd name="T75" fmla="*/ 190 h 190"/>
                  <a:gd name="T76" fmla="*/ 103 w 149"/>
                  <a:gd name="T77" fmla="*/ 189 h 190"/>
                  <a:gd name="T78" fmla="*/ 97 w 149"/>
                  <a:gd name="T79" fmla="*/ 186 h 190"/>
                  <a:gd name="T80" fmla="*/ 93 w 149"/>
                  <a:gd name="T81" fmla="*/ 182 h 190"/>
                  <a:gd name="T82" fmla="*/ 91 w 149"/>
                  <a:gd name="T83" fmla="*/ 178 h 190"/>
                  <a:gd name="T84" fmla="*/ 0 w 149"/>
                  <a:gd name="T8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9" h="190">
                    <a:moveTo>
                      <a:pt x="0" y="33"/>
                    </a:moveTo>
                    <a:lnTo>
                      <a:pt x="7" y="28"/>
                    </a:lnTo>
                    <a:lnTo>
                      <a:pt x="96" y="171"/>
                    </a:lnTo>
                    <a:lnTo>
                      <a:pt x="96" y="171"/>
                    </a:lnTo>
                    <a:lnTo>
                      <a:pt x="99" y="176"/>
                    </a:lnTo>
                    <a:lnTo>
                      <a:pt x="101" y="178"/>
                    </a:lnTo>
                    <a:lnTo>
                      <a:pt x="105" y="180"/>
                    </a:lnTo>
                    <a:lnTo>
                      <a:pt x="109" y="181"/>
                    </a:lnTo>
                    <a:lnTo>
                      <a:pt x="114" y="181"/>
                    </a:lnTo>
                    <a:lnTo>
                      <a:pt x="119" y="181"/>
                    </a:lnTo>
                    <a:lnTo>
                      <a:pt x="123" y="180"/>
                    </a:lnTo>
                    <a:lnTo>
                      <a:pt x="127" y="177"/>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5" y="144"/>
                    </a:lnTo>
                    <a:lnTo>
                      <a:pt x="147" y="150"/>
                    </a:lnTo>
                    <a:lnTo>
                      <a:pt x="149" y="155"/>
                    </a:lnTo>
                    <a:lnTo>
                      <a:pt x="149" y="161"/>
                    </a:lnTo>
                    <a:lnTo>
                      <a:pt x="147" y="166"/>
                    </a:lnTo>
                    <a:lnTo>
                      <a:pt x="145" y="171"/>
                    </a:lnTo>
                    <a:lnTo>
                      <a:pt x="142" y="177"/>
                    </a:lnTo>
                    <a:lnTo>
                      <a:pt x="138" y="181"/>
                    </a:lnTo>
                    <a:lnTo>
                      <a:pt x="133" y="185"/>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6" name="íSḷide">
                <a:extLst>
                  <a:ext uri="{FF2B5EF4-FFF2-40B4-BE49-F238E27FC236}">
                    <a16:creationId xmlns:a16="http://schemas.microsoft.com/office/drawing/2014/main" id="{3B7B818B-2B52-4A2C-8BBC-B0A85A3BDF9B}"/>
                  </a:ext>
                </a:extLst>
              </p:cNvPr>
              <p:cNvSpPr/>
              <p:nvPr/>
            </p:nvSpPr>
            <p:spPr bwMode="auto">
              <a:xfrm>
                <a:off x="1516063" y="3252788"/>
                <a:ext cx="114300" cy="79375"/>
              </a:xfrm>
              <a:custGeom>
                <a:avLst/>
                <a:gdLst>
                  <a:gd name="T0" fmla="*/ 0 w 72"/>
                  <a:gd name="T1" fmla="*/ 47 h 50"/>
                  <a:gd name="T2" fmla="*/ 0 w 72"/>
                  <a:gd name="T3" fmla="*/ 47 h 50"/>
                  <a:gd name="T4" fmla="*/ 1 w 72"/>
                  <a:gd name="T5" fmla="*/ 49 h 50"/>
                  <a:gd name="T6" fmla="*/ 4 w 72"/>
                  <a:gd name="T7" fmla="*/ 50 h 50"/>
                  <a:gd name="T8" fmla="*/ 5 w 72"/>
                  <a:gd name="T9" fmla="*/ 50 h 50"/>
                  <a:gd name="T10" fmla="*/ 8 w 72"/>
                  <a:gd name="T11" fmla="*/ 49 h 50"/>
                  <a:gd name="T12" fmla="*/ 69 w 72"/>
                  <a:gd name="T13" fmla="*/ 11 h 50"/>
                  <a:gd name="T14" fmla="*/ 69 w 72"/>
                  <a:gd name="T15" fmla="*/ 11 h 50"/>
                  <a:gd name="T16" fmla="*/ 70 w 72"/>
                  <a:gd name="T17" fmla="*/ 9 h 50"/>
                  <a:gd name="T18" fmla="*/ 72 w 72"/>
                  <a:gd name="T19" fmla="*/ 8 h 50"/>
                  <a:gd name="T20" fmla="*/ 72 w 72"/>
                  <a:gd name="T21" fmla="*/ 5 h 50"/>
                  <a:gd name="T22" fmla="*/ 70 w 72"/>
                  <a:gd name="T23" fmla="*/ 2 h 50"/>
                  <a:gd name="T24" fmla="*/ 70 w 72"/>
                  <a:gd name="T25" fmla="*/ 2 h 50"/>
                  <a:gd name="T26" fmla="*/ 69 w 72"/>
                  <a:gd name="T27" fmla="*/ 1 h 50"/>
                  <a:gd name="T28" fmla="*/ 68 w 72"/>
                  <a:gd name="T29" fmla="*/ 0 h 50"/>
                  <a:gd name="T30" fmla="*/ 65 w 72"/>
                  <a:gd name="T31" fmla="*/ 0 h 50"/>
                  <a:gd name="T32" fmla="*/ 64 w 72"/>
                  <a:gd name="T33" fmla="*/ 1 h 50"/>
                  <a:gd name="T34" fmla="*/ 1 w 72"/>
                  <a:gd name="T35" fmla="*/ 39 h 50"/>
                  <a:gd name="T36" fmla="*/ 1 w 72"/>
                  <a:gd name="T37" fmla="*/ 39 h 50"/>
                  <a:gd name="T38" fmla="*/ 0 w 72"/>
                  <a:gd name="T39" fmla="*/ 40 h 50"/>
                  <a:gd name="T40" fmla="*/ 0 w 72"/>
                  <a:gd name="T41" fmla="*/ 43 h 50"/>
                  <a:gd name="T42" fmla="*/ 0 w 72"/>
                  <a:gd name="T43" fmla="*/ 44 h 50"/>
                  <a:gd name="T44" fmla="*/ 0 w 72"/>
                  <a:gd name="T45" fmla="*/ 47 h 50"/>
                  <a:gd name="T46" fmla="*/ 0 w 72"/>
                  <a:gd name="T4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50">
                    <a:moveTo>
                      <a:pt x="0" y="47"/>
                    </a:moveTo>
                    <a:lnTo>
                      <a:pt x="0" y="47"/>
                    </a:lnTo>
                    <a:lnTo>
                      <a:pt x="1" y="49"/>
                    </a:lnTo>
                    <a:lnTo>
                      <a:pt x="4" y="50"/>
                    </a:lnTo>
                    <a:lnTo>
                      <a:pt x="5" y="50"/>
                    </a:lnTo>
                    <a:lnTo>
                      <a:pt x="8" y="49"/>
                    </a:lnTo>
                    <a:lnTo>
                      <a:pt x="69" y="11"/>
                    </a:lnTo>
                    <a:lnTo>
                      <a:pt x="69" y="11"/>
                    </a:lnTo>
                    <a:lnTo>
                      <a:pt x="70" y="9"/>
                    </a:lnTo>
                    <a:lnTo>
                      <a:pt x="72" y="8"/>
                    </a:lnTo>
                    <a:lnTo>
                      <a:pt x="72" y="5"/>
                    </a:lnTo>
                    <a:lnTo>
                      <a:pt x="70" y="2"/>
                    </a:lnTo>
                    <a:lnTo>
                      <a:pt x="70" y="2"/>
                    </a:lnTo>
                    <a:lnTo>
                      <a:pt x="69" y="1"/>
                    </a:lnTo>
                    <a:lnTo>
                      <a:pt x="68" y="0"/>
                    </a:lnTo>
                    <a:lnTo>
                      <a:pt x="65" y="0"/>
                    </a:lnTo>
                    <a:lnTo>
                      <a:pt x="64" y="1"/>
                    </a:lnTo>
                    <a:lnTo>
                      <a:pt x="1" y="39"/>
                    </a:lnTo>
                    <a:lnTo>
                      <a:pt x="1" y="39"/>
                    </a:lnTo>
                    <a:lnTo>
                      <a:pt x="0" y="40"/>
                    </a:lnTo>
                    <a:lnTo>
                      <a:pt x="0" y="43"/>
                    </a:lnTo>
                    <a:lnTo>
                      <a:pt x="0" y="44"/>
                    </a:lnTo>
                    <a:lnTo>
                      <a:pt x="0" y="47"/>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7" name="í$1íḑe">
                <a:extLst>
                  <a:ext uri="{FF2B5EF4-FFF2-40B4-BE49-F238E27FC236}">
                    <a16:creationId xmlns:a16="http://schemas.microsoft.com/office/drawing/2014/main" id="{C69CB85E-0C3C-46ED-8549-9ED8AD453E47}"/>
                  </a:ext>
                </a:extLst>
              </p:cNvPr>
              <p:cNvSpPr/>
              <p:nvPr/>
            </p:nvSpPr>
            <p:spPr bwMode="auto">
              <a:xfrm>
                <a:off x="1560513" y="3316288"/>
                <a:ext cx="161925" cy="219075"/>
              </a:xfrm>
              <a:custGeom>
                <a:avLst/>
                <a:gdLst>
                  <a:gd name="T0" fmla="*/ 0 w 102"/>
                  <a:gd name="T1" fmla="*/ 6 h 138"/>
                  <a:gd name="T2" fmla="*/ 9 w 102"/>
                  <a:gd name="T3" fmla="*/ 0 h 138"/>
                  <a:gd name="T4" fmla="*/ 88 w 102"/>
                  <a:gd name="T5" fmla="*/ 128 h 138"/>
                  <a:gd name="T6" fmla="*/ 88 w 102"/>
                  <a:gd name="T7" fmla="*/ 128 h 138"/>
                  <a:gd name="T8" fmla="*/ 91 w 102"/>
                  <a:gd name="T9" fmla="*/ 132 h 138"/>
                  <a:gd name="T10" fmla="*/ 94 w 102"/>
                  <a:gd name="T11" fmla="*/ 133 h 138"/>
                  <a:gd name="T12" fmla="*/ 98 w 102"/>
                  <a:gd name="T13" fmla="*/ 134 h 138"/>
                  <a:gd name="T14" fmla="*/ 102 w 102"/>
                  <a:gd name="T15" fmla="*/ 136 h 138"/>
                  <a:gd name="T16" fmla="*/ 102 w 102"/>
                  <a:gd name="T17" fmla="*/ 136 h 138"/>
                  <a:gd name="T18" fmla="*/ 101 w 102"/>
                  <a:gd name="T19" fmla="*/ 136 h 138"/>
                  <a:gd name="T20" fmla="*/ 101 w 102"/>
                  <a:gd name="T21" fmla="*/ 136 h 138"/>
                  <a:gd name="T22" fmla="*/ 95 w 102"/>
                  <a:gd name="T23" fmla="*/ 138 h 138"/>
                  <a:gd name="T24" fmla="*/ 88 w 102"/>
                  <a:gd name="T25" fmla="*/ 138 h 138"/>
                  <a:gd name="T26" fmla="*/ 83 w 102"/>
                  <a:gd name="T27" fmla="*/ 136 h 138"/>
                  <a:gd name="T28" fmla="*/ 79 w 102"/>
                  <a:gd name="T29" fmla="*/ 132 h 138"/>
                  <a:gd name="T30" fmla="*/ 0 w 102"/>
                  <a:gd name="T31" fmla="*/ 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38">
                    <a:moveTo>
                      <a:pt x="0" y="6"/>
                    </a:moveTo>
                    <a:lnTo>
                      <a:pt x="9" y="0"/>
                    </a:lnTo>
                    <a:lnTo>
                      <a:pt x="88" y="128"/>
                    </a:lnTo>
                    <a:lnTo>
                      <a:pt x="88" y="128"/>
                    </a:lnTo>
                    <a:lnTo>
                      <a:pt x="91" y="132"/>
                    </a:lnTo>
                    <a:lnTo>
                      <a:pt x="94" y="133"/>
                    </a:lnTo>
                    <a:lnTo>
                      <a:pt x="98" y="134"/>
                    </a:lnTo>
                    <a:lnTo>
                      <a:pt x="102" y="136"/>
                    </a:lnTo>
                    <a:lnTo>
                      <a:pt x="102" y="136"/>
                    </a:lnTo>
                    <a:lnTo>
                      <a:pt x="101"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3" name="ïṥľïďe">
              <a:extLst>
                <a:ext uri="{FF2B5EF4-FFF2-40B4-BE49-F238E27FC236}">
                  <a16:creationId xmlns:a16="http://schemas.microsoft.com/office/drawing/2014/main" id="{9068C5D9-3E4C-421E-8585-7985568BF31B}"/>
                </a:ext>
              </a:extLst>
            </p:cNvPr>
            <p:cNvSpPr/>
            <p:nvPr/>
          </p:nvSpPr>
          <p:spPr bwMode="auto">
            <a:xfrm>
              <a:off x="5355846" y="2069165"/>
              <a:ext cx="180737" cy="139139"/>
            </a:xfrm>
            <a:custGeom>
              <a:avLst/>
              <a:gdLst>
                <a:gd name="T0" fmla="*/ 124 w 126"/>
                <a:gd name="T1" fmla="*/ 38 h 97"/>
                <a:gd name="T2" fmla="*/ 105 w 126"/>
                <a:gd name="T3" fmla="*/ 15 h 97"/>
                <a:gd name="T4" fmla="*/ 99 w 126"/>
                <a:gd name="T5" fmla="*/ 34 h 97"/>
                <a:gd name="T6" fmla="*/ 111 w 126"/>
                <a:gd name="T7" fmla="*/ 39 h 97"/>
                <a:gd name="T8" fmla="*/ 113 w 126"/>
                <a:gd name="T9" fmla="*/ 55 h 97"/>
                <a:gd name="T10" fmla="*/ 99 w 126"/>
                <a:gd name="T11" fmla="*/ 63 h 97"/>
                <a:gd name="T12" fmla="*/ 113 w 126"/>
                <a:gd name="T13" fmla="*/ 72 h 97"/>
                <a:gd name="T14" fmla="*/ 125 w 126"/>
                <a:gd name="T15" fmla="*/ 58 h 97"/>
                <a:gd name="T16" fmla="*/ 99 w 126"/>
                <a:gd name="T17" fmla="*/ 12 h 97"/>
                <a:gd name="T18" fmla="*/ 40 w 126"/>
                <a:gd name="T19" fmla="*/ 1 h 97"/>
                <a:gd name="T20" fmla="*/ 42 w 126"/>
                <a:gd name="T21" fmla="*/ 5 h 97"/>
                <a:gd name="T22" fmla="*/ 46 w 126"/>
                <a:gd name="T23" fmla="*/ 13 h 97"/>
                <a:gd name="T24" fmla="*/ 40 w 126"/>
                <a:gd name="T25" fmla="*/ 20 h 97"/>
                <a:gd name="T26" fmla="*/ 40 w 126"/>
                <a:gd name="T27" fmla="*/ 84 h 97"/>
                <a:gd name="T28" fmla="*/ 59 w 126"/>
                <a:gd name="T29" fmla="*/ 82 h 97"/>
                <a:gd name="T30" fmla="*/ 79 w 126"/>
                <a:gd name="T31" fmla="*/ 76 h 97"/>
                <a:gd name="T32" fmla="*/ 99 w 126"/>
                <a:gd name="T33" fmla="*/ 63 h 97"/>
                <a:gd name="T34" fmla="*/ 92 w 126"/>
                <a:gd name="T35" fmla="*/ 62 h 97"/>
                <a:gd name="T36" fmla="*/ 86 w 126"/>
                <a:gd name="T37" fmla="*/ 42 h 97"/>
                <a:gd name="T38" fmla="*/ 95 w 126"/>
                <a:gd name="T39" fmla="*/ 35 h 97"/>
                <a:gd name="T40" fmla="*/ 40 w 126"/>
                <a:gd name="T41" fmla="*/ 1 h 97"/>
                <a:gd name="T42" fmla="*/ 33 w 126"/>
                <a:gd name="T43" fmla="*/ 9 h 97"/>
                <a:gd name="T44" fmla="*/ 40 w 126"/>
                <a:gd name="T45" fmla="*/ 1 h 97"/>
                <a:gd name="T46" fmla="*/ 40 w 126"/>
                <a:gd name="T47" fmla="*/ 96 h 97"/>
                <a:gd name="T48" fmla="*/ 38 w 126"/>
                <a:gd name="T49" fmla="*/ 85 h 97"/>
                <a:gd name="T50" fmla="*/ 33 w 126"/>
                <a:gd name="T51" fmla="*/ 97 h 97"/>
                <a:gd name="T52" fmla="*/ 37 w 126"/>
                <a:gd name="T53" fmla="*/ 72 h 97"/>
                <a:gd name="T54" fmla="*/ 33 w 126"/>
                <a:gd name="T55" fmla="*/ 32 h 97"/>
                <a:gd name="T56" fmla="*/ 33 w 126"/>
                <a:gd name="T57" fmla="*/ 15 h 97"/>
                <a:gd name="T58" fmla="*/ 36 w 126"/>
                <a:gd name="T59" fmla="*/ 19 h 97"/>
                <a:gd name="T60" fmla="*/ 33 w 126"/>
                <a:gd name="T61" fmla="*/ 3 h 97"/>
                <a:gd name="T62" fmla="*/ 27 w 126"/>
                <a:gd name="T63" fmla="*/ 20 h 97"/>
                <a:gd name="T64" fmla="*/ 33 w 126"/>
                <a:gd name="T65" fmla="*/ 15 h 97"/>
                <a:gd name="T66" fmla="*/ 33 w 126"/>
                <a:gd name="T67" fmla="*/ 3 h 97"/>
                <a:gd name="T68" fmla="*/ 27 w 126"/>
                <a:gd name="T69" fmla="*/ 97 h 97"/>
                <a:gd name="T70" fmla="*/ 27 w 126"/>
                <a:gd name="T71" fmla="*/ 92 h 97"/>
                <a:gd name="T72" fmla="*/ 33 w 126"/>
                <a:gd name="T73" fmla="*/ 32 h 97"/>
                <a:gd name="T74" fmla="*/ 23 w 126"/>
                <a:gd name="T75" fmla="*/ 69 h 97"/>
                <a:gd name="T76" fmla="*/ 27 w 126"/>
                <a:gd name="T77" fmla="*/ 59 h 97"/>
                <a:gd name="T78" fmla="*/ 26 w 126"/>
                <a:gd name="T79" fmla="*/ 47 h 97"/>
                <a:gd name="T80" fmla="*/ 23 w 126"/>
                <a:gd name="T81" fmla="*/ 39 h 97"/>
                <a:gd name="T82" fmla="*/ 33 w 126"/>
                <a:gd name="T83" fmla="*/ 32 h 97"/>
                <a:gd name="T84" fmla="*/ 17 w 126"/>
                <a:gd name="T85" fmla="*/ 11 h 97"/>
                <a:gd name="T86" fmla="*/ 2 w 126"/>
                <a:gd name="T87" fmla="*/ 40 h 97"/>
                <a:gd name="T88" fmla="*/ 8 w 126"/>
                <a:gd name="T89" fmla="*/ 88 h 97"/>
                <a:gd name="T90" fmla="*/ 23 w 126"/>
                <a:gd name="T91" fmla="*/ 97 h 97"/>
                <a:gd name="T92" fmla="*/ 22 w 126"/>
                <a:gd name="T93" fmla="*/ 91 h 97"/>
                <a:gd name="T94" fmla="*/ 17 w 126"/>
                <a:gd name="T95" fmla="*/ 74 h 97"/>
                <a:gd name="T96" fmla="*/ 23 w 126"/>
                <a:gd name="T97" fmla="*/ 65 h 97"/>
                <a:gd name="T98" fmla="*/ 13 w 126"/>
                <a:gd name="T99" fmla="*/ 65 h 97"/>
                <a:gd name="T100" fmla="*/ 7 w 126"/>
                <a:gd name="T101" fmla="*/ 54 h 97"/>
                <a:gd name="T102" fmla="*/ 14 w 126"/>
                <a:gd name="T103" fmla="*/ 43 h 97"/>
                <a:gd name="T104" fmla="*/ 23 w 126"/>
                <a:gd name="T105" fmla="*/ 39 h 97"/>
                <a:gd name="T106" fmla="*/ 14 w 126"/>
                <a:gd name="T107" fmla="*/ 32 h 97"/>
                <a:gd name="T108" fmla="*/ 14 w 126"/>
                <a:gd name="T109"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 h="97">
                  <a:moveTo>
                    <a:pt x="126" y="53"/>
                  </a:moveTo>
                  <a:lnTo>
                    <a:pt x="126" y="53"/>
                  </a:lnTo>
                  <a:lnTo>
                    <a:pt x="126" y="45"/>
                  </a:lnTo>
                  <a:lnTo>
                    <a:pt x="124" y="38"/>
                  </a:lnTo>
                  <a:lnTo>
                    <a:pt x="121" y="31"/>
                  </a:lnTo>
                  <a:lnTo>
                    <a:pt x="117" y="24"/>
                  </a:lnTo>
                  <a:lnTo>
                    <a:pt x="109" y="17"/>
                  </a:lnTo>
                  <a:lnTo>
                    <a:pt x="105" y="15"/>
                  </a:lnTo>
                  <a:lnTo>
                    <a:pt x="105" y="15"/>
                  </a:lnTo>
                  <a:lnTo>
                    <a:pt x="99" y="12"/>
                  </a:lnTo>
                  <a:lnTo>
                    <a:pt x="99" y="34"/>
                  </a:lnTo>
                  <a:lnTo>
                    <a:pt x="99" y="34"/>
                  </a:lnTo>
                  <a:lnTo>
                    <a:pt x="103" y="35"/>
                  </a:lnTo>
                  <a:lnTo>
                    <a:pt x="106" y="36"/>
                  </a:lnTo>
                  <a:lnTo>
                    <a:pt x="106" y="36"/>
                  </a:lnTo>
                  <a:lnTo>
                    <a:pt x="111" y="39"/>
                  </a:lnTo>
                  <a:lnTo>
                    <a:pt x="114" y="45"/>
                  </a:lnTo>
                  <a:lnTo>
                    <a:pt x="114" y="50"/>
                  </a:lnTo>
                  <a:lnTo>
                    <a:pt x="113" y="55"/>
                  </a:lnTo>
                  <a:lnTo>
                    <a:pt x="113" y="55"/>
                  </a:lnTo>
                  <a:lnTo>
                    <a:pt x="110" y="59"/>
                  </a:lnTo>
                  <a:lnTo>
                    <a:pt x="107" y="62"/>
                  </a:lnTo>
                  <a:lnTo>
                    <a:pt x="103" y="63"/>
                  </a:lnTo>
                  <a:lnTo>
                    <a:pt x="99" y="63"/>
                  </a:lnTo>
                  <a:lnTo>
                    <a:pt x="99" y="76"/>
                  </a:lnTo>
                  <a:lnTo>
                    <a:pt x="99" y="76"/>
                  </a:lnTo>
                  <a:lnTo>
                    <a:pt x="109" y="74"/>
                  </a:lnTo>
                  <a:lnTo>
                    <a:pt x="113" y="72"/>
                  </a:lnTo>
                  <a:lnTo>
                    <a:pt x="117" y="70"/>
                  </a:lnTo>
                  <a:lnTo>
                    <a:pt x="121" y="68"/>
                  </a:lnTo>
                  <a:lnTo>
                    <a:pt x="122" y="63"/>
                  </a:lnTo>
                  <a:lnTo>
                    <a:pt x="125" y="58"/>
                  </a:lnTo>
                  <a:lnTo>
                    <a:pt x="126" y="53"/>
                  </a:lnTo>
                  <a:lnTo>
                    <a:pt x="126" y="53"/>
                  </a:lnTo>
                  <a:close/>
                  <a:moveTo>
                    <a:pt x="99" y="12"/>
                  </a:moveTo>
                  <a:lnTo>
                    <a:pt x="99" y="12"/>
                  </a:lnTo>
                  <a:lnTo>
                    <a:pt x="82" y="5"/>
                  </a:lnTo>
                  <a:lnTo>
                    <a:pt x="65" y="1"/>
                  </a:lnTo>
                  <a:lnTo>
                    <a:pt x="52" y="0"/>
                  </a:lnTo>
                  <a:lnTo>
                    <a:pt x="40" y="1"/>
                  </a:lnTo>
                  <a:lnTo>
                    <a:pt x="40" y="5"/>
                  </a:lnTo>
                  <a:lnTo>
                    <a:pt x="40" y="5"/>
                  </a:lnTo>
                  <a:lnTo>
                    <a:pt x="42" y="5"/>
                  </a:lnTo>
                  <a:lnTo>
                    <a:pt x="42" y="5"/>
                  </a:lnTo>
                  <a:lnTo>
                    <a:pt x="42" y="5"/>
                  </a:lnTo>
                  <a:lnTo>
                    <a:pt x="45" y="8"/>
                  </a:lnTo>
                  <a:lnTo>
                    <a:pt x="46" y="11"/>
                  </a:lnTo>
                  <a:lnTo>
                    <a:pt x="46" y="13"/>
                  </a:lnTo>
                  <a:lnTo>
                    <a:pt x="46" y="16"/>
                  </a:lnTo>
                  <a:lnTo>
                    <a:pt x="46" y="16"/>
                  </a:lnTo>
                  <a:lnTo>
                    <a:pt x="44" y="19"/>
                  </a:lnTo>
                  <a:lnTo>
                    <a:pt x="40" y="20"/>
                  </a:lnTo>
                  <a:lnTo>
                    <a:pt x="40" y="76"/>
                  </a:lnTo>
                  <a:lnTo>
                    <a:pt x="40" y="76"/>
                  </a:lnTo>
                  <a:lnTo>
                    <a:pt x="40" y="80"/>
                  </a:lnTo>
                  <a:lnTo>
                    <a:pt x="40" y="84"/>
                  </a:lnTo>
                  <a:lnTo>
                    <a:pt x="40" y="96"/>
                  </a:lnTo>
                  <a:lnTo>
                    <a:pt x="40" y="96"/>
                  </a:lnTo>
                  <a:lnTo>
                    <a:pt x="49" y="91"/>
                  </a:lnTo>
                  <a:lnTo>
                    <a:pt x="59" y="82"/>
                  </a:lnTo>
                  <a:lnTo>
                    <a:pt x="69" y="77"/>
                  </a:lnTo>
                  <a:lnTo>
                    <a:pt x="73" y="76"/>
                  </a:lnTo>
                  <a:lnTo>
                    <a:pt x="79" y="76"/>
                  </a:lnTo>
                  <a:lnTo>
                    <a:pt x="79" y="76"/>
                  </a:lnTo>
                  <a:lnTo>
                    <a:pt x="90" y="76"/>
                  </a:lnTo>
                  <a:lnTo>
                    <a:pt x="99" y="76"/>
                  </a:lnTo>
                  <a:lnTo>
                    <a:pt x="99" y="63"/>
                  </a:lnTo>
                  <a:lnTo>
                    <a:pt x="99" y="63"/>
                  </a:lnTo>
                  <a:lnTo>
                    <a:pt x="97" y="63"/>
                  </a:lnTo>
                  <a:lnTo>
                    <a:pt x="92" y="62"/>
                  </a:lnTo>
                  <a:lnTo>
                    <a:pt x="92" y="62"/>
                  </a:lnTo>
                  <a:lnTo>
                    <a:pt x="92" y="62"/>
                  </a:lnTo>
                  <a:lnTo>
                    <a:pt x="88" y="59"/>
                  </a:lnTo>
                  <a:lnTo>
                    <a:pt x="86" y="54"/>
                  </a:lnTo>
                  <a:lnTo>
                    <a:pt x="84" y="49"/>
                  </a:lnTo>
                  <a:lnTo>
                    <a:pt x="86" y="42"/>
                  </a:lnTo>
                  <a:lnTo>
                    <a:pt x="86" y="42"/>
                  </a:lnTo>
                  <a:lnTo>
                    <a:pt x="88" y="39"/>
                  </a:lnTo>
                  <a:lnTo>
                    <a:pt x="91" y="36"/>
                  </a:lnTo>
                  <a:lnTo>
                    <a:pt x="95" y="35"/>
                  </a:lnTo>
                  <a:lnTo>
                    <a:pt x="99" y="34"/>
                  </a:lnTo>
                  <a:lnTo>
                    <a:pt x="99" y="12"/>
                  </a:lnTo>
                  <a:close/>
                  <a:moveTo>
                    <a:pt x="40" y="1"/>
                  </a:moveTo>
                  <a:lnTo>
                    <a:pt x="40" y="1"/>
                  </a:lnTo>
                  <a:lnTo>
                    <a:pt x="33" y="3"/>
                  </a:lnTo>
                  <a:lnTo>
                    <a:pt x="33" y="11"/>
                  </a:lnTo>
                  <a:lnTo>
                    <a:pt x="33" y="11"/>
                  </a:lnTo>
                  <a:lnTo>
                    <a:pt x="33" y="9"/>
                  </a:lnTo>
                  <a:lnTo>
                    <a:pt x="33" y="9"/>
                  </a:lnTo>
                  <a:lnTo>
                    <a:pt x="36" y="7"/>
                  </a:lnTo>
                  <a:lnTo>
                    <a:pt x="40" y="5"/>
                  </a:lnTo>
                  <a:lnTo>
                    <a:pt x="40" y="1"/>
                  </a:lnTo>
                  <a:lnTo>
                    <a:pt x="40" y="1"/>
                  </a:lnTo>
                  <a:close/>
                  <a:moveTo>
                    <a:pt x="33" y="97"/>
                  </a:moveTo>
                  <a:lnTo>
                    <a:pt x="33" y="97"/>
                  </a:lnTo>
                  <a:lnTo>
                    <a:pt x="40" y="96"/>
                  </a:lnTo>
                  <a:lnTo>
                    <a:pt x="40" y="84"/>
                  </a:lnTo>
                  <a:lnTo>
                    <a:pt x="40" y="84"/>
                  </a:lnTo>
                  <a:lnTo>
                    <a:pt x="38" y="85"/>
                  </a:lnTo>
                  <a:lnTo>
                    <a:pt x="38" y="85"/>
                  </a:lnTo>
                  <a:lnTo>
                    <a:pt x="36" y="89"/>
                  </a:lnTo>
                  <a:lnTo>
                    <a:pt x="33" y="92"/>
                  </a:lnTo>
                  <a:lnTo>
                    <a:pt x="33" y="97"/>
                  </a:lnTo>
                  <a:lnTo>
                    <a:pt x="33" y="97"/>
                  </a:lnTo>
                  <a:close/>
                  <a:moveTo>
                    <a:pt x="40" y="20"/>
                  </a:moveTo>
                  <a:lnTo>
                    <a:pt x="40" y="76"/>
                  </a:lnTo>
                  <a:lnTo>
                    <a:pt x="40" y="76"/>
                  </a:lnTo>
                  <a:lnTo>
                    <a:pt x="37" y="72"/>
                  </a:lnTo>
                  <a:lnTo>
                    <a:pt x="33" y="69"/>
                  </a:lnTo>
                  <a:lnTo>
                    <a:pt x="33" y="69"/>
                  </a:lnTo>
                  <a:lnTo>
                    <a:pt x="33" y="69"/>
                  </a:lnTo>
                  <a:lnTo>
                    <a:pt x="33" y="32"/>
                  </a:lnTo>
                  <a:lnTo>
                    <a:pt x="33" y="32"/>
                  </a:lnTo>
                  <a:lnTo>
                    <a:pt x="33" y="30"/>
                  </a:lnTo>
                  <a:lnTo>
                    <a:pt x="33" y="26"/>
                  </a:lnTo>
                  <a:lnTo>
                    <a:pt x="33" y="15"/>
                  </a:lnTo>
                  <a:lnTo>
                    <a:pt x="33" y="15"/>
                  </a:lnTo>
                  <a:lnTo>
                    <a:pt x="34" y="17"/>
                  </a:lnTo>
                  <a:lnTo>
                    <a:pt x="36" y="19"/>
                  </a:lnTo>
                  <a:lnTo>
                    <a:pt x="36" y="19"/>
                  </a:lnTo>
                  <a:lnTo>
                    <a:pt x="40" y="20"/>
                  </a:lnTo>
                  <a:lnTo>
                    <a:pt x="40" y="20"/>
                  </a:lnTo>
                  <a:close/>
                  <a:moveTo>
                    <a:pt x="33" y="3"/>
                  </a:moveTo>
                  <a:lnTo>
                    <a:pt x="33" y="3"/>
                  </a:lnTo>
                  <a:lnTo>
                    <a:pt x="23" y="7"/>
                  </a:lnTo>
                  <a:lnTo>
                    <a:pt x="23" y="19"/>
                  </a:lnTo>
                  <a:lnTo>
                    <a:pt x="23" y="19"/>
                  </a:lnTo>
                  <a:lnTo>
                    <a:pt x="27" y="20"/>
                  </a:lnTo>
                  <a:lnTo>
                    <a:pt x="27" y="20"/>
                  </a:lnTo>
                  <a:lnTo>
                    <a:pt x="30" y="23"/>
                  </a:lnTo>
                  <a:lnTo>
                    <a:pt x="33" y="26"/>
                  </a:lnTo>
                  <a:lnTo>
                    <a:pt x="33" y="15"/>
                  </a:lnTo>
                  <a:lnTo>
                    <a:pt x="33" y="15"/>
                  </a:lnTo>
                  <a:lnTo>
                    <a:pt x="32" y="13"/>
                  </a:lnTo>
                  <a:lnTo>
                    <a:pt x="33" y="11"/>
                  </a:lnTo>
                  <a:lnTo>
                    <a:pt x="33" y="3"/>
                  </a:lnTo>
                  <a:lnTo>
                    <a:pt x="33" y="3"/>
                  </a:lnTo>
                  <a:close/>
                  <a:moveTo>
                    <a:pt x="23" y="97"/>
                  </a:moveTo>
                  <a:lnTo>
                    <a:pt x="23" y="97"/>
                  </a:lnTo>
                  <a:lnTo>
                    <a:pt x="27" y="97"/>
                  </a:lnTo>
                  <a:lnTo>
                    <a:pt x="33" y="97"/>
                  </a:lnTo>
                  <a:lnTo>
                    <a:pt x="33" y="92"/>
                  </a:lnTo>
                  <a:lnTo>
                    <a:pt x="33" y="92"/>
                  </a:lnTo>
                  <a:lnTo>
                    <a:pt x="27" y="92"/>
                  </a:lnTo>
                  <a:lnTo>
                    <a:pt x="23" y="91"/>
                  </a:lnTo>
                  <a:lnTo>
                    <a:pt x="23" y="97"/>
                  </a:lnTo>
                  <a:lnTo>
                    <a:pt x="23" y="97"/>
                  </a:lnTo>
                  <a:close/>
                  <a:moveTo>
                    <a:pt x="33" y="32"/>
                  </a:moveTo>
                  <a:lnTo>
                    <a:pt x="33" y="69"/>
                  </a:lnTo>
                  <a:lnTo>
                    <a:pt x="33" y="69"/>
                  </a:lnTo>
                  <a:lnTo>
                    <a:pt x="27" y="68"/>
                  </a:lnTo>
                  <a:lnTo>
                    <a:pt x="23" y="69"/>
                  </a:lnTo>
                  <a:lnTo>
                    <a:pt x="23" y="65"/>
                  </a:lnTo>
                  <a:lnTo>
                    <a:pt x="23" y="65"/>
                  </a:lnTo>
                  <a:lnTo>
                    <a:pt x="26" y="62"/>
                  </a:lnTo>
                  <a:lnTo>
                    <a:pt x="27" y="59"/>
                  </a:lnTo>
                  <a:lnTo>
                    <a:pt x="27" y="59"/>
                  </a:lnTo>
                  <a:lnTo>
                    <a:pt x="29" y="55"/>
                  </a:lnTo>
                  <a:lnTo>
                    <a:pt x="29" y="50"/>
                  </a:lnTo>
                  <a:lnTo>
                    <a:pt x="26" y="47"/>
                  </a:lnTo>
                  <a:lnTo>
                    <a:pt x="23" y="45"/>
                  </a:lnTo>
                  <a:lnTo>
                    <a:pt x="23" y="43"/>
                  </a:lnTo>
                  <a:lnTo>
                    <a:pt x="23" y="39"/>
                  </a:lnTo>
                  <a:lnTo>
                    <a:pt x="23" y="39"/>
                  </a:lnTo>
                  <a:lnTo>
                    <a:pt x="27" y="38"/>
                  </a:lnTo>
                  <a:lnTo>
                    <a:pt x="32" y="34"/>
                  </a:lnTo>
                  <a:lnTo>
                    <a:pt x="32" y="34"/>
                  </a:lnTo>
                  <a:lnTo>
                    <a:pt x="33" y="32"/>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15" y="93"/>
                  </a:lnTo>
                  <a:lnTo>
                    <a:pt x="23" y="97"/>
                  </a:lnTo>
                  <a:lnTo>
                    <a:pt x="23" y="91"/>
                  </a:lnTo>
                  <a:lnTo>
                    <a:pt x="22" y="91"/>
                  </a:lnTo>
                  <a:lnTo>
                    <a:pt x="22" y="91"/>
                  </a:lnTo>
                  <a:lnTo>
                    <a:pt x="22" y="91"/>
                  </a:lnTo>
                  <a:lnTo>
                    <a:pt x="18" y="88"/>
                  </a:lnTo>
                  <a:lnTo>
                    <a:pt x="17" y="84"/>
                  </a:lnTo>
                  <a:lnTo>
                    <a:pt x="15" y="80"/>
                  </a:lnTo>
                  <a:lnTo>
                    <a:pt x="17" y="74"/>
                  </a:lnTo>
                  <a:lnTo>
                    <a:pt x="17" y="74"/>
                  </a:lnTo>
                  <a:lnTo>
                    <a:pt x="19" y="72"/>
                  </a:lnTo>
                  <a:lnTo>
                    <a:pt x="23" y="69"/>
                  </a:lnTo>
                  <a:lnTo>
                    <a:pt x="23" y="65"/>
                  </a:lnTo>
                  <a:lnTo>
                    <a:pt x="23" y="65"/>
                  </a:lnTo>
                  <a:lnTo>
                    <a:pt x="18" y="66"/>
                  </a:lnTo>
                  <a:lnTo>
                    <a:pt x="13" y="65"/>
                  </a:lnTo>
                  <a:lnTo>
                    <a:pt x="13" y="65"/>
                  </a:lnTo>
                  <a:lnTo>
                    <a:pt x="13" y="65"/>
                  </a:lnTo>
                  <a:lnTo>
                    <a:pt x="10" y="62"/>
                  </a:lnTo>
                  <a:lnTo>
                    <a:pt x="7" y="58"/>
                  </a:lnTo>
                  <a:lnTo>
                    <a:pt x="7" y="54"/>
                  </a:lnTo>
                  <a:lnTo>
                    <a:pt x="8" y="49"/>
                  </a:lnTo>
                  <a:lnTo>
                    <a:pt x="8" y="49"/>
                  </a:lnTo>
                  <a:lnTo>
                    <a:pt x="11" y="46"/>
                  </a:lnTo>
                  <a:lnTo>
                    <a:pt x="14" y="43"/>
                  </a:lnTo>
                  <a:lnTo>
                    <a:pt x="18" y="43"/>
                  </a:lnTo>
                  <a:lnTo>
                    <a:pt x="23" y="43"/>
                  </a:lnTo>
                  <a:lnTo>
                    <a:pt x="23" y="39"/>
                  </a:lnTo>
                  <a:lnTo>
                    <a:pt x="23" y="39"/>
                  </a:lnTo>
                  <a:lnTo>
                    <a:pt x="18" y="38"/>
                  </a:lnTo>
                  <a:lnTo>
                    <a:pt x="18" y="38"/>
                  </a:lnTo>
                  <a:lnTo>
                    <a:pt x="15" y="35"/>
                  </a:lnTo>
                  <a:lnTo>
                    <a:pt x="14" y="32"/>
                  </a:lnTo>
                  <a:lnTo>
                    <a:pt x="13" y="28"/>
                  </a:lnTo>
                  <a:lnTo>
                    <a:pt x="14" y="24"/>
                  </a:lnTo>
                  <a:lnTo>
                    <a:pt x="14" y="24"/>
                  </a:lnTo>
                  <a:lnTo>
                    <a:pt x="14" y="24"/>
                  </a:lnTo>
                  <a:lnTo>
                    <a:pt x="18" y="20"/>
                  </a:lnTo>
                  <a:lnTo>
                    <a:pt x="23" y="19"/>
                  </a:lnTo>
                  <a:lnTo>
                    <a:pt x="23" y="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4" name="ïSliḍe">
              <a:extLst>
                <a:ext uri="{FF2B5EF4-FFF2-40B4-BE49-F238E27FC236}">
                  <a16:creationId xmlns:a16="http://schemas.microsoft.com/office/drawing/2014/main" id="{ECDB1FFB-F73F-4935-9876-8C1673065982}"/>
                </a:ext>
              </a:extLst>
            </p:cNvPr>
            <p:cNvGrpSpPr/>
            <p:nvPr/>
          </p:nvGrpSpPr>
          <p:grpSpPr>
            <a:xfrm>
              <a:off x="6956657" y="3022446"/>
              <a:ext cx="239549" cy="302663"/>
              <a:chOff x="3665538" y="3100388"/>
              <a:chExt cx="265113" cy="334963"/>
            </a:xfrm>
            <a:solidFill>
              <a:srgbClr val="FF8F29"/>
            </a:solidFill>
          </p:grpSpPr>
          <p:sp>
            <p:nvSpPr>
              <p:cNvPr id="272" name="işḷiḍé">
                <a:extLst>
                  <a:ext uri="{FF2B5EF4-FFF2-40B4-BE49-F238E27FC236}">
                    <a16:creationId xmlns:a16="http://schemas.microsoft.com/office/drawing/2014/main" id="{E5040F12-8D38-43EC-8FCA-59760834E546}"/>
                  </a:ext>
                </a:extLst>
              </p:cNvPr>
              <p:cNvSpPr/>
              <p:nvPr/>
            </p:nvSpPr>
            <p:spPr bwMode="auto">
              <a:xfrm>
                <a:off x="3665538" y="3109913"/>
                <a:ext cx="252413" cy="325438"/>
              </a:xfrm>
              <a:custGeom>
                <a:avLst/>
                <a:gdLst>
                  <a:gd name="T0" fmla="*/ 159 w 159"/>
                  <a:gd name="T1" fmla="*/ 36 h 205"/>
                  <a:gd name="T2" fmla="*/ 151 w 159"/>
                  <a:gd name="T3" fmla="*/ 32 h 205"/>
                  <a:gd name="T4" fmla="*/ 56 w 159"/>
                  <a:gd name="T5" fmla="*/ 185 h 205"/>
                  <a:gd name="T6" fmla="*/ 56 w 159"/>
                  <a:gd name="T7" fmla="*/ 185 h 205"/>
                  <a:gd name="T8" fmla="*/ 53 w 159"/>
                  <a:gd name="T9" fmla="*/ 189 h 205"/>
                  <a:gd name="T10" fmla="*/ 50 w 159"/>
                  <a:gd name="T11" fmla="*/ 191 h 205"/>
                  <a:gd name="T12" fmla="*/ 46 w 159"/>
                  <a:gd name="T13" fmla="*/ 193 h 205"/>
                  <a:gd name="T14" fmla="*/ 41 w 159"/>
                  <a:gd name="T15" fmla="*/ 194 h 205"/>
                  <a:gd name="T16" fmla="*/ 37 w 159"/>
                  <a:gd name="T17" fmla="*/ 195 h 205"/>
                  <a:gd name="T18" fmla="*/ 31 w 159"/>
                  <a:gd name="T19" fmla="*/ 194 h 205"/>
                  <a:gd name="T20" fmla="*/ 27 w 159"/>
                  <a:gd name="T21" fmla="*/ 193 h 205"/>
                  <a:gd name="T22" fmla="*/ 22 w 159"/>
                  <a:gd name="T23" fmla="*/ 191 h 205"/>
                  <a:gd name="T24" fmla="*/ 22 w 159"/>
                  <a:gd name="T25" fmla="*/ 191 h 205"/>
                  <a:gd name="T26" fmla="*/ 18 w 159"/>
                  <a:gd name="T27" fmla="*/ 187 h 205"/>
                  <a:gd name="T28" fmla="*/ 15 w 159"/>
                  <a:gd name="T29" fmla="*/ 185 h 205"/>
                  <a:gd name="T30" fmla="*/ 12 w 159"/>
                  <a:gd name="T31" fmla="*/ 180 h 205"/>
                  <a:gd name="T32" fmla="*/ 10 w 159"/>
                  <a:gd name="T33" fmla="*/ 175 h 205"/>
                  <a:gd name="T34" fmla="*/ 10 w 159"/>
                  <a:gd name="T35" fmla="*/ 171 h 205"/>
                  <a:gd name="T36" fmla="*/ 10 w 159"/>
                  <a:gd name="T37" fmla="*/ 166 h 205"/>
                  <a:gd name="T38" fmla="*/ 11 w 159"/>
                  <a:gd name="T39" fmla="*/ 162 h 205"/>
                  <a:gd name="T40" fmla="*/ 12 w 159"/>
                  <a:gd name="T41" fmla="*/ 157 h 205"/>
                  <a:gd name="T42" fmla="*/ 107 w 159"/>
                  <a:gd name="T43" fmla="*/ 4 h 205"/>
                  <a:gd name="T44" fmla="*/ 100 w 159"/>
                  <a:gd name="T45" fmla="*/ 0 h 205"/>
                  <a:gd name="T46" fmla="*/ 4 w 159"/>
                  <a:gd name="T47" fmla="*/ 155 h 205"/>
                  <a:gd name="T48" fmla="*/ 4 w 159"/>
                  <a:gd name="T49" fmla="*/ 155 h 205"/>
                  <a:gd name="T50" fmla="*/ 2 w 159"/>
                  <a:gd name="T51" fmla="*/ 160 h 205"/>
                  <a:gd name="T52" fmla="*/ 0 w 159"/>
                  <a:gd name="T53" fmla="*/ 167 h 205"/>
                  <a:gd name="T54" fmla="*/ 0 w 159"/>
                  <a:gd name="T55" fmla="*/ 172 h 205"/>
                  <a:gd name="T56" fmla="*/ 2 w 159"/>
                  <a:gd name="T57" fmla="*/ 179 h 205"/>
                  <a:gd name="T58" fmla="*/ 3 w 159"/>
                  <a:gd name="T59" fmla="*/ 185 h 205"/>
                  <a:gd name="T60" fmla="*/ 7 w 159"/>
                  <a:gd name="T61" fmla="*/ 190 h 205"/>
                  <a:gd name="T62" fmla="*/ 11 w 159"/>
                  <a:gd name="T63" fmla="*/ 195 h 205"/>
                  <a:gd name="T64" fmla="*/ 16 w 159"/>
                  <a:gd name="T65" fmla="*/ 199 h 205"/>
                  <a:gd name="T66" fmla="*/ 16 w 159"/>
                  <a:gd name="T67" fmla="*/ 199 h 205"/>
                  <a:gd name="T68" fmla="*/ 23 w 159"/>
                  <a:gd name="T69" fmla="*/ 202 h 205"/>
                  <a:gd name="T70" fmla="*/ 30 w 159"/>
                  <a:gd name="T71" fmla="*/ 203 h 205"/>
                  <a:gd name="T72" fmla="*/ 35 w 159"/>
                  <a:gd name="T73" fmla="*/ 205 h 205"/>
                  <a:gd name="T74" fmla="*/ 42 w 159"/>
                  <a:gd name="T75" fmla="*/ 205 h 205"/>
                  <a:gd name="T76" fmla="*/ 48 w 159"/>
                  <a:gd name="T77" fmla="*/ 202 h 205"/>
                  <a:gd name="T78" fmla="*/ 53 w 159"/>
                  <a:gd name="T79" fmla="*/ 199 h 205"/>
                  <a:gd name="T80" fmla="*/ 58 w 159"/>
                  <a:gd name="T81" fmla="*/ 195 h 205"/>
                  <a:gd name="T82" fmla="*/ 62 w 159"/>
                  <a:gd name="T83" fmla="*/ 191 h 205"/>
                  <a:gd name="T84" fmla="*/ 159 w 159"/>
                  <a:gd name="T85" fmla="*/ 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205">
                    <a:moveTo>
                      <a:pt x="159" y="36"/>
                    </a:moveTo>
                    <a:lnTo>
                      <a:pt x="151" y="32"/>
                    </a:lnTo>
                    <a:lnTo>
                      <a:pt x="56" y="185"/>
                    </a:lnTo>
                    <a:lnTo>
                      <a:pt x="56" y="185"/>
                    </a:lnTo>
                    <a:lnTo>
                      <a:pt x="53" y="189"/>
                    </a:lnTo>
                    <a:lnTo>
                      <a:pt x="50" y="191"/>
                    </a:lnTo>
                    <a:lnTo>
                      <a:pt x="46" y="193"/>
                    </a:lnTo>
                    <a:lnTo>
                      <a:pt x="41" y="194"/>
                    </a:lnTo>
                    <a:lnTo>
                      <a:pt x="37" y="195"/>
                    </a:lnTo>
                    <a:lnTo>
                      <a:pt x="31" y="194"/>
                    </a:lnTo>
                    <a:lnTo>
                      <a:pt x="27" y="193"/>
                    </a:lnTo>
                    <a:lnTo>
                      <a:pt x="22" y="191"/>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4" y="155"/>
                    </a:lnTo>
                    <a:lnTo>
                      <a:pt x="2" y="160"/>
                    </a:lnTo>
                    <a:lnTo>
                      <a:pt x="0" y="167"/>
                    </a:lnTo>
                    <a:lnTo>
                      <a:pt x="0" y="172"/>
                    </a:lnTo>
                    <a:lnTo>
                      <a:pt x="2" y="179"/>
                    </a:lnTo>
                    <a:lnTo>
                      <a:pt x="3" y="185"/>
                    </a:lnTo>
                    <a:lnTo>
                      <a:pt x="7" y="190"/>
                    </a:lnTo>
                    <a:lnTo>
                      <a:pt x="11" y="195"/>
                    </a:lnTo>
                    <a:lnTo>
                      <a:pt x="16" y="199"/>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3" name="ïṩḷíḍê">
                <a:extLst>
                  <a:ext uri="{FF2B5EF4-FFF2-40B4-BE49-F238E27FC236}">
                    <a16:creationId xmlns:a16="http://schemas.microsoft.com/office/drawing/2014/main" id="{D96AD190-514D-4DC0-8840-A439063C5608}"/>
                  </a:ext>
                </a:extLst>
              </p:cNvPr>
              <p:cNvSpPr/>
              <p:nvPr/>
            </p:nvSpPr>
            <p:spPr bwMode="auto">
              <a:xfrm>
                <a:off x="3808413" y="3100388"/>
                <a:ext cx="122238" cy="82550"/>
              </a:xfrm>
              <a:custGeom>
                <a:avLst/>
                <a:gdLst>
                  <a:gd name="T0" fmla="*/ 75 w 77"/>
                  <a:gd name="T1" fmla="*/ 50 h 52"/>
                  <a:gd name="T2" fmla="*/ 75 w 77"/>
                  <a:gd name="T3" fmla="*/ 50 h 52"/>
                  <a:gd name="T4" fmla="*/ 74 w 77"/>
                  <a:gd name="T5" fmla="*/ 51 h 52"/>
                  <a:gd name="T6" fmla="*/ 71 w 77"/>
                  <a:gd name="T7" fmla="*/ 52 h 52"/>
                  <a:gd name="T8" fmla="*/ 69 w 77"/>
                  <a:gd name="T9" fmla="*/ 52 h 52"/>
                  <a:gd name="T10" fmla="*/ 67 w 77"/>
                  <a:gd name="T11" fmla="*/ 51 h 52"/>
                  <a:gd name="T12" fmla="*/ 2 w 77"/>
                  <a:gd name="T13" fmla="*/ 12 h 52"/>
                  <a:gd name="T14" fmla="*/ 2 w 77"/>
                  <a:gd name="T15" fmla="*/ 12 h 52"/>
                  <a:gd name="T16" fmla="*/ 0 w 77"/>
                  <a:gd name="T17" fmla="*/ 9 h 52"/>
                  <a:gd name="T18" fmla="*/ 0 w 77"/>
                  <a:gd name="T19" fmla="*/ 8 h 52"/>
                  <a:gd name="T20" fmla="*/ 0 w 77"/>
                  <a:gd name="T21" fmla="*/ 5 h 52"/>
                  <a:gd name="T22" fmla="*/ 0 w 77"/>
                  <a:gd name="T23" fmla="*/ 2 h 52"/>
                  <a:gd name="T24" fmla="*/ 0 w 77"/>
                  <a:gd name="T25" fmla="*/ 2 h 52"/>
                  <a:gd name="T26" fmla="*/ 1 w 77"/>
                  <a:gd name="T27" fmla="*/ 1 h 52"/>
                  <a:gd name="T28" fmla="*/ 4 w 77"/>
                  <a:gd name="T29" fmla="*/ 0 h 52"/>
                  <a:gd name="T30" fmla="*/ 6 w 77"/>
                  <a:gd name="T31" fmla="*/ 0 h 52"/>
                  <a:gd name="T32" fmla="*/ 8 w 77"/>
                  <a:gd name="T33" fmla="*/ 1 h 52"/>
                  <a:gd name="T34" fmla="*/ 74 w 77"/>
                  <a:gd name="T35" fmla="*/ 42 h 52"/>
                  <a:gd name="T36" fmla="*/ 74 w 77"/>
                  <a:gd name="T37" fmla="*/ 42 h 52"/>
                  <a:gd name="T38" fmla="*/ 75 w 77"/>
                  <a:gd name="T39" fmla="*/ 43 h 52"/>
                  <a:gd name="T40" fmla="*/ 77 w 77"/>
                  <a:gd name="T41" fmla="*/ 46 h 52"/>
                  <a:gd name="T42" fmla="*/ 77 w 77"/>
                  <a:gd name="T43" fmla="*/ 47 h 52"/>
                  <a:gd name="T44" fmla="*/ 75 w 77"/>
                  <a:gd name="T45" fmla="*/ 50 h 52"/>
                  <a:gd name="T46" fmla="*/ 75 w 77"/>
                  <a:gd name="T4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2">
                    <a:moveTo>
                      <a:pt x="75" y="50"/>
                    </a:moveTo>
                    <a:lnTo>
                      <a:pt x="75" y="50"/>
                    </a:lnTo>
                    <a:lnTo>
                      <a:pt x="74" y="51"/>
                    </a:lnTo>
                    <a:lnTo>
                      <a:pt x="71" y="52"/>
                    </a:lnTo>
                    <a:lnTo>
                      <a:pt x="69" y="52"/>
                    </a:lnTo>
                    <a:lnTo>
                      <a:pt x="67" y="51"/>
                    </a:lnTo>
                    <a:lnTo>
                      <a:pt x="2" y="12"/>
                    </a:lnTo>
                    <a:lnTo>
                      <a:pt x="2" y="12"/>
                    </a:lnTo>
                    <a:lnTo>
                      <a:pt x="0" y="9"/>
                    </a:lnTo>
                    <a:lnTo>
                      <a:pt x="0" y="8"/>
                    </a:lnTo>
                    <a:lnTo>
                      <a:pt x="0" y="5"/>
                    </a:lnTo>
                    <a:lnTo>
                      <a:pt x="0" y="2"/>
                    </a:lnTo>
                    <a:lnTo>
                      <a:pt x="0" y="2"/>
                    </a:lnTo>
                    <a:lnTo>
                      <a:pt x="1" y="1"/>
                    </a:lnTo>
                    <a:lnTo>
                      <a:pt x="4" y="0"/>
                    </a:lnTo>
                    <a:lnTo>
                      <a:pt x="6" y="0"/>
                    </a:lnTo>
                    <a:lnTo>
                      <a:pt x="8" y="1"/>
                    </a:lnTo>
                    <a:lnTo>
                      <a:pt x="74" y="42"/>
                    </a:lnTo>
                    <a:lnTo>
                      <a:pt x="74" y="42"/>
                    </a:lnTo>
                    <a:lnTo>
                      <a:pt x="75" y="43"/>
                    </a:lnTo>
                    <a:lnTo>
                      <a:pt x="77" y="46"/>
                    </a:lnTo>
                    <a:lnTo>
                      <a:pt x="77" y="47"/>
                    </a:lnTo>
                    <a:lnTo>
                      <a:pt x="75" y="50"/>
                    </a:lnTo>
                    <a:lnTo>
                      <a:pt x="75"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4" name="î$ḻïḍé">
                <a:extLst>
                  <a:ext uri="{FF2B5EF4-FFF2-40B4-BE49-F238E27FC236}">
                    <a16:creationId xmlns:a16="http://schemas.microsoft.com/office/drawing/2014/main" id="{D1759FEC-8937-4350-A4D5-10AC607966D4}"/>
                  </a:ext>
                </a:extLst>
              </p:cNvPr>
              <p:cNvSpPr/>
              <p:nvPr/>
            </p:nvSpPr>
            <p:spPr bwMode="auto">
              <a:xfrm>
                <a:off x="3708401" y="3168650"/>
                <a:ext cx="173038" cy="234950"/>
              </a:xfrm>
              <a:custGeom>
                <a:avLst/>
                <a:gdLst>
                  <a:gd name="T0" fmla="*/ 109 w 109"/>
                  <a:gd name="T1" fmla="*/ 5 h 148"/>
                  <a:gd name="T2" fmla="*/ 99 w 109"/>
                  <a:gd name="T3" fmla="*/ 0 h 148"/>
                  <a:gd name="T4" fmla="*/ 15 w 109"/>
                  <a:gd name="T5" fmla="*/ 137 h 148"/>
                  <a:gd name="T6" fmla="*/ 15 w 109"/>
                  <a:gd name="T7" fmla="*/ 137 h 148"/>
                  <a:gd name="T8" fmla="*/ 12 w 109"/>
                  <a:gd name="T9" fmla="*/ 139 h 148"/>
                  <a:gd name="T10" fmla="*/ 8 w 109"/>
                  <a:gd name="T11" fmla="*/ 142 h 148"/>
                  <a:gd name="T12" fmla="*/ 4 w 109"/>
                  <a:gd name="T13" fmla="*/ 143 h 148"/>
                  <a:gd name="T14" fmla="*/ 0 w 109"/>
                  <a:gd name="T15" fmla="*/ 143 h 148"/>
                  <a:gd name="T16" fmla="*/ 0 w 109"/>
                  <a:gd name="T17" fmla="*/ 143 h 148"/>
                  <a:gd name="T18" fmla="*/ 0 w 109"/>
                  <a:gd name="T19" fmla="*/ 145 h 148"/>
                  <a:gd name="T20" fmla="*/ 0 w 109"/>
                  <a:gd name="T21" fmla="*/ 145 h 148"/>
                  <a:gd name="T22" fmla="*/ 7 w 109"/>
                  <a:gd name="T23" fmla="*/ 148 h 148"/>
                  <a:gd name="T24" fmla="*/ 14 w 109"/>
                  <a:gd name="T25" fmla="*/ 148 h 148"/>
                  <a:gd name="T26" fmla="*/ 21 w 109"/>
                  <a:gd name="T27" fmla="*/ 145 h 148"/>
                  <a:gd name="T28" fmla="*/ 25 w 109"/>
                  <a:gd name="T29" fmla="*/ 141 h 148"/>
                  <a:gd name="T30" fmla="*/ 109 w 109"/>
                  <a:gd name="T3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48">
                    <a:moveTo>
                      <a:pt x="109" y="5"/>
                    </a:moveTo>
                    <a:lnTo>
                      <a:pt x="99" y="0"/>
                    </a:lnTo>
                    <a:lnTo>
                      <a:pt x="15" y="137"/>
                    </a:lnTo>
                    <a:lnTo>
                      <a:pt x="15" y="137"/>
                    </a:lnTo>
                    <a:lnTo>
                      <a:pt x="12" y="139"/>
                    </a:lnTo>
                    <a:lnTo>
                      <a:pt x="8" y="142"/>
                    </a:lnTo>
                    <a:lnTo>
                      <a:pt x="4" y="143"/>
                    </a:lnTo>
                    <a:lnTo>
                      <a:pt x="0" y="143"/>
                    </a:lnTo>
                    <a:lnTo>
                      <a:pt x="0" y="143"/>
                    </a:lnTo>
                    <a:lnTo>
                      <a:pt x="0" y="145"/>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5" name="îṡ1îdé">
              <a:extLst>
                <a:ext uri="{FF2B5EF4-FFF2-40B4-BE49-F238E27FC236}">
                  <a16:creationId xmlns:a16="http://schemas.microsoft.com/office/drawing/2014/main" id="{33D2F239-9DFD-4360-8248-51077C2F3659}"/>
                </a:ext>
              </a:extLst>
            </p:cNvPr>
            <p:cNvSpPr/>
            <p:nvPr/>
          </p:nvSpPr>
          <p:spPr bwMode="auto">
            <a:xfrm>
              <a:off x="5783300" y="4483289"/>
              <a:ext cx="196516" cy="210859"/>
            </a:xfrm>
            <a:custGeom>
              <a:avLst/>
              <a:gdLst>
                <a:gd name="T0" fmla="*/ 107 w 137"/>
                <a:gd name="T1" fmla="*/ 68 h 147"/>
                <a:gd name="T2" fmla="*/ 103 w 137"/>
                <a:gd name="T3" fmla="*/ 51 h 147"/>
                <a:gd name="T4" fmla="*/ 103 w 137"/>
                <a:gd name="T5" fmla="*/ 99 h 147"/>
                <a:gd name="T6" fmla="*/ 117 w 137"/>
                <a:gd name="T7" fmla="*/ 111 h 147"/>
                <a:gd name="T8" fmla="*/ 115 w 137"/>
                <a:gd name="T9" fmla="*/ 118 h 147"/>
                <a:gd name="T10" fmla="*/ 103 w 137"/>
                <a:gd name="T11" fmla="*/ 38 h 147"/>
                <a:gd name="T12" fmla="*/ 115 w 137"/>
                <a:gd name="T13" fmla="*/ 19 h 147"/>
                <a:gd name="T14" fmla="*/ 117 w 137"/>
                <a:gd name="T15" fmla="*/ 24 h 147"/>
                <a:gd name="T16" fmla="*/ 103 w 137"/>
                <a:gd name="T17" fmla="*/ 38 h 147"/>
                <a:gd name="T18" fmla="*/ 114 w 137"/>
                <a:gd name="T19" fmla="*/ 68 h 147"/>
                <a:gd name="T20" fmla="*/ 134 w 137"/>
                <a:gd name="T21" fmla="*/ 65 h 147"/>
                <a:gd name="T22" fmla="*/ 136 w 137"/>
                <a:gd name="T23" fmla="*/ 70 h 147"/>
                <a:gd name="T24" fmla="*/ 114 w 137"/>
                <a:gd name="T25" fmla="*/ 70 h 147"/>
                <a:gd name="T26" fmla="*/ 69 w 137"/>
                <a:gd name="T27" fmla="*/ 30 h 147"/>
                <a:gd name="T28" fmla="*/ 103 w 137"/>
                <a:gd name="T29" fmla="*/ 51 h 147"/>
                <a:gd name="T30" fmla="*/ 90 w 137"/>
                <a:gd name="T31" fmla="*/ 100 h 147"/>
                <a:gd name="T32" fmla="*/ 84 w 137"/>
                <a:gd name="T33" fmla="*/ 142 h 147"/>
                <a:gd name="T34" fmla="*/ 69 w 137"/>
                <a:gd name="T35" fmla="*/ 114 h 147"/>
                <a:gd name="T36" fmla="*/ 83 w 137"/>
                <a:gd name="T37" fmla="*/ 96 h 147"/>
                <a:gd name="T38" fmla="*/ 95 w 137"/>
                <a:gd name="T39" fmla="*/ 84 h 147"/>
                <a:gd name="T40" fmla="*/ 99 w 137"/>
                <a:gd name="T41" fmla="*/ 62 h 147"/>
                <a:gd name="T42" fmla="*/ 91 w 137"/>
                <a:gd name="T43" fmla="*/ 47 h 147"/>
                <a:gd name="T44" fmla="*/ 69 w 137"/>
                <a:gd name="T45" fmla="*/ 38 h 147"/>
                <a:gd name="T46" fmla="*/ 100 w 137"/>
                <a:gd name="T47" fmla="*/ 31 h 147"/>
                <a:gd name="T48" fmla="*/ 100 w 137"/>
                <a:gd name="T49" fmla="*/ 36 h 147"/>
                <a:gd name="T50" fmla="*/ 103 w 137"/>
                <a:gd name="T51" fmla="*/ 99 h 147"/>
                <a:gd name="T52" fmla="*/ 99 w 137"/>
                <a:gd name="T53" fmla="*/ 101 h 147"/>
                <a:gd name="T54" fmla="*/ 103 w 137"/>
                <a:gd name="T55" fmla="*/ 99 h 147"/>
                <a:gd name="T56" fmla="*/ 72 w 137"/>
                <a:gd name="T57" fmla="*/ 1 h 147"/>
                <a:gd name="T58" fmla="*/ 72 w 137"/>
                <a:gd name="T59" fmla="*/ 23 h 147"/>
                <a:gd name="T60" fmla="*/ 67 w 137"/>
                <a:gd name="T61" fmla="*/ 147 h 147"/>
                <a:gd name="T62" fmla="*/ 49 w 137"/>
                <a:gd name="T63" fmla="*/ 137 h 147"/>
                <a:gd name="T64" fmla="*/ 41 w 137"/>
                <a:gd name="T65" fmla="*/ 92 h 147"/>
                <a:gd name="T66" fmla="*/ 41 w 137"/>
                <a:gd name="T67" fmla="*/ 43 h 147"/>
                <a:gd name="T68" fmla="*/ 69 w 137"/>
                <a:gd name="T69" fmla="*/ 30 h 147"/>
                <a:gd name="T70" fmla="*/ 57 w 137"/>
                <a:gd name="T71" fmla="*/ 40 h 147"/>
                <a:gd name="T72" fmla="*/ 45 w 137"/>
                <a:gd name="T73" fmla="*/ 51 h 147"/>
                <a:gd name="T74" fmla="*/ 40 w 137"/>
                <a:gd name="T75" fmla="*/ 68 h 147"/>
                <a:gd name="T76" fmla="*/ 54 w 137"/>
                <a:gd name="T77" fmla="*/ 93 h 147"/>
                <a:gd name="T78" fmla="*/ 56 w 137"/>
                <a:gd name="T79" fmla="*/ 97 h 147"/>
                <a:gd name="T80" fmla="*/ 69 w 137"/>
                <a:gd name="T81" fmla="*/ 147 h 147"/>
                <a:gd name="T82" fmla="*/ 69 w 137"/>
                <a:gd name="T83" fmla="*/ 24 h 147"/>
                <a:gd name="T84" fmla="*/ 65 w 137"/>
                <a:gd name="T85" fmla="*/ 4 h 147"/>
                <a:gd name="T86" fmla="*/ 69 w 137"/>
                <a:gd name="T87" fmla="*/ 0 h 147"/>
                <a:gd name="T88" fmla="*/ 38 w 137"/>
                <a:gd name="T89" fmla="*/ 104 h 147"/>
                <a:gd name="T90" fmla="*/ 35 w 137"/>
                <a:gd name="T91" fmla="*/ 99 h 147"/>
                <a:gd name="T92" fmla="*/ 35 w 137"/>
                <a:gd name="T93" fmla="*/ 38 h 147"/>
                <a:gd name="T94" fmla="*/ 38 w 137"/>
                <a:gd name="T95" fmla="*/ 31 h 147"/>
                <a:gd name="T96" fmla="*/ 35 w 137"/>
                <a:gd name="T97" fmla="*/ 84 h 147"/>
                <a:gd name="T98" fmla="*/ 33 w 137"/>
                <a:gd name="T99" fmla="*/ 59 h 147"/>
                <a:gd name="T100" fmla="*/ 35 w 137"/>
                <a:gd name="T101" fmla="*/ 30 h 147"/>
                <a:gd name="T102" fmla="*/ 33 w 137"/>
                <a:gd name="T103" fmla="*/ 36 h 147"/>
                <a:gd name="T104" fmla="*/ 21 w 137"/>
                <a:gd name="T105" fmla="*/ 20 h 147"/>
                <a:gd name="T106" fmla="*/ 35 w 137"/>
                <a:gd name="T107" fmla="*/ 30 h 147"/>
                <a:gd name="T108" fmla="*/ 26 w 137"/>
                <a:gd name="T109" fmla="*/ 116 h 147"/>
                <a:gd name="T110" fmla="*/ 21 w 137"/>
                <a:gd name="T111" fmla="*/ 116 h 147"/>
                <a:gd name="T112" fmla="*/ 33 w 137"/>
                <a:gd name="T113" fmla="*/ 99 h 147"/>
                <a:gd name="T114" fmla="*/ 4 w 137"/>
                <a:gd name="T115" fmla="*/ 65 h 147"/>
                <a:gd name="T116" fmla="*/ 23 w 137"/>
                <a:gd name="T117" fmla="*/ 65 h 147"/>
                <a:gd name="T118" fmla="*/ 21 w 137"/>
                <a:gd name="T119" fmla="*/ 72 h 147"/>
                <a:gd name="T120" fmla="*/ 0 w 137"/>
                <a:gd name="T121" fmla="*/ 68 h 147"/>
                <a:gd name="T122" fmla="*/ 4 w 137"/>
                <a:gd name="T123" fmla="*/ 6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7">
                  <a:moveTo>
                    <a:pt x="103" y="51"/>
                  </a:moveTo>
                  <a:lnTo>
                    <a:pt x="103" y="51"/>
                  </a:lnTo>
                  <a:lnTo>
                    <a:pt x="106" y="59"/>
                  </a:lnTo>
                  <a:lnTo>
                    <a:pt x="107" y="68"/>
                  </a:lnTo>
                  <a:lnTo>
                    <a:pt x="107" y="68"/>
                  </a:lnTo>
                  <a:lnTo>
                    <a:pt x="106" y="77"/>
                  </a:lnTo>
                  <a:lnTo>
                    <a:pt x="103" y="84"/>
                  </a:lnTo>
                  <a:lnTo>
                    <a:pt x="103" y="51"/>
                  </a:lnTo>
                  <a:lnTo>
                    <a:pt x="103" y="51"/>
                  </a:lnTo>
                  <a:close/>
                  <a:moveTo>
                    <a:pt x="103" y="107"/>
                  </a:moveTo>
                  <a:lnTo>
                    <a:pt x="103" y="99"/>
                  </a:lnTo>
                  <a:lnTo>
                    <a:pt x="103" y="99"/>
                  </a:lnTo>
                  <a:lnTo>
                    <a:pt x="106" y="99"/>
                  </a:lnTo>
                  <a:lnTo>
                    <a:pt x="106" y="99"/>
                  </a:lnTo>
                  <a:lnTo>
                    <a:pt x="117" y="111"/>
                  </a:lnTo>
                  <a:lnTo>
                    <a:pt x="117" y="111"/>
                  </a:lnTo>
                  <a:lnTo>
                    <a:pt x="118" y="114"/>
                  </a:lnTo>
                  <a:lnTo>
                    <a:pt x="117" y="116"/>
                  </a:lnTo>
                  <a:lnTo>
                    <a:pt x="117" y="116"/>
                  </a:lnTo>
                  <a:lnTo>
                    <a:pt x="115" y="118"/>
                  </a:lnTo>
                  <a:lnTo>
                    <a:pt x="113" y="116"/>
                  </a:lnTo>
                  <a:lnTo>
                    <a:pt x="103" y="107"/>
                  </a:lnTo>
                  <a:lnTo>
                    <a:pt x="103" y="107"/>
                  </a:lnTo>
                  <a:close/>
                  <a:moveTo>
                    <a:pt x="103" y="38"/>
                  </a:moveTo>
                  <a:lnTo>
                    <a:pt x="103" y="28"/>
                  </a:lnTo>
                  <a:lnTo>
                    <a:pt x="113" y="20"/>
                  </a:lnTo>
                  <a:lnTo>
                    <a:pt x="113" y="20"/>
                  </a:lnTo>
                  <a:lnTo>
                    <a:pt x="115" y="19"/>
                  </a:lnTo>
                  <a:lnTo>
                    <a:pt x="117" y="20"/>
                  </a:lnTo>
                  <a:lnTo>
                    <a:pt x="117" y="20"/>
                  </a:lnTo>
                  <a:lnTo>
                    <a:pt x="118" y="23"/>
                  </a:lnTo>
                  <a:lnTo>
                    <a:pt x="117" y="24"/>
                  </a:lnTo>
                  <a:lnTo>
                    <a:pt x="106" y="36"/>
                  </a:lnTo>
                  <a:lnTo>
                    <a:pt x="106" y="36"/>
                  </a:lnTo>
                  <a:lnTo>
                    <a:pt x="106" y="36"/>
                  </a:lnTo>
                  <a:lnTo>
                    <a:pt x="103" y="38"/>
                  </a:lnTo>
                  <a:lnTo>
                    <a:pt x="103" y="38"/>
                  </a:lnTo>
                  <a:close/>
                  <a:moveTo>
                    <a:pt x="114" y="68"/>
                  </a:moveTo>
                  <a:lnTo>
                    <a:pt x="114" y="68"/>
                  </a:lnTo>
                  <a:lnTo>
                    <a:pt x="114" y="68"/>
                  </a:lnTo>
                  <a:lnTo>
                    <a:pt x="114" y="65"/>
                  </a:lnTo>
                  <a:lnTo>
                    <a:pt x="117" y="65"/>
                  </a:lnTo>
                  <a:lnTo>
                    <a:pt x="134" y="65"/>
                  </a:lnTo>
                  <a:lnTo>
                    <a:pt x="134" y="65"/>
                  </a:lnTo>
                  <a:lnTo>
                    <a:pt x="136" y="65"/>
                  </a:lnTo>
                  <a:lnTo>
                    <a:pt x="137" y="68"/>
                  </a:lnTo>
                  <a:lnTo>
                    <a:pt x="137" y="68"/>
                  </a:lnTo>
                  <a:lnTo>
                    <a:pt x="136" y="70"/>
                  </a:lnTo>
                  <a:lnTo>
                    <a:pt x="134" y="72"/>
                  </a:lnTo>
                  <a:lnTo>
                    <a:pt x="117" y="72"/>
                  </a:lnTo>
                  <a:lnTo>
                    <a:pt x="117" y="72"/>
                  </a:lnTo>
                  <a:lnTo>
                    <a:pt x="114" y="70"/>
                  </a:lnTo>
                  <a:lnTo>
                    <a:pt x="114" y="68"/>
                  </a:lnTo>
                  <a:lnTo>
                    <a:pt x="114" y="68"/>
                  </a:lnTo>
                  <a:close/>
                  <a:moveTo>
                    <a:pt x="69" y="30"/>
                  </a:moveTo>
                  <a:lnTo>
                    <a:pt x="69" y="30"/>
                  </a:lnTo>
                  <a:lnTo>
                    <a:pt x="80" y="32"/>
                  </a:lnTo>
                  <a:lnTo>
                    <a:pt x="90" y="36"/>
                  </a:lnTo>
                  <a:lnTo>
                    <a:pt x="98" y="43"/>
                  </a:lnTo>
                  <a:lnTo>
                    <a:pt x="103" y="51"/>
                  </a:lnTo>
                  <a:lnTo>
                    <a:pt x="103" y="84"/>
                  </a:lnTo>
                  <a:lnTo>
                    <a:pt x="103" y="84"/>
                  </a:lnTo>
                  <a:lnTo>
                    <a:pt x="98" y="93"/>
                  </a:lnTo>
                  <a:lnTo>
                    <a:pt x="90" y="100"/>
                  </a:lnTo>
                  <a:lnTo>
                    <a:pt x="90" y="130"/>
                  </a:lnTo>
                  <a:lnTo>
                    <a:pt x="90" y="130"/>
                  </a:lnTo>
                  <a:lnTo>
                    <a:pt x="88" y="137"/>
                  </a:lnTo>
                  <a:lnTo>
                    <a:pt x="84" y="142"/>
                  </a:lnTo>
                  <a:lnTo>
                    <a:pt x="79" y="146"/>
                  </a:lnTo>
                  <a:lnTo>
                    <a:pt x="71" y="147"/>
                  </a:lnTo>
                  <a:lnTo>
                    <a:pt x="69" y="147"/>
                  </a:lnTo>
                  <a:lnTo>
                    <a:pt x="69" y="114"/>
                  </a:lnTo>
                  <a:lnTo>
                    <a:pt x="82" y="114"/>
                  </a:lnTo>
                  <a:lnTo>
                    <a:pt x="82" y="97"/>
                  </a:lnTo>
                  <a:lnTo>
                    <a:pt x="82" y="97"/>
                  </a:lnTo>
                  <a:lnTo>
                    <a:pt x="83" y="96"/>
                  </a:lnTo>
                  <a:lnTo>
                    <a:pt x="84" y="95"/>
                  </a:lnTo>
                  <a:lnTo>
                    <a:pt x="84" y="95"/>
                  </a:lnTo>
                  <a:lnTo>
                    <a:pt x="91" y="89"/>
                  </a:lnTo>
                  <a:lnTo>
                    <a:pt x="95" y="84"/>
                  </a:lnTo>
                  <a:lnTo>
                    <a:pt x="98" y="76"/>
                  </a:lnTo>
                  <a:lnTo>
                    <a:pt x="99" y="68"/>
                  </a:lnTo>
                  <a:lnTo>
                    <a:pt x="99" y="68"/>
                  </a:lnTo>
                  <a:lnTo>
                    <a:pt x="99" y="62"/>
                  </a:lnTo>
                  <a:lnTo>
                    <a:pt x="96" y="57"/>
                  </a:lnTo>
                  <a:lnTo>
                    <a:pt x="94" y="51"/>
                  </a:lnTo>
                  <a:lnTo>
                    <a:pt x="91" y="47"/>
                  </a:lnTo>
                  <a:lnTo>
                    <a:pt x="91" y="47"/>
                  </a:lnTo>
                  <a:lnTo>
                    <a:pt x="86" y="43"/>
                  </a:lnTo>
                  <a:lnTo>
                    <a:pt x="82" y="40"/>
                  </a:lnTo>
                  <a:lnTo>
                    <a:pt x="75" y="39"/>
                  </a:lnTo>
                  <a:lnTo>
                    <a:pt x="69" y="38"/>
                  </a:lnTo>
                  <a:lnTo>
                    <a:pt x="69" y="30"/>
                  </a:lnTo>
                  <a:lnTo>
                    <a:pt x="69" y="30"/>
                  </a:lnTo>
                  <a:close/>
                  <a:moveTo>
                    <a:pt x="103" y="28"/>
                  </a:moveTo>
                  <a:lnTo>
                    <a:pt x="100" y="31"/>
                  </a:lnTo>
                  <a:lnTo>
                    <a:pt x="100" y="31"/>
                  </a:lnTo>
                  <a:lnTo>
                    <a:pt x="99" y="34"/>
                  </a:lnTo>
                  <a:lnTo>
                    <a:pt x="100" y="36"/>
                  </a:lnTo>
                  <a:lnTo>
                    <a:pt x="100" y="36"/>
                  </a:lnTo>
                  <a:lnTo>
                    <a:pt x="103" y="38"/>
                  </a:lnTo>
                  <a:lnTo>
                    <a:pt x="103" y="28"/>
                  </a:lnTo>
                  <a:lnTo>
                    <a:pt x="103" y="28"/>
                  </a:lnTo>
                  <a:close/>
                  <a:moveTo>
                    <a:pt x="103" y="99"/>
                  </a:moveTo>
                  <a:lnTo>
                    <a:pt x="103" y="99"/>
                  </a:lnTo>
                  <a:lnTo>
                    <a:pt x="100" y="99"/>
                  </a:lnTo>
                  <a:lnTo>
                    <a:pt x="100" y="99"/>
                  </a:lnTo>
                  <a:lnTo>
                    <a:pt x="99" y="101"/>
                  </a:lnTo>
                  <a:lnTo>
                    <a:pt x="100" y="104"/>
                  </a:lnTo>
                  <a:lnTo>
                    <a:pt x="103" y="107"/>
                  </a:lnTo>
                  <a:lnTo>
                    <a:pt x="103" y="99"/>
                  </a:lnTo>
                  <a:lnTo>
                    <a:pt x="103" y="99"/>
                  </a:lnTo>
                  <a:close/>
                  <a:moveTo>
                    <a:pt x="69" y="24"/>
                  </a:moveTo>
                  <a:lnTo>
                    <a:pt x="69" y="0"/>
                  </a:lnTo>
                  <a:lnTo>
                    <a:pt x="69" y="0"/>
                  </a:lnTo>
                  <a:lnTo>
                    <a:pt x="72" y="1"/>
                  </a:lnTo>
                  <a:lnTo>
                    <a:pt x="72" y="4"/>
                  </a:lnTo>
                  <a:lnTo>
                    <a:pt x="72" y="20"/>
                  </a:lnTo>
                  <a:lnTo>
                    <a:pt x="72" y="20"/>
                  </a:lnTo>
                  <a:lnTo>
                    <a:pt x="72" y="23"/>
                  </a:lnTo>
                  <a:lnTo>
                    <a:pt x="69" y="24"/>
                  </a:lnTo>
                  <a:lnTo>
                    <a:pt x="69" y="24"/>
                  </a:lnTo>
                  <a:close/>
                  <a:moveTo>
                    <a:pt x="69" y="147"/>
                  </a:moveTo>
                  <a:lnTo>
                    <a:pt x="67" y="147"/>
                  </a:lnTo>
                  <a:lnTo>
                    <a:pt x="67" y="147"/>
                  </a:lnTo>
                  <a:lnTo>
                    <a:pt x="60" y="146"/>
                  </a:lnTo>
                  <a:lnTo>
                    <a:pt x="53" y="142"/>
                  </a:lnTo>
                  <a:lnTo>
                    <a:pt x="49" y="137"/>
                  </a:lnTo>
                  <a:lnTo>
                    <a:pt x="48" y="130"/>
                  </a:lnTo>
                  <a:lnTo>
                    <a:pt x="48" y="99"/>
                  </a:lnTo>
                  <a:lnTo>
                    <a:pt x="48" y="99"/>
                  </a:lnTo>
                  <a:lnTo>
                    <a:pt x="41" y="92"/>
                  </a:lnTo>
                  <a:lnTo>
                    <a:pt x="35" y="84"/>
                  </a:lnTo>
                  <a:lnTo>
                    <a:pt x="35" y="51"/>
                  </a:lnTo>
                  <a:lnTo>
                    <a:pt x="35" y="51"/>
                  </a:lnTo>
                  <a:lnTo>
                    <a:pt x="41" y="43"/>
                  </a:lnTo>
                  <a:lnTo>
                    <a:pt x="49" y="36"/>
                  </a:lnTo>
                  <a:lnTo>
                    <a:pt x="59" y="32"/>
                  </a:lnTo>
                  <a:lnTo>
                    <a:pt x="64" y="31"/>
                  </a:lnTo>
                  <a:lnTo>
                    <a:pt x="69" y="30"/>
                  </a:lnTo>
                  <a:lnTo>
                    <a:pt x="69" y="38"/>
                  </a:lnTo>
                  <a:lnTo>
                    <a:pt x="69" y="38"/>
                  </a:lnTo>
                  <a:lnTo>
                    <a:pt x="64" y="39"/>
                  </a:lnTo>
                  <a:lnTo>
                    <a:pt x="57" y="40"/>
                  </a:lnTo>
                  <a:lnTo>
                    <a:pt x="53" y="43"/>
                  </a:lnTo>
                  <a:lnTo>
                    <a:pt x="48" y="47"/>
                  </a:lnTo>
                  <a:lnTo>
                    <a:pt x="48" y="47"/>
                  </a:lnTo>
                  <a:lnTo>
                    <a:pt x="45" y="51"/>
                  </a:lnTo>
                  <a:lnTo>
                    <a:pt x="42" y="57"/>
                  </a:lnTo>
                  <a:lnTo>
                    <a:pt x="40" y="62"/>
                  </a:lnTo>
                  <a:lnTo>
                    <a:pt x="40" y="68"/>
                  </a:lnTo>
                  <a:lnTo>
                    <a:pt x="40" y="68"/>
                  </a:lnTo>
                  <a:lnTo>
                    <a:pt x="41" y="76"/>
                  </a:lnTo>
                  <a:lnTo>
                    <a:pt x="44" y="82"/>
                  </a:lnTo>
                  <a:lnTo>
                    <a:pt x="48" y="89"/>
                  </a:lnTo>
                  <a:lnTo>
                    <a:pt x="54" y="93"/>
                  </a:lnTo>
                  <a:lnTo>
                    <a:pt x="54" y="93"/>
                  </a:lnTo>
                  <a:lnTo>
                    <a:pt x="54" y="93"/>
                  </a:lnTo>
                  <a:lnTo>
                    <a:pt x="56" y="95"/>
                  </a:lnTo>
                  <a:lnTo>
                    <a:pt x="56" y="97"/>
                  </a:lnTo>
                  <a:lnTo>
                    <a:pt x="56" y="114"/>
                  </a:lnTo>
                  <a:lnTo>
                    <a:pt x="69" y="114"/>
                  </a:lnTo>
                  <a:lnTo>
                    <a:pt x="69" y="147"/>
                  </a:lnTo>
                  <a:lnTo>
                    <a:pt x="69" y="147"/>
                  </a:lnTo>
                  <a:close/>
                  <a:moveTo>
                    <a:pt x="69" y="0"/>
                  </a:moveTo>
                  <a:lnTo>
                    <a:pt x="69" y="24"/>
                  </a:lnTo>
                  <a:lnTo>
                    <a:pt x="69" y="24"/>
                  </a:lnTo>
                  <a:lnTo>
                    <a:pt x="69" y="24"/>
                  </a:lnTo>
                  <a:lnTo>
                    <a:pt x="69" y="24"/>
                  </a:lnTo>
                  <a:lnTo>
                    <a:pt x="67" y="23"/>
                  </a:lnTo>
                  <a:lnTo>
                    <a:pt x="65" y="20"/>
                  </a:lnTo>
                  <a:lnTo>
                    <a:pt x="65" y="4"/>
                  </a:lnTo>
                  <a:lnTo>
                    <a:pt x="65" y="4"/>
                  </a:lnTo>
                  <a:lnTo>
                    <a:pt x="67" y="1"/>
                  </a:lnTo>
                  <a:lnTo>
                    <a:pt x="69" y="0"/>
                  </a:lnTo>
                  <a:lnTo>
                    <a:pt x="69" y="0"/>
                  </a:lnTo>
                  <a:lnTo>
                    <a:pt x="69" y="0"/>
                  </a:lnTo>
                  <a:close/>
                  <a:moveTo>
                    <a:pt x="35" y="107"/>
                  </a:moveTo>
                  <a:lnTo>
                    <a:pt x="38" y="104"/>
                  </a:lnTo>
                  <a:lnTo>
                    <a:pt x="38" y="104"/>
                  </a:lnTo>
                  <a:lnTo>
                    <a:pt x="38" y="101"/>
                  </a:lnTo>
                  <a:lnTo>
                    <a:pt x="38" y="99"/>
                  </a:lnTo>
                  <a:lnTo>
                    <a:pt x="38" y="99"/>
                  </a:lnTo>
                  <a:lnTo>
                    <a:pt x="35" y="99"/>
                  </a:lnTo>
                  <a:lnTo>
                    <a:pt x="35" y="107"/>
                  </a:lnTo>
                  <a:lnTo>
                    <a:pt x="35" y="107"/>
                  </a:lnTo>
                  <a:close/>
                  <a:moveTo>
                    <a:pt x="35" y="38"/>
                  </a:moveTo>
                  <a:lnTo>
                    <a:pt x="35" y="38"/>
                  </a:lnTo>
                  <a:lnTo>
                    <a:pt x="38" y="36"/>
                  </a:lnTo>
                  <a:lnTo>
                    <a:pt x="38" y="36"/>
                  </a:lnTo>
                  <a:lnTo>
                    <a:pt x="38" y="34"/>
                  </a:lnTo>
                  <a:lnTo>
                    <a:pt x="38" y="31"/>
                  </a:lnTo>
                  <a:lnTo>
                    <a:pt x="35" y="30"/>
                  </a:lnTo>
                  <a:lnTo>
                    <a:pt x="35" y="38"/>
                  </a:lnTo>
                  <a:close/>
                  <a:moveTo>
                    <a:pt x="35" y="84"/>
                  </a:moveTo>
                  <a:lnTo>
                    <a:pt x="35" y="84"/>
                  </a:lnTo>
                  <a:lnTo>
                    <a:pt x="33" y="76"/>
                  </a:lnTo>
                  <a:lnTo>
                    <a:pt x="31" y="68"/>
                  </a:lnTo>
                  <a:lnTo>
                    <a:pt x="31" y="68"/>
                  </a:lnTo>
                  <a:lnTo>
                    <a:pt x="33" y="59"/>
                  </a:lnTo>
                  <a:lnTo>
                    <a:pt x="35" y="51"/>
                  </a:lnTo>
                  <a:lnTo>
                    <a:pt x="35" y="84"/>
                  </a:lnTo>
                  <a:lnTo>
                    <a:pt x="35" y="84"/>
                  </a:lnTo>
                  <a:close/>
                  <a:moveTo>
                    <a:pt x="35" y="30"/>
                  </a:moveTo>
                  <a:lnTo>
                    <a:pt x="35" y="38"/>
                  </a:lnTo>
                  <a:lnTo>
                    <a:pt x="35" y="38"/>
                  </a:lnTo>
                  <a:lnTo>
                    <a:pt x="33" y="36"/>
                  </a:lnTo>
                  <a:lnTo>
                    <a:pt x="33" y="36"/>
                  </a:lnTo>
                  <a:lnTo>
                    <a:pt x="21" y="24"/>
                  </a:lnTo>
                  <a:lnTo>
                    <a:pt x="21" y="24"/>
                  </a:lnTo>
                  <a:lnTo>
                    <a:pt x="19" y="23"/>
                  </a:lnTo>
                  <a:lnTo>
                    <a:pt x="21" y="20"/>
                  </a:lnTo>
                  <a:lnTo>
                    <a:pt x="21" y="20"/>
                  </a:lnTo>
                  <a:lnTo>
                    <a:pt x="23" y="19"/>
                  </a:lnTo>
                  <a:lnTo>
                    <a:pt x="26" y="20"/>
                  </a:lnTo>
                  <a:lnTo>
                    <a:pt x="35" y="30"/>
                  </a:lnTo>
                  <a:lnTo>
                    <a:pt x="35" y="30"/>
                  </a:lnTo>
                  <a:close/>
                  <a:moveTo>
                    <a:pt x="35" y="99"/>
                  </a:moveTo>
                  <a:lnTo>
                    <a:pt x="35" y="107"/>
                  </a:lnTo>
                  <a:lnTo>
                    <a:pt x="26" y="116"/>
                  </a:lnTo>
                  <a:lnTo>
                    <a:pt x="26" y="116"/>
                  </a:lnTo>
                  <a:lnTo>
                    <a:pt x="23" y="118"/>
                  </a:lnTo>
                  <a:lnTo>
                    <a:pt x="21" y="116"/>
                  </a:lnTo>
                  <a:lnTo>
                    <a:pt x="21" y="116"/>
                  </a:lnTo>
                  <a:lnTo>
                    <a:pt x="19" y="114"/>
                  </a:lnTo>
                  <a:lnTo>
                    <a:pt x="21" y="111"/>
                  </a:lnTo>
                  <a:lnTo>
                    <a:pt x="33" y="99"/>
                  </a:lnTo>
                  <a:lnTo>
                    <a:pt x="33" y="99"/>
                  </a:lnTo>
                  <a:lnTo>
                    <a:pt x="33" y="99"/>
                  </a:lnTo>
                  <a:lnTo>
                    <a:pt x="35" y="99"/>
                  </a:lnTo>
                  <a:lnTo>
                    <a:pt x="35" y="99"/>
                  </a:lnTo>
                  <a:close/>
                  <a:moveTo>
                    <a:pt x="4" y="65"/>
                  </a:moveTo>
                  <a:lnTo>
                    <a:pt x="4" y="65"/>
                  </a:lnTo>
                  <a:lnTo>
                    <a:pt x="21" y="65"/>
                  </a:lnTo>
                  <a:lnTo>
                    <a:pt x="21" y="65"/>
                  </a:lnTo>
                  <a:lnTo>
                    <a:pt x="23" y="65"/>
                  </a:lnTo>
                  <a:lnTo>
                    <a:pt x="25" y="68"/>
                  </a:lnTo>
                  <a:lnTo>
                    <a:pt x="25" y="68"/>
                  </a:lnTo>
                  <a:lnTo>
                    <a:pt x="23" y="70"/>
                  </a:lnTo>
                  <a:lnTo>
                    <a:pt x="21" y="72"/>
                  </a:lnTo>
                  <a:lnTo>
                    <a:pt x="4" y="72"/>
                  </a:lnTo>
                  <a:lnTo>
                    <a:pt x="4" y="72"/>
                  </a:lnTo>
                  <a:lnTo>
                    <a:pt x="2" y="70"/>
                  </a:lnTo>
                  <a:lnTo>
                    <a:pt x="0" y="68"/>
                  </a:lnTo>
                  <a:lnTo>
                    <a:pt x="0" y="68"/>
                  </a:lnTo>
                  <a:lnTo>
                    <a:pt x="2" y="65"/>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6" name="ïṩḻíḋé">
              <a:extLst>
                <a:ext uri="{FF2B5EF4-FFF2-40B4-BE49-F238E27FC236}">
                  <a16:creationId xmlns:a16="http://schemas.microsoft.com/office/drawing/2014/main" id="{C450EFBE-822B-42ED-B20D-62257A42FAD4}"/>
                </a:ext>
              </a:extLst>
            </p:cNvPr>
            <p:cNvGrpSpPr/>
            <p:nvPr/>
          </p:nvGrpSpPr>
          <p:grpSpPr>
            <a:xfrm>
              <a:off x="6065863" y="2863216"/>
              <a:ext cx="144875" cy="230942"/>
              <a:chOff x="2679701" y="2924175"/>
              <a:chExt cx="160337" cy="255588"/>
            </a:xfrm>
            <a:solidFill>
              <a:srgbClr val="FF8F29"/>
            </a:solidFill>
          </p:grpSpPr>
          <p:sp>
            <p:nvSpPr>
              <p:cNvPr id="268" name="iSḷïḑe">
                <a:extLst>
                  <a:ext uri="{FF2B5EF4-FFF2-40B4-BE49-F238E27FC236}">
                    <a16:creationId xmlns:a16="http://schemas.microsoft.com/office/drawing/2014/main" id="{62791259-9590-4E23-9DF2-FFBB53BD0687}"/>
                  </a:ext>
                </a:extLst>
              </p:cNvPr>
              <p:cNvSpPr/>
              <p:nvPr/>
            </p:nvSpPr>
            <p:spPr bwMode="auto">
              <a:xfrm>
                <a:off x="2770188" y="3103563"/>
                <a:ext cx="57150" cy="57150"/>
              </a:xfrm>
              <a:custGeom>
                <a:avLst/>
                <a:gdLst>
                  <a:gd name="T0" fmla="*/ 0 w 36"/>
                  <a:gd name="T1" fmla="*/ 22 h 36"/>
                  <a:gd name="T2" fmla="*/ 0 w 36"/>
                  <a:gd name="T3" fmla="*/ 22 h 36"/>
                  <a:gd name="T4" fmla="*/ 2 w 36"/>
                  <a:gd name="T5" fmla="*/ 27 h 36"/>
                  <a:gd name="T6" fmla="*/ 8 w 36"/>
                  <a:gd name="T7" fmla="*/ 33 h 36"/>
                  <a:gd name="T8" fmla="*/ 13 w 36"/>
                  <a:gd name="T9" fmla="*/ 36 h 36"/>
                  <a:gd name="T10" fmla="*/ 21 w 36"/>
                  <a:gd name="T11" fmla="*/ 36 h 36"/>
                  <a:gd name="T12" fmla="*/ 21 w 36"/>
                  <a:gd name="T13" fmla="*/ 36 h 36"/>
                  <a:gd name="T14" fmla="*/ 28 w 36"/>
                  <a:gd name="T15" fmla="*/ 33 h 36"/>
                  <a:gd name="T16" fmla="*/ 32 w 36"/>
                  <a:gd name="T17" fmla="*/ 29 h 36"/>
                  <a:gd name="T18" fmla="*/ 35 w 36"/>
                  <a:gd name="T19" fmla="*/ 22 h 36"/>
                  <a:gd name="T20" fmla="*/ 36 w 36"/>
                  <a:gd name="T21" fmla="*/ 15 h 36"/>
                  <a:gd name="T22" fmla="*/ 36 w 36"/>
                  <a:gd name="T23" fmla="*/ 15 h 36"/>
                  <a:gd name="T24" fmla="*/ 33 w 36"/>
                  <a:gd name="T25" fmla="*/ 8 h 36"/>
                  <a:gd name="T26" fmla="*/ 28 w 36"/>
                  <a:gd name="T27" fmla="*/ 3 h 36"/>
                  <a:gd name="T28" fmla="*/ 21 w 36"/>
                  <a:gd name="T29" fmla="*/ 0 h 36"/>
                  <a:gd name="T30" fmla="*/ 14 w 36"/>
                  <a:gd name="T31" fmla="*/ 0 h 36"/>
                  <a:gd name="T32" fmla="*/ 14 w 36"/>
                  <a:gd name="T33" fmla="*/ 0 h 36"/>
                  <a:gd name="T34" fmla="*/ 8 w 36"/>
                  <a:gd name="T35" fmla="*/ 3 h 36"/>
                  <a:gd name="T36" fmla="*/ 4 w 36"/>
                  <a:gd name="T37" fmla="*/ 8 h 36"/>
                  <a:gd name="T38" fmla="*/ 1 w 36"/>
                  <a:gd name="T39" fmla="*/ 14 h 36"/>
                  <a:gd name="T40" fmla="*/ 0 w 36"/>
                  <a:gd name="T41" fmla="*/ 22 h 36"/>
                  <a:gd name="T42" fmla="*/ 0 w 36"/>
                  <a:gd name="T43"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6">
                    <a:moveTo>
                      <a:pt x="0" y="22"/>
                    </a:moveTo>
                    <a:lnTo>
                      <a:pt x="0" y="22"/>
                    </a:lnTo>
                    <a:lnTo>
                      <a:pt x="2" y="27"/>
                    </a:lnTo>
                    <a:lnTo>
                      <a:pt x="8" y="33"/>
                    </a:lnTo>
                    <a:lnTo>
                      <a:pt x="13" y="36"/>
                    </a:lnTo>
                    <a:lnTo>
                      <a:pt x="21" y="36"/>
                    </a:lnTo>
                    <a:lnTo>
                      <a:pt x="21" y="36"/>
                    </a:lnTo>
                    <a:lnTo>
                      <a:pt x="28" y="33"/>
                    </a:lnTo>
                    <a:lnTo>
                      <a:pt x="32" y="29"/>
                    </a:lnTo>
                    <a:lnTo>
                      <a:pt x="35" y="22"/>
                    </a:lnTo>
                    <a:lnTo>
                      <a:pt x="36" y="15"/>
                    </a:lnTo>
                    <a:lnTo>
                      <a:pt x="36" y="15"/>
                    </a:lnTo>
                    <a:lnTo>
                      <a:pt x="33" y="8"/>
                    </a:lnTo>
                    <a:lnTo>
                      <a:pt x="28" y="3"/>
                    </a:lnTo>
                    <a:lnTo>
                      <a:pt x="21" y="0"/>
                    </a:lnTo>
                    <a:lnTo>
                      <a:pt x="14" y="0"/>
                    </a:lnTo>
                    <a:lnTo>
                      <a:pt x="14" y="0"/>
                    </a:lnTo>
                    <a:lnTo>
                      <a:pt x="8" y="3"/>
                    </a:lnTo>
                    <a:lnTo>
                      <a:pt x="4" y="8"/>
                    </a:lnTo>
                    <a:lnTo>
                      <a:pt x="1" y="14"/>
                    </a:lnTo>
                    <a:lnTo>
                      <a:pt x="0" y="2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69" name="îšḷîde">
                <a:extLst>
                  <a:ext uri="{FF2B5EF4-FFF2-40B4-BE49-F238E27FC236}">
                    <a16:creationId xmlns:a16="http://schemas.microsoft.com/office/drawing/2014/main" id="{262F22A6-7550-48D4-B773-F8F2884C1B94}"/>
                  </a:ext>
                </a:extLst>
              </p:cNvPr>
              <p:cNvSpPr/>
              <p:nvPr/>
            </p:nvSpPr>
            <p:spPr bwMode="auto">
              <a:xfrm>
                <a:off x="2786063" y="2924175"/>
                <a:ext cx="53975" cy="192088"/>
              </a:xfrm>
              <a:custGeom>
                <a:avLst/>
                <a:gdLst>
                  <a:gd name="T0" fmla="*/ 0 w 34"/>
                  <a:gd name="T1" fmla="*/ 121 h 121"/>
                  <a:gd name="T2" fmla="*/ 0 w 34"/>
                  <a:gd name="T3" fmla="*/ 121 h 121"/>
                  <a:gd name="T4" fmla="*/ 21 w 34"/>
                  <a:gd name="T5" fmla="*/ 17 h 121"/>
                  <a:gd name="T6" fmla="*/ 21 w 34"/>
                  <a:gd name="T7" fmla="*/ 17 h 121"/>
                  <a:gd name="T8" fmla="*/ 27 w 34"/>
                  <a:gd name="T9" fmla="*/ 9 h 121"/>
                  <a:gd name="T10" fmla="*/ 31 w 34"/>
                  <a:gd name="T11" fmla="*/ 2 h 121"/>
                  <a:gd name="T12" fmla="*/ 34 w 34"/>
                  <a:gd name="T13" fmla="*/ 0 h 121"/>
                  <a:gd name="T14" fmla="*/ 34 w 34"/>
                  <a:gd name="T15" fmla="*/ 0 h 121"/>
                  <a:gd name="T16" fmla="*/ 31 w 34"/>
                  <a:gd name="T17" fmla="*/ 19 h 121"/>
                  <a:gd name="T18" fmla="*/ 25 w 34"/>
                  <a:gd name="T19" fmla="*/ 61 h 121"/>
                  <a:gd name="T20" fmla="*/ 14 w 34"/>
                  <a:gd name="T21" fmla="*/ 121 h 121"/>
                  <a:gd name="T22" fmla="*/ 0 w 34"/>
                  <a:gd name="T23"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121">
                    <a:moveTo>
                      <a:pt x="0" y="121"/>
                    </a:moveTo>
                    <a:lnTo>
                      <a:pt x="0" y="121"/>
                    </a:lnTo>
                    <a:lnTo>
                      <a:pt x="21" y="17"/>
                    </a:lnTo>
                    <a:lnTo>
                      <a:pt x="21" y="17"/>
                    </a:lnTo>
                    <a:lnTo>
                      <a:pt x="27" y="9"/>
                    </a:lnTo>
                    <a:lnTo>
                      <a:pt x="31" y="2"/>
                    </a:lnTo>
                    <a:lnTo>
                      <a:pt x="34" y="0"/>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0" name="iSḷidé">
                <a:extLst>
                  <a:ext uri="{FF2B5EF4-FFF2-40B4-BE49-F238E27FC236}">
                    <a16:creationId xmlns:a16="http://schemas.microsoft.com/office/drawing/2014/main" id="{754109DE-2734-4BE5-9C11-D28A5048EB78}"/>
                  </a:ext>
                </a:extLst>
              </p:cNvPr>
              <p:cNvSpPr/>
              <p:nvPr/>
            </p:nvSpPr>
            <p:spPr bwMode="auto">
              <a:xfrm>
                <a:off x="2679701" y="2954338"/>
                <a:ext cx="123825" cy="166688"/>
              </a:xfrm>
              <a:custGeom>
                <a:avLst/>
                <a:gdLst>
                  <a:gd name="T0" fmla="*/ 77 w 78"/>
                  <a:gd name="T1" fmla="*/ 98 h 105"/>
                  <a:gd name="T2" fmla="*/ 19 w 78"/>
                  <a:gd name="T3" fmla="*/ 13 h 105"/>
                  <a:gd name="T4" fmla="*/ 0 w 78"/>
                  <a:gd name="T5" fmla="*/ 0 h 105"/>
                  <a:gd name="T6" fmla="*/ 8 w 78"/>
                  <a:gd name="T7" fmla="*/ 20 h 105"/>
                  <a:gd name="T8" fmla="*/ 66 w 78"/>
                  <a:gd name="T9" fmla="*/ 105 h 105"/>
                  <a:gd name="T10" fmla="*/ 78 w 78"/>
                  <a:gd name="T11" fmla="*/ 98 h 105"/>
                  <a:gd name="T12" fmla="*/ 77 w 78"/>
                  <a:gd name="T13" fmla="*/ 98 h 105"/>
                </a:gdLst>
                <a:ahLst/>
                <a:cxnLst>
                  <a:cxn ang="0">
                    <a:pos x="T0" y="T1"/>
                  </a:cxn>
                  <a:cxn ang="0">
                    <a:pos x="T2" y="T3"/>
                  </a:cxn>
                  <a:cxn ang="0">
                    <a:pos x="T4" y="T5"/>
                  </a:cxn>
                  <a:cxn ang="0">
                    <a:pos x="T6" y="T7"/>
                  </a:cxn>
                  <a:cxn ang="0">
                    <a:pos x="T8" y="T9"/>
                  </a:cxn>
                  <a:cxn ang="0">
                    <a:pos x="T10" y="T11"/>
                  </a:cxn>
                  <a:cxn ang="0">
                    <a:pos x="T12" y="T13"/>
                  </a:cxn>
                </a:cxnLst>
                <a:rect l="0" t="0" r="r" b="b"/>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1" name="ísḷíḓè">
                <a:extLst>
                  <a:ext uri="{FF2B5EF4-FFF2-40B4-BE49-F238E27FC236}">
                    <a16:creationId xmlns:a16="http://schemas.microsoft.com/office/drawing/2014/main" id="{1272AD47-0AF4-4B82-AE3A-F321F6A2F127}"/>
                  </a:ext>
                </a:extLst>
              </p:cNvPr>
              <p:cNvSpPr/>
              <p:nvPr/>
            </p:nvSpPr>
            <p:spPr bwMode="auto">
              <a:xfrm>
                <a:off x="2798763" y="3149600"/>
                <a:ext cx="14288" cy="30163"/>
              </a:xfrm>
              <a:custGeom>
                <a:avLst/>
                <a:gdLst>
                  <a:gd name="T0" fmla="*/ 7 w 9"/>
                  <a:gd name="T1" fmla="*/ 2 h 19"/>
                  <a:gd name="T2" fmla="*/ 7 w 9"/>
                  <a:gd name="T3" fmla="*/ 2 h 19"/>
                  <a:gd name="T4" fmla="*/ 6 w 9"/>
                  <a:gd name="T5" fmla="*/ 0 h 19"/>
                  <a:gd name="T6" fmla="*/ 3 w 9"/>
                  <a:gd name="T7" fmla="*/ 0 h 19"/>
                  <a:gd name="T8" fmla="*/ 3 w 9"/>
                  <a:gd name="T9" fmla="*/ 0 h 19"/>
                  <a:gd name="T10" fmla="*/ 0 w 9"/>
                  <a:gd name="T11" fmla="*/ 1 h 19"/>
                  <a:gd name="T12" fmla="*/ 0 w 9"/>
                  <a:gd name="T13" fmla="*/ 4 h 19"/>
                  <a:gd name="T14" fmla="*/ 3 w 9"/>
                  <a:gd name="T15" fmla="*/ 16 h 19"/>
                  <a:gd name="T16" fmla="*/ 3 w 9"/>
                  <a:gd name="T17" fmla="*/ 16 h 19"/>
                  <a:gd name="T18" fmla="*/ 3 w 9"/>
                  <a:gd name="T19" fmla="*/ 19 h 19"/>
                  <a:gd name="T20" fmla="*/ 6 w 9"/>
                  <a:gd name="T21" fmla="*/ 19 h 19"/>
                  <a:gd name="T22" fmla="*/ 6 w 9"/>
                  <a:gd name="T23" fmla="*/ 19 h 19"/>
                  <a:gd name="T24" fmla="*/ 9 w 9"/>
                  <a:gd name="T25" fmla="*/ 17 h 19"/>
                  <a:gd name="T26" fmla="*/ 9 w 9"/>
                  <a:gd name="T27" fmla="*/ 15 h 19"/>
                  <a:gd name="T28" fmla="*/ 7 w 9"/>
                  <a:gd name="T2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19">
                    <a:moveTo>
                      <a:pt x="7" y="2"/>
                    </a:moveTo>
                    <a:lnTo>
                      <a:pt x="7" y="2"/>
                    </a:lnTo>
                    <a:lnTo>
                      <a:pt x="6" y="0"/>
                    </a:lnTo>
                    <a:lnTo>
                      <a:pt x="3" y="0"/>
                    </a:lnTo>
                    <a:lnTo>
                      <a:pt x="3" y="0"/>
                    </a:lnTo>
                    <a:lnTo>
                      <a:pt x="0" y="1"/>
                    </a:lnTo>
                    <a:lnTo>
                      <a:pt x="0" y="4"/>
                    </a:lnTo>
                    <a:lnTo>
                      <a:pt x="3" y="16"/>
                    </a:lnTo>
                    <a:lnTo>
                      <a:pt x="3" y="16"/>
                    </a:lnTo>
                    <a:lnTo>
                      <a:pt x="3" y="19"/>
                    </a:lnTo>
                    <a:lnTo>
                      <a:pt x="6"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7" name="işlîdé">
              <a:extLst>
                <a:ext uri="{FF2B5EF4-FFF2-40B4-BE49-F238E27FC236}">
                  <a16:creationId xmlns:a16="http://schemas.microsoft.com/office/drawing/2014/main" id="{18C01974-2E75-43DC-84D1-E2F9FA28D349}"/>
                </a:ext>
              </a:extLst>
            </p:cNvPr>
            <p:cNvSpPr/>
            <p:nvPr/>
          </p:nvSpPr>
          <p:spPr bwMode="auto">
            <a:xfrm>
              <a:off x="6050098" y="1680439"/>
              <a:ext cx="196516" cy="213728"/>
            </a:xfrm>
            <a:custGeom>
              <a:avLst/>
              <a:gdLst>
                <a:gd name="T0" fmla="*/ 105 w 137"/>
                <a:gd name="T1" fmla="*/ 69 h 149"/>
                <a:gd name="T2" fmla="*/ 103 w 137"/>
                <a:gd name="T3" fmla="*/ 51 h 149"/>
                <a:gd name="T4" fmla="*/ 103 w 137"/>
                <a:gd name="T5" fmla="*/ 99 h 149"/>
                <a:gd name="T6" fmla="*/ 116 w 137"/>
                <a:gd name="T7" fmla="*/ 112 h 149"/>
                <a:gd name="T8" fmla="*/ 114 w 137"/>
                <a:gd name="T9" fmla="*/ 118 h 149"/>
                <a:gd name="T10" fmla="*/ 103 w 137"/>
                <a:gd name="T11" fmla="*/ 38 h 149"/>
                <a:gd name="T12" fmla="*/ 114 w 137"/>
                <a:gd name="T13" fmla="*/ 19 h 149"/>
                <a:gd name="T14" fmla="*/ 116 w 137"/>
                <a:gd name="T15" fmla="*/ 26 h 149"/>
                <a:gd name="T16" fmla="*/ 103 w 137"/>
                <a:gd name="T17" fmla="*/ 38 h 149"/>
                <a:gd name="T18" fmla="*/ 112 w 137"/>
                <a:gd name="T19" fmla="*/ 69 h 149"/>
                <a:gd name="T20" fmla="*/ 133 w 137"/>
                <a:gd name="T21" fmla="*/ 65 h 149"/>
                <a:gd name="T22" fmla="*/ 135 w 137"/>
                <a:gd name="T23" fmla="*/ 72 h 149"/>
                <a:gd name="T24" fmla="*/ 114 w 137"/>
                <a:gd name="T25" fmla="*/ 72 h 149"/>
                <a:gd name="T26" fmla="*/ 69 w 137"/>
                <a:gd name="T27" fmla="*/ 31 h 149"/>
                <a:gd name="T28" fmla="*/ 103 w 137"/>
                <a:gd name="T29" fmla="*/ 51 h 149"/>
                <a:gd name="T30" fmla="*/ 89 w 137"/>
                <a:gd name="T31" fmla="*/ 100 h 149"/>
                <a:gd name="T32" fmla="*/ 84 w 137"/>
                <a:gd name="T33" fmla="*/ 144 h 149"/>
                <a:gd name="T34" fmla="*/ 69 w 137"/>
                <a:gd name="T35" fmla="*/ 115 h 149"/>
                <a:gd name="T36" fmla="*/ 81 w 137"/>
                <a:gd name="T37" fmla="*/ 96 h 149"/>
                <a:gd name="T38" fmla="*/ 95 w 137"/>
                <a:gd name="T39" fmla="*/ 84 h 149"/>
                <a:gd name="T40" fmla="*/ 97 w 137"/>
                <a:gd name="T41" fmla="*/ 62 h 149"/>
                <a:gd name="T42" fmla="*/ 89 w 137"/>
                <a:gd name="T43" fmla="*/ 47 h 149"/>
                <a:gd name="T44" fmla="*/ 69 w 137"/>
                <a:gd name="T45" fmla="*/ 39 h 149"/>
                <a:gd name="T46" fmla="*/ 100 w 137"/>
                <a:gd name="T47" fmla="*/ 33 h 149"/>
                <a:gd name="T48" fmla="*/ 100 w 137"/>
                <a:gd name="T49" fmla="*/ 38 h 149"/>
                <a:gd name="T50" fmla="*/ 103 w 137"/>
                <a:gd name="T51" fmla="*/ 99 h 149"/>
                <a:gd name="T52" fmla="*/ 99 w 137"/>
                <a:gd name="T53" fmla="*/ 103 h 149"/>
                <a:gd name="T54" fmla="*/ 103 w 137"/>
                <a:gd name="T55" fmla="*/ 99 h 149"/>
                <a:gd name="T56" fmla="*/ 70 w 137"/>
                <a:gd name="T57" fmla="*/ 1 h 149"/>
                <a:gd name="T58" fmla="*/ 70 w 137"/>
                <a:gd name="T59" fmla="*/ 23 h 149"/>
                <a:gd name="T60" fmla="*/ 66 w 137"/>
                <a:gd name="T61" fmla="*/ 149 h 149"/>
                <a:gd name="T62" fmla="*/ 49 w 137"/>
                <a:gd name="T63" fmla="*/ 137 h 149"/>
                <a:gd name="T64" fmla="*/ 39 w 137"/>
                <a:gd name="T65" fmla="*/ 93 h 149"/>
                <a:gd name="T66" fmla="*/ 40 w 137"/>
                <a:gd name="T67" fmla="*/ 43 h 149"/>
                <a:gd name="T68" fmla="*/ 69 w 137"/>
                <a:gd name="T69" fmla="*/ 31 h 149"/>
                <a:gd name="T70" fmla="*/ 57 w 137"/>
                <a:gd name="T71" fmla="*/ 41 h 149"/>
                <a:gd name="T72" fmla="*/ 43 w 137"/>
                <a:gd name="T73" fmla="*/ 51 h 149"/>
                <a:gd name="T74" fmla="*/ 38 w 137"/>
                <a:gd name="T75" fmla="*/ 69 h 149"/>
                <a:gd name="T76" fmla="*/ 53 w 137"/>
                <a:gd name="T77" fmla="*/ 95 h 149"/>
                <a:gd name="T78" fmla="*/ 55 w 137"/>
                <a:gd name="T79" fmla="*/ 98 h 149"/>
                <a:gd name="T80" fmla="*/ 69 w 137"/>
                <a:gd name="T81" fmla="*/ 149 h 149"/>
                <a:gd name="T82" fmla="*/ 68 w 137"/>
                <a:gd name="T83" fmla="*/ 24 h 149"/>
                <a:gd name="T84" fmla="*/ 65 w 137"/>
                <a:gd name="T85" fmla="*/ 4 h 149"/>
                <a:gd name="T86" fmla="*/ 69 w 137"/>
                <a:gd name="T87" fmla="*/ 0 h 149"/>
                <a:gd name="T88" fmla="*/ 36 w 137"/>
                <a:gd name="T89" fmla="*/ 106 h 149"/>
                <a:gd name="T90" fmla="*/ 34 w 137"/>
                <a:gd name="T91" fmla="*/ 99 h 149"/>
                <a:gd name="T92" fmla="*/ 34 w 137"/>
                <a:gd name="T93" fmla="*/ 38 h 149"/>
                <a:gd name="T94" fmla="*/ 36 w 137"/>
                <a:gd name="T95" fmla="*/ 33 h 149"/>
                <a:gd name="T96" fmla="*/ 34 w 137"/>
                <a:gd name="T97" fmla="*/ 85 h 149"/>
                <a:gd name="T98" fmla="*/ 31 w 137"/>
                <a:gd name="T99" fmla="*/ 61 h 149"/>
                <a:gd name="T100" fmla="*/ 34 w 137"/>
                <a:gd name="T101" fmla="*/ 30 h 149"/>
                <a:gd name="T102" fmla="*/ 31 w 137"/>
                <a:gd name="T103" fmla="*/ 38 h 149"/>
                <a:gd name="T104" fmla="*/ 20 w 137"/>
                <a:gd name="T105" fmla="*/ 20 h 149"/>
                <a:gd name="T106" fmla="*/ 34 w 137"/>
                <a:gd name="T107" fmla="*/ 30 h 149"/>
                <a:gd name="T108" fmla="*/ 24 w 137"/>
                <a:gd name="T109" fmla="*/ 116 h 149"/>
                <a:gd name="T110" fmla="*/ 20 w 137"/>
                <a:gd name="T111" fmla="*/ 116 h 149"/>
                <a:gd name="T112" fmla="*/ 31 w 137"/>
                <a:gd name="T113" fmla="*/ 100 h 149"/>
                <a:gd name="T114" fmla="*/ 4 w 137"/>
                <a:gd name="T115" fmla="*/ 65 h 149"/>
                <a:gd name="T116" fmla="*/ 23 w 137"/>
                <a:gd name="T117" fmla="*/ 66 h 149"/>
                <a:gd name="T118" fmla="*/ 20 w 137"/>
                <a:gd name="T119" fmla="*/ 72 h 149"/>
                <a:gd name="T120" fmla="*/ 0 w 137"/>
                <a:gd name="T121" fmla="*/ 69 h 149"/>
                <a:gd name="T122" fmla="*/ 4 w 137"/>
                <a:gd name="T123" fmla="*/ 6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9">
                  <a:moveTo>
                    <a:pt x="103" y="51"/>
                  </a:moveTo>
                  <a:lnTo>
                    <a:pt x="103" y="51"/>
                  </a:lnTo>
                  <a:lnTo>
                    <a:pt x="105" y="60"/>
                  </a:lnTo>
                  <a:lnTo>
                    <a:pt x="105" y="69"/>
                  </a:lnTo>
                  <a:lnTo>
                    <a:pt x="105" y="69"/>
                  </a:lnTo>
                  <a:lnTo>
                    <a:pt x="105" y="77"/>
                  </a:lnTo>
                  <a:lnTo>
                    <a:pt x="103" y="85"/>
                  </a:lnTo>
                  <a:lnTo>
                    <a:pt x="103" y="51"/>
                  </a:lnTo>
                  <a:lnTo>
                    <a:pt x="103" y="51"/>
                  </a:lnTo>
                  <a:close/>
                  <a:moveTo>
                    <a:pt x="103" y="108"/>
                  </a:moveTo>
                  <a:lnTo>
                    <a:pt x="103" y="99"/>
                  </a:lnTo>
                  <a:lnTo>
                    <a:pt x="103" y="99"/>
                  </a:lnTo>
                  <a:lnTo>
                    <a:pt x="104" y="100"/>
                  </a:lnTo>
                  <a:lnTo>
                    <a:pt x="104" y="100"/>
                  </a:lnTo>
                  <a:lnTo>
                    <a:pt x="116" y="112"/>
                  </a:lnTo>
                  <a:lnTo>
                    <a:pt x="116" y="112"/>
                  </a:lnTo>
                  <a:lnTo>
                    <a:pt x="118" y="115"/>
                  </a:lnTo>
                  <a:lnTo>
                    <a:pt x="116" y="116"/>
                  </a:lnTo>
                  <a:lnTo>
                    <a:pt x="116" y="116"/>
                  </a:lnTo>
                  <a:lnTo>
                    <a:pt x="114" y="118"/>
                  </a:lnTo>
                  <a:lnTo>
                    <a:pt x="111" y="116"/>
                  </a:lnTo>
                  <a:lnTo>
                    <a:pt x="103" y="108"/>
                  </a:lnTo>
                  <a:lnTo>
                    <a:pt x="103" y="108"/>
                  </a:lnTo>
                  <a:close/>
                  <a:moveTo>
                    <a:pt x="103" y="38"/>
                  </a:moveTo>
                  <a:lnTo>
                    <a:pt x="103" y="30"/>
                  </a:lnTo>
                  <a:lnTo>
                    <a:pt x="111" y="20"/>
                  </a:lnTo>
                  <a:lnTo>
                    <a:pt x="111" y="20"/>
                  </a:lnTo>
                  <a:lnTo>
                    <a:pt x="114" y="19"/>
                  </a:lnTo>
                  <a:lnTo>
                    <a:pt x="116" y="20"/>
                  </a:lnTo>
                  <a:lnTo>
                    <a:pt x="116" y="20"/>
                  </a:lnTo>
                  <a:lnTo>
                    <a:pt x="118" y="23"/>
                  </a:lnTo>
                  <a:lnTo>
                    <a:pt x="116" y="26"/>
                  </a:lnTo>
                  <a:lnTo>
                    <a:pt x="104" y="38"/>
                  </a:lnTo>
                  <a:lnTo>
                    <a:pt x="104" y="38"/>
                  </a:lnTo>
                  <a:lnTo>
                    <a:pt x="104" y="38"/>
                  </a:lnTo>
                  <a:lnTo>
                    <a:pt x="103" y="38"/>
                  </a:lnTo>
                  <a:lnTo>
                    <a:pt x="103" y="38"/>
                  </a:lnTo>
                  <a:close/>
                  <a:moveTo>
                    <a:pt x="112" y="69"/>
                  </a:moveTo>
                  <a:lnTo>
                    <a:pt x="112" y="69"/>
                  </a:lnTo>
                  <a:lnTo>
                    <a:pt x="112" y="69"/>
                  </a:lnTo>
                  <a:lnTo>
                    <a:pt x="114" y="66"/>
                  </a:lnTo>
                  <a:lnTo>
                    <a:pt x="116" y="65"/>
                  </a:lnTo>
                  <a:lnTo>
                    <a:pt x="133" y="65"/>
                  </a:lnTo>
                  <a:lnTo>
                    <a:pt x="133" y="65"/>
                  </a:lnTo>
                  <a:lnTo>
                    <a:pt x="135" y="66"/>
                  </a:lnTo>
                  <a:lnTo>
                    <a:pt x="137" y="69"/>
                  </a:lnTo>
                  <a:lnTo>
                    <a:pt x="137" y="69"/>
                  </a:lnTo>
                  <a:lnTo>
                    <a:pt x="135" y="72"/>
                  </a:lnTo>
                  <a:lnTo>
                    <a:pt x="133" y="72"/>
                  </a:lnTo>
                  <a:lnTo>
                    <a:pt x="116" y="72"/>
                  </a:lnTo>
                  <a:lnTo>
                    <a:pt x="116" y="72"/>
                  </a:lnTo>
                  <a:lnTo>
                    <a:pt x="114" y="72"/>
                  </a:lnTo>
                  <a:lnTo>
                    <a:pt x="112" y="69"/>
                  </a:lnTo>
                  <a:lnTo>
                    <a:pt x="112" y="69"/>
                  </a:lnTo>
                  <a:close/>
                  <a:moveTo>
                    <a:pt x="69" y="31"/>
                  </a:moveTo>
                  <a:lnTo>
                    <a:pt x="69" y="31"/>
                  </a:lnTo>
                  <a:lnTo>
                    <a:pt x="78" y="33"/>
                  </a:lnTo>
                  <a:lnTo>
                    <a:pt x="88" y="37"/>
                  </a:lnTo>
                  <a:lnTo>
                    <a:pt x="96" y="43"/>
                  </a:lnTo>
                  <a:lnTo>
                    <a:pt x="103" y="51"/>
                  </a:lnTo>
                  <a:lnTo>
                    <a:pt x="103" y="85"/>
                  </a:lnTo>
                  <a:lnTo>
                    <a:pt x="103" y="85"/>
                  </a:lnTo>
                  <a:lnTo>
                    <a:pt x="96" y="93"/>
                  </a:lnTo>
                  <a:lnTo>
                    <a:pt x="89" y="100"/>
                  </a:lnTo>
                  <a:lnTo>
                    <a:pt x="89" y="130"/>
                  </a:lnTo>
                  <a:lnTo>
                    <a:pt x="89" y="130"/>
                  </a:lnTo>
                  <a:lnTo>
                    <a:pt x="88" y="137"/>
                  </a:lnTo>
                  <a:lnTo>
                    <a:pt x="84" y="144"/>
                  </a:lnTo>
                  <a:lnTo>
                    <a:pt x="77" y="148"/>
                  </a:lnTo>
                  <a:lnTo>
                    <a:pt x="70" y="149"/>
                  </a:lnTo>
                  <a:lnTo>
                    <a:pt x="69" y="149"/>
                  </a:lnTo>
                  <a:lnTo>
                    <a:pt x="69" y="115"/>
                  </a:lnTo>
                  <a:lnTo>
                    <a:pt x="81" y="115"/>
                  </a:lnTo>
                  <a:lnTo>
                    <a:pt x="81" y="98"/>
                  </a:lnTo>
                  <a:lnTo>
                    <a:pt x="81" y="98"/>
                  </a:lnTo>
                  <a:lnTo>
                    <a:pt x="81" y="96"/>
                  </a:lnTo>
                  <a:lnTo>
                    <a:pt x="82" y="95"/>
                  </a:lnTo>
                  <a:lnTo>
                    <a:pt x="82" y="95"/>
                  </a:lnTo>
                  <a:lnTo>
                    <a:pt x="89" y="89"/>
                  </a:lnTo>
                  <a:lnTo>
                    <a:pt x="95" y="84"/>
                  </a:lnTo>
                  <a:lnTo>
                    <a:pt x="97" y="77"/>
                  </a:lnTo>
                  <a:lnTo>
                    <a:pt x="99" y="69"/>
                  </a:lnTo>
                  <a:lnTo>
                    <a:pt x="99" y="69"/>
                  </a:lnTo>
                  <a:lnTo>
                    <a:pt x="97" y="62"/>
                  </a:lnTo>
                  <a:lnTo>
                    <a:pt x="96" y="57"/>
                  </a:lnTo>
                  <a:lnTo>
                    <a:pt x="93" y="51"/>
                  </a:lnTo>
                  <a:lnTo>
                    <a:pt x="89" y="47"/>
                  </a:lnTo>
                  <a:lnTo>
                    <a:pt x="89" y="47"/>
                  </a:lnTo>
                  <a:lnTo>
                    <a:pt x="85" y="43"/>
                  </a:lnTo>
                  <a:lnTo>
                    <a:pt x="80" y="41"/>
                  </a:lnTo>
                  <a:lnTo>
                    <a:pt x="74" y="39"/>
                  </a:lnTo>
                  <a:lnTo>
                    <a:pt x="69" y="39"/>
                  </a:lnTo>
                  <a:lnTo>
                    <a:pt x="69" y="31"/>
                  </a:lnTo>
                  <a:lnTo>
                    <a:pt x="69" y="31"/>
                  </a:lnTo>
                  <a:close/>
                  <a:moveTo>
                    <a:pt x="103" y="30"/>
                  </a:moveTo>
                  <a:lnTo>
                    <a:pt x="100" y="33"/>
                  </a:lnTo>
                  <a:lnTo>
                    <a:pt x="100" y="33"/>
                  </a:lnTo>
                  <a:lnTo>
                    <a:pt x="99" y="35"/>
                  </a:lnTo>
                  <a:lnTo>
                    <a:pt x="100" y="38"/>
                  </a:lnTo>
                  <a:lnTo>
                    <a:pt x="100" y="38"/>
                  </a:lnTo>
                  <a:lnTo>
                    <a:pt x="103" y="38"/>
                  </a:lnTo>
                  <a:lnTo>
                    <a:pt x="103" y="30"/>
                  </a:lnTo>
                  <a:lnTo>
                    <a:pt x="103" y="30"/>
                  </a:lnTo>
                  <a:close/>
                  <a:moveTo>
                    <a:pt x="103" y="99"/>
                  </a:moveTo>
                  <a:lnTo>
                    <a:pt x="103" y="99"/>
                  </a:lnTo>
                  <a:lnTo>
                    <a:pt x="100" y="100"/>
                  </a:lnTo>
                  <a:lnTo>
                    <a:pt x="100" y="100"/>
                  </a:lnTo>
                  <a:lnTo>
                    <a:pt x="99" y="103"/>
                  </a:lnTo>
                  <a:lnTo>
                    <a:pt x="100" y="106"/>
                  </a:lnTo>
                  <a:lnTo>
                    <a:pt x="103" y="108"/>
                  </a:lnTo>
                  <a:lnTo>
                    <a:pt x="103" y="99"/>
                  </a:lnTo>
                  <a:lnTo>
                    <a:pt x="103" y="99"/>
                  </a:lnTo>
                  <a:close/>
                  <a:moveTo>
                    <a:pt x="69" y="24"/>
                  </a:moveTo>
                  <a:lnTo>
                    <a:pt x="69" y="0"/>
                  </a:lnTo>
                  <a:lnTo>
                    <a:pt x="69" y="0"/>
                  </a:lnTo>
                  <a:lnTo>
                    <a:pt x="70" y="1"/>
                  </a:lnTo>
                  <a:lnTo>
                    <a:pt x="72" y="4"/>
                  </a:lnTo>
                  <a:lnTo>
                    <a:pt x="72" y="20"/>
                  </a:lnTo>
                  <a:lnTo>
                    <a:pt x="72" y="20"/>
                  </a:lnTo>
                  <a:lnTo>
                    <a:pt x="70" y="23"/>
                  </a:lnTo>
                  <a:lnTo>
                    <a:pt x="69" y="24"/>
                  </a:lnTo>
                  <a:lnTo>
                    <a:pt x="69" y="24"/>
                  </a:lnTo>
                  <a:close/>
                  <a:moveTo>
                    <a:pt x="69" y="149"/>
                  </a:moveTo>
                  <a:lnTo>
                    <a:pt x="66" y="149"/>
                  </a:lnTo>
                  <a:lnTo>
                    <a:pt x="66" y="149"/>
                  </a:lnTo>
                  <a:lnTo>
                    <a:pt x="58" y="148"/>
                  </a:lnTo>
                  <a:lnTo>
                    <a:pt x="53" y="144"/>
                  </a:lnTo>
                  <a:lnTo>
                    <a:pt x="49" y="137"/>
                  </a:lnTo>
                  <a:lnTo>
                    <a:pt x="47" y="130"/>
                  </a:lnTo>
                  <a:lnTo>
                    <a:pt x="47" y="100"/>
                  </a:lnTo>
                  <a:lnTo>
                    <a:pt x="47" y="100"/>
                  </a:lnTo>
                  <a:lnTo>
                    <a:pt x="39" y="93"/>
                  </a:lnTo>
                  <a:lnTo>
                    <a:pt x="34" y="85"/>
                  </a:lnTo>
                  <a:lnTo>
                    <a:pt x="34" y="53"/>
                  </a:lnTo>
                  <a:lnTo>
                    <a:pt x="34" y="53"/>
                  </a:lnTo>
                  <a:lnTo>
                    <a:pt x="40" y="43"/>
                  </a:lnTo>
                  <a:lnTo>
                    <a:pt x="47" y="37"/>
                  </a:lnTo>
                  <a:lnTo>
                    <a:pt x="58" y="33"/>
                  </a:lnTo>
                  <a:lnTo>
                    <a:pt x="62" y="31"/>
                  </a:lnTo>
                  <a:lnTo>
                    <a:pt x="69" y="31"/>
                  </a:lnTo>
                  <a:lnTo>
                    <a:pt x="69" y="39"/>
                  </a:lnTo>
                  <a:lnTo>
                    <a:pt x="69" y="39"/>
                  </a:lnTo>
                  <a:lnTo>
                    <a:pt x="62" y="39"/>
                  </a:lnTo>
                  <a:lnTo>
                    <a:pt x="57" y="41"/>
                  </a:lnTo>
                  <a:lnTo>
                    <a:pt x="51" y="43"/>
                  </a:lnTo>
                  <a:lnTo>
                    <a:pt x="47" y="47"/>
                  </a:lnTo>
                  <a:lnTo>
                    <a:pt x="47" y="47"/>
                  </a:lnTo>
                  <a:lnTo>
                    <a:pt x="43" y="51"/>
                  </a:lnTo>
                  <a:lnTo>
                    <a:pt x="40" y="57"/>
                  </a:lnTo>
                  <a:lnTo>
                    <a:pt x="39" y="62"/>
                  </a:lnTo>
                  <a:lnTo>
                    <a:pt x="38" y="69"/>
                  </a:lnTo>
                  <a:lnTo>
                    <a:pt x="38" y="69"/>
                  </a:lnTo>
                  <a:lnTo>
                    <a:pt x="39" y="77"/>
                  </a:lnTo>
                  <a:lnTo>
                    <a:pt x="42" y="84"/>
                  </a:lnTo>
                  <a:lnTo>
                    <a:pt x="47" y="89"/>
                  </a:lnTo>
                  <a:lnTo>
                    <a:pt x="53" y="95"/>
                  </a:lnTo>
                  <a:lnTo>
                    <a:pt x="53" y="95"/>
                  </a:lnTo>
                  <a:lnTo>
                    <a:pt x="53" y="95"/>
                  </a:lnTo>
                  <a:lnTo>
                    <a:pt x="54" y="96"/>
                  </a:lnTo>
                  <a:lnTo>
                    <a:pt x="55" y="98"/>
                  </a:lnTo>
                  <a:lnTo>
                    <a:pt x="55" y="115"/>
                  </a:lnTo>
                  <a:lnTo>
                    <a:pt x="69" y="115"/>
                  </a:lnTo>
                  <a:lnTo>
                    <a:pt x="69" y="149"/>
                  </a:lnTo>
                  <a:lnTo>
                    <a:pt x="69" y="149"/>
                  </a:lnTo>
                  <a:close/>
                  <a:moveTo>
                    <a:pt x="69" y="0"/>
                  </a:moveTo>
                  <a:lnTo>
                    <a:pt x="69" y="24"/>
                  </a:lnTo>
                  <a:lnTo>
                    <a:pt x="68" y="24"/>
                  </a:lnTo>
                  <a:lnTo>
                    <a:pt x="68" y="24"/>
                  </a:lnTo>
                  <a:lnTo>
                    <a:pt x="68" y="24"/>
                  </a:lnTo>
                  <a:lnTo>
                    <a:pt x="66" y="23"/>
                  </a:lnTo>
                  <a:lnTo>
                    <a:pt x="65" y="20"/>
                  </a:lnTo>
                  <a:lnTo>
                    <a:pt x="65" y="4"/>
                  </a:lnTo>
                  <a:lnTo>
                    <a:pt x="65" y="4"/>
                  </a:lnTo>
                  <a:lnTo>
                    <a:pt x="66" y="1"/>
                  </a:lnTo>
                  <a:lnTo>
                    <a:pt x="68" y="0"/>
                  </a:lnTo>
                  <a:lnTo>
                    <a:pt x="69" y="0"/>
                  </a:lnTo>
                  <a:lnTo>
                    <a:pt x="69" y="0"/>
                  </a:lnTo>
                  <a:close/>
                  <a:moveTo>
                    <a:pt x="34" y="107"/>
                  </a:moveTo>
                  <a:lnTo>
                    <a:pt x="36" y="106"/>
                  </a:lnTo>
                  <a:lnTo>
                    <a:pt x="36" y="106"/>
                  </a:lnTo>
                  <a:lnTo>
                    <a:pt x="38" y="103"/>
                  </a:lnTo>
                  <a:lnTo>
                    <a:pt x="36" y="100"/>
                  </a:lnTo>
                  <a:lnTo>
                    <a:pt x="36" y="100"/>
                  </a:lnTo>
                  <a:lnTo>
                    <a:pt x="34" y="99"/>
                  </a:lnTo>
                  <a:lnTo>
                    <a:pt x="34" y="107"/>
                  </a:lnTo>
                  <a:lnTo>
                    <a:pt x="34" y="107"/>
                  </a:lnTo>
                  <a:close/>
                  <a:moveTo>
                    <a:pt x="34" y="38"/>
                  </a:moveTo>
                  <a:lnTo>
                    <a:pt x="34" y="38"/>
                  </a:lnTo>
                  <a:lnTo>
                    <a:pt x="36" y="38"/>
                  </a:lnTo>
                  <a:lnTo>
                    <a:pt x="36" y="38"/>
                  </a:lnTo>
                  <a:lnTo>
                    <a:pt x="38" y="35"/>
                  </a:lnTo>
                  <a:lnTo>
                    <a:pt x="36" y="33"/>
                  </a:lnTo>
                  <a:lnTo>
                    <a:pt x="34" y="30"/>
                  </a:lnTo>
                  <a:lnTo>
                    <a:pt x="34" y="38"/>
                  </a:lnTo>
                  <a:close/>
                  <a:moveTo>
                    <a:pt x="34" y="85"/>
                  </a:moveTo>
                  <a:lnTo>
                    <a:pt x="34" y="85"/>
                  </a:lnTo>
                  <a:lnTo>
                    <a:pt x="31" y="77"/>
                  </a:lnTo>
                  <a:lnTo>
                    <a:pt x="31" y="69"/>
                  </a:lnTo>
                  <a:lnTo>
                    <a:pt x="31" y="69"/>
                  </a:lnTo>
                  <a:lnTo>
                    <a:pt x="31" y="61"/>
                  </a:lnTo>
                  <a:lnTo>
                    <a:pt x="34" y="53"/>
                  </a:lnTo>
                  <a:lnTo>
                    <a:pt x="34" y="85"/>
                  </a:lnTo>
                  <a:lnTo>
                    <a:pt x="34" y="85"/>
                  </a:lnTo>
                  <a:close/>
                  <a:moveTo>
                    <a:pt x="34" y="30"/>
                  </a:moveTo>
                  <a:lnTo>
                    <a:pt x="34" y="38"/>
                  </a:lnTo>
                  <a:lnTo>
                    <a:pt x="34" y="38"/>
                  </a:lnTo>
                  <a:lnTo>
                    <a:pt x="31" y="38"/>
                  </a:lnTo>
                  <a:lnTo>
                    <a:pt x="31" y="38"/>
                  </a:lnTo>
                  <a:lnTo>
                    <a:pt x="20" y="26"/>
                  </a:lnTo>
                  <a:lnTo>
                    <a:pt x="20" y="26"/>
                  </a:lnTo>
                  <a:lnTo>
                    <a:pt x="19" y="23"/>
                  </a:lnTo>
                  <a:lnTo>
                    <a:pt x="20" y="20"/>
                  </a:lnTo>
                  <a:lnTo>
                    <a:pt x="20" y="20"/>
                  </a:lnTo>
                  <a:lnTo>
                    <a:pt x="23" y="19"/>
                  </a:lnTo>
                  <a:lnTo>
                    <a:pt x="24" y="20"/>
                  </a:lnTo>
                  <a:lnTo>
                    <a:pt x="34" y="30"/>
                  </a:lnTo>
                  <a:lnTo>
                    <a:pt x="34" y="30"/>
                  </a:lnTo>
                  <a:close/>
                  <a:moveTo>
                    <a:pt x="34" y="99"/>
                  </a:moveTo>
                  <a:lnTo>
                    <a:pt x="34" y="107"/>
                  </a:lnTo>
                  <a:lnTo>
                    <a:pt x="24" y="116"/>
                  </a:lnTo>
                  <a:lnTo>
                    <a:pt x="24" y="116"/>
                  </a:lnTo>
                  <a:lnTo>
                    <a:pt x="23" y="118"/>
                  </a:lnTo>
                  <a:lnTo>
                    <a:pt x="20" y="116"/>
                  </a:lnTo>
                  <a:lnTo>
                    <a:pt x="20" y="116"/>
                  </a:lnTo>
                  <a:lnTo>
                    <a:pt x="19" y="115"/>
                  </a:lnTo>
                  <a:lnTo>
                    <a:pt x="20" y="112"/>
                  </a:lnTo>
                  <a:lnTo>
                    <a:pt x="31" y="100"/>
                  </a:lnTo>
                  <a:lnTo>
                    <a:pt x="31" y="100"/>
                  </a:lnTo>
                  <a:lnTo>
                    <a:pt x="31" y="100"/>
                  </a:lnTo>
                  <a:lnTo>
                    <a:pt x="34" y="99"/>
                  </a:lnTo>
                  <a:lnTo>
                    <a:pt x="34" y="99"/>
                  </a:lnTo>
                  <a:close/>
                  <a:moveTo>
                    <a:pt x="4" y="65"/>
                  </a:moveTo>
                  <a:lnTo>
                    <a:pt x="4" y="65"/>
                  </a:lnTo>
                  <a:lnTo>
                    <a:pt x="20" y="65"/>
                  </a:lnTo>
                  <a:lnTo>
                    <a:pt x="20" y="65"/>
                  </a:lnTo>
                  <a:lnTo>
                    <a:pt x="23" y="66"/>
                  </a:lnTo>
                  <a:lnTo>
                    <a:pt x="24" y="69"/>
                  </a:lnTo>
                  <a:lnTo>
                    <a:pt x="24" y="69"/>
                  </a:lnTo>
                  <a:lnTo>
                    <a:pt x="23" y="72"/>
                  </a:lnTo>
                  <a:lnTo>
                    <a:pt x="20" y="72"/>
                  </a:lnTo>
                  <a:lnTo>
                    <a:pt x="4" y="72"/>
                  </a:lnTo>
                  <a:lnTo>
                    <a:pt x="4" y="72"/>
                  </a:lnTo>
                  <a:lnTo>
                    <a:pt x="1" y="72"/>
                  </a:lnTo>
                  <a:lnTo>
                    <a:pt x="0" y="69"/>
                  </a:lnTo>
                  <a:lnTo>
                    <a:pt x="0" y="69"/>
                  </a:lnTo>
                  <a:lnTo>
                    <a:pt x="1" y="66"/>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436" name="矩形 435">
            <a:extLst>
              <a:ext uri="{FF2B5EF4-FFF2-40B4-BE49-F238E27FC236}">
                <a16:creationId xmlns:a16="http://schemas.microsoft.com/office/drawing/2014/main" id="{DA7B6109-6704-484F-9752-E46A4FDDA8D2}"/>
              </a:ext>
            </a:extLst>
          </p:cNvPr>
          <p:cNvSpPr/>
          <p:nvPr/>
        </p:nvSpPr>
        <p:spPr>
          <a:xfrm>
            <a:off x="235724" y="246698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赴美國防帳務中心瞭</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解軍購資金</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提</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列及</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運用相關流程、規</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範。</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437" name="矩形 436">
            <a:extLst>
              <a:ext uri="{FF2B5EF4-FFF2-40B4-BE49-F238E27FC236}">
                <a16:creationId xmlns:a16="http://schemas.microsoft.com/office/drawing/2014/main" id="{DA7B6109-6704-484F-9752-E46A4FDDA8D2}"/>
              </a:ext>
            </a:extLst>
          </p:cNvPr>
          <p:cNvSpPr/>
          <p:nvPr/>
        </p:nvSpPr>
        <p:spPr>
          <a:xfrm>
            <a:off x="293870" y="526684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赴美國防安全合作</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局研討合約終止準</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備金計算公式與提</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列比率規範。</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438" name="矩形 437">
            <a:extLst>
              <a:ext uri="{FF2B5EF4-FFF2-40B4-BE49-F238E27FC236}">
                <a16:creationId xmlns:a16="http://schemas.microsoft.com/office/drawing/2014/main" id="{DA7B6109-6704-484F-9752-E46A4FDDA8D2}"/>
              </a:ext>
            </a:extLst>
          </p:cNvPr>
          <p:cNvSpPr/>
          <p:nvPr/>
        </p:nvSpPr>
        <p:spPr>
          <a:xfrm>
            <a:off x="6514191" y="407723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規劃拜會</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美國</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合約</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審計局</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及</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美國</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合約</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管理</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局</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等單位，</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瞭</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解</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軍購案</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採購</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合約</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報價審查</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帳</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務稽核及</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履</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約管理</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機制</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400" b="1"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12</a:t>
            </a:fld>
            <a:endParaRPr lang="zh-CN" altLang="en-US">
              <a:solidFill>
                <a:prstClr val="black">
                  <a:tint val="75000"/>
                </a:prstClr>
              </a:solidFill>
            </a:endParaRPr>
          </a:p>
        </p:txBody>
      </p:sp>
    </p:spTree>
    <p:extLst>
      <p:ext uri="{BB962C8B-B14F-4D97-AF65-F5344CB8AC3E}">
        <p14:creationId xmlns:p14="http://schemas.microsoft.com/office/powerpoint/2010/main" val="39796271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2414" y="280254"/>
            <a:ext cx="7632121" cy="916823"/>
          </a:xfrm>
        </p:spPr>
        <p:txBody>
          <a:bodyPr>
            <a:noAutofit/>
          </a:bodyPr>
          <a:lstStyle/>
          <a:p>
            <a:pPr lvl="0"/>
            <a:r>
              <a:rPr lang="zh-TW" altLang="en-US" sz="3600" b="0" dirty="0" smtClean="0"/>
              <a:t>三、後續審</a:t>
            </a:r>
            <a:r>
              <a:rPr lang="zh-TW" altLang="en-US" sz="3600" b="0" dirty="0"/>
              <a:t>計策進</a:t>
            </a:r>
            <a:r>
              <a:rPr lang="zh-TW" altLang="en-US" sz="3600" b="0" dirty="0" smtClean="0"/>
              <a:t>作為</a:t>
            </a:r>
            <a:r>
              <a:rPr lang="en-US" altLang="zh-TW" sz="3600" b="0" dirty="0" smtClean="0"/>
              <a:t>(</a:t>
            </a:r>
            <a:r>
              <a:rPr lang="zh-TW" altLang="en-US" sz="3600" b="0" dirty="0" smtClean="0"/>
              <a:t>二</a:t>
            </a:r>
            <a:r>
              <a:rPr lang="en-US" altLang="zh-TW" sz="3600" b="0" dirty="0" smtClean="0"/>
              <a:t>)</a:t>
            </a:r>
            <a:endParaRPr lang="zh-TW" altLang="en-US" sz="3600" b="0" dirty="0"/>
          </a:p>
        </p:txBody>
      </p:sp>
      <p:sp>
        <p:nvSpPr>
          <p:cNvPr id="17" name="矩形 16">
            <a:extLst>
              <a:ext uri="{FF2B5EF4-FFF2-40B4-BE49-F238E27FC236}">
                <a16:creationId xmlns:a16="http://schemas.microsoft.com/office/drawing/2014/main" id="{DA7B6109-6704-484F-9752-E46A4FDDA8D2}"/>
              </a:ext>
            </a:extLst>
          </p:cNvPr>
          <p:cNvSpPr/>
          <p:nvPr/>
        </p:nvSpPr>
        <p:spPr>
          <a:xfrm>
            <a:off x="5200039" y="1149617"/>
            <a:ext cx="2773819"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smtClean="0">
                <a:solidFill>
                  <a:schemeClr val="accent5">
                    <a:lumMod val="75000"/>
                  </a:schemeClr>
                </a:solidFill>
                <a:latin typeface="Microsoft YaHei" panose="020B0503020204020204" pitchFamily="34" charset="-122"/>
                <a:ea typeface="Microsoft YaHei" panose="020B0503020204020204" pitchFamily="34" charset="-122"/>
                <a:cs typeface="+mj-cs"/>
              </a:rPr>
              <a:t>策進作為</a:t>
            </a:r>
            <a:endParaRPr lang="zh-TW" altLang="en-US" sz="4000" spc="-200" dirty="0">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a:solidFill>
                  <a:schemeClr val="accent2">
                    <a:lumMod val="75000"/>
                  </a:schemeClr>
                </a:solidFill>
                <a:latin typeface="Microsoft YaHei" panose="020B0503020204020204" pitchFamily="34" charset="-122"/>
                <a:ea typeface="Microsoft YaHei" panose="020B0503020204020204" pitchFamily="34" charset="-122"/>
                <a:cs typeface="+mj-cs"/>
              </a:rPr>
              <a:t>挑戰</a:t>
            </a:r>
            <a:endParaRPr lang="en-US" altLang="zh-TW" sz="4000" dirty="0">
              <a:solidFill>
                <a:schemeClr val="accent2">
                  <a:lumMod val="75000"/>
                </a:schemeClr>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pic>
        <p:nvPicPr>
          <p:cNvPr id="11" name="圖片 10">
            <a:extLst>
              <a:ext uri="{FF2B5EF4-FFF2-40B4-BE49-F238E27FC236}">
                <a16:creationId xmlns:a16="http://schemas.microsoft.com/office/drawing/2014/main" id="{4B19A4F2-B1A3-4A77-9FF2-277B0A5EE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9253" y="1021511"/>
            <a:ext cx="1120978" cy="793501"/>
          </a:xfrm>
          <a:prstGeom prst="rect">
            <a:avLst/>
          </a:prstGeom>
        </p:spPr>
      </p:pic>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DA7B6109-6704-484F-9752-E46A4FDDA8D2}"/>
              </a:ext>
            </a:extLst>
          </p:cNvPr>
          <p:cNvSpPr/>
          <p:nvPr/>
        </p:nvSpPr>
        <p:spPr>
          <a:xfrm>
            <a:off x="742414" y="319520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洩密</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案件導致國防部</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保守</a:t>
            </a: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核列資料</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密等</a:t>
            </a:r>
            <a:r>
              <a:rPr lang="zh-TW" altLang="en-US" sz="2800" dirty="0" smtClean="0">
                <a:solidFill>
                  <a:schemeClr val="accent2">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2">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 name="矩形 20">
            <a:extLst>
              <a:ext uri="{FF2B5EF4-FFF2-40B4-BE49-F238E27FC236}">
                <a16:creationId xmlns:a16="http://schemas.microsoft.com/office/drawing/2014/main" id="{DA7B6109-6704-484F-9752-E46A4FDDA8D2}"/>
              </a:ext>
            </a:extLst>
          </p:cNvPr>
          <p:cNvSpPr/>
          <p:nvPr/>
        </p:nvSpPr>
        <p:spPr>
          <a:xfrm>
            <a:off x="864264" y="455758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提供資料過程簽會多</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個水平單位，及資料</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垂直陳核層級拉高，</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2">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不利資料取得</a:t>
            </a:r>
            <a:r>
              <a:rPr lang="zh-TW" altLang="en-US" sz="2800" b="1" dirty="0" smtClean="0">
                <a:solidFill>
                  <a:schemeClr val="accent2">
                    <a:lumMod val="75000"/>
                  </a:schemeClr>
                </a:solidFill>
                <a:latin typeface="Microsoft YaHei" panose="020B0503020204020204" pitchFamily="34" charset="-122"/>
                <a:ea typeface="Microsoft YaHei" panose="020B0503020204020204" pitchFamily="34" charset="-122"/>
                <a:cs typeface="+mj-cs"/>
              </a:rPr>
              <a:t>。</a:t>
            </a:r>
            <a:endParaRPr lang="en-US" altLang="zh-TW" sz="2800" b="1" dirty="0" smtClean="0">
              <a:solidFill>
                <a:schemeClr val="accent2">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090231" y="328305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5">
                    <a:lumMod val="75000"/>
                  </a:schemeClr>
                </a:solidFill>
                <a:latin typeface="Microsoft YaHei" panose="020B0503020204020204" pitchFamily="34" charset="-122"/>
                <a:ea typeface="Microsoft YaHei" panose="020B0503020204020204" pitchFamily="34" charset="-122"/>
                <a:cs typeface="+mj-cs"/>
              </a:rPr>
              <a:t>盤點美方及國防部 </a:t>
            </a:r>
            <a:endParaRPr lang="en-US" altLang="zh-TW" sz="2800" dirty="0" smtClean="0">
              <a:solidFill>
                <a:schemeClr val="accent5">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chemeClr val="accent5">
                    <a:lumMod val="75000"/>
                  </a:schemeClr>
                </a:solidFill>
                <a:latin typeface="Microsoft YaHei" panose="020B0503020204020204" pitchFamily="34" charset="-122"/>
                <a:ea typeface="Microsoft YaHei" panose="020B0503020204020204" pitchFamily="34" charset="-122"/>
                <a:cs typeface="+mj-cs"/>
              </a:rPr>
              <a:t> </a:t>
            </a:r>
            <a:r>
              <a:rPr lang="zh-TW" altLang="en-US" sz="2800" dirty="0" smtClean="0">
                <a:solidFill>
                  <a:schemeClr val="accent5">
                    <a:lumMod val="75000"/>
                  </a:schemeClr>
                </a:solidFill>
                <a:latin typeface="Microsoft YaHei" panose="020B0503020204020204" pitchFamily="34" charset="-122"/>
                <a:ea typeface="Microsoft YaHei" panose="020B0503020204020204" pitchFamily="34" charset="-122"/>
                <a:cs typeface="+mj-cs"/>
              </a:rPr>
              <a:t>   之可用表報</a:t>
            </a:r>
            <a:r>
              <a:rPr lang="zh-TW" altLang="en-US" sz="28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090231" y="500296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5">
                    <a:lumMod val="75000"/>
                  </a:schemeClr>
                </a:solidFill>
                <a:latin typeface="Microsoft YaHei" panose="020B0503020204020204" pitchFamily="34" charset="-122"/>
                <a:ea typeface="Microsoft YaHei" panose="020B0503020204020204" pitchFamily="34" charset="-122"/>
              </a:rPr>
              <a:t>函請國防部定期提供</a:t>
            </a:r>
            <a:endParaRPr lang="en-US" altLang="zh-TW" sz="2800" dirty="0" smtClean="0">
              <a:solidFill>
                <a:schemeClr val="accent5">
                  <a:lumMod val="75000"/>
                </a:schemeClr>
              </a:solidFill>
              <a:latin typeface="Microsoft YaHei" panose="020B0503020204020204" pitchFamily="34" charset="-122"/>
              <a:ea typeface="Microsoft YaHei" panose="020B0503020204020204" pitchFamily="34" charset="-122"/>
            </a:endParaRPr>
          </a:p>
          <a:p>
            <a:pPr>
              <a:spcBef>
                <a:spcPts val="600"/>
              </a:spcBef>
              <a:buSzPct val="50000"/>
            </a:pPr>
            <a:r>
              <a:rPr lang="zh-TW" altLang="en-US" sz="2800" dirty="0" smtClean="0">
                <a:solidFill>
                  <a:schemeClr val="accent5">
                    <a:lumMod val="75000"/>
                  </a:schemeClr>
                </a:solidFill>
                <a:latin typeface="Microsoft YaHei" panose="020B0503020204020204" pitchFamily="34" charset="-122"/>
                <a:ea typeface="Microsoft YaHei" panose="020B0503020204020204" pitchFamily="34" charset="-122"/>
              </a:rPr>
              <a:t>    相關</a:t>
            </a:r>
            <a:r>
              <a:rPr lang="zh-TW" altLang="en-US" sz="2800" dirty="0">
                <a:solidFill>
                  <a:schemeClr val="accent5">
                    <a:lumMod val="75000"/>
                  </a:schemeClr>
                </a:solidFill>
                <a:latin typeface="Microsoft YaHei" panose="020B0503020204020204" pitchFamily="34" charset="-122"/>
                <a:ea typeface="Microsoft YaHei" panose="020B0503020204020204" pitchFamily="34" charset="-122"/>
              </a:rPr>
              <a:t>資訊</a:t>
            </a:r>
            <a:r>
              <a:rPr lang="zh-TW" altLang="en-US" sz="2800" dirty="0" smtClean="0">
                <a:solidFill>
                  <a:schemeClr val="accent5">
                    <a:lumMod val="75000"/>
                  </a:schemeClr>
                </a:solidFill>
                <a:latin typeface="Microsoft YaHei" panose="020B0503020204020204" pitchFamily="34" charset="-122"/>
                <a:ea typeface="Microsoft YaHei" panose="020B0503020204020204" pitchFamily="34" charset="-122"/>
              </a:rPr>
              <a:t>電子檔案</a:t>
            </a:r>
            <a:r>
              <a:rPr lang="zh-TW" altLang="en-US" sz="28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8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12" name="组合 2663"/>
          <p:cNvGrpSpPr/>
          <p:nvPr/>
        </p:nvGrpSpPr>
        <p:grpSpPr>
          <a:xfrm>
            <a:off x="3213833" y="5240786"/>
            <a:ext cx="1315909" cy="1424462"/>
            <a:chOff x="8496300" y="1844675"/>
            <a:chExt cx="2355850" cy="3305175"/>
          </a:xfrm>
          <a:solidFill>
            <a:srgbClr val="44546A">
              <a:lumMod val="75000"/>
            </a:srgbClr>
          </a:solidFill>
        </p:grpSpPr>
        <p:sp>
          <p:nvSpPr>
            <p:cNvPr id="13" name="Freeform 2644"/>
            <p:cNvSpPr>
              <a:spLocks/>
            </p:cNvSpPr>
            <p:nvPr/>
          </p:nvSpPr>
          <p:spPr bwMode="auto">
            <a:xfrm>
              <a:off x="8597900" y="2863850"/>
              <a:ext cx="1298575" cy="679450"/>
            </a:xfrm>
            <a:custGeom>
              <a:avLst/>
              <a:gdLst>
                <a:gd name="T0" fmla="*/ 140 w 818"/>
                <a:gd name="T1" fmla="*/ 408 h 428"/>
                <a:gd name="T2" fmla="*/ 348 w 818"/>
                <a:gd name="T3" fmla="*/ 198 h 428"/>
                <a:gd name="T4" fmla="*/ 500 w 818"/>
                <a:gd name="T5" fmla="*/ 180 h 428"/>
                <a:gd name="T6" fmla="*/ 738 w 818"/>
                <a:gd name="T7" fmla="*/ 178 h 428"/>
                <a:gd name="T8" fmla="*/ 738 w 818"/>
                <a:gd name="T9" fmla="*/ 178 h 428"/>
                <a:gd name="T10" fmla="*/ 750 w 818"/>
                <a:gd name="T11" fmla="*/ 170 h 428"/>
                <a:gd name="T12" fmla="*/ 762 w 818"/>
                <a:gd name="T13" fmla="*/ 164 h 428"/>
                <a:gd name="T14" fmla="*/ 776 w 818"/>
                <a:gd name="T15" fmla="*/ 156 h 428"/>
                <a:gd name="T16" fmla="*/ 788 w 818"/>
                <a:gd name="T17" fmla="*/ 150 h 428"/>
                <a:gd name="T18" fmla="*/ 788 w 818"/>
                <a:gd name="T19" fmla="*/ 150 h 428"/>
                <a:gd name="T20" fmla="*/ 794 w 818"/>
                <a:gd name="T21" fmla="*/ 144 h 428"/>
                <a:gd name="T22" fmla="*/ 800 w 818"/>
                <a:gd name="T23" fmla="*/ 136 h 428"/>
                <a:gd name="T24" fmla="*/ 806 w 818"/>
                <a:gd name="T25" fmla="*/ 126 h 428"/>
                <a:gd name="T26" fmla="*/ 810 w 818"/>
                <a:gd name="T27" fmla="*/ 118 h 428"/>
                <a:gd name="T28" fmla="*/ 816 w 818"/>
                <a:gd name="T29" fmla="*/ 98 h 428"/>
                <a:gd name="T30" fmla="*/ 818 w 818"/>
                <a:gd name="T31" fmla="*/ 82 h 428"/>
                <a:gd name="T32" fmla="*/ 818 w 818"/>
                <a:gd name="T33" fmla="*/ 82 h 428"/>
                <a:gd name="T34" fmla="*/ 816 w 818"/>
                <a:gd name="T35" fmla="*/ 72 h 428"/>
                <a:gd name="T36" fmla="*/ 814 w 818"/>
                <a:gd name="T37" fmla="*/ 64 h 428"/>
                <a:gd name="T38" fmla="*/ 806 w 818"/>
                <a:gd name="T39" fmla="*/ 46 h 428"/>
                <a:gd name="T40" fmla="*/ 796 w 818"/>
                <a:gd name="T41" fmla="*/ 30 h 428"/>
                <a:gd name="T42" fmla="*/ 786 w 818"/>
                <a:gd name="T43" fmla="*/ 18 h 428"/>
                <a:gd name="T44" fmla="*/ 786 w 818"/>
                <a:gd name="T45" fmla="*/ 18 h 428"/>
                <a:gd name="T46" fmla="*/ 772 w 818"/>
                <a:gd name="T47" fmla="*/ 12 h 428"/>
                <a:gd name="T48" fmla="*/ 756 w 818"/>
                <a:gd name="T49" fmla="*/ 6 h 428"/>
                <a:gd name="T50" fmla="*/ 740 w 818"/>
                <a:gd name="T51" fmla="*/ 2 h 428"/>
                <a:gd name="T52" fmla="*/ 726 w 818"/>
                <a:gd name="T53" fmla="*/ 0 h 428"/>
                <a:gd name="T54" fmla="*/ 500 w 818"/>
                <a:gd name="T55" fmla="*/ 18 h 428"/>
                <a:gd name="T56" fmla="*/ 308 w 818"/>
                <a:gd name="T57" fmla="*/ 26 h 428"/>
                <a:gd name="T58" fmla="*/ 308 w 818"/>
                <a:gd name="T59" fmla="*/ 26 h 428"/>
                <a:gd name="T60" fmla="*/ 294 w 818"/>
                <a:gd name="T61" fmla="*/ 28 h 428"/>
                <a:gd name="T62" fmla="*/ 278 w 818"/>
                <a:gd name="T63" fmla="*/ 34 h 428"/>
                <a:gd name="T64" fmla="*/ 262 w 818"/>
                <a:gd name="T65" fmla="*/ 44 h 428"/>
                <a:gd name="T66" fmla="*/ 256 w 818"/>
                <a:gd name="T67" fmla="*/ 52 h 428"/>
                <a:gd name="T68" fmla="*/ 252 w 818"/>
                <a:gd name="T69" fmla="*/ 58 h 428"/>
                <a:gd name="T70" fmla="*/ 252 w 818"/>
                <a:gd name="T71" fmla="*/ 58 h 428"/>
                <a:gd name="T72" fmla="*/ 26 w 818"/>
                <a:gd name="T73" fmla="*/ 288 h 428"/>
                <a:gd name="T74" fmla="*/ 26 w 818"/>
                <a:gd name="T75" fmla="*/ 288 h 428"/>
                <a:gd name="T76" fmla="*/ 14 w 818"/>
                <a:gd name="T77" fmla="*/ 300 h 428"/>
                <a:gd name="T78" fmla="*/ 6 w 818"/>
                <a:gd name="T79" fmla="*/ 316 h 428"/>
                <a:gd name="T80" fmla="*/ 2 w 818"/>
                <a:gd name="T81" fmla="*/ 332 h 428"/>
                <a:gd name="T82" fmla="*/ 0 w 818"/>
                <a:gd name="T83" fmla="*/ 348 h 428"/>
                <a:gd name="T84" fmla="*/ 2 w 818"/>
                <a:gd name="T85" fmla="*/ 364 h 428"/>
                <a:gd name="T86" fmla="*/ 6 w 818"/>
                <a:gd name="T87" fmla="*/ 380 h 428"/>
                <a:gd name="T88" fmla="*/ 14 w 818"/>
                <a:gd name="T89" fmla="*/ 396 h 428"/>
                <a:gd name="T90" fmla="*/ 26 w 818"/>
                <a:gd name="T91" fmla="*/ 408 h 428"/>
                <a:gd name="T92" fmla="*/ 26 w 818"/>
                <a:gd name="T93" fmla="*/ 408 h 428"/>
                <a:gd name="T94" fmla="*/ 40 w 818"/>
                <a:gd name="T95" fmla="*/ 418 h 428"/>
                <a:gd name="T96" fmla="*/ 56 w 818"/>
                <a:gd name="T97" fmla="*/ 424 h 428"/>
                <a:gd name="T98" fmla="*/ 70 w 818"/>
                <a:gd name="T99" fmla="*/ 426 h 428"/>
                <a:gd name="T100" fmla="*/ 86 w 818"/>
                <a:gd name="T101" fmla="*/ 428 h 428"/>
                <a:gd name="T102" fmla="*/ 100 w 818"/>
                <a:gd name="T103" fmla="*/ 426 h 428"/>
                <a:gd name="T104" fmla="*/ 114 w 818"/>
                <a:gd name="T105" fmla="*/ 424 h 428"/>
                <a:gd name="T106" fmla="*/ 126 w 818"/>
                <a:gd name="T107" fmla="*/ 418 h 428"/>
                <a:gd name="T108" fmla="*/ 140 w 818"/>
                <a:gd name="T109" fmla="*/ 408 h 428"/>
                <a:gd name="T110" fmla="*/ 140 w 818"/>
                <a:gd name="T111" fmla="*/ 40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8" h="428">
                  <a:moveTo>
                    <a:pt x="140" y="408"/>
                  </a:moveTo>
                  <a:lnTo>
                    <a:pt x="348" y="198"/>
                  </a:lnTo>
                  <a:lnTo>
                    <a:pt x="500" y="180"/>
                  </a:lnTo>
                  <a:lnTo>
                    <a:pt x="738" y="178"/>
                  </a:lnTo>
                  <a:lnTo>
                    <a:pt x="738" y="178"/>
                  </a:lnTo>
                  <a:lnTo>
                    <a:pt x="750" y="170"/>
                  </a:lnTo>
                  <a:lnTo>
                    <a:pt x="762" y="164"/>
                  </a:lnTo>
                  <a:lnTo>
                    <a:pt x="776" y="156"/>
                  </a:lnTo>
                  <a:lnTo>
                    <a:pt x="788" y="150"/>
                  </a:lnTo>
                  <a:lnTo>
                    <a:pt x="788" y="150"/>
                  </a:lnTo>
                  <a:lnTo>
                    <a:pt x="794" y="144"/>
                  </a:lnTo>
                  <a:lnTo>
                    <a:pt x="800" y="136"/>
                  </a:lnTo>
                  <a:lnTo>
                    <a:pt x="806" y="126"/>
                  </a:lnTo>
                  <a:lnTo>
                    <a:pt x="810" y="118"/>
                  </a:lnTo>
                  <a:lnTo>
                    <a:pt x="816" y="98"/>
                  </a:lnTo>
                  <a:lnTo>
                    <a:pt x="818" y="82"/>
                  </a:lnTo>
                  <a:lnTo>
                    <a:pt x="818" y="82"/>
                  </a:lnTo>
                  <a:lnTo>
                    <a:pt x="816" y="72"/>
                  </a:lnTo>
                  <a:lnTo>
                    <a:pt x="814" y="64"/>
                  </a:lnTo>
                  <a:lnTo>
                    <a:pt x="806" y="46"/>
                  </a:lnTo>
                  <a:lnTo>
                    <a:pt x="796" y="30"/>
                  </a:lnTo>
                  <a:lnTo>
                    <a:pt x="786" y="18"/>
                  </a:lnTo>
                  <a:lnTo>
                    <a:pt x="786" y="18"/>
                  </a:lnTo>
                  <a:lnTo>
                    <a:pt x="772" y="12"/>
                  </a:lnTo>
                  <a:lnTo>
                    <a:pt x="756" y="6"/>
                  </a:lnTo>
                  <a:lnTo>
                    <a:pt x="740" y="2"/>
                  </a:lnTo>
                  <a:lnTo>
                    <a:pt x="726" y="0"/>
                  </a:lnTo>
                  <a:lnTo>
                    <a:pt x="500" y="18"/>
                  </a:lnTo>
                  <a:lnTo>
                    <a:pt x="308" y="26"/>
                  </a:lnTo>
                  <a:lnTo>
                    <a:pt x="308" y="26"/>
                  </a:lnTo>
                  <a:lnTo>
                    <a:pt x="294" y="28"/>
                  </a:lnTo>
                  <a:lnTo>
                    <a:pt x="278" y="34"/>
                  </a:lnTo>
                  <a:lnTo>
                    <a:pt x="262" y="44"/>
                  </a:lnTo>
                  <a:lnTo>
                    <a:pt x="256" y="52"/>
                  </a:lnTo>
                  <a:lnTo>
                    <a:pt x="252" y="58"/>
                  </a:lnTo>
                  <a:lnTo>
                    <a:pt x="252" y="58"/>
                  </a:lnTo>
                  <a:lnTo>
                    <a:pt x="26" y="288"/>
                  </a:lnTo>
                  <a:lnTo>
                    <a:pt x="26" y="288"/>
                  </a:lnTo>
                  <a:lnTo>
                    <a:pt x="14" y="300"/>
                  </a:lnTo>
                  <a:lnTo>
                    <a:pt x="6" y="316"/>
                  </a:lnTo>
                  <a:lnTo>
                    <a:pt x="2" y="332"/>
                  </a:lnTo>
                  <a:lnTo>
                    <a:pt x="0" y="348"/>
                  </a:lnTo>
                  <a:lnTo>
                    <a:pt x="2" y="364"/>
                  </a:lnTo>
                  <a:lnTo>
                    <a:pt x="6" y="380"/>
                  </a:lnTo>
                  <a:lnTo>
                    <a:pt x="14" y="396"/>
                  </a:lnTo>
                  <a:lnTo>
                    <a:pt x="26" y="408"/>
                  </a:lnTo>
                  <a:lnTo>
                    <a:pt x="26" y="408"/>
                  </a:lnTo>
                  <a:lnTo>
                    <a:pt x="40" y="418"/>
                  </a:lnTo>
                  <a:lnTo>
                    <a:pt x="56" y="424"/>
                  </a:lnTo>
                  <a:lnTo>
                    <a:pt x="70" y="426"/>
                  </a:lnTo>
                  <a:lnTo>
                    <a:pt x="86" y="428"/>
                  </a:lnTo>
                  <a:lnTo>
                    <a:pt x="100" y="426"/>
                  </a:lnTo>
                  <a:lnTo>
                    <a:pt x="114" y="424"/>
                  </a:lnTo>
                  <a:lnTo>
                    <a:pt x="126" y="418"/>
                  </a:lnTo>
                  <a:lnTo>
                    <a:pt x="140" y="408"/>
                  </a:lnTo>
                  <a:lnTo>
                    <a:pt x="140" y="408"/>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5" name="Freeform 2645"/>
            <p:cNvSpPr>
              <a:spLocks/>
            </p:cNvSpPr>
            <p:nvPr/>
          </p:nvSpPr>
          <p:spPr bwMode="auto">
            <a:xfrm>
              <a:off x="9442450" y="2619375"/>
              <a:ext cx="1409700" cy="2530475"/>
            </a:xfrm>
            <a:custGeom>
              <a:avLst/>
              <a:gdLst>
                <a:gd name="T0" fmla="*/ 658 w 888"/>
                <a:gd name="T1" fmla="*/ 1138 h 1594"/>
                <a:gd name="T2" fmla="*/ 648 w 888"/>
                <a:gd name="T3" fmla="*/ 1130 h 1594"/>
                <a:gd name="T4" fmla="*/ 642 w 888"/>
                <a:gd name="T5" fmla="*/ 1122 h 1594"/>
                <a:gd name="T6" fmla="*/ 636 w 888"/>
                <a:gd name="T7" fmla="*/ 1114 h 1594"/>
                <a:gd name="T8" fmla="*/ 630 w 888"/>
                <a:gd name="T9" fmla="*/ 1104 h 1594"/>
                <a:gd name="T10" fmla="*/ 416 w 888"/>
                <a:gd name="T11" fmla="*/ 932 h 1594"/>
                <a:gd name="T12" fmla="*/ 438 w 888"/>
                <a:gd name="T13" fmla="*/ 884 h 1594"/>
                <a:gd name="T14" fmla="*/ 448 w 888"/>
                <a:gd name="T15" fmla="*/ 836 h 1594"/>
                <a:gd name="T16" fmla="*/ 448 w 888"/>
                <a:gd name="T17" fmla="*/ 172 h 1594"/>
                <a:gd name="T18" fmla="*/ 444 w 888"/>
                <a:gd name="T19" fmla="*/ 136 h 1594"/>
                <a:gd name="T20" fmla="*/ 432 w 888"/>
                <a:gd name="T21" fmla="*/ 104 h 1594"/>
                <a:gd name="T22" fmla="*/ 416 w 888"/>
                <a:gd name="T23" fmla="*/ 74 h 1594"/>
                <a:gd name="T24" fmla="*/ 394 w 888"/>
                <a:gd name="T25" fmla="*/ 48 h 1594"/>
                <a:gd name="T26" fmla="*/ 368 w 888"/>
                <a:gd name="T27" fmla="*/ 28 h 1594"/>
                <a:gd name="T28" fmla="*/ 336 w 888"/>
                <a:gd name="T29" fmla="*/ 12 h 1594"/>
                <a:gd name="T30" fmla="*/ 304 w 888"/>
                <a:gd name="T31" fmla="*/ 4 h 1594"/>
                <a:gd name="T32" fmla="*/ 268 w 888"/>
                <a:gd name="T33" fmla="*/ 0 h 1594"/>
                <a:gd name="T34" fmla="*/ 172 w 888"/>
                <a:gd name="T35" fmla="*/ 0 h 1594"/>
                <a:gd name="T36" fmla="*/ 144 w 888"/>
                <a:gd name="T37" fmla="*/ 2 h 1594"/>
                <a:gd name="T38" fmla="*/ 116 w 888"/>
                <a:gd name="T39" fmla="*/ 10 h 1594"/>
                <a:gd name="T40" fmla="*/ 68 w 888"/>
                <a:gd name="T41" fmla="*/ 38 h 1594"/>
                <a:gd name="T42" fmla="*/ 38 w 888"/>
                <a:gd name="T43" fmla="*/ 68 h 1594"/>
                <a:gd name="T44" fmla="*/ 22 w 888"/>
                <a:gd name="T45" fmla="*/ 92 h 1594"/>
                <a:gd name="T46" fmla="*/ 12 w 888"/>
                <a:gd name="T47" fmla="*/ 118 h 1594"/>
                <a:gd name="T48" fmla="*/ 186 w 888"/>
                <a:gd name="T49" fmla="*/ 114 h 1594"/>
                <a:gd name="T50" fmla="*/ 198 w 888"/>
                <a:gd name="T51" fmla="*/ 114 h 1594"/>
                <a:gd name="T52" fmla="*/ 236 w 888"/>
                <a:gd name="T53" fmla="*/ 124 h 1594"/>
                <a:gd name="T54" fmla="*/ 276 w 888"/>
                <a:gd name="T55" fmla="*/ 146 h 1594"/>
                <a:gd name="T56" fmla="*/ 292 w 888"/>
                <a:gd name="T57" fmla="*/ 166 h 1594"/>
                <a:gd name="T58" fmla="*/ 312 w 888"/>
                <a:gd name="T59" fmla="*/ 200 h 1594"/>
                <a:gd name="T60" fmla="*/ 320 w 888"/>
                <a:gd name="T61" fmla="*/ 222 h 1594"/>
                <a:gd name="T62" fmla="*/ 320 w 888"/>
                <a:gd name="T63" fmla="*/ 236 h 1594"/>
                <a:gd name="T64" fmla="*/ 312 w 888"/>
                <a:gd name="T65" fmla="*/ 284 h 1594"/>
                <a:gd name="T66" fmla="*/ 302 w 888"/>
                <a:gd name="T67" fmla="*/ 308 h 1594"/>
                <a:gd name="T68" fmla="*/ 286 w 888"/>
                <a:gd name="T69" fmla="*/ 332 h 1594"/>
                <a:gd name="T70" fmla="*/ 264 w 888"/>
                <a:gd name="T71" fmla="*/ 342 h 1594"/>
                <a:gd name="T72" fmla="*/ 228 w 888"/>
                <a:gd name="T73" fmla="*/ 358 h 1594"/>
                <a:gd name="T74" fmla="*/ 206 w 888"/>
                <a:gd name="T75" fmla="*/ 362 h 1594"/>
                <a:gd name="T76" fmla="*/ 0 w 888"/>
                <a:gd name="T77" fmla="*/ 836 h 1594"/>
                <a:gd name="T78" fmla="*/ 0 w 888"/>
                <a:gd name="T79" fmla="*/ 856 h 1594"/>
                <a:gd name="T80" fmla="*/ 8 w 888"/>
                <a:gd name="T81" fmla="*/ 892 h 1594"/>
                <a:gd name="T82" fmla="*/ 22 w 888"/>
                <a:gd name="T83" fmla="*/ 924 h 1594"/>
                <a:gd name="T84" fmla="*/ 40 w 888"/>
                <a:gd name="T85" fmla="*/ 952 h 1594"/>
                <a:gd name="T86" fmla="*/ 64 w 888"/>
                <a:gd name="T87" fmla="*/ 974 h 1594"/>
                <a:gd name="T88" fmla="*/ 92 w 888"/>
                <a:gd name="T89" fmla="*/ 992 h 1594"/>
                <a:gd name="T90" fmla="*/ 122 w 888"/>
                <a:gd name="T91" fmla="*/ 1004 h 1594"/>
                <a:gd name="T92" fmla="*/ 156 w 888"/>
                <a:gd name="T93" fmla="*/ 1010 h 1594"/>
                <a:gd name="T94" fmla="*/ 186 w 888"/>
                <a:gd name="T95" fmla="*/ 1010 h 1594"/>
                <a:gd name="T96" fmla="*/ 192 w 888"/>
                <a:gd name="T97" fmla="*/ 1020 h 1594"/>
                <a:gd name="T98" fmla="*/ 206 w 888"/>
                <a:gd name="T99" fmla="*/ 1030 h 1594"/>
                <a:gd name="T100" fmla="*/ 484 w 888"/>
                <a:gd name="T101" fmla="*/ 1266 h 1594"/>
                <a:gd name="T102" fmla="*/ 702 w 888"/>
                <a:gd name="T103" fmla="*/ 1558 h 1594"/>
                <a:gd name="T104" fmla="*/ 732 w 888"/>
                <a:gd name="T105" fmla="*/ 1582 h 1594"/>
                <a:gd name="T106" fmla="*/ 764 w 888"/>
                <a:gd name="T107" fmla="*/ 1594 h 1594"/>
                <a:gd name="T108" fmla="*/ 798 w 888"/>
                <a:gd name="T109" fmla="*/ 1592 h 1594"/>
                <a:gd name="T110" fmla="*/ 830 w 888"/>
                <a:gd name="T111" fmla="*/ 1574 h 1594"/>
                <a:gd name="T112" fmla="*/ 854 w 888"/>
                <a:gd name="T113" fmla="*/ 1558 h 1594"/>
                <a:gd name="T114" fmla="*/ 876 w 888"/>
                <a:gd name="T115" fmla="*/ 1528 h 1594"/>
                <a:gd name="T116" fmla="*/ 888 w 888"/>
                <a:gd name="T117" fmla="*/ 1496 h 1594"/>
                <a:gd name="T118" fmla="*/ 886 w 888"/>
                <a:gd name="T119" fmla="*/ 1464 h 1594"/>
                <a:gd name="T120" fmla="*/ 872 w 888"/>
                <a:gd name="T121" fmla="*/ 1432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8" h="1594">
                  <a:moveTo>
                    <a:pt x="872" y="1432"/>
                  </a:moveTo>
                  <a:lnTo>
                    <a:pt x="658" y="1138"/>
                  </a:lnTo>
                  <a:lnTo>
                    <a:pt x="658" y="1138"/>
                  </a:lnTo>
                  <a:lnTo>
                    <a:pt x="648" y="1130"/>
                  </a:lnTo>
                  <a:lnTo>
                    <a:pt x="642" y="1122"/>
                  </a:lnTo>
                  <a:lnTo>
                    <a:pt x="642" y="1122"/>
                  </a:lnTo>
                  <a:lnTo>
                    <a:pt x="640" y="1118"/>
                  </a:lnTo>
                  <a:lnTo>
                    <a:pt x="636" y="1114"/>
                  </a:lnTo>
                  <a:lnTo>
                    <a:pt x="632" y="1110"/>
                  </a:lnTo>
                  <a:lnTo>
                    <a:pt x="630" y="1104"/>
                  </a:lnTo>
                  <a:lnTo>
                    <a:pt x="416" y="932"/>
                  </a:lnTo>
                  <a:lnTo>
                    <a:pt x="416" y="932"/>
                  </a:lnTo>
                  <a:lnTo>
                    <a:pt x="428" y="908"/>
                  </a:lnTo>
                  <a:lnTo>
                    <a:pt x="438" y="884"/>
                  </a:lnTo>
                  <a:lnTo>
                    <a:pt x="446" y="862"/>
                  </a:lnTo>
                  <a:lnTo>
                    <a:pt x="448" y="836"/>
                  </a:lnTo>
                  <a:lnTo>
                    <a:pt x="448" y="172"/>
                  </a:lnTo>
                  <a:lnTo>
                    <a:pt x="448" y="172"/>
                  </a:lnTo>
                  <a:lnTo>
                    <a:pt x="446" y="154"/>
                  </a:lnTo>
                  <a:lnTo>
                    <a:pt x="444" y="136"/>
                  </a:lnTo>
                  <a:lnTo>
                    <a:pt x="440" y="120"/>
                  </a:lnTo>
                  <a:lnTo>
                    <a:pt x="432" y="104"/>
                  </a:lnTo>
                  <a:lnTo>
                    <a:pt x="426" y="88"/>
                  </a:lnTo>
                  <a:lnTo>
                    <a:pt x="416" y="74"/>
                  </a:lnTo>
                  <a:lnTo>
                    <a:pt x="406" y="60"/>
                  </a:lnTo>
                  <a:lnTo>
                    <a:pt x="394" y="48"/>
                  </a:lnTo>
                  <a:lnTo>
                    <a:pt x="382" y="38"/>
                  </a:lnTo>
                  <a:lnTo>
                    <a:pt x="368" y="28"/>
                  </a:lnTo>
                  <a:lnTo>
                    <a:pt x="352" y="20"/>
                  </a:lnTo>
                  <a:lnTo>
                    <a:pt x="336" y="12"/>
                  </a:lnTo>
                  <a:lnTo>
                    <a:pt x="320" y="8"/>
                  </a:lnTo>
                  <a:lnTo>
                    <a:pt x="304" y="4"/>
                  </a:lnTo>
                  <a:lnTo>
                    <a:pt x="286" y="0"/>
                  </a:lnTo>
                  <a:lnTo>
                    <a:pt x="268" y="0"/>
                  </a:lnTo>
                  <a:lnTo>
                    <a:pt x="172" y="0"/>
                  </a:lnTo>
                  <a:lnTo>
                    <a:pt x="172" y="0"/>
                  </a:lnTo>
                  <a:lnTo>
                    <a:pt x="158" y="0"/>
                  </a:lnTo>
                  <a:lnTo>
                    <a:pt x="144" y="2"/>
                  </a:lnTo>
                  <a:lnTo>
                    <a:pt x="130" y="6"/>
                  </a:lnTo>
                  <a:lnTo>
                    <a:pt x="116" y="10"/>
                  </a:lnTo>
                  <a:lnTo>
                    <a:pt x="90" y="22"/>
                  </a:lnTo>
                  <a:lnTo>
                    <a:pt x="68" y="38"/>
                  </a:lnTo>
                  <a:lnTo>
                    <a:pt x="46" y="56"/>
                  </a:lnTo>
                  <a:lnTo>
                    <a:pt x="38" y="68"/>
                  </a:lnTo>
                  <a:lnTo>
                    <a:pt x="30" y="80"/>
                  </a:lnTo>
                  <a:lnTo>
                    <a:pt x="22" y="92"/>
                  </a:lnTo>
                  <a:lnTo>
                    <a:pt x="16" y="104"/>
                  </a:lnTo>
                  <a:lnTo>
                    <a:pt x="12" y="118"/>
                  </a:lnTo>
                  <a:lnTo>
                    <a:pt x="10" y="132"/>
                  </a:lnTo>
                  <a:lnTo>
                    <a:pt x="186" y="114"/>
                  </a:lnTo>
                  <a:lnTo>
                    <a:pt x="186" y="114"/>
                  </a:lnTo>
                  <a:lnTo>
                    <a:pt x="198" y="114"/>
                  </a:lnTo>
                  <a:lnTo>
                    <a:pt x="210" y="116"/>
                  </a:lnTo>
                  <a:lnTo>
                    <a:pt x="236" y="124"/>
                  </a:lnTo>
                  <a:lnTo>
                    <a:pt x="258" y="134"/>
                  </a:lnTo>
                  <a:lnTo>
                    <a:pt x="276" y="146"/>
                  </a:lnTo>
                  <a:lnTo>
                    <a:pt x="276" y="146"/>
                  </a:lnTo>
                  <a:lnTo>
                    <a:pt x="292" y="166"/>
                  </a:lnTo>
                  <a:lnTo>
                    <a:pt x="306" y="188"/>
                  </a:lnTo>
                  <a:lnTo>
                    <a:pt x="312" y="200"/>
                  </a:lnTo>
                  <a:lnTo>
                    <a:pt x="316" y="210"/>
                  </a:lnTo>
                  <a:lnTo>
                    <a:pt x="320" y="222"/>
                  </a:lnTo>
                  <a:lnTo>
                    <a:pt x="320" y="236"/>
                  </a:lnTo>
                  <a:lnTo>
                    <a:pt x="320" y="236"/>
                  </a:lnTo>
                  <a:lnTo>
                    <a:pt x="318" y="260"/>
                  </a:lnTo>
                  <a:lnTo>
                    <a:pt x="312" y="284"/>
                  </a:lnTo>
                  <a:lnTo>
                    <a:pt x="308" y="296"/>
                  </a:lnTo>
                  <a:lnTo>
                    <a:pt x="302" y="308"/>
                  </a:lnTo>
                  <a:lnTo>
                    <a:pt x="294" y="320"/>
                  </a:lnTo>
                  <a:lnTo>
                    <a:pt x="286" y="332"/>
                  </a:lnTo>
                  <a:lnTo>
                    <a:pt x="286" y="332"/>
                  </a:lnTo>
                  <a:lnTo>
                    <a:pt x="264" y="342"/>
                  </a:lnTo>
                  <a:lnTo>
                    <a:pt x="246" y="352"/>
                  </a:lnTo>
                  <a:lnTo>
                    <a:pt x="228" y="358"/>
                  </a:lnTo>
                  <a:lnTo>
                    <a:pt x="216" y="362"/>
                  </a:lnTo>
                  <a:lnTo>
                    <a:pt x="206" y="362"/>
                  </a:lnTo>
                  <a:lnTo>
                    <a:pt x="0" y="380"/>
                  </a:lnTo>
                  <a:lnTo>
                    <a:pt x="0" y="836"/>
                  </a:lnTo>
                  <a:lnTo>
                    <a:pt x="0" y="836"/>
                  </a:lnTo>
                  <a:lnTo>
                    <a:pt x="0" y="856"/>
                  </a:lnTo>
                  <a:lnTo>
                    <a:pt x="4" y="874"/>
                  </a:lnTo>
                  <a:lnTo>
                    <a:pt x="8" y="892"/>
                  </a:lnTo>
                  <a:lnTo>
                    <a:pt x="14" y="908"/>
                  </a:lnTo>
                  <a:lnTo>
                    <a:pt x="22" y="924"/>
                  </a:lnTo>
                  <a:lnTo>
                    <a:pt x="30" y="938"/>
                  </a:lnTo>
                  <a:lnTo>
                    <a:pt x="40" y="952"/>
                  </a:lnTo>
                  <a:lnTo>
                    <a:pt x="52" y="964"/>
                  </a:lnTo>
                  <a:lnTo>
                    <a:pt x="64" y="974"/>
                  </a:lnTo>
                  <a:lnTo>
                    <a:pt x="78" y="984"/>
                  </a:lnTo>
                  <a:lnTo>
                    <a:pt x="92" y="992"/>
                  </a:lnTo>
                  <a:lnTo>
                    <a:pt x="106" y="998"/>
                  </a:lnTo>
                  <a:lnTo>
                    <a:pt x="122" y="1004"/>
                  </a:lnTo>
                  <a:lnTo>
                    <a:pt x="138" y="1008"/>
                  </a:lnTo>
                  <a:lnTo>
                    <a:pt x="156" y="1010"/>
                  </a:lnTo>
                  <a:lnTo>
                    <a:pt x="172" y="1010"/>
                  </a:lnTo>
                  <a:lnTo>
                    <a:pt x="186" y="1010"/>
                  </a:lnTo>
                  <a:lnTo>
                    <a:pt x="186" y="1010"/>
                  </a:lnTo>
                  <a:lnTo>
                    <a:pt x="192" y="1020"/>
                  </a:lnTo>
                  <a:lnTo>
                    <a:pt x="200" y="1026"/>
                  </a:lnTo>
                  <a:lnTo>
                    <a:pt x="206" y="1030"/>
                  </a:lnTo>
                  <a:lnTo>
                    <a:pt x="210" y="1034"/>
                  </a:lnTo>
                  <a:lnTo>
                    <a:pt x="484" y="1266"/>
                  </a:lnTo>
                  <a:lnTo>
                    <a:pt x="702" y="1558"/>
                  </a:lnTo>
                  <a:lnTo>
                    <a:pt x="702" y="1558"/>
                  </a:lnTo>
                  <a:lnTo>
                    <a:pt x="716" y="1572"/>
                  </a:lnTo>
                  <a:lnTo>
                    <a:pt x="732" y="1582"/>
                  </a:lnTo>
                  <a:lnTo>
                    <a:pt x="748" y="1590"/>
                  </a:lnTo>
                  <a:lnTo>
                    <a:pt x="764" y="1594"/>
                  </a:lnTo>
                  <a:lnTo>
                    <a:pt x="782" y="1594"/>
                  </a:lnTo>
                  <a:lnTo>
                    <a:pt x="798" y="1592"/>
                  </a:lnTo>
                  <a:lnTo>
                    <a:pt x="814" y="1584"/>
                  </a:lnTo>
                  <a:lnTo>
                    <a:pt x="830" y="1574"/>
                  </a:lnTo>
                  <a:lnTo>
                    <a:pt x="854" y="1558"/>
                  </a:lnTo>
                  <a:lnTo>
                    <a:pt x="854" y="1558"/>
                  </a:lnTo>
                  <a:lnTo>
                    <a:pt x="866" y="1544"/>
                  </a:lnTo>
                  <a:lnTo>
                    <a:pt x="876" y="1528"/>
                  </a:lnTo>
                  <a:lnTo>
                    <a:pt x="884" y="1514"/>
                  </a:lnTo>
                  <a:lnTo>
                    <a:pt x="888" y="1496"/>
                  </a:lnTo>
                  <a:lnTo>
                    <a:pt x="888" y="1480"/>
                  </a:lnTo>
                  <a:lnTo>
                    <a:pt x="886" y="1464"/>
                  </a:lnTo>
                  <a:lnTo>
                    <a:pt x="880" y="1448"/>
                  </a:lnTo>
                  <a:lnTo>
                    <a:pt x="872" y="1432"/>
                  </a:lnTo>
                  <a:lnTo>
                    <a:pt x="872" y="143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6" name="Freeform 2646"/>
            <p:cNvSpPr>
              <a:spLocks/>
            </p:cNvSpPr>
            <p:nvPr/>
          </p:nvSpPr>
          <p:spPr bwMode="auto">
            <a:xfrm>
              <a:off x="9515475" y="1927225"/>
              <a:ext cx="644525" cy="638175"/>
            </a:xfrm>
            <a:custGeom>
              <a:avLst/>
              <a:gdLst>
                <a:gd name="T0" fmla="*/ 208 w 406"/>
                <a:gd name="T1" fmla="*/ 402 h 402"/>
                <a:gd name="T2" fmla="*/ 248 w 406"/>
                <a:gd name="T3" fmla="*/ 398 h 402"/>
                <a:gd name="T4" fmla="*/ 286 w 406"/>
                <a:gd name="T5" fmla="*/ 386 h 402"/>
                <a:gd name="T6" fmla="*/ 320 w 406"/>
                <a:gd name="T7" fmla="*/ 368 h 402"/>
                <a:gd name="T8" fmla="*/ 348 w 406"/>
                <a:gd name="T9" fmla="*/ 342 h 402"/>
                <a:gd name="T10" fmla="*/ 372 w 406"/>
                <a:gd name="T11" fmla="*/ 312 h 402"/>
                <a:gd name="T12" fmla="*/ 390 w 406"/>
                <a:gd name="T13" fmla="*/ 276 h 402"/>
                <a:gd name="T14" fmla="*/ 402 w 406"/>
                <a:gd name="T15" fmla="*/ 238 h 402"/>
                <a:gd name="T16" fmla="*/ 406 w 406"/>
                <a:gd name="T17" fmla="*/ 196 h 402"/>
                <a:gd name="T18" fmla="*/ 404 w 406"/>
                <a:gd name="T19" fmla="*/ 174 h 402"/>
                <a:gd name="T20" fmla="*/ 396 w 406"/>
                <a:gd name="T21" fmla="*/ 136 h 402"/>
                <a:gd name="T22" fmla="*/ 382 w 406"/>
                <a:gd name="T23" fmla="*/ 102 h 402"/>
                <a:gd name="T24" fmla="*/ 360 w 406"/>
                <a:gd name="T25" fmla="*/ 70 h 402"/>
                <a:gd name="T26" fmla="*/ 334 w 406"/>
                <a:gd name="T27" fmla="*/ 44 h 402"/>
                <a:gd name="T28" fmla="*/ 302 w 406"/>
                <a:gd name="T29" fmla="*/ 22 h 402"/>
                <a:gd name="T30" fmla="*/ 268 w 406"/>
                <a:gd name="T31" fmla="*/ 8 h 402"/>
                <a:gd name="T32" fmla="*/ 228 w 406"/>
                <a:gd name="T33" fmla="*/ 0 h 402"/>
                <a:gd name="T34" fmla="*/ 208 w 406"/>
                <a:gd name="T35" fmla="*/ 0 h 402"/>
                <a:gd name="T36" fmla="*/ 164 w 406"/>
                <a:gd name="T37" fmla="*/ 4 h 402"/>
                <a:gd name="T38" fmla="*/ 126 w 406"/>
                <a:gd name="T39" fmla="*/ 14 h 402"/>
                <a:gd name="T40" fmla="*/ 90 w 406"/>
                <a:gd name="T41" fmla="*/ 32 h 402"/>
                <a:gd name="T42" fmla="*/ 58 w 406"/>
                <a:gd name="T43" fmla="*/ 56 h 402"/>
                <a:gd name="T44" fmla="*/ 34 w 406"/>
                <a:gd name="T45" fmla="*/ 86 h 402"/>
                <a:gd name="T46" fmla="*/ 16 w 406"/>
                <a:gd name="T47" fmla="*/ 118 h 402"/>
                <a:gd name="T48" fmla="*/ 4 w 406"/>
                <a:gd name="T49" fmla="*/ 156 h 402"/>
                <a:gd name="T50" fmla="*/ 0 w 406"/>
                <a:gd name="T51" fmla="*/ 196 h 402"/>
                <a:gd name="T52" fmla="*/ 0 w 406"/>
                <a:gd name="T53" fmla="*/ 216 h 402"/>
                <a:gd name="T54" fmla="*/ 8 w 406"/>
                <a:gd name="T55" fmla="*/ 258 h 402"/>
                <a:gd name="T56" fmla="*/ 24 w 406"/>
                <a:gd name="T57" fmla="*/ 294 h 402"/>
                <a:gd name="T58" fmla="*/ 46 w 406"/>
                <a:gd name="T59" fmla="*/ 328 h 402"/>
                <a:gd name="T60" fmla="*/ 74 w 406"/>
                <a:gd name="T61" fmla="*/ 356 h 402"/>
                <a:gd name="T62" fmla="*/ 106 w 406"/>
                <a:gd name="T63" fmla="*/ 378 h 402"/>
                <a:gd name="T64" fmla="*/ 144 w 406"/>
                <a:gd name="T65" fmla="*/ 392 h 402"/>
                <a:gd name="T66" fmla="*/ 186 w 406"/>
                <a:gd name="T67" fmla="*/ 400 h 402"/>
                <a:gd name="T68" fmla="*/ 208 w 406"/>
                <a:gd name="T6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6" h="402">
                  <a:moveTo>
                    <a:pt x="208" y="402"/>
                  </a:moveTo>
                  <a:lnTo>
                    <a:pt x="208" y="402"/>
                  </a:lnTo>
                  <a:lnTo>
                    <a:pt x="228" y="400"/>
                  </a:lnTo>
                  <a:lnTo>
                    <a:pt x="248" y="398"/>
                  </a:lnTo>
                  <a:lnTo>
                    <a:pt x="268" y="392"/>
                  </a:lnTo>
                  <a:lnTo>
                    <a:pt x="286" y="386"/>
                  </a:lnTo>
                  <a:lnTo>
                    <a:pt x="302" y="378"/>
                  </a:lnTo>
                  <a:lnTo>
                    <a:pt x="320" y="368"/>
                  </a:lnTo>
                  <a:lnTo>
                    <a:pt x="334" y="356"/>
                  </a:lnTo>
                  <a:lnTo>
                    <a:pt x="348" y="342"/>
                  </a:lnTo>
                  <a:lnTo>
                    <a:pt x="360" y="328"/>
                  </a:lnTo>
                  <a:lnTo>
                    <a:pt x="372" y="312"/>
                  </a:lnTo>
                  <a:lnTo>
                    <a:pt x="382" y="294"/>
                  </a:lnTo>
                  <a:lnTo>
                    <a:pt x="390" y="276"/>
                  </a:lnTo>
                  <a:lnTo>
                    <a:pt x="396" y="258"/>
                  </a:lnTo>
                  <a:lnTo>
                    <a:pt x="402" y="238"/>
                  </a:lnTo>
                  <a:lnTo>
                    <a:pt x="404" y="216"/>
                  </a:lnTo>
                  <a:lnTo>
                    <a:pt x="406" y="196"/>
                  </a:lnTo>
                  <a:lnTo>
                    <a:pt x="406" y="196"/>
                  </a:lnTo>
                  <a:lnTo>
                    <a:pt x="404" y="174"/>
                  </a:lnTo>
                  <a:lnTo>
                    <a:pt x="402" y="156"/>
                  </a:lnTo>
                  <a:lnTo>
                    <a:pt x="396" y="136"/>
                  </a:lnTo>
                  <a:lnTo>
                    <a:pt x="390" y="118"/>
                  </a:lnTo>
                  <a:lnTo>
                    <a:pt x="382" y="102"/>
                  </a:lnTo>
                  <a:lnTo>
                    <a:pt x="372" y="86"/>
                  </a:lnTo>
                  <a:lnTo>
                    <a:pt x="360" y="70"/>
                  </a:lnTo>
                  <a:lnTo>
                    <a:pt x="348" y="56"/>
                  </a:lnTo>
                  <a:lnTo>
                    <a:pt x="334" y="44"/>
                  </a:lnTo>
                  <a:lnTo>
                    <a:pt x="320" y="32"/>
                  </a:lnTo>
                  <a:lnTo>
                    <a:pt x="302" y="22"/>
                  </a:lnTo>
                  <a:lnTo>
                    <a:pt x="286" y="14"/>
                  </a:lnTo>
                  <a:lnTo>
                    <a:pt x="268" y="8"/>
                  </a:lnTo>
                  <a:lnTo>
                    <a:pt x="248" y="4"/>
                  </a:lnTo>
                  <a:lnTo>
                    <a:pt x="228" y="0"/>
                  </a:lnTo>
                  <a:lnTo>
                    <a:pt x="208" y="0"/>
                  </a:lnTo>
                  <a:lnTo>
                    <a:pt x="208" y="0"/>
                  </a:lnTo>
                  <a:lnTo>
                    <a:pt x="186" y="0"/>
                  </a:lnTo>
                  <a:lnTo>
                    <a:pt x="164" y="4"/>
                  </a:lnTo>
                  <a:lnTo>
                    <a:pt x="144" y="8"/>
                  </a:lnTo>
                  <a:lnTo>
                    <a:pt x="126" y="14"/>
                  </a:lnTo>
                  <a:lnTo>
                    <a:pt x="106" y="22"/>
                  </a:lnTo>
                  <a:lnTo>
                    <a:pt x="90" y="32"/>
                  </a:lnTo>
                  <a:lnTo>
                    <a:pt x="74" y="44"/>
                  </a:lnTo>
                  <a:lnTo>
                    <a:pt x="58" y="56"/>
                  </a:lnTo>
                  <a:lnTo>
                    <a:pt x="46" y="70"/>
                  </a:lnTo>
                  <a:lnTo>
                    <a:pt x="34" y="86"/>
                  </a:lnTo>
                  <a:lnTo>
                    <a:pt x="24" y="102"/>
                  </a:lnTo>
                  <a:lnTo>
                    <a:pt x="16" y="118"/>
                  </a:lnTo>
                  <a:lnTo>
                    <a:pt x="8" y="136"/>
                  </a:lnTo>
                  <a:lnTo>
                    <a:pt x="4" y="156"/>
                  </a:lnTo>
                  <a:lnTo>
                    <a:pt x="0" y="174"/>
                  </a:lnTo>
                  <a:lnTo>
                    <a:pt x="0" y="196"/>
                  </a:lnTo>
                  <a:lnTo>
                    <a:pt x="0" y="196"/>
                  </a:lnTo>
                  <a:lnTo>
                    <a:pt x="0" y="216"/>
                  </a:lnTo>
                  <a:lnTo>
                    <a:pt x="4" y="238"/>
                  </a:lnTo>
                  <a:lnTo>
                    <a:pt x="8" y="258"/>
                  </a:lnTo>
                  <a:lnTo>
                    <a:pt x="16" y="276"/>
                  </a:lnTo>
                  <a:lnTo>
                    <a:pt x="24" y="294"/>
                  </a:lnTo>
                  <a:lnTo>
                    <a:pt x="34" y="312"/>
                  </a:lnTo>
                  <a:lnTo>
                    <a:pt x="46" y="328"/>
                  </a:lnTo>
                  <a:lnTo>
                    <a:pt x="58" y="342"/>
                  </a:lnTo>
                  <a:lnTo>
                    <a:pt x="74" y="356"/>
                  </a:lnTo>
                  <a:lnTo>
                    <a:pt x="90" y="368"/>
                  </a:lnTo>
                  <a:lnTo>
                    <a:pt x="106" y="378"/>
                  </a:lnTo>
                  <a:lnTo>
                    <a:pt x="126" y="386"/>
                  </a:lnTo>
                  <a:lnTo>
                    <a:pt x="144" y="392"/>
                  </a:lnTo>
                  <a:lnTo>
                    <a:pt x="164" y="398"/>
                  </a:lnTo>
                  <a:lnTo>
                    <a:pt x="186" y="400"/>
                  </a:lnTo>
                  <a:lnTo>
                    <a:pt x="208" y="402"/>
                  </a:lnTo>
                  <a:lnTo>
                    <a:pt x="208" y="40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8" name="Freeform 2647"/>
            <p:cNvSpPr>
              <a:spLocks/>
            </p:cNvSpPr>
            <p:nvPr/>
          </p:nvSpPr>
          <p:spPr bwMode="auto">
            <a:xfrm>
              <a:off x="10077450" y="1844675"/>
              <a:ext cx="447675" cy="1060450"/>
            </a:xfrm>
            <a:custGeom>
              <a:avLst/>
              <a:gdLst>
                <a:gd name="T0" fmla="*/ 0 w 282"/>
                <a:gd name="T1" fmla="*/ 500 h 668"/>
                <a:gd name="T2" fmla="*/ 0 w 282"/>
                <a:gd name="T3" fmla="*/ 500 h 668"/>
                <a:gd name="T4" fmla="*/ 18 w 282"/>
                <a:gd name="T5" fmla="*/ 518 h 668"/>
                <a:gd name="T6" fmla="*/ 34 w 282"/>
                <a:gd name="T7" fmla="*/ 534 h 668"/>
                <a:gd name="T8" fmla="*/ 46 w 282"/>
                <a:gd name="T9" fmla="*/ 554 h 668"/>
                <a:gd name="T10" fmla="*/ 56 w 282"/>
                <a:gd name="T11" fmla="*/ 572 h 668"/>
                <a:gd name="T12" fmla="*/ 64 w 282"/>
                <a:gd name="T13" fmla="*/ 592 h 668"/>
                <a:gd name="T14" fmla="*/ 70 w 282"/>
                <a:gd name="T15" fmla="*/ 614 h 668"/>
                <a:gd name="T16" fmla="*/ 72 w 282"/>
                <a:gd name="T17" fmla="*/ 636 h 668"/>
                <a:gd name="T18" fmla="*/ 74 w 282"/>
                <a:gd name="T19" fmla="*/ 660 h 668"/>
                <a:gd name="T20" fmla="*/ 74 w 282"/>
                <a:gd name="T21" fmla="*/ 668 h 668"/>
                <a:gd name="T22" fmla="*/ 258 w 282"/>
                <a:gd name="T23" fmla="*/ 470 h 668"/>
                <a:gd name="T24" fmla="*/ 258 w 282"/>
                <a:gd name="T25" fmla="*/ 470 h 668"/>
                <a:gd name="T26" fmla="*/ 270 w 282"/>
                <a:gd name="T27" fmla="*/ 458 h 668"/>
                <a:gd name="T28" fmla="*/ 276 w 282"/>
                <a:gd name="T29" fmla="*/ 444 h 668"/>
                <a:gd name="T30" fmla="*/ 280 w 282"/>
                <a:gd name="T31" fmla="*/ 430 h 668"/>
                <a:gd name="T32" fmla="*/ 282 w 282"/>
                <a:gd name="T33" fmla="*/ 414 h 668"/>
                <a:gd name="T34" fmla="*/ 282 w 282"/>
                <a:gd name="T35" fmla="*/ 414 h 668"/>
                <a:gd name="T36" fmla="*/ 282 w 282"/>
                <a:gd name="T37" fmla="*/ 88 h 668"/>
                <a:gd name="T38" fmla="*/ 282 w 282"/>
                <a:gd name="T39" fmla="*/ 88 h 668"/>
                <a:gd name="T40" fmla="*/ 280 w 282"/>
                <a:gd name="T41" fmla="*/ 70 h 668"/>
                <a:gd name="T42" fmla="*/ 274 w 282"/>
                <a:gd name="T43" fmla="*/ 54 h 668"/>
                <a:gd name="T44" fmla="*/ 266 w 282"/>
                <a:gd name="T45" fmla="*/ 38 h 668"/>
                <a:gd name="T46" fmla="*/ 254 w 282"/>
                <a:gd name="T47" fmla="*/ 26 h 668"/>
                <a:gd name="T48" fmla="*/ 242 w 282"/>
                <a:gd name="T49" fmla="*/ 14 h 668"/>
                <a:gd name="T50" fmla="*/ 226 w 282"/>
                <a:gd name="T51" fmla="*/ 6 h 668"/>
                <a:gd name="T52" fmla="*/ 208 w 282"/>
                <a:gd name="T53" fmla="*/ 2 h 668"/>
                <a:gd name="T54" fmla="*/ 188 w 282"/>
                <a:gd name="T55" fmla="*/ 0 h 668"/>
                <a:gd name="T56" fmla="*/ 188 w 282"/>
                <a:gd name="T57" fmla="*/ 0 h 668"/>
                <a:gd name="T58" fmla="*/ 174 w 282"/>
                <a:gd name="T59" fmla="*/ 2 h 668"/>
                <a:gd name="T60" fmla="*/ 158 w 282"/>
                <a:gd name="T61" fmla="*/ 6 h 668"/>
                <a:gd name="T62" fmla="*/ 144 w 282"/>
                <a:gd name="T63" fmla="*/ 14 h 668"/>
                <a:gd name="T64" fmla="*/ 132 w 282"/>
                <a:gd name="T65" fmla="*/ 26 h 668"/>
                <a:gd name="T66" fmla="*/ 120 w 282"/>
                <a:gd name="T67" fmla="*/ 38 h 668"/>
                <a:gd name="T68" fmla="*/ 112 w 282"/>
                <a:gd name="T69" fmla="*/ 54 h 668"/>
                <a:gd name="T70" fmla="*/ 108 w 282"/>
                <a:gd name="T71" fmla="*/ 70 h 668"/>
                <a:gd name="T72" fmla="*/ 106 w 282"/>
                <a:gd name="T73" fmla="*/ 88 h 668"/>
                <a:gd name="T74" fmla="*/ 106 w 282"/>
                <a:gd name="T75" fmla="*/ 384 h 668"/>
                <a:gd name="T76" fmla="*/ 0 w 282"/>
                <a:gd name="T77" fmla="*/ 500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2" h="668">
                  <a:moveTo>
                    <a:pt x="0" y="500"/>
                  </a:moveTo>
                  <a:lnTo>
                    <a:pt x="0" y="500"/>
                  </a:lnTo>
                  <a:lnTo>
                    <a:pt x="18" y="518"/>
                  </a:lnTo>
                  <a:lnTo>
                    <a:pt x="34" y="534"/>
                  </a:lnTo>
                  <a:lnTo>
                    <a:pt x="46" y="554"/>
                  </a:lnTo>
                  <a:lnTo>
                    <a:pt x="56" y="572"/>
                  </a:lnTo>
                  <a:lnTo>
                    <a:pt x="64" y="592"/>
                  </a:lnTo>
                  <a:lnTo>
                    <a:pt x="70" y="614"/>
                  </a:lnTo>
                  <a:lnTo>
                    <a:pt x="72" y="636"/>
                  </a:lnTo>
                  <a:lnTo>
                    <a:pt x="74" y="660"/>
                  </a:lnTo>
                  <a:lnTo>
                    <a:pt x="74" y="668"/>
                  </a:lnTo>
                  <a:lnTo>
                    <a:pt x="258" y="470"/>
                  </a:lnTo>
                  <a:lnTo>
                    <a:pt x="258" y="470"/>
                  </a:lnTo>
                  <a:lnTo>
                    <a:pt x="270" y="458"/>
                  </a:lnTo>
                  <a:lnTo>
                    <a:pt x="276" y="444"/>
                  </a:lnTo>
                  <a:lnTo>
                    <a:pt x="280" y="430"/>
                  </a:lnTo>
                  <a:lnTo>
                    <a:pt x="282" y="414"/>
                  </a:lnTo>
                  <a:lnTo>
                    <a:pt x="282" y="414"/>
                  </a:lnTo>
                  <a:lnTo>
                    <a:pt x="282" y="88"/>
                  </a:lnTo>
                  <a:lnTo>
                    <a:pt x="282" y="88"/>
                  </a:lnTo>
                  <a:lnTo>
                    <a:pt x="280" y="70"/>
                  </a:lnTo>
                  <a:lnTo>
                    <a:pt x="274" y="54"/>
                  </a:lnTo>
                  <a:lnTo>
                    <a:pt x="266" y="38"/>
                  </a:lnTo>
                  <a:lnTo>
                    <a:pt x="254" y="26"/>
                  </a:lnTo>
                  <a:lnTo>
                    <a:pt x="242" y="14"/>
                  </a:lnTo>
                  <a:lnTo>
                    <a:pt x="226" y="6"/>
                  </a:lnTo>
                  <a:lnTo>
                    <a:pt x="208" y="2"/>
                  </a:lnTo>
                  <a:lnTo>
                    <a:pt x="188" y="0"/>
                  </a:lnTo>
                  <a:lnTo>
                    <a:pt x="188" y="0"/>
                  </a:lnTo>
                  <a:lnTo>
                    <a:pt x="174" y="2"/>
                  </a:lnTo>
                  <a:lnTo>
                    <a:pt x="158" y="6"/>
                  </a:lnTo>
                  <a:lnTo>
                    <a:pt x="144" y="14"/>
                  </a:lnTo>
                  <a:lnTo>
                    <a:pt x="132" y="26"/>
                  </a:lnTo>
                  <a:lnTo>
                    <a:pt x="120" y="38"/>
                  </a:lnTo>
                  <a:lnTo>
                    <a:pt x="112" y="54"/>
                  </a:lnTo>
                  <a:lnTo>
                    <a:pt x="108" y="70"/>
                  </a:lnTo>
                  <a:lnTo>
                    <a:pt x="106" y="88"/>
                  </a:lnTo>
                  <a:lnTo>
                    <a:pt x="106" y="384"/>
                  </a:lnTo>
                  <a:lnTo>
                    <a:pt x="0" y="50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20" name="Freeform 2648"/>
            <p:cNvSpPr>
              <a:spLocks/>
            </p:cNvSpPr>
            <p:nvPr/>
          </p:nvSpPr>
          <p:spPr bwMode="auto">
            <a:xfrm>
              <a:off x="8496300" y="3987800"/>
              <a:ext cx="1254125" cy="590550"/>
            </a:xfrm>
            <a:custGeom>
              <a:avLst/>
              <a:gdLst>
                <a:gd name="T0" fmla="*/ 578 w 790"/>
                <a:gd name="T1" fmla="*/ 70 h 372"/>
                <a:gd name="T2" fmla="*/ 426 w 790"/>
                <a:gd name="T3" fmla="*/ 144 h 372"/>
                <a:gd name="T4" fmla="*/ 146 w 790"/>
                <a:gd name="T5" fmla="*/ 8 h 372"/>
                <a:gd name="T6" fmla="*/ 146 w 790"/>
                <a:gd name="T7" fmla="*/ 8 h 372"/>
                <a:gd name="T8" fmla="*/ 130 w 790"/>
                <a:gd name="T9" fmla="*/ 2 h 372"/>
                <a:gd name="T10" fmla="*/ 112 w 790"/>
                <a:gd name="T11" fmla="*/ 0 h 372"/>
                <a:gd name="T12" fmla="*/ 94 w 790"/>
                <a:gd name="T13" fmla="*/ 2 h 372"/>
                <a:gd name="T14" fmla="*/ 78 w 790"/>
                <a:gd name="T15" fmla="*/ 6 h 372"/>
                <a:gd name="T16" fmla="*/ 62 w 790"/>
                <a:gd name="T17" fmla="*/ 14 h 372"/>
                <a:gd name="T18" fmla="*/ 46 w 790"/>
                <a:gd name="T19" fmla="*/ 24 h 372"/>
                <a:gd name="T20" fmla="*/ 34 w 790"/>
                <a:gd name="T21" fmla="*/ 36 h 372"/>
                <a:gd name="T22" fmla="*/ 24 w 790"/>
                <a:gd name="T23" fmla="*/ 52 h 372"/>
                <a:gd name="T24" fmla="*/ 10 w 790"/>
                <a:gd name="T25" fmla="*/ 80 h 372"/>
                <a:gd name="T26" fmla="*/ 10 w 790"/>
                <a:gd name="T27" fmla="*/ 80 h 372"/>
                <a:gd name="T28" fmla="*/ 2 w 790"/>
                <a:gd name="T29" fmla="*/ 98 h 372"/>
                <a:gd name="T30" fmla="*/ 0 w 790"/>
                <a:gd name="T31" fmla="*/ 116 h 372"/>
                <a:gd name="T32" fmla="*/ 2 w 790"/>
                <a:gd name="T33" fmla="*/ 134 h 372"/>
                <a:gd name="T34" fmla="*/ 6 w 790"/>
                <a:gd name="T35" fmla="*/ 150 h 372"/>
                <a:gd name="T36" fmla="*/ 14 w 790"/>
                <a:gd name="T37" fmla="*/ 168 h 372"/>
                <a:gd name="T38" fmla="*/ 26 w 790"/>
                <a:gd name="T39" fmla="*/ 182 h 372"/>
                <a:gd name="T40" fmla="*/ 40 w 790"/>
                <a:gd name="T41" fmla="*/ 194 h 372"/>
                <a:gd name="T42" fmla="*/ 56 w 790"/>
                <a:gd name="T43" fmla="*/ 204 h 372"/>
                <a:gd name="T44" fmla="*/ 380 w 790"/>
                <a:gd name="T45" fmla="*/ 362 h 372"/>
                <a:gd name="T46" fmla="*/ 380 w 790"/>
                <a:gd name="T47" fmla="*/ 362 h 372"/>
                <a:gd name="T48" fmla="*/ 398 w 790"/>
                <a:gd name="T49" fmla="*/ 368 h 372"/>
                <a:gd name="T50" fmla="*/ 410 w 790"/>
                <a:gd name="T51" fmla="*/ 372 h 372"/>
                <a:gd name="T52" fmla="*/ 422 w 790"/>
                <a:gd name="T53" fmla="*/ 372 h 372"/>
                <a:gd name="T54" fmla="*/ 436 w 790"/>
                <a:gd name="T55" fmla="*/ 372 h 372"/>
                <a:gd name="T56" fmla="*/ 436 w 790"/>
                <a:gd name="T57" fmla="*/ 372 h 372"/>
                <a:gd name="T58" fmla="*/ 446 w 790"/>
                <a:gd name="T59" fmla="*/ 370 h 372"/>
                <a:gd name="T60" fmla="*/ 454 w 790"/>
                <a:gd name="T61" fmla="*/ 366 h 372"/>
                <a:gd name="T62" fmla="*/ 464 w 790"/>
                <a:gd name="T63" fmla="*/ 360 h 372"/>
                <a:gd name="T64" fmla="*/ 476 w 790"/>
                <a:gd name="T65" fmla="*/ 356 h 372"/>
                <a:gd name="T66" fmla="*/ 790 w 790"/>
                <a:gd name="T67" fmla="*/ 212 h 372"/>
                <a:gd name="T68" fmla="*/ 764 w 790"/>
                <a:gd name="T69" fmla="*/ 190 h 372"/>
                <a:gd name="T70" fmla="*/ 764 w 790"/>
                <a:gd name="T71" fmla="*/ 190 h 372"/>
                <a:gd name="T72" fmla="*/ 734 w 790"/>
                <a:gd name="T73" fmla="*/ 186 h 372"/>
                <a:gd name="T74" fmla="*/ 704 w 790"/>
                <a:gd name="T75" fmla="*/ 178 h 372"/>
                <a:gd name="T76" fmla="*/ 678 w 790"/>
                <a:gd name="T77" fmla="*/ 168 h 372"/>
                <a:gd name="T78" fmla="*/ 654 w 790"/>
                <a:gd name="T79" fmla="*/ 154 h 372"/>
                <a:gd name="T80" fmla="*/ 632 w 790"/>
                <a:gd name="T81" fmla="*/ 138 h 372"/>
                <a:gd name="T82" fmla="*/ 612 w 790"/>
                <a:gd name="T83" fmla="*/ 118 h 372"/>
                <a:gd name="T84" fmla="*/ 594 w 790"/>
                <a:gd name="T85" fmla="*/ 96 h 372"/>
                <a:gd name="T86" fmla="*/ 578 w 790"/>
                <a:gd name="T87" fmla="*/ 70 h 372"/>
                <a:gd name="T88" fmla="*/ 578 w 790"/>
                <a:gd name="T89" fmla="*/ 7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90" h="372">
                  <a:moveTo>
                    <a:pt x="578" y="70"/>
                  </a:moveTo>
                  <a:lnTo>
                    <a:pt x="426" y="144"/>
                  </a:lnTo>
                  <a:lnTo>
                    <a:pt x="146" y="8"/>
                  </a:lnTo>
                  <a:lnTo>
                    <a:pt x="146" y="8"/>
                  </a:lnTo>
                  <a:lnTo>
                    <a:pt x="130" y="2"/>
                  </a:lnTo>
                  <a:lnTo>
                    <a:pt x="112" y="0"/>
                  </a:lnTo>
                  <a:lnTo>
                    <a:pt x="94" y="2"/>
                  </a:lnTo>
                  <a:lnTo>
                    <a:pt x="78" y="6"/>
                  </a:lnTo>
                  <a:lnTo>
                    <a:pt x="62" y="14"/>
                  </a:lnTo>
                  <a:lnTo>
                    <a:pt x="46" y="24"/>
                  </a:lnTo>
                  <a:lnTo>
                    <a:pt x="34" y="36"/>
                  </a:lnTo>
                  <a:lnTo>
                    <a:pt x="24" y="52"/>
                  </a:lnTo>
                  <a:lnTo>
                    <a:pt x="10" y="80"/>
                  </a:lnTo>
                  <a:lnTo>
                    <a:pt x="10" y="80"/>
                  </a:lnTo>
                  <a:lnTo>
                    <a:pt x="2" y="98"/>
                  </a:lnTo>
                  <a:lnTo>
                    <a:pt x="0" y="116"/>
                  </a:lnTo>
                  <a:lnTo>
                    <a:pt x="2" y="134"/>
                  </a:lnTo>
                  <a:lnTo>
                    <a:pt x="6" y="150"/>
                  </a:lnTo>
                  <a:lnTo>
                    <a:pt x="14" y="168"/>
                  </a:lnTo>
                  <a:lnTo>
                    <a:pt x="26" y="182"/>
                  </a:lnTo>
                  <a:lnTo>
                    <a:pt x="40" y="194"/>
                  </a:lnTo>
                  <a:lnTo>
                    <a:pt x="56" y="204"/>
                  </a:lnTo>
                  <a:lnTo>
                    <a:pt x="380" y="362"/>
                  </a:lnTo>
                  <a:lnTo>
                    <a:pt x="380" y="362"/>
                  </a:lnTo>
                  <a:lnTo>
                    <a:pt x="398" y="368"/>
                  </a:lnTo>
                  <a:lnTo>
                    <a:pt x="410" y="372"/>
                  </a:lnTo>
                  <a:lnTo>
                    <a:pt x="422" y="372"/>
                  </a:lnTo>
                  <a:lnTo>
                    <a:pt x="436" y="372"/>
                  </a:lnTo>
                  <a:lnTo>
                    <a:pt x="436" y="372"/>
                  </a:lnTo>
                  <a:lnTo>
                    <a:pt x="446" y="370"/>
                  </a:lnTo>
                  <a:lnTo>
                    <a:pt x="454" y="366"/>
                  </a:lnTo>
                  <a:lnTo>
                    <a:pt x="464" y="360"/>
                  </a:lnTo>
                  <a:lnTo>
                    <a:pt x="476" y="356"/>
                  </a:lnTo>
                  <a:lnTo>
                    <a:pt x="790" y="212"/>
                  </a:lnTo>
                  <a:lnTo>
                    <a:pt x="764" y="190"/>
                  </a:lnTo>
                  <a:lnTo>
                    <a:pt x="764" y="190"/>
                  </a:lnTo>
                  <a:lnTo>
                    <a:pt x="734" y="186"/>
                  </a:lnTo>
                  <a:lnTo>
                    <a:pt x="704" y="178"/>
                  </a:lnTo>
                  <a:lnTo>
                    <a:pt x="678" y="168"/>
                  </a:lnTo>
                  <a:lnTo>
                    <a:pt x="654" y="154"/>
                  </a:lnTo>
                  <a:lnTo>
                    <a:pt x="632" y="138"/>
                  </a:lnTo>
                  <a:lnTo>
                    <a:pt x="612" y="118"/>
                  </a:lnTo>
                  <a:lnTo>
                    <a:pt x="594" y="96"/>
                  </a:lnTo>
                  <a:lnTo>
                    <a:pt x="578" y="70"/>
                  </a:lnTo>
                  <a:lnTo>
                    <a:pt x="578" y="7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gr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13</a:t>
            </a:fld>
            <a:endParaRPr lang="zh-CN" altLang="en-US">
              <a:solidFill>
                <a:prstClr val="black">
                  <a:tint val="75000"/>
                </a:prstClr>
              </a:solidFill>
            </a:endParaRPr>
          </a:p>
        </p:txBody>
      </p:sp>
    </p:spTree>
    <p:extLst>
      <p:ext uri="{BB962C8B-B14F-4D97-AF65-F5344CB8AC3E}">
        <p14:creationId xmlns:p14="http://schemas.microsoft.com/office/powerpoint/2010/main" val="9782151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674130" y="282019"/>
            <a:ext cx="7632121" cy="916823"/>
          </a:xfrm>
        </p:spPr>
        <p:txBody>
          <a:bodyPr>
            <a:noAutofit/>
          </a:bodyPr>
          <a:lstStyle/>
          <a:p>
            <a:r>
              <a:rPr lang="zh-TW" altLang="en-US" sz="3600" b="0" dirty="0" smtClean="0"/>
              <a:t>三、後續審</a:t>
            </a:r>
            <a:r>
              <a:rPr lang="zh-TW" altLang="en-US" sz="3600" b="0" dirty="0"/>
              <a:t>計策進</a:t>
            </a:r>
            <a:r>
              <a:rPr lang="zh-TW" altLang="en-US" sz="3600" b="0" dirty="0" smtClean="0"/>
              <a:t>作為</a:t>
            </a:r>
            <a:r>
              <a:rPr lang="en-US" altLang="zh-TW" sz="3600" b="0" dirty="0" smtClean="0"/>
              <a:t>(</a:t>
            </a:r>
            <a:r>
              <a:rPr lang="zh-TW" altLang="en-US" sz="3600" b="0" dirty="0" smtClean="0"/>
              <a:t>二</a:t>
            </a:r>
            <a:r>
              <a:rPr lang="en-US" altLang="zh-TW" sz="3600" b="0" dirty="0" smtClean="0"/>
              <a:t>)</a:t>
            </a:r>
            <a:endParaRPr lang="zh-TW" altLang="en-US" sz="3600" b="0" dirty="0"/>
          </a:p>
          <a:p>
            <a:pPr lvl="0"/>
            <a:endParaRPr lang="zh-TW" altLang="en-US" sz="3600" b="0" dirty="0"/>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DA7B6109-6704-484F-9752-E46A4FDDA8D2}"/>
              </a:ext>
            </a:extLst>
          </p:cNvPr>
          <p:cNvSpPr/>
          <p:nvPr/>
        </p:nvSpPr>
        <p:spPr>
          <a:xfrm>
            <a:off x="742414" y="319520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 name="矩形 20">
            <a:extLst>
              <a:ext uri="{FF2B5EF4-FFF2-40B4-BE49-F238E27FC236}">
                <a16:creationId xmlns:a16="http://schemas.microsoft.com/office/drawing/2014/main" id="{DA7B6109-6704-484F-9752-E46A4FDDA8D2}"/>
              </a:ext>
            </a:extLst>
          </p:cNvPr>
          <p:cNvSpPr/>
          <p:nvPr/>
        </p:nvSpPr>
        <p:spPr>
          <a:xfrm>
            <a:off x="742414" y="4424048"/>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824563" y="321415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674092" y="5308776"/>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227" name="íṣ1íḓè">
            <a:extLst>
              <a:ext uri="{FF2B5EF4-FFF2-40B4-BE49-F238E27FC236}">
                <a16:creationId xmlns:a16="http://schemas.microsoft.com/office/drawing/2014/main" id="{D52E2FE9-8497-43B9-96A2-D2B365928507}"/>
              </a:ext>
            </a:extLst>
          </p:cNvPr>
          <p:cNvGrpSpPr/>
          <p:nvPr/>
        </p:nvGrpSpPr>
        <p:grpSpPr>
          <a:xfrm>
            <a:off x="3001617" y="1695044"/>
            <a:ext cx="3211862" cy="4404619"/>
            <a:chOff x="4701752" y="1268760"/>
            <a:chExt cx="2983589" cy="4800994"/>
          </a:xfrm>
        </p:grpSpPr>
        <p:grpSp>
          <p:nvGrpSpPr>
            <p:cNvPr id="228" name="íŝḷîdé">
              <a:extLst>
                <a:ext uri="{FF2B5EF4-FFF2-40B4-BE49-F238E27FC236}">
                  <a16:creationId xmlns:a16="http://schemas.microsoft.com/office/drawing/2014/main" id="{B13E8263-618A-4A5F-ACA1-5B52DE5C88B0}"/>
                </a:ext>
              </a:extLst>
            </p:cNvPr>
            <p:cNvGrpSpPr/>
            <p:nvPr/>
          </p:nvGrpSpPr>
          <p:grpSpPr>
            <a:xfrm>
              <a:off x="6131878" y="4147024"/>
              <a:ext cx="166393" cy="582374"/>
              <a:chOff x="2752726" y="4344988"/>
              <a:chExt cx="184150" cy="644525"/>
            </a:xfrm>
            <a:solidFill>
              <a:srgbClr val="FF8F29"/>
            </a:solidFill>
          </p:grpSpPr>
          <p:sp>
            <p:nvSpPr>
              <p:cNvPr id="432" name="iṡlïdê">
                <a:extLst>
                  <a:ext uri="{FF2B5EF4-FFF2-40B4-BE49-F238E27FC236}">
                    <a16:creationId xmlns:a16="http://schemas.microsoft.com/office/drawing/2014/main" id="{40D360ED-4567-41D3-8B54-2B866E17D49D}"/>
                  </a:ext>
                </a:extLst>
              </p:cNvPr>
              <p:cNvSpPr/>
              <p:nvPr/>
            </p:nvSpPr>
            <p:spPr bwMode="auto">
              <a:xfrm>
                <a:off x="2762251" y="4427538"/>
                <a:ext cx="174625" cy="519113"/>
              </a:xfrm>
              <a:custGeom>
                <a:avLst/>
                <a:gdLst>
                  <a:gd name="T0" fmla="*/ 34 w 110"/>
                  <a:gd name="T1" fmla="*/ 267 h 327"/>
                  <a:gd name="T2" fmla="*/ 67 w 110"/>
                  <a:gd name="T3" fmla="*/ 327 h 327"/>
                  <a:gd name="T4" fmla="*/ 95 w 110"/>
                  <a:gd name="T5" fmla="*/ 323 h 327"/>
                  <a:gd name="T6" fmla="*/ 110 w 110"/>
                  <a:gd name="T7" fmla="*/ 256 h 327"/>
                  <a:gd name="T8" fmla="*/ 76 w 110"/>
                  <a:gd name="T9" fmla="*/ 0 h 327"/>
                  <a:gd name="T10" fmla="*/ 0 w 110"/>
                  <a:gd name="T11" fmla="*/ 10 h 327"/>
                  <a:gd name="T12" fmla="*/ 34 w 110"/>
                  <a:gd name="T13" fmla="*/ 267 h 327"/>
                </a:gdLst>
                <a:ahLst/>
                <a:cxnLst>
                  <a:cxn ang="0">
                    <a:pos x="T0" y="T1"/>
                  </a:cxn>
                  <a:cxn ang="0">
                    <a:pos x="T2" y="T3"/>
                  </a:cxn>
                  <a:cxn ang="0">
                    <a:pos x="T4" y="T5"/>
                  </a:cxn>
                  <a:cxn ang="0">
                    <a:pos x="T6" y="T7"/>
                  </a:cxn>
                  <a:cxn ang="0">
                    <a:pos x="T8" y="T9"/>
                  </a:cxn>
                  <a:cxn ang="0">
                    <a:pos x="T10" y="T11"/>
                  </a:cxn>
                  <a:cxn ang="0">
                    <a:pos x="T12" y="T13"/>
                  </a:cxn>
                </a:cxnLst>
                <a:rect l="0" t="0" r="r" b="b"/>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3" name="iSḻíḋe">
                <a:extLst>
                  <a:ext uri="{FF2B5EF4-FFF2-40B4-BE49-F238E27FC236}">
                    <a16:creationId xmlns:a16="http://schemas.microsoft.com/office/drawing/2014/main" id="{FF09FE44-033E-47F4-B3C4-C7B3F4D9D992}"/>
                  </a:ext>
                </a:extLst>
              </p:cNvPr>
              <p:cNvSpPr/>
              <p:nvPr/>
            </p:nvSpPr>
            <p:spPr bwMode="auto">
              <a:xfrm>
                <a:off x="2754313" y="4344988"/>
                <a:ext cx="128588" cy="146050"/>
              </a:xfrm>
              <a:custGeom>
                <a:avLst/>
                <a:gdLst>
                  <a:gd name="T0" fmla="*/ 5 w 81"/>
                  <a:gd name="T1" fmla="*/ 58 h 92"/>
                  <a:gd name="T2" fmla="*/ 5 w 81"/>
                  <a:gd name="T3" fmla="*/ 58 h 92"/>
                  <a:gd name="T4" fmla="*/ 7 w 81"/>
                  <a:gd name="T5" fmla="*/ 66 h 92"/>
                  <a:gd name="T6" fmla="*/ 10 w 81"/>
                  <a:gd name="T7" fmla="*/ 73 h 92"/>
                  <a:gd name="T8" fmla="*/ 15 w 81"/>
                  <a:gd name="T9" fmla="*/ 78 h 92"/>
                  <a:gd name="T10" fmla="*/ 20 w 81"/>
                  <a:gd name="T11" fmla="*/ 84 h 92"/>
                  <a:gd name="T12" fmla="*/ 26 w 81"/>
                  <a:gd name="T13" fmla="*/ 88 h 92"/>
                  <a:gd name="T14" fmla="*/ 33 w 81"/>
                  <a:gd name="T15" fmla="*/ 90 h 92"/>
                  <a:gd name="T16" fmla="*/ 39 w 81"/>
                  <a:gd name="T17" fmla="*/ 92 h 92"/>
                  <a:gd name="T18" fmla="*/ 47 w 81"/>
                  <a:gd name="T19" fmla="*/ 90 h 92"/>
                  <a:gd name="T20" fmla="*/ 49 w 81"/>
                  <a:gd name="T21" fmla="*/ 90 h 92"/>
                  <a:gd name="T22" fmla="*/ 49 w 81"/>
                  <a:gd name="T23" fmla="*/ 90 h 92"/>
                  <a:gd name="T24" fmla="*/ 56 w 81"/>
                  <a:gd name="T25" fmla="*/ 89 h 92"/>
                  <a:gd name="T26" fmla="*/ 62 w 81"/>
                  <a:gd name="T27" fmla="*/ 86 h 92"/>
                  <a:gd name="T28" fmla="*/ 69 w 81"/>
                  <a:gd name="T29" fmla="*/ 81 h 92"/>
                  <a:gd name="T30" fmla="*/ 73 w 81"/>
                  <a:gd name="T31" fmla="*/ 77 h 92"/>
                  <a:gd name="T32" fmla="*/ 77 w 81"/>
                  <a:gd name="T33" fmla="*/ 70 h 92"/>
                  <a:gd name="T34" fmla="*/ 80 w 81"/>
                  <a:gd name="T35" fmla="*/ 63 h 92"/>
                  <a:gd name="T36" fmla="*/ 81 w 81"/>
                  <a:gd name="T37" fmla="*/ 56 h 92"/>
                  <a:gd name="T38" fmla="*/ 81 w 81"/>
                  <a:gd name="T39" fmla="*/ 48 h 92"/>
                  <a:gd name="T40" fmla="*/ 76 w 81"/>
                  <a:gd name="T41" fmla="*/ 13 h 92"/>
                  <a:gd name="T42" fmla="*/ 76 w 81"/>
                  <a:gd name="T43" fmla="*/ 13 h 92"/>
                  <a:gd name="T44" fmla="*/ 75 w 81"/>
                  <a:gd name="T45" fmla="*/ 8 h 92"/>
                  <a:gd name="T46" fmla="*/ 72 w 81"/>
                  <a:gd name="T47" fmla="*/ 2 h 92"/>
                  <a:gd name="T48" fmla="*/ 68 w 81"/>
                  <a:gd name="T49" fmla="*/ 1 h 92"/>
                  <a:gd name="T50" fmla="*/ 64 w 81"/>
                  <a:gd name="T51" fmla="*/ 0 h 92"/>
                  <a:gd name="T52" fmla="*/ 51 w 81"/>
                  <a:gd name="T53" fmla="*/ 0 h 92"/>
                  <a:gd name="T54" fmla="*/ 37 w 81"/>
                  <a:gd name="T55" fmla="*/ 2 h 92"/>
                  <a:gd name="T56" fmla="*/ 35 w 81"/>
                  <a:gd name="T57" fmla="*/ 2 h 92"/>
                  <a:gd name="T58" fmla="*/ 35 w 81"/>
                  <a:gd name="T59" fmla="*/ 2 h 92"/>
                  <a:gd name="T60" fmla="*/ 22 w 81"/>
                  <a:gd name="T61" fmla="*/ 4 h 92"/>
                  <a:gd name="T62" fmla="*/ 10 w 81"/>
                  <a:gd name="T63" fmla="*/ 6 h 92"/>
                  <a:gd name="T64" fmla="*/ 5 w 81"/>
                  <a:gd name="T65" fmla="*/ 9 h 92"/>
                  <a:gd name="T66" fmla="*/ 3 w 81"/>
                  <a:gd name="T67" fmla="*/ 12 h 92"/>
                  <a:gd name="T68" fmla="*/ 0 w 81"/>
                  <a:gd name="T69" fmla="*/ 17 h 92"/>
                  <a:gd name="T70" fmla="*/ 0 w 81"/>
                  <a:gd name="T71" fmla="*/ 24 h 92"/>
                  <a:gd name="T72" fmla="*/ 5 w 81"/>
                  <a:gd name="T73"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49" y="90"/>
                    </a:lnTo>
                    <a:lnTo>
                      <a:pt x="56" y="89"/>
                    </a:lnTo>
                    <a:lnTo>
                      <a:pt x="62" y="86"/>
                    </a:lnTo>
                    <a:lnTo>
                      <a:pt x="69" y="81"/>
                    </a:lnTo>
                    <a:lnTo>
                      <a:pt x="73" y="77"/>
                    </a:lnTo>
                    <a:lnTo>
                      <a:pt x="77" y="70"/>
                    </a:lnTo>
                    <a:lnTo>
                      <a:pt x="80" y="63"/>
                    </a:lnTo>
                    <a:lnTo>
                      <a:pt x="81" y="56"/>
                    </a:lnTo>
                    <a:lnTo>
                      <a:pt x="81" y="48"/>
                    </a:lnTo>
                    <a:lnTo>
                      <a:pt x="76" y="13"/>
                    </a:lnTo>
                    <a:lnTo>
                      <a:pt x="76" y="13"/>
                    </a:lnTo>
                    <a:lnTo>
                      <a:pt x="75" y="8"/>
                    </a:lnTo>
                    <a:lnTo>
                      <a:pt x="72" y="2"/>
                    </a:lnTo>
                    <a:lnTo>
                      <a:pt x="68" y="1"/>
                    </a:lnTo>
                    <a:lnTo>
                      <a:pt x="64" y="0"/>
                    </a:lnTo>
                    <a:lnTo>
                      <a:pt x="51" y="0"/>
                    </a:lnTo>
                    <a:lnTo>
                      <a:pt x="37" y="2"/>
                    </a:lnTo>
                    <a:lnTo>
                      <a:pt x="35"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4" name="is1ide">
                <a:extLst>
                  <a:ext uri="{FF2B5EF4-FFF2-40B4-BE49-F238E27FC236}">
                    <a16:creationId xmlns:a16="http://schemas.microsoft.com/office/drawing/2014/main" id="{9F06FE4E-11BE-4679-A9B6-8B508B661F10}"/>
                  </a:ext>
                </a:extLst>
              </p:cNvPr>
              <p:cNvSpPr/>
              <p:nvPr/>
            </p:nvSpPr>
            <p:spPr bwMode="auto">
              <a:xfrm>
                <a:off x="2752726" y="4394200"/>
                <a:ext cx="149225" cy="142875"/>
              </a:xfrm>
              <a:custGeom>
                <a:avLst/>
                <a:gdLst>
                  <a:gd name="T0" fmla="*/ 11 w 94"/>
                  <a:gd name="T1" fmla="*/ 90 h 90"/>
                  <a:gd name="T2" fmla="*/ 94 w 94"/>
                  <a:gd name="T3" fmla="*/ 80 h 90"/>
                  <a:gd name="T4" fmla="*/ 84 w 94"/>
                  <a:gd name="T5" fmla="*/ 0 h 90"/>
                  <a:gd name="T6" fmla="*/ 0 w 94"/>
                  <a:gd name="T7" fmla="*/ 11 h 90"/>
                  <a:gd name="T8" fmla="*/ 11 w 94"/>
                  <a:gd name="T9" fmla="*/ 90 h 90"/>
                </a:gdLst>
                <a:ahLst/>
                <a:cxnLst>
                  <a:cxn ang="0">
                    <a:pos x="T0" y="T1"/>
                  </a:cxn>
                  <a:cxn ang="0">
                    <a:pos x="T2" y="T3"/>
                  </a:cxn>
                  <a:cxn ang="0">
                    <a:pos x="T4" y="T5"/>
                  </a:cxn>
                  <a:cxn ang="0">
                    <a:pos x="T6" y="T7"/>
                  </a:cxn>
                  <a:cxn ang="0">
                    <a:pos x="T8" y="T9"/>
                  </a:cxn>
                </a:cxnLst>
                <a:rect l="0" t="0" r="r" b="b"/>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5" name="î$1íḋè">
                <a:extLst>
                  <a:ext uri="{FF2B5EF4-FFF2-40B4-BE49-F238E27FC236}">
                    <a16:creationId xmlns:a16="http://schemas.microsoft.com/office/drawing/2014/main" id="{BF240202-CB69-44C2-9911-DCC971CEFA45}"/>
                  </a:ext>
                </a:extLst>
              </p:cNvPr>
              <p:cNvSpPr/>
              <p:nvPr/>
            </p:nvSpPr>
            <p:spPr bwMode="auto">
              <a:xfrm>
                <a:off x="2868613" y="4933950"/>
                <a:ext cx="44450" cy="55563"/>
              </a:xfrm>
              <a:custGeom>
                <a:avLst/>
                <a:gdLst>
                  <a:gd name="T0" fmla="*/ 28 w 28"/>
                  <a:gd name="T1" fmla="*/ 2 h 35"/>
                  <a:gd name="T2" fmla="*/ 28 w 28"/>
                  <a:gd name="T3" fmla="*/ 2 h 35"/>
                  <a:gd name="T4" fmla="*/ 27 w 28"/>
                  <a:gd name="T5" fmla="*/ 14 h 35"/>
                  <a:gd name="T6" fmla="*/ 21 w 28"/>
                  <a:gd name="T7" fmla="*/ 31 h 35"/>
                  <a:gd name="T8" fmla="*/ 21 w 28"/>
                  <a:gd name="T9" fmla="*/ 31 h 35"/>
                  <a:gd name="T10" fmla="*/ 20 w 28"/>
                  <a:gd name="T11" fmla="*/ 35 h 35"/>
                  <a:gd name="T12" fmla="*/ 19 w 28"/>
                  <a:gd name="T13" fmla="*/ 35 h 35"/>
                  <a:gd name="T14" fmla="*/ 16 w 28"/>
                  <a:gd name="T15" fmla="*/ 35 h 35"/>
                  <a:gd name="T16" fmla="*/ 13 w 28"/>
                  <a:gd name="T17" fmla="*/ 32 h 35"/>
                  <a:gd name="T18" fmla="*/ 11 w 28"/>
                  <a:gd name="T19" fmla="*/ 27 h 35"/>
                  <a:gd name="T20" fmla="*/ 0 w 28"/>
                  <a:gd name="T21" fmla="*/ 8 h 35"/>
                  <a:gd name="T22" fmla="*/ 0 w 28"/>
                  <a:gd name="T23" fmla="*/ 8 h 35"/>
                  <a:gd name="T24" fmla="*/ 3 w 28"/>
                  <a:gd name="T25" fmla="*/ 5 h 35"/>
                  <a:gd name="T26" fmla="*/ 8 w 28"/>
                  <a:gd name="T27" fmla="*/ 2 h 35"/>
                  <a:gd name="T28" fmla="*/ 12 w 28"/>
                  <a:gd name="T29" fmla="*/ 1 h 35"/>
                  <a:gd name="T30" fmla="*/ 16 w 28"/>
                  <a:gd name="T31" fmla="*/ 0 h 35"/>
                  <a:gd name="T32" fmla="*/ 23 w 28"/>
                  <a:gd name="T33" fmla="*/ 0 h 35"/>
                  <a:gd name="T34" fmla="*/ 28 w 28"/>
                  <a:gd name="T35" fmla="*/ 2 h 35"/>
                  <a:gd name="T36" fmla="*/ 28 w 28"/>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35">
                    <a:moveTo>
                      <a:pt x="28" y="2"/>
                    </a:moveTo>
                    <a:lnTo>
                      <a:pt x="28" y="2"/>
                    </a:lnTo>
                    <a:lnTo>
                      <a:pt x="27" y="14"/>
                    </a:lnTo>
                    <a:lnTo>
                      <a:pt x="21" y="31"/>
                    </a:lnTo>
                    <a:lnTo>
                      <a:pt x="21" y="31"/>
                    </a:lnTo>
                    <a:lnTo>
                      <a:pt x="20" y="35"/>
                    </a:lnTo>
                    <a:lnTo>
                      <a:pt x="19" y="35"/>
                    </a:lnTo>
                    <a:lnTo>
                      <a:pt x="16" y="35"/>
                    </a:lnTo>
                    <a:lnTo>
                      <a:pt x="13" y="32"/>
                    </a:lnTo>
                    <a:lnTo>
                      <a:pt x="11" y="27"/>
                    </a:lnTo>
                    <a:lnTo>
                      <a:pt x="0" y="8"/>
                    </a:lnTo>
                    <a:lnTo>
                      <a:pt x="0" y="8"/>
                    </a:lnTo>
                    <a:lnTo>
                      <a:pt x="3" y="5"/>
                    </a:lnTo>
                    <a:lnTo>
                      <a:pt x="8" y="2"/>
                    </a:lnTo>
                    <a:lnTo>
                      <a:pt x="12" y="1"/>
                    </a:lnTo>
                    <a:lnTo>
                      <a:pt x="16" y="0"/>
                    </a:lnTo>
                    <a:lnTo>
                      <a:pt x="23" y="0"/>
                    </a:lnTo>
                    <a:lnTo>
                      <a:pt x="28" y="2"/>
                    </a:lnTo>
                    <a:lnTo>
                      <a:pt x="28"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29" name="îs1iďê">
              <a:extLst>
                <a:ext uri="{FF2B5EF4-FFF2-40B4-BE49-F238E27FC236}">
                  <a16:creationId xmlns:a16="http://schemas.microsoft.com/office/drawing/2014/main" id="{5765CBED-0352-49D4-9DBF-27DADDC3CCD6}"/>
                </a:ext>
              </a:extLst>
            </p:cNvPr>
            <p:cNvGrpSpPr>
              <a:grpSpLocks/>
            </p:cNvGrpSpPr>
            <p:nvPr/>
          </p:nvGrpSpPr>
          <p:grpSpPr bwMode="auto">
            <a:xfrm>
              <a:off x="5581050" y="4676935"/>
              <a:ext cx="1278066" cy="1392819"/>
              <a:chOff x="2143126" y="4930775"/>
              <a:chExt cx="1414463" cy="1541463"/>
            </a:xfrm>
          </p:grpSpPr>
          <p:sp>
            <p:nvSpPr>
              <p:cNvPr id="335" name="iṣľîḍê">
                <a:extLst>
                  <a:ext uri="{FF2B5EF4-FFF2-40B4-BE49-F238E27FC236}">
                    <a16:creationId xmlns:a16="http://schemas.microsoft.com/office/drawing/2014/main" id="{D4669BE2-84BF-4C2B-9370-3B8C1C8C9BF3}"/>
                  </a:ext>
                </a:extLst>
              </p:cNvPr>
              <p:cNvSpPr/>
              <p:nvPr/>
            </p:nvSpPr>
            <p:spPr bwMode="auto">
              <a:xfrm>
                <a:off x="2143126" y="5083175"/>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6" name="íş1iḋê">
                <a:extLst>
                  <a:ext uri="{FF2B5EF4-FFF2-40B4-BE49-F238E27FC236}">
                    <a16:creationId xmlns:a16="http://schemas.microsoft.com/office/drawing/2014/main" id="{813057C2-4E98-48DE-90F4-BCDEC187DEF8}"/>
                  </a:ext>
                </a:extLst>
              </p:cNvPr>
              <p:cNvSpPr/>
              <p:nvPr/>
            </p:nvSpPr>
            <p:spPr bwMode="auto">
              <a:xfrm>
                <a:off x="2446338" y="5083175"/>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solidFill>
                <a:srgbClr val="B1B1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7" name="iṡļiḋè">
                <a:extLst>
                  <a:ext uri="{FF2B5EF4-FFF2-40B4-BE49-F238E27FC236}">
                    <a16:creationId xmlns:a16="http://schemas.microsoft.com/office/drawing/2014/main" id="{FE6C7458-D8DB-441C-8A04-812574626872}"/>
                  </a:ext>
                </a:extLst>
              </p:cNvPr>
              <p:cNvSpPr/>
              <p:nvPr/>
            </p:nvSpPr>
            <p:spPr bwMode="auto">
              <a:xfrm>
                <a:off x="2700338" y="6330950"/>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8" name="íṡlîďè">
                <a:extLst>
                  <a:ext uri="{FF2B5EF4-FFF2-40B4-BE49-F238E27FC236}">
                    <a16:creationId xmlns:a16="http://schemas.microsoft.com/office/drawing/2014/main" id="{C136D2D4-F999-4EA5-AFF4-7B495BAC1C61}"/>
                  </a:ext>
                </a:extLst>
              </p:cNvPr>
              <p:cNvSpPr/>
              <p:nvPr/>
            </p:nvSpPr>
            <p:spPr bwMode="auto">
              <a:xfrm>
                <a:off x="2579688" y="6265863"/>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solidFill>
                <a:srgbClr val="57575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9" name="ïṩḻiḍè">
                <a:extLst>
                  <a:ext uri="{FF2B5EF4-FFF2-40B4-BE49-F238E27FC236}">
                    <a16:creationId xmlns:a16="http://schemas.microsoft.com/office/drawing/2014/main" id="{478901B2-7BB7-4FBD-9378-B9FCED940F4A}"/>
                  </a:ext>
                </a:extLst>
              </p:cNvPr>
              <p:cNvSpPr/>
              <p:nvPr/>
            </p:nvSpPr>
            <p:spPr bwMode="auto">
              <a:xfrm>
                <a:off x="2505076" y="6310313"/>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0" name="iš1ïḓè">
                <a:extLst>
                  <a:ext uri="{FF2B5EF4-FFF2-40B4-BE49-F238E27FC236}">
                    <a16:creationId xmlns:a16="http://schemas.microsoft.com/office/drawing/2014/main" id="{AD2BC417-EFEB-49B7-9379-9F13ACC0DBB9}"/>
                  </a:ext>
                </a:extLst>
              </p:cNvPr>
              <p:cNvSpPr/>
              <p:nvPr/>
            </p:nvSpPr>
            <p:spPr bwMode="auto">
              <a:xfrm>
                <a:off x="2212976" y="5440363"/>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1" name="íṡļiďè">
                <a:extLst>
                  <a:ext uri="{FF2B5EF4-FFF2-40B4-BE49-F238E27FC236}">
                    <a16:creationId xmlns:a16="http://schemas.microsoft.com/office/drawing/2014/main" id="{D8F81AED-E874-44A3-8837-45C1E70F9391}"/>
                  </a:ext>
                </a:extLst>
              </p:cNvPr>
              <p:cNvSpPr/>
              <p:nvPr/>
            </p:nvSpPr>
            <p:spPr bwMode="auto">
              <a:xfrm>
                <a:off x="2189163" y="5332413"/>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2" name="ïşḷidé">
                <a:extLst>
                  <a:ext uri="{FF2B5EF4-FFF2-40B4-BE49-F238E27FC236}">
                    <a16:creationId xmlns:a16="http://schemas.microsoft.com/office/drawing/2014/main" id="{D3C581D7-DCF2-40D7-828E-CE6270EA5F8F}"/>
                  </a:ext>
                </a:extLst>
              </p:cNvPr>
              <p:cNvSpPr/>
              <p:nvPr/>
            </p:nvSpPr>
            <p:spPr bwMode="auto">
              <a:xfrm>
                <a:off x="2216151" y="5529263"/>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3" name="íṥḻïďê">
                <a:extLst>
                  <a:ext uri="{FF2B5EF4-FFF2-40B4-BE49-F238E27FC236}">
                    <a16:creationId xmlns:a16="http://schemas.microsoft.com/office/drawing/2014/main" id="{A9CF8E74-E755-4A8A-AC7F-E3EE896C635C}"/>
                  </a:ext>
                </a:extLst>
              </p:cNvPr>
              <p:cNvSpPr/>
              <p:nvPr/>
            </p:nvSpPr>
            <p:spPr bwMode="auto">
              <a:xfrm>
                <a:off x="2227263" y="5614988"/>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4" name="iṥḷiďe">
                <a:extLst>
                  <a:ext uri="{FF2B5EF4-FFF2-40B4-BE49-F238E27FC236}">
                    <a16:creationId xmlns:a16="http://schemas.microsoft.com/office/drawing/2014/main" id="{B8C7F568-13F4-478D-9270-C873B82857F9}"/>
                  </a:ext>
                </a:extLst>
              </p:cNvPr>
              <p:cNvSpPr/>
              <p:nvPr/>
            </p:nvSpPr>
            <p:spPr bwMode="auto">
              <a:xfrm>
                <a:off x="2219326" y="5713413"/>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5" name="isľïdè">
                <a:extLst>
                  <a:ext uri="{FF2B5EF4-FFF2-40B4-BE49-F238E27FC236}">
                    <a16:creationId xmlns:a16="http://schemas.microsoft.com/office/drawing/2014/main" id="{64D1D9E8-C16D-41B8-8BC9-DF49AD4524F5}"/>
                  </a:ext>
                </a:extLst>
              </p:cNvPr>
              <p:cNvSpPr/>
              <p:nvPr/>
            </p:nvSpPr>
            <p:spPr bwMode="auto">
              <a:xfrm>
                <a:off x="2214563" y="5803900"/>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6" name="ïSļiḓê">
                <a:extLst>
                  <a:ext uri="{FF2B5EF4-FFF2-40B4-BE49-F238E27FC236}">
                    <a16:creationId xmlns:a16="http://schemas.microsoft.com/office/drawing/2014/main" id="{686AEB3D-5BB1-4B0B-B6C4-BF172B7C16A1}"/>
                  </a:ext>
                </a:extLst>
              </p:cNvPr>
              <p:cNvSpPr/>
              <p:nvPr/>
            </p:nvSpPr>
            <p:spPr bwMode="auto">
              <a:xfrm>
                <a:off x="2227263" y="5895975"/>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7" name="îśľïḑê">
                <a:extLst>
                  <a:ext uri="{FF2B5EF4-FFF2-40B4-BE49-F238E27FC236}">
                    <a16:creationId xmlns:a16="http://schemas.microsoft.com/office/drawing/2014/main" id="{276E6C8E-1E52-4C3B-9AA3-9B00508167AF}"/>
                  </a:ext>
                </a:extLst>
              </p:cNvPr>
              <p:cNvSpPr/>
              <p:nvPr/>
            </p:nvSpPr>
            <p:spPr bwMode="auto">
              <a:xfrm>
                <a:off x="2246313" y="6029325"/>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8" name="îŝliḓê">
                <a:extLst>
                  <a:ext uri="{FF2B5EF4-FFF2-40B4-BE49-F238E27FC236}">
                    <a16:creationId xmlns:a16="http://schemas.microsoft.com/office/drawing/2014/main" id="{B7AD7E52-2D97-4BDE-A7C0-B886262D4239}"/>
                  </a:ext>
                </a:extLst>
              </p:cNvPr>
              <p:cNvSpPr/>
              <p:nvPr/>
            </p:nvSpPr>
            <p:spPr bwMode="auto">
              <a:xfrm>
                <a:off x="2470151" y="6061075"/>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9" name="í$ḻiďe">
                <a:extLst>
                  <a:ext uri="{FF2B5EF4-FFF2-40B4-BE49-F238E27FC236}">
                    <a16:creationId xmlns:a16="http://schemas.microsoft.com/office/drawing/2014/main" id="{0F3BE5B1-091C-4ABA-882B-DF849242A779}"/>
                  </a:ext>
                </a:extLst>
              </p:cNvPr>
              <p:cNvSpPr/>
              <p:nvPr/>
            </p:nvSpPr>
            <p:spPr bwMode="auto">
              <a:xfrm>
                <a:off x="3044826" y="5083175"/>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0" name="îśľídê">
                <a:extLst>
                  <a:ext uri="{FF2B5EF4-FFF2-40B4-BE49-F238E27FC236}">
                    <a16:creationId xmlns:a16="http://schemas.microsoft.com/office/drawing/2014/main" id="{A3D11D55-97C9-4252-B79F-FD2DAC663C23}"/>
                  </a:ext>
                </a:extLst>
              </p:cNvPr>
              <p:cNvSpPr/>
              <p:nvPr/>
            </p:nvSpPr>
            <p:spPr bwMode="auto">
              <a:xfrm>
                <a:off x="3049588" y="5083175"/>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1" name="ïSḷíḋe">
                <a:extLst>
                  <a:ext uri="{FF2B5EF4-FFF2-40B4-BE49-F238E27FC236}">
                    <a16:creationId xmlns:a16="http://schemas.microsoft.com/office/drawing/2014/main" id="{EBB25BA0-86BD-416D-A4B1-D6B7AFF245A6}"/>
                  </a:ext>
                </a:extLst>
              </p:cNvPr>
              <p:cNvSpPr/>
              <p:nvPr/>
            </p:nvSpPr>
            <p:spPr bwMode="auto">
              <a:xfrm>
                <a:off x="3055938" y="5083175"/>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2" name="i$ḷïdé">
                <a:extLst>
                  <a:ext uri="{FF2B5EF4-FFF2-40B4-BE49-F238E27FC236}">
                    <a16:creationId xmlns:a16="http://schemas.microsoft.com/office/drawing/2014/main" id="{DAD378A2-F3F5-4095-A1DA-A4C0A9F7A2E2}"/>
                  </a:ext>
                </a:extLst>
              </p:cNvPr>
              <p:cNvSpPr/>
              <p:nvPr/>
            </p:nvSpPr>
            <p:spPr bwMode="auto">
              <a:xfrm>
                <a:off x="3062288" y="5083175"/>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solidFill>
                <a:srgbClr val="9595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3" name="î$ḻîḍe">
                <a:extLst>
                  <a:ext uri="{FF2B5EF4-FFF2-40B4-BE49-F238E27FC236}">
                    <a16:creationId xmlns:a16="http://schemas.microsoft.com/office/drawing/2014/main" id="{385CFC81-7991-437A-AA4E-8833D1489CEE}"/>
                  </a:ext>
                </a:extLst>
              </p:cNvPr>
              <p:cNvSpPr/>
              <p:nvPr/>
            </p:nvSpPr>
            <p:spPr bwMode="auto">
              <a:xfrm>
                <a:off x="3068638" y="5083175"/>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solidFill>
                <a:srgbClr val="9595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4" name="ïšlîḍê">
                <a:extLst>
                  <a:ext uri="{FF2B5EF4-FFF2-40B4-BE49-F238E27FC236}">
                    <a16:creationId xmlns:a16="http://schemas.microsoft.com/office/drawing/2014/main" id="{F138255E-B9CD-449B-AAB6-9C449586BFD2}"/>
                  </a:ext>
                </a:extLst>
              </p:cNvPr>
              <p:cNvSpPr/>
              <p:nvPr/>
            </p:nvSpPr>
            <p:spPr bwMode="auto">
              <a:xfrm>
                <a:off x="3074988" y="5083175"/>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solidFill>
                <a:srgbClr val="9696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5" name="íŝlíḍè">
                <a:extLst>
                  <a:ext uri="{FF2B5EF4-FFF2-40B4-BE49-F238E27FC236}">
                    <a16:creationId xmlns:a16="http://schemas.microsoft.com/office/drawing/2014/main" id="{586F09EC-6495-4804-BB39-80DE3E84137E}"/>
                  </a:ext>
                </a:extLst>
              </p:cNvPr>
              <p:cNvSpPr/>
              <p:nvPr/>
            </p:nvSpPr>
            <p:spPr bwMode="auto">
              <a:xfrm>
                <a:off x="3081338" y="5083175"/>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6" name="î$lídé">
                <a:extLst>
                  <a:ext uri="{FF2B5EF4-FFF2-40B4-BE49-F238E27FC236}">
                    <a16:creationId xmlns:a16="http://schemas.microsoft.com/office/drawing/2014/main" id="{161B89AC-6BF5-4F56-A013-52515B62A5A8}"/>
                  </a:ext>
                </a:extLst>
              </p:cNvPr>
              <p:cNvSpPr/>
              <p:nvPr/>
            </p:nvSpPr>
            <p:spPr bwMode="auto">
              <a:xfrm>
                <a:off x="3086101" y="5083175"/>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7" name="i$ľídé">
                <a:extLst>
                  <a:ext uri="{FF2B5EF4-FFF2-40B4-BE49-F238E27FC236}">
                    <a16:creationId xmlns:a16="http://schemas.microsoft.com/office/drawing/2014/main" id="{D37C4DF0-7F2A-4D22-944E-B4C1EC0A9220}"/>
                  </a:ext>
                </a:extLst>
              </p:cNvPr>
              <p:cNvSpPr/>
              <p:nvPr/>
            </p:nvSpPr>
            <p:spPr bwMode="auto">
              <a:xfrm>
                <a:off x="3092451" y="5083175"/>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solidFill>
                <a:srgbClr val="98989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8" name="iṡlíḑé">
                <a:extLst>
                  <a:ext uri="{FF2B5EF4-FFF2-40B4-BE49-F238E27FC236}">
                    <a16:creationId xmlns:a16="http://schemas.microsoft.com/office/drawing/2014/main" id="{3131D7BE-1856-4F46-8A65-01EE3EEA2B18}"/>
                  </a:ext>
                </a:extLst>
              </p:cNvPr>
              <p:cNvSpPr/>
              <p:nvPr/>
            </p:nvSpPr>
            <p:spPr bwMode="auto">
              <a:xfrm>
                <a:off x="3098801" y="5083175"/>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9" name="íşḷíḓe">
                <a:extLst>
                  <a:ext uri="{FF2B5EF4-FFF2-40B4-BE49-F238E27FC236}">
                    <a16:creationId xmlns:a16="http://schemas.microsoft.com/office/drawing/2014/main" id="{D461B93D-AE3C-4994-9399-07A29C2365CD}"/>
                  </a:ext>
                </a:extLst>
              </p:cNvPr>
              <p:cNvSpPr/>
              <p:nvPr/>
            </p:nvSpPr>
            <p:spPr bwMode="auto">
              <a:xfrm>
                <a:off x="3105151" y="5083175"/>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0" name="î$ļïďé">
                <a:extLst>
                  <a:ext uri="{FF2B5EF4-FFF2-40B4-BE49-F238E27FC236}">
                    <a16:creationId xmlns:a16="http://schemas.microsoft.com/office/drawing/2014/main" id="{43ACAEB3-88F2-4402-B90E-BEED963B970C}"/>
                  </a:ext>
                </a:extLst>
              </p:cNvPr>
              <p:cNvSpPr/>
              <p:nvPr/>
            </p:nvSpPr>
            <p:spPr bwMode="auto">
              <a:xfrm>
                <a:off x="3111501" y="5083175"/>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solidFill>
                <a:srgbClr val="9A9A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1" name="ïŝḷiḍê">
                <a:extLst>
                  <a:ext uri="{FF2B5EF4-FFF2-40B4-BE49-F238E27FC236}">
                    <a16:creationId xmlns:a16="http://schemas.microsoft.com/office/drawing/2014/main" id="{4B8C5340-DD7B-44CC-A135-EFDD58F66386}"/>
                  </a:ext>
                </a:extLst>
              </p:cNvPr>
              <p:cNvSpPr/>
              <p:nvPr/>
            </p:nvSpPr>
            <p:spPr bwMode="auto">
              <a:xfrm>
                <a:off x="3116263" y="5083175"/>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solidFill>
                <a:srgbClr val="9A9A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2" name="íS1íḑe">
                <a:extLst>
                  <a:ext uri="{FF2B5EF4-FFF2-40B4-BE49-F238E27FC236}">
                    <a16:creationId xmlns:a16="http://schemas.microsoft.com/office/drawing/2014/main" id="{E077A822-80FA-4F0C-A2A7-912F56268438}"/>
                  </a:ext>
                </a:extLst>
              </p:cNvPr>
              <p:cNvSpPr/>
              <p:nvPr/>
            </p:nvSpPr>
            <p:spPr bwMode="auto">
              <a:xfrm>
                <a:off x="3122613" y="5083175"/>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solidFill>
                <a:srgbClr val="9B9B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3" name="ïṩḷîḋe">
                <a:extLst>
                  <a:ext uri="{FF2B5EF4-FFF2-40B4-BE49-F238E27FC236}">
                    <a16:creationId xmlns:a16="http://schemas.microsoft.com/office/drawing/2014/main" id="{5D0983C6-5E0D-49E1-B82E-ACCAB71247EC}"/>
                  </a:ext>
                </a:extLst>
              </p:cNvPr>
              <p:cNvSpPr/>
              <p:nvPr/>
            </p:nvSpPr>
            <p:spPr bwMode="auto">
              <a:xfrm>
                <a:off x="3128963" y="5083175"/>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4" name="îS1ídé">
                <a:extLst>
                  <a:ext uri="{FF2B5EF4-FFF2-40B4-BE49-F238E27FC236}">
                    <a16:creationId xmlns:a16="http://schemas.microsoft.com/office/drawing/2014/main" id="{6C92A6B3-5AA6-43F0-8882-20915F56D102}"/>
                  </a:ext>
                </a:extLst>
              </p:cNvPr>
              <p:cNvSpPr/>
              <p:nvPr/>
            </p:nvSpPr>
            <p:spPr bwMode="auto">
              <a:xfrm>
                <a:off x="3135313" y="5083175"/>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5" name="î$ļiďê">
                <a:extLst>
                  <a:ext uri="{FF2B5EF4-FFF2-40B4-BE49-F238E27FC236}">
                    <a16:creationId xmlns:a16="http://schemas.microsoft.com/office/drawing/2014/main" id="{EC7AD408-680C-4F77-B770-29DC3A879902}"/>
                  </a:ext>
                </a:extLst>
              </p:cNvPr>
              <p:cNvSpPr/>
              <p:nvPr/>
            </p:nvSpPr>
            <p:spPr bwMode="auto">
              <a:xfrm>
                <a:off x="3138488" y="5083175"/>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solidFill>
                <a:srgbClr val="9D9D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6" name="ïśľïḍè">
                <a:extLst>
                  <a:ext uri="{FF2B5EF4-FFF2-40B4-BE49-F238E27FC236}">
                    <a16:creationId xmlns:a16="http://schemas.microsoft.com/office/drawing/2014/main" id="{AECA3FA3-2CEB-49DA-913E-51EA9AD53478}"/>
                  </a:ext>
                </a:extLst>
              </p:cNvPr>
              <p:cNvSpPr/>
              <p:nvPr/>
            </p:nvSpPr>
            <p:spPr bwMode="auto">
              <a:xfrm>
                <a:off x="3144838" y="5083175"/>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solidFill>
                <a:srgbClr val="9D9D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7" name="ïşḻídé">
                <a:extLst>
                  <a:ext uri="{FF2B5EF4-FFF2-40B4-BE49-F238E27FC236}">
                    <a16:creationId xmlns:a16="http://schemas.microsoft.com/office/drawing/2014/main" id="{338AD088-5813-4C04-A45A-D7BAF7C463A8}"/>
                  </a:ext>
                </a:extLst>
              </p:cNvPr>
              <p:cNvSpPr/>
              <p:nvPr/>
            </p:nvSpPr>
            <p:spPr bwMode="auto">
              <a:xfrm>
                <a:off x="3152776" y="5083175"/>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solidFill>
                <a:srgbClr val="9E9E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8" name="îSľîḑe">
                <a:extLst>
                  <a:ext uri="{FF2B5EF4-FFF2-40B4-BE49-F238E27FC236}">
                    <a16:creationId xmlns:a16="http://schemas.microsoft.com/office/drawing/2014/main" id="{90D36AE5-5379-4858-9E0A-BFE1F945608A}"/>
                  </a:ext>
                </a:extLst>
              </p:cNvPr>
              <p:cNvSpPr/>
              <p:nvPr/>
            </p:nvSpPr>
            <p:spPr bwMode="auto">
              <a:xfrm>
                <a:off x="3159126" y="5083175"/>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solidFill>
                <a:srgbClr val="9F9FA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9" name="íšḻîḋê">
                <a:extLst>
                  <a:ext uri="{FF2B5EF4-FFF2-40B4-BE49-F238E27FC236}">
                    <a16:creationId xmlns:a16="http://schemas.microsoft.com/office/drawing/2014/main" id="{BADF6D75-9637-40AA-A26C-8CDDD7812B3D}"/>
                  </a:ext>
                </a:extLst>
              </p:cNvPr>
              <p:cNvSpPr/>
              <p:nvPr/>
            </p:nvSpPr>
            <p:spPr bwMode="auto">
              <a:xfrm>
                <a:off x="3162301" y="5083175"/>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solidFill>
                <a:srgbClr val="9F9F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0" name="îṩļiḑe">
                <a:extLst>
                  <a:ext uri="{FF2B5EF4-FFF2-40B4-BE49-F238E27FC236}">
                    <a16:creationId xmlns:a16="http://schemas.microsoft.com/office/drawing/2014/main" id="{B889EC78-5745-4CFD-BD4F-1339EC1007F0}"/>
                  </a:ext>
                </a:extLst>
              </p:cNvPr>
              <p:cNvSpPr/>
              <p:nvPr/>
            </p:nvSpPr>
            <p:spPr bwMode="auto">
              <a:xfrm>
                <a:off x="3168651" y="5083175"/>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solidFill>
                <a:srgbClr val="A0A0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1" name="í$1iḍè">
                <a:extLst>
                  <a:ext uri="{FF2B5EF4-FFF2-40B4-BE49-F238E27FC236}">
                    <a16:creationId xmlns:a16="http://schemas.microsoft.com/office/drawing/2014/main" id="{070A284C-FE22-472C-86EA-13119F9618DF}"/>
                  </a:ext>
                </a:extLst>
              </p:cNvPr>
              <p:cNvSpPr/>
              <p:nvPr/>
            </p:nvSpPr>
            <p:spPr bwMode="auto">
              <a:xfrm>
                <a:off x="3175001" y="5083175"/>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2" name="ïş1íďè">
                <a:extLst>
                  <a:ext uri="{FF2B5EF4-FFF2-40B4-BE49-F238E27FC236}">
                    <a16:creationId xmlns:a16="http://schemas.microsoft.com/office/drawing/2014/main" id="{8A9D3B81-714C-42A8-899B-31A5431641EA}"/>
                  </a:ext>
                </a:extLst>
              </p:cNvPr>
              <p:cNvSpPr/>
              <p:nvPr/>
            </p:nvSpPr>
            <p:spPr bwMode="auto">
              <a:xfrm>
                <a:off x="3182938" y="5083175"/>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3" name="iś1îḓê">
                <a:extLst>
                  <a:ext uri="{FF2B5EF4-FFF2-40B4-BE49-F238E27FC236}">
                    <a16:creationId xmlns:a16="http://schemas.microsoft.com/office/drawing/2014/main" id="{58000713-4300-4561-87BD-889B6A400C3D}"/>
                  </a:ext>
                </a:extLst>
              </p:cNvPr>
              <p:cNvSpPr/>
              <p:nvPr/>
            </p:nvSpPr>
            <p:spPr bwMode="auto">
              <a:xfrm>
                <a:off x="3189288" y="5083175"/>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solidFill>
                <a:srgbClr val="A2A2A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4" name="isḷíḑe">
                <a:extLst>
                  <a:ext uri="{FF2B5EF4-FFF2-40B4-BE49-F238E27FC236}">
                    <a16:creationId xmlns:a16="http://schemas.microsoft.com/office/drawing/2014/main" id="{87082E2F-A875-485B-9D76-7D2A702D0445}"/>
                  </a:ext>
                </a:extLst>
              </p:cNvPr>
              <p:cNvSpPr/>
              <p:nvPr/>
            </p:nvSpPr>
            <p:spPr bwMode="auto">
              <a:xfrm>
                <a:off x="3192463" y="5083175"/>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solidFill>
                <a:srgbClr val="A2A2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5" name="ïśḻîḋê">
                <a:extLst>
                  <a:ext uri="{FF2B5EF4-FFF2-40B4-BE49-F238E27FC236}">
                    <a16:creationId xmlns:a16="http://schemas.microsoft.com/office/drawing/2014/main" id="{C5BB8A93-089D-4681-806F-97C4C3E6DB05}"/>
                  </a:ext>
                </a:extLst>
              </p:cNvPr>
              <p:cNvSpPr/>
              <p:nvPr/>
            </p:nvSpPr>
            <p:spPr bwMode="auto">
              <a:xfrm>
                <a:off x="3198813" y="5083175"/>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solidFill>
                <a:srgbClr val="A3A3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6" name="ïṣľîdê">
                <a:extLst>
                  <a:ext uri="{FF2B5EF4-FFF2-40B4-BE49-F238E27FC236}">
                    <a16:creationId xmlns:a16="http://schemas.microsoft.com/office/drawing/2014/main" id="{637C93EB-D272-4FEF-B8E4-DFC54DF1280C}"/>
                  </a:ext>
                </a:extLst>
              </p:cNvPr>
              <p:cNvSpPr/>
              <p:nvPr/>
            </p:nvSpPr>
            <p:spPr bwMode="auto">
              <a:xfrm>
                <a:off x="3205163" y="5083175"/>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solidFill>
                <a:srgbClr val="A4A4A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7" name="íṩļiḓé">
                <a:extLst>
                  <a:ext uri="{FF2B5EF4-FFF2-40B4-BE49-F238E27FC236}">
                    <a16:creationId xmlns:a16="http://schemas.microsoft.com/office/drawing/2014/main" id="{C7CB2A65-DCE0-4F24-85EF-EF59CB39E049}"/>
                  </a:ext>
                </a:extLst>
              </p:cNvPr>
              <p:cNvSpPr/>
              <p:nvPr/>
            </p:nvSpPr>
            <p:spPr bwMode="auto">
              <a:xfrm>
                <a:off x="3211513" y="5083175"/>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solidFill>
                <a:srgbClr val="A4A4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8" name="is1îḑê">
                <a:extLst>
                  <a:ext uri="{FF2B5EF4-FFF2-40B4-BE49-F238E27FC236}">
                    <a16:creationId xmlns:a16="http://schemas.microsoft.com/office/drawing/2014/main" id="{30116A04-2B35-4E1E-815C-64E224252EF4}"/>
                  </a:ext>
                </a:extLst>
              </p:cNvPr>
              <p:cNvSpPr/>
              <p:nvPr/>
            </p:nvSpPr>
            <p:spPr bwMode="auto">
              <a:xfrm>
                <a:off x="3216276" y="5083175"/>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solidFill>
                <a:srgbClr val="A5A5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9" name="ïşļîdè">
                <a:extLst>
                  <a:ext uri="{FF2B5EF4-FFF2-40B4-BE49-F238E27FC236}">
                    <a16:creationId xmlns:a16="http://schemas.microsoft.com/office/drawing/2014/main" id="{D763FBEE-D1B6-4B77-9687-AF7E162A8C15}"/>
                  </a:ext>
                </a:extLst>
              </p:cNvPr>
              <p:cNvSpPr/>
              <p:nvPr/>
            </p:nvSpPr>
            <p:spPr bwMode="auto">
              <a:xfrm>
                <a:off x="3222626" y="5083175"/>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solidFill>
                <a:srgbClr val="A6A6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0" name="íşļiḋe">
                <a:extLst>
                  <a:ext uri="{FF2B5EF4-FFF2-40B4-BE49-F238E27FC236}">
                    <a16:creationId xmlns:a16="http://schemas.microsoft.com/office/drawing/2014/main" id="{432CEE27-1628-409A-9F59-6F408E3EAE18}"/>
                  </a:ext>
                </a:extLst>
              </p:cNvPr>
              <p:cNvSpPr/>
              <p:nvPr/>
            </p:nvSpPr>
            <p:spPr bwMode="auto">
              <a:xfrm>
                <a:off x="3228976" y="5083175"/>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solidFill>
                <a:srgbClr val="A6A6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1" name="íśļiḑe">
                <a:extLst>
                  <a:ext uri="{FF2B5EF4-FFF2-40B4-BE49-F238E27FC236}">
                    <a16:creationId xmlns:a16="http://schemas.microsoft.com/office/drawing/2014/main" id="{226F02EE-3171-4BE3-8952-6161D928F3D2}"/>
                  </a:ext>
                </a:extLst>
              </p:cNvPr>
              <p:cNvSpPr/>
              <p:nvPr/>
            </p:nvSpPr>
            <p:spPr bwMode="auto">
              <a:xfrm>
                <a:off x="3235326" y="5083175"/>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solidFill>
                <a:srgbClr val="A7A7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2" name="ïś1idè">
                <a:extLst>
                  <a:ext uri="{FF2B5EF4-FFF2-40B4-BE49-F238E27FC236}">
                    <a16:creationId xmlns:a16="http://schemas.microsoft.com/office/drawing/2014/main" id="{0C337212-5E98-4DC6-B352-7A099BFBC5E4}"/>
                  </a:ext>
                </a:extLst>
              </p:cNvPr>
              <p:cNvSpPr/>
              <p:nvPr/>
            </p:nvSpPr>
            <p:spPr bwMode="auto">
              <a:xfrm>
                <a:off x="3240088" y="5083175"/>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solidFill>
                <a:srgbClr val="A7A7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3" name="íşľiḋè">
                <a:extLst>
                  <a:ext uri="{FF2B5EF4-FFF2-40B4-BE49-F238E27FC236}">
                    <a16:creationId xmlns:a16="http://schemas.microsoft.com/office/drawing/2014/main" id="{E73B6661-664E-4592-B396-D089A112FD5C}"/>
                  </a:ext>
                </a:extLst>
              </p:cNvPr>
              <p:cNvSpPr/>
              <p:nvPr/>
            </p:nvSpPr>
            <p:spPr bwMode="auto">
              <a:xfrm>
                <a:off x="3246438" y="5083175"/>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solidFill>
                <a:srgbClr val="A8A8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4" name="ïṡḷiḓè">
                <a:extLst>
                  <a:ext uri="{FF2B5EF4-FFF2-40B4-BE49-F238E27FC236}">
                    <a16:creationId xmlns:a16="http://schemas.microsoft.com/office/drawing/2014/main" id="{6EFCBB21-B27A-4DC3-9FE4-55F9FFB2C788}"/>
                  </a:ext>
                </a:extLst>
              </p:cNvPr>
              <p:cNvSpPr/>
              <p:nvPr/>
            </p:nvSpPr>
            <p:spPr bwMode="auto">
              <a:xfrm>
                <a:off x="3252788" y="5083175"/>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solidFill>
                <a:srgbClr val="A9A9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5" name="ísļïḋe">
                <a:extLst>
                  <a:ext uri="{FF2B5EF4-FFF2-40B4-BE49-F238E27FC236}">
                    <a16:creationId xmlns:a16="http://schemas.microsoft.com/office/drawing/2014/main" id="{B5D6B072-4154-4A85-B03A-625FEBF104BF}"/>
                  </a:ext>
                </a:extLst>
              </p:cNvPr>
              <p:cNvSpPr/>
              <p:nvPr/>
            </p:nvSpPr>
            <p:spPr bwMode="auto">
              <a:xfrm>
                <a:off x="3259138" y="5083175"/>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solidFill>
                <a:srgbClr val="A9A9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6" name="íślîďè">
                <a:extLst>
                  <a:ext uri="{FF2B5EF4-FFF2-40B4-BE49-F238E27FC236}">
                    <a16:creationId xmlns:a16="http://schemas.microsoft.com/office/drawing/2014/main" id="{EC73F6C3-4274-4519-9A7E-307C64BF0368}"/>
                  </a:ext>
                </a:extLst>
              </p:cNvPr>
              <p:cNvSpPr/>
              <p:nvPr/>
            </p:nvSpPr>
            <p:spPr bwMode="auto">
              <a:xfrm>
                <a:off x="3265488" y="5083175"/>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solidFill>
                <a:srgbClr val="AAAA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7" name="ïşļïḑe">
                <a:extLst>
                  <a:ext uri="{FF2B5EF4-FFF2-40B4-BE49-F238E27FC236}">
                    <a16:creationId xmlns:a16="http://schemas.microsoft.com/office/drawing/2014/main" id="{E71A00E0-DA84-4520-985A-A55E782BDC08}"/>
                  </a:ext>
                </a:extLst>
              </p:cNvPr>
              <p:cNvSpPr/>
              <p:nvPr/>
            </p:nvSpPr>
            <p:spPr bwMode="auto">
              <a:xfrm>
                <a:off x="3270251" y="5083175"/>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solidFill>
                <a:srgbClr val="AAAAA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8" name="ïṣḻíḋe">
                <a:extLst>
                  <a:ext uri="{FF2B5EF4-FFF2-40B4-BE49-F238E27FC236}">
                    <a16:creationId xmlns:a16="http://schemas.microsoft.com/office/drawing/2014/main" id="{3AD3E220-ED7C-4D4D-9E09-54FCE5D5FE11}"/>
                  </a:ext>
                </a:extLst>
              </p:cNvPr>
              <p:cNvSpPr/>
              <p:nvPr/>
            </p:nvSpPr>
            <p:spPr bwMode="auto">
              <a:xfrm>
                <a:off x="3276601" y="5083175"/>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solidFill>
                <a:srgbClr val="ABAB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9" name="iśḷidê">
                <a:extLst>
                  <a:ext uri="{FF2B5EF4-FFF2-40B4-BE49-F238E27FC236}">
                    <a16:creationId xmlns:a16="http://schemas.microsoft.com/office/drawing/2014/main" id="{B86AD105-D772-4AF9-A758-186785C08B06}"/>
                  </a:ext>
                </a:extLst>
              </p:cNvPr>
              <p:cNvSpPr/>
              <p:nvPr/>
            </p:nvSpPr>
            <p:spPr bwMode="auto">
              <a:xfrm>
                <a:off x="3282951" y="5083175"/>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solidFill>
                <a:srgbClr val="ACAC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0" name="íśľíḓè">
                <a:extLst>
                  <a:ext uri="{FF2B5EF4-FFF2-40B4-BE49-F238E27FC236}">
                    <a16:creationId xmlns:a16="http://schemas.microsoft.com/office/drawing/2014/main" id="{EE7534F8-6334-4FAB-B1F0-B4A5D508681C}"/>
                  </a:ext>
                </a:extLst>
              </p:cNvPr>
              <p:cNvSpPr/>
              <p:nvPr/>
            </p:nvSpPr>
            <p:spPr bwMode="auto">
              <a:xfrm>
                <a:off x="3289301" y="5083175"/>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solidFill>
                <a:srgbClr val="ACAC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1" name="îS1iďê">
                <a:extLst>
                  <a:ext uri="{FF2B5EF4-FFF2-40B4-BE49-F238E27FC236}">
                    <a16:creationId xmlns:a16="http://schemas.microsoft.com/office/drawing/2014/main" id="{7DF40D8E-0886-4364-8C4C-4C435B373D66}"/>
                  </a:ext>
                </a:extLst>
              </p:cNvPr>
              <p:cNvSpPr/>
              <p:nvPr/>
            </p:nvSpPr>
            <p:spPr bwMode="auto">
              <a:xfrm>
                <a:off x="3294063" y="5083175"/>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solidFill>
                <a:srgbClr val="ADAD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2" name="iṧ1ïḋe">
                <a:extLst>
                  <a:ext uri="{FF2B5EF4-FFF2-40B4-BE49-F238E27FC236}">
                    <a16:creationId xmlns:a16="http://schemas.microsoft.com/office/drawing/2014/main" id="{983AAC2C-503B-4B3A-9809-3759806224E2}"/>
                  </a:ext>
                </a:extLst>
              </p:cNvPr>
              <p:cNvSpPr/>
              <p:nvPr/>
            </p:nvSpPr>
            <p:spPr bwMode="auto">
              <a:xfrm>
                <a:off x="3300413" y="5083175"/>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solidFill>
                <a:srgbClr val="AEAEB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3" name="ïsḷîde">
                <a:extLst>
                  <a:ext uri="{FF2B5EF4-FFF2-40B4-BE49-F238E27FC236}">
                    <a16:creationId xmlns:a16="http://schemas.microsoft.com/office/drawing/2014/main" id="{86EED32D-BE69-4CC9-9E1E-B34F3CFA1E5C}"/>
                  </a:ext>
                </a:extLst>
              </p:cNvPr>
              <p:cNvSpPr/>
              <p:nvPr/>
            </p:nvSpPr>
            <p:spPr bwMode="auto">
              <a:xfrm>
                <a:off x="3306763" y="5083175"/>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solidFill>
                <a:srgbClr val="AEAE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4" name="íSḷíḓê">
                <a:extLst>
                  <a:ext uri="{FF2B5EF4-FFF2-40B4-BE49-F238E27FC236}">
                    <a16:creationId xmlns:a16="http://schemas.microsoft.com/office/drawing/2014/main" id="{946EB4AB-B3D6-487F-8B23-7BDA4813326B}"/>
                  </a:ext>
                </a:extLst>
              </p:cNvPr>
              <p:cNvSpPr/>
              <p:nvPr/>
            </p:nvSpPr>
            <p:spPr bwMode="auto">
              <a:xfrm>
                <a:off x="3313113" y="5083175"/>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solidFill>
                <a:srgbClr val="AFAF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5" name="ís1íḋé">
                <a:extLst>
                  <a:ext uri="{FF2B5EF4-FFF2-40B4-BE49-F238E27FC236}">
                    <a16:creationId xmlns:a16="http://schemas.microsoft.com/office/drawing/2014/main" id="{41A8C3E5-4992-42DA-8FD5-316EBB39FC31}"/>
                  </a:ext>
                </a:extLst>
              </p:cNvPr>
              <p:cNvSpPr/>
              <p:nvPr/>
            </p:nvSpPr>
            <p:spPr bwMode="auto">
              <a:xfrm>
                <a:off x="3317876" y="5083175"/>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solidFill>
                <a:srgbClr val="AFAF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6" name="iŝlidé">
                <a:extLst>
                  <a:ext uri="{FF2B5EF4-FFF2-40B4-BE49-F238E27FC236}">
                    <a16:creationId xmlns:a16="http://schemas.microsoft.com/office/drawing/2014/main" id="{B22B35EC-FE86-4FFC-AE24-EB894BC65FCC}"/>
                  </a:ext>
                </a:extLst>
              </p:cNvPr>
              <p:cNvSpPr/>
              <p:nvPr/>
            </p:nvSpPr>
            <p:spPr bwMode="auto">
              <a:xfrm>
                <a:off x="3324226" y="5083175"/>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solidFill>
                <a:srgbClr val="B0B0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7" name="iṧḷiḋè">
                <a:extLst>
                  <a:ext uri="{FF2B5EF4-FFF2-40B4-BE49-F238E27FC236}">
                    <a16:creationId xmlns:a16="http://schemas.microsoft.com/office/drawing/2014/main" id="{52E08DDC-B647-40A3-A882-5A512617B7A4}"/>
                  </a:ext>
                </a:extLst>
              </p:cNvPr>
              <p:cNvSpPr/>
              <p:nvPr/>
            </p:nvSpPr>
            <p:spPr bwMode="auto">
              <a:xfrm>
                <a:off x="3330576" y="5083175"/>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solidFill>
                <a:srgbClr val="B1B1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8" name="i$1îḋe">
                <a:extLst>
                  <a:ext uri="{FF2B5EF4-FFF2-40B4-BE49-F238E27FC236}">
                    <a16:creationId xmlns:a16="http://schemas.microsoft.com/office/drawing/2014/main" id="{0DA49EBA-7358-4AD8-AB18-E26187D8E169}"/>
                  </a:ext>
                </a:extLst>
              </p:cNvPr>
              <p:cNvSpPr/>
              <p:nvPr/>
            </p:nvSpPr>
            <p:spPr bwMode="auto">
              <a:xfrm>
                <a:off x="3336926" y="5083175"/>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solidFill>
                <a:srgbClr val="B1B1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9" name="iṧ1iďé">
                <a:extLst>
                  <a:ext uri="{FF2B5EF4-FFF2-40B4-BE49-F238E27FC236}">
                    <a16:creationId xmlns:a16="http://schemas.microsoft.com/office/drawing/2014/main" id="{2CA9A5F6-1952-4907-9DB4-45348B0F2751}"/>
                  </a:ext>
                </a:extLst>
              </p:cNvPr>
              <p:cNvSpPr/>
              <p:nvPr/>
            </p:nvSpPr>
            <p:spPr bwMode="auto">
              <a:xfrm>
                <a:off x="3343276" y="5083175"/>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solidFill>
                <a:srgbClr val="B2B2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0" name="îśliḓê">
                <a:extLst>
                  <a:ext uri="{FF2B5EF4-FFF2-40B4-BE49-F238E27FC236}">
                    <a16:creationId xmlns:a16="http://schemas.microsoft.com/office/drawing/2014/main" id="{89F26321-F637-4176-BF4E-31DD88A84879}"/>
                  </a:ext>
                </a:extLst>
              </p:cNvPr>
              <p:cNvSpPr/>
              <p:nvPr/>
            </p:nvSpPr>
            <p:spPr bwMode="auto">
              <a:xfrm>
                <a:off x="3348038" y="5083175"/>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solidFill>
                <a:srgbClr val="B2B2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1" name="îŝļíďè">
                <a:extLst>
                  <a:ext uri="{FF2B5EF4-FFF2-40B4-BE49-F238E27FC236}">
                    <a16:creationId xmlns:a16="http://schemas.microsoft.com/office/drawing/2014/main" id="{FAFC2D5B-89A5-4A1F-B795-1B074DAD91AB}"/>
                  </a:ext>
                </a:extLst>
              </p:cNvPr>
              <p:cNvSpPr/>
              <p:nvPr/>
            </p:nvSpPr>
            <p:spPr bwMode="auto">
              <a:xfrm>
                <a:off x="3354388" y="5083175"/>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solidFill>
                <a:srgbClr val="B3B3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2" name="ïṧḻiḍè">
                <a:extLst>
                  <a:ext uri="{FF2B5EF4-FFF2-40B4-BE49-F238E27FC236}">
                    <a16:creationId xmlns:a16="http://schemas.microsoft.com/office/drawing/2014/main" id="{23B95598-1097-4678-B94B-B591AB36CCEC}"/>
                  </a:ext>
                </a:extLst>
              </p:cNvPr>
              <p:cNvSpPr/>
              <p:nvPr/>
            </p:nvSpPr>
            <p:spPr bwMode="auto">
              <a:xfrm>
                <a:off x="3360738" y="5083175"/>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solidFill>
                <a:srgbClr val="B4B4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3" name="íśḷíḋé">
                <a:extLst>
                  <a:ext uri="{FF2B5EF4-FFF2-40B4-BE49-F238E27FC236}">
                    <a16:creationId xmlns:a16="http://schemas.microsoft.com/office/drawing/2014/main" id="{EC3565FD-9A26-4E00-BDA8-7B43629DF67A}"/>
                  </a:ext>
                </a:extLst>
              </p:cNvPr>
              <p:cNvSpPr/>
              <p:nvPr/>
            </p:nvSpPr>
            <p:spPr bwMode="auto">
              <a:xfrm>
                <a:off x="3367088" y="5083175"/>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solidFill>
                <a:srgbClr val="B4B4B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4" name="ïṣḻiḋè">
                <a:extLst>
                  <a:ext uri="{FF2B5EF4-FFF2-40B4-BE49-F238E27FC236}">
                    <a16:creationId xmlns:a16="http://schemas.microsoft.com/office/drawing/2014/main" id="{C487B514-68D2-4DEA-8960-E694B4A88275}"/>
                  </a:ext>
                </a:extLst>
              </p:cNvPr>
              <p:cNvSpPr/>
              <p:nvPr/>
            </p:nvSpPr>
            <p:spPr bwMode="auto">
              <a:xfrm>
                <a:off x="3371851" y="5083175"/>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solidFill>
                <a:srgbClr val="B5B5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5" name="îṧḷíḍê">
                <a:extLst>
                  <a:ext uri="{FF2B5EF4-FFF2-40B4-BE49-F238E27FC236}">
                    <a16:creationId xmlns:a16="http://schemas.microsoft.com/office/drawing/2014/main" id="{8F7E151D-41CE-4C39-8D78-1A043DD4892C}"/>
                  </a:ext>
                </a:extLst>
              </p:cNvPr>
              <p:cNvSpPr/>
              <p:nvPr/>
            </p:nvSpPr>
            <p:spPr bwMode="auto">
              <a:xfrm>
                <a:off x="3378201" y="5083175"/>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solidFill>
                <a:srgbClr val="B6B6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6" name="íS1ïḍé">
                <a:extLst>
                  <a:ext uri="{FF2B5EF4-FFF2-40B4-BE49-F238E27FC236}">
                    <a16:creationId xmlns:a16="http://schemas.microsoft.com/office/drawing/2014/main" id="{542E865D-8F5B-4189-A284-78494EA82062}"/>
                  </a:ext>
                </a:extLst>
              </p:cNvPr>
              <p:cNvSpPr/>
              <p:nvPr/>
            </p:nvSpPr>
            <p:spPr bwMode="auto">
              <a:xfrm>
                <a:off x="3384551" y="5083175"/>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solidFill>
                <a:srgbClr val="B6B6B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7" name="ïṧlîḑè">
                <a:extLst>
                  <a:ext uri="{FF2B5EF4-FFF2-40B4-BE49-F238E27FC236}">
                    <a16:creationId xmlns:a16="http://schemas.microsoft.com/office/drawing/2014/main" id="{03FB728C-D8AB-48A9-9419-E76986554B5C}"/>
                  </a:ext>
                </a:extLst>
              </p:cNvPr>
              <p:cNvSpPr/>
              <p:nvPr/>
            </p:nvSpPr>
            <p:spPr bwMode="auto">
              <a:xfrm>
                <a:off x="3390901" y="5083175"/>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8" name="işľîḓé">
                <a:extLst>
                  <a:ext uri="{FF2B5EF4-FFF2-40B4-BE49-F238E27FC236}">
                    <a16:creationId xmlns:a16="http://schemas.microsoft.com/office/drawing/2014/main" id="{BA531146-5253-4EA1-946C-6DC5A5F1C996}"/>
                  </a:ext>
                </a:extLst>
              </p:cNvPr>
              <p:cNvSpPr/>
              <p:nvPr/>
            </p:nvSpPr>
            <p:spPr bwMode="auto">
              <a:xfrm>
                <a:off x="3395663" y="5083175"/>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9" name="ïś1îḋe">
                <a:extLst>
                  <a:ext uri="{FF2B5EF4-FFF2-40B4-BE49-F238E27FC236}">
                    <a16:creationId xmlns:a16="http://schemas.microsoft.com/office/drawing/2014/main" id="{3D98F033-E26B-46B4-AE4A-FCA33A66EA72}"/>
                  </a:ext>
                </a:extLst>
              </p:cNvPr>
              <p:cNvSpPr/>
              <p:nvPr/>
            </p:nvSpPr>
            <p:spPr bwMode="auto">
              <a:xfrm>
                <a:off x="3402013" y="5083175"/>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solidFill>
                <a:srgbClr val="B8B8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0" name="ïṥľiďe">
                <a:extLst>
                  <a:ext uri="{FF2B5EF4-FFF2-40B4-BE49-F238E27FC236}">
                    <a16:creationId xmlns:a16="http://schemas.microsoft.com/office/drawing/2014/main" id="{2035AF1D-A8E6-4619-A170-BEF86AE96753}"/>
                  </a:ext>
                </a:extLst>
              </p:cNvPr>
              <p:cNvSpPr/>
              <p:nvPr/>
            </p:nvSpPr>
            <p:spPr bwMode="auto">
              <a:xfrm>
                <a:off x="3408363" y="5083175"/>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solidFill>
                <a:srgbClr val="B9B9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1" name="îṥliḓè">
                <a:extLst>
                  <a:ext uri="{FF2B5EF4-FFF2-40B4-BE49-F238E27FC236}">
                    <a16:creationId xmlns:a16="http://schemas.microsoft.com/office/drawing/2014/main" id="{AEB4DA21-EA16-43DE-ACB6-BD3906CED9AA}"/>
                  </a:ext>
                </a:extLst>
              </p:cNvPr>
              <p:cNvSpPr/>
              <p:nvPr/>
            </p:nvSpPr>
            <p:spPr bwMode="auto">
              <a:xfrm>
                <a:off x="3414713" y="5083175"/>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solidFill>
                <a:srgbClr val="B9B9B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2" name="íṥḷíḍè">
                <a:extLst>
                  <a:ext uri="{FF2B5EF4-FFF2-40B4-BE49-F238E27FC236}">
                    <a16:creationId xmlns:a16="http://schemas.microsoft.com/office/drawing/2014/main" id="{B36DA0B8-DAEB-46B4-84B2-CE336E7AC30B}"/>
                  </a:ext>
                </a:extLst>
              </p:cNvPr>
              <p:cNvSpPr/>
              <p:nvPr/>
            </p:nvSpPr>
            <p:spPr bwMode="auto">
              <a:xfrm>
                <a:off x="3417888" y="5083175"/>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solidFill>
                <a:srgbClr val="BABA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3" name="í$ḻîdè">
                <a:extLst>
                  <a:ext uri="{FF2B5EF4-FFF2-40B4-BE49-F238E27FC236}">
                    <a16:creationId xmlns:a16="http://schemas.microsoft.com/office/drawing/2014/main" id="{D390CFC3-AD74-4D15-A28B-4CABE20A3012}"/>
                  </a:ext>
                </a:extLst>
              </p:cNvPr>
              <p:cNvSpPr/>
              <p:nvPr/>
            </p:nvSpPr>
            <p:spPr bwMode="auto">
              <a:xfrm>
                <a:off x="3425826" y="5083175"/>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solidFill>
                <a:srgbClr val="BBBB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4" name="ïṧ1iḑe">
                <a:extLst>
                  <a:ext uri="{FF2B5EF4-FFF2-40B4-BE49-F238E27FC236}">
                    <a16:creationId xmlns:a16="http://schemas.microsoft.com/office/drawing/2014/main" id="{2C6D7BA1-71EE-4014-B94A-03DC8074E94E}"/>
                  </a:ext>
                </a:extLst>
              </p:cNvPr>
              <p:cNvSpPr/>
              <p:nvPr/>
            </p:nvSpPr>
            <p:spPr bwMode="auto">
              <a:xfrm>
                <a:off x="3432176" y="5083175"/>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solidFill>
                <a:srgbClr val="BBBB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5" name="îṧḷïḋê">
                <a:extLst>
                  <a:ext uri="{FF2B5EF4-FFF2-40B4-BE49-F238E27FC236}">
                    <a16:creationId xmlns:a16="http://schemas.microsoft.com/office/drawing/2014/main" id="{DFA1F13B-D31B-46EA-BD64-6591B5953847}"/>
                  </a:ext>
                </a:extLst>
              </p:cNvPr>
              <p:cNvSpPr/>
              <p:nvPr/>
            </p:nvSpPr>
            <p:spPr bwMode="auto">
              <a:xfrm>
                <a:off x="3438526" y="5083175"/>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6" name="iṣḻíďe">
                <a:extLst>
                  <a:ext uri="{FF2B5EF4-FFF2-40B4-BE49-F238E27FC236}">
                    <a16:creationId xmlns:a16="http://schemas.microsoft.com/office/drawing/2014/main" id="{F8D495B9-6DA1-48BA-B299-E3BD01A0AD11}"/>
                  </a:ext>
                </a:extLst>
              </p:cNvPr>
              <p:cNvSpPr/>
              <p:nvPr/>
            </p:nvSpPr>
            <p:spPr bwMode="auto">
              <a:xfrm>
                <a:off x="3444876" y="5083175"/>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7" name="išliḍe">
                <a:extLst>
                  <a:ext uri="{FF2B5EF4-FFF2-40B4-BE49-F238E27FC236}">
                    <a16:creationId xmlns:a16="http://schemas.microsoft.com/office/drawing/2014/main" id="{E1204C67-54F5-4358-BDEE-1691641BB4AC}"/>
                  </a:ext>
                </a:extLst>
              </p:cNvPr>
              <p:cNvSpPr/>
              <p:nvPr/>
            </p:nvSpPr>
            <p:spPr bwMode="auto">
              <a:xfrm>
                <a:off x="3448051" y="5083175"/>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solidFill>
                <a:srgbClr val="BDBD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8" name="ïṣḻîḍe">
                <a:extLst>
                  <a:ext uri="{FF2B5EF4-FFF2-40B4-BE49-F238E27FC236}">
                    <a16:creationId xmlns:a16="http://schemas.microsoft.com/office/drawing/2014/main" id="{0BE2A7E7-8A3A-400B-9E0B-8969667C42C6}"/>
                  </a:ext>
                </a:extLst>
              </p:cNvPr>
              <p:cNvSpPr/>
              <p:nvPr/>
            </p:nvSpPr>
            <p:spPr bwMode="auto">
              <a:xfrm>
                <a:off x="3454401" y="5083175"/>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solidFill>
                <a:srgbClr val="BEBE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9" name="iśľiḋe">
                <a:extLst>
                  <a:ext uri="{FF2B5EF4-FFF2-40B4-BE49-F238E27FC236}">
                    <a16:creationId xmlns:a16="http://schemas.microsoft.com/office/drawing/2014/main" id="{57F1AEDA-4ADD-41F8-880F-A7CE7FB83F78}"/>
                  </a:ext>
                </a:extLst>
              </p:cNvPr>
              <p:cNvSpPr/>
              <p:nvPr/>
            </p:nvSpPr>
            <p:spPr bwMode="auto">
              <a:xfrm>
                <a:off x="3462338" y="5083175"/>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solidFill>
                <a:srgbClr val="BEBE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0" name="iṩḻiḍê">
                <a:extLst>
                  <a:ext uri="{FF2B5EF4-FFF2-40B4-BE49-F238E27FC236}">
                    <a16:creationId xmlns:a16="http://schemas.microsoft.com/office/drawing/2014/main" id="{12F59273-6860-4DE8-BAD4-7141B6A1D69D}"/>
                  </a:ext>
                </a:extLst>
              </p:cNvPr>
              <p:cNvSpPr/>
              <p:nvPr/>
            </p:nvSpPr>
            <p:spPr bwMode="auto">
              <a:xfrm>
                <a:off x="3468688" y="5083175"/>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1" name="íṡľïḋê">
                <a:extLst>
                  <a:ext uri="{FF2B5EF4-FFF2-40B4-BE49-F238E27FC236}">
                    <a16:creationId xmlns:a16="http://schemas.microsoft.com/office/drawing/2014/main" id="{122ECF3B-7DC0-45AE-8E1F-328936EB8FC9}"/>
                  </a:ext>
                </a:extLst>
              </p:cNvPr>
              <p:cNvSpPr/>
              <p:nvPr/>
            </p:nvSpPr>
            <p:spPr bwMode="auto">
              <a:xfrm>
                <a:off x="3471863" y="5083175"/>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2" name="íSlïḍe">
                <a:extLst>
                  <a:ext uri="{FF2B5EF4-FFF2-40B4-BE49-F238E27FC236}">
                    <a16:creationId xmlns:a16="http://schemas.microsoft.com/office/drawing/2014/main" id="{76CF8C74-9C9D-4A69-AA5E-89F6C72F93BE}"/>
                  </a:ext>
                </a:extLst>
              </p:cNvPr>
              <p:cNvSpPr/>
              <p:nvPr/>
            </p:nvSpPr>
            <p:spPr bwMode="auto">
              <a:xfrm>
                <a:off x="3478213" y="5083175"/>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solidFill>
                <a:srgbClr val="C0C0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3" name="iŝľïḍê">
                <a:extLst>
                  <a:ext uri="{FF2B5EF4-FFF2-40B4-BE49-F238E27FC236}">
                    <a16:creationId xmlns:a16="http://schemas.microsoft.com/office/drawing/2014/main" id="{65FEFA05-E4A0-4F9E-B6D1-990353D7C870}"/>
                  </a:ext>
                </a:extLst>
              </p:cNvPr>
              <p:cNvSpPr/>
              <p:nvPr/>
            </p:nvSpPr>
            <p:spPr bwMode="auto">
              <a:xfrm>
                <a:off x="3484563" y="5083175"/>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4" name="íSľïḓê">
                <a:extLst>
                  <a:ext uri="{FF2B5EF4-FFF2-40B4-BE49-F238E27FC236}">
                    <a16:creationId xmlns:a16="http://schemas.microsoft.com/office/drawing/2014/main" id="{65EA92AB-7545-4B0F-AE1E-C8A5E08E1EC9}"/>
                  </a:ext>
                </a:extLst>
              </p:cNvPr>
              <p:cNvSpPr/>
              <p:nvPr/>
            </p:nvSpPr>
            <p:spPr bwMode="auto">
              <a:xfrm>
                <a:off x="3492501" y="5083175"/>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5" name="îşlïḋé">
                <a:extLst>
                  <a:ext uri="{FF2B5EF4-FFF2-40B4-BE49-F238E27FC236}">
                    <a16:creationId xmlns:a16="http://schemas.microsoft.com/office/drawing/2014/main" id="{DAAACAA7-F2F7-4A70-9CD6-464147FBBD6C}"/>
                  </a:ext>
                </a:extLst>
              </p:cNvPr>
              <p:cNvSpPr/>
              <p:nvPr/>
            </p:nvSpPr>
            <p:spPr bwMode="auto">
              <a:xfrm>
                <a:off x="3495676" y="5083175"/>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solidFill>
                <a:srgbClr val="C2C2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6" name="iSļíḓe">
                <a:extLst>
                  <a:ext uri="{FF2B5EF4-FFF2-40B4-BE49-F238E27FC236}">
                    <a16:creationId xmlns:a16="http://schemas.microsoft.com/office/drawing/2014/main" id="{F4D6C246-29BC-4A2E-AEF7-629C47CC1C9D}"/>
                  </a:ext>
                </a:extLst>
              </p:cNvPr>
              <p:cNvSpPr/>
              <p:nvPr/>
            </p:nvSpPr>
            <p:spPr bwMode="auto">
              <a:xfrm>
                <a:off x="3502026" y="5083175"/>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solidFill>
                <a:srgbClr val="C3C3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7" name="ïSľïḋè">
                <a:extLst>
                  <a:ext uri="{FF2B5EF4-FFF2-40B4-BE49-F238E27FC236}">
                    <a16:creationId xmlns:a16="http://schemas.microsoft.com/office/drawing/2014/main" id="{26AC569E-CE5B-4E5C-890B-BB2B15813651}"/>
                  </a:ext>
                </a:extLst>
              </p:cNvPr>
              <p:cNvSpPr/>
              <p:nvPr/>
            </p:nvSpPr>
            <p:spPr bwMode="auto">
              <a:xfrm>
                <a:off x="3508376" y="5083175"/>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solidFill>
                <a:srgbClr val="C3C3C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8" name="îśḻidé">
                <a:extLst>
                  <a:ext uri="{FF2B5EF4-FFF2-40B4-BE49-F238E27FC236}">
                    <a16:creationId xmlns:a16="http://schemas.microsoft.com/office/drawing/2014/main" id="{C8938638-E49B-42DD-BC61-B40D7EEE7B36}"/>
                  </a:ext>
                </a:extLst>
              </p:cNvPr>
              <p:cNvSpPr/>
              <p:nvPr/>
            </p:nvSpPr>
            <p:spPr bwMode="auto">
              <a:xfrm>
                <a:off x="3513138" y="5083175"/>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9" name="î$ḻiḓè">
                <a:extLst>
                  <a:ext uri="{FF2B5EF4-FFF2-40B4-BE49-F238E27FC236}">
                    <a16:creationId xmlns:a16="http://schemas.microsoft.com/office/drawing/2014/main" id="{EE082C01-9B5F-4BCC-9CF3-002808CFE111}"/>
                  </a:ext>
                </a:extLst>
              </p:cNvPr>
              <p:cNvSpPr/>
              <p:nvPr/>
            </p:nvSpPr>
            <p:spPr bwMode="auto">
              <a:xfrm>
                <a:off x="3513138" y="5083175"/>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0" name="íṣļíḋe">
                <a:extLst>
                  <a:ext uri="{FF2B5EF4-FFF2-40B4-BE49-F238E27FC236}">
                    <a16:creationId xmlns:a16="http://schemas.microsoft.com/office/drawing/2014/main" id="{6160FE6B-DC2B-44AE-8F38-8399BDB81444}"/>
                  </a:ext>
                </a:extLst>
              </p:cNvPr>
              <p:cNvSpPr/>
              <p:nvPr/>
            </p:nvSpPr>
            <p:spPr bwMode="auto">
              <a:xfrm>
                <a:off x="3514726" y="5083175"/>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157">
                    <a:moveTo>
                      <a:pt x="15" y="0"/>
                    </a:moveTo>
                    <a:lnTo>
                      <a:pt x="27" y="0"/>
                    </a:lnTo>
                    <a:lnTo>
                      <a:pt x="10" y="140"/>
                    </a:lnTo>
                    <a:lnTo>
                      <a:pt x="9" y="145"/>
                    </a:lnTo>
                    <a:lnTo>
                      <a:pt x="7" y="149"/>
                    </a:lnTo>
                    <a:lnTo>
                      <a:pt x="3" y="153"/>
                    </a:lnTo>
                    <a:lnTo>
                      <a:pt x="0" y="157"/>
                    </a:lnTo>
                    <a:lnTo>
                      <a:pt x="15"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1" name="îṣḷïḑè">
                <a:extLst>
                  <a:ext uri="{FF2B5EF4-FFF2-40B4-BE49-F238E27FC236}">
                    <a16:creationId xmlns:a16="http://schemas.microsoft.com/office/drawing/2014/main" id="{6A3CB732-86D5-436D-9CCA-4F1DC9131803}"/>
                  </a:ext>
                </a:extLst>
              </p:cNvPr>
              <p:cNvSpPr/>
              <p:nvPr/>
            </p:nvSpPr>
            <p:spPr bwMode="auto">
              <a:xfrm>
                <a:off x="2687638" y="4930775"/>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solidFill>
                <a:srgbClr val="F246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0" name="îsļïḍe">
              <a:extLst>
                <a:ext uri="{FF2B5EF4-FFF2-40B4-BE49-F238E27FC236}">
                  <a16:creationId xmlns:a16="http://schemas.microsoft.com/office/drawing/2014/main" id="{83E47F9B-6BB3-465D-876B-C21219E76309}"/>
                </a:ext>
              </a:extLst>
            </p:cNvPr>
            <p:cNvGrpSpPr/>
            <p:nvPr/>
          </p:nvGrpSpPr>
          <p:grpSpPr>
            <a:xfrm>
              <a:off x="5953997" y="4142724"/>
              <a:ext cx="183605" cy="543645"/>
              <a:chOff x="2555876" y="4340225"/>
              <a:chExt cx="203200" cy="601663"/>
            </a:xfrm>
            <a:solidFill>
              <a:srgbClr val="00A99D"/>
            </a:solidFill>
          </p:grpSpPr>
          <p:sp>
            <p:nvSpPr>
              <p:cNvPr id="331" name="îŝḻíďè">
                <a:extLst>
                  <a:ext uri="{FF2B5EF4-FFF2-40B4-BE49-F238E27FC236}">
                    <a16:creationId xmlns:a16="http://schemas.microsoft.com/office/drawing/2014/main" id="{1235B3EE-3145-4468-953C-31D884D638DB}"/>
                  </a:ext>
                </a:extLst>
              </p:cNvPr>
              <p:cNvSpPr/>
              <p:nvPr/>
            </p:nvSpPr>
            <p:spPr bwMode="auto">
              <a:xfrm>
                <a:off x="2582863" y="4424363"/>
                <a:ext cx="176213" cy="517525"/>
              </a:xfrm>
              <a:custGeom>
                <a:avLst/>
                <a:gdLst>
                  <a:gd name="T0" fmla="*/ 35 w 111"/>
                  <a:gd name="T1" fmla="*/ 266 h 326"/>
                  <a:gd name="T2" fmla="*/ 66 w 111"/>
                  <a:gd name="T3" fmla="*/ 326 h 326"/>
                  <a:gd name="T4" fmla="*/ 94 w 111"/>
                  <a:gd name="T5" fmla="*/ 322 h 326"/>
                  <a:gd name="T6" fmla="*/ 111 w 111"/>
                  <a:gd name="T7" fmla="*/ 256 h 326"/>
                  <a:gd name="T8" fmla="*/ 76 w 111"/>
                  <a:gd name="T9" fmla="*/ 0 h 326"/>
                  <a:gd name="T10" fmla="*/ 0 w 111"/>
                  <a:gd name="T11" fmla="*/ 11 h 326"/>
                  <a:gd name="T12" fmla="*/ 35 w 111"/>
                  <a:gd name="T13" fmla="*/ 266 h 326"/>
                </a:gdLst>
                <a:ahLst/>
                <a:cxnLst>
                  <a:cxn ang="0">
                    <a:pos x="T0" y="T1"/>
                  </a:cxn>
                  <a:cxn ang="0">
                    <a:pos x="T2" y="T3"/>
                  </a:cxn>
                  <a:cxn ang="0">
                    <a:pos x="T4" y="T5"/>
                  </a:cxn>
                  <a:cxn ang="0">
                    <a:pos x="T6" y="T7"/>
                  </a:cxn>
                  <a:cxn ang="0">
                    <a:pos x="T8" y="T9"/>
                  </a:cxn>
                  <a:cxn ang="0">
                    <a:pos x="T10" y="T11"/>
                  </a:cxn>
                  <a:cxn ang="0">
                    <a:pos x="T12" y="T13"/>
                  </a:cxn>
                </a:cxnLst>
                <a:rect l="0" t="0" r="r" b="b"/>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2" name="íṡḷidè">
                <a:extLst>
                  <a:ext uri="{FF2B5EF4-FFF2-40B4-BE49-F238E27FC236}">
                    <a16:creationId xmlns:a16="http://schemas.microsoft.com/office/drawing/2014/main" id="{92447E73-B508-44DC-8290-B000010AF5DA}"/>
                  </a:ext>
                </a:extLst>
              </p:cNvPr>
              <p:cNvSpPr/>
              <p:nvPr/>
            </p:nvSpPr>
            <p:spPr bwMode="auto">
              <a:xfrm>
                <a:off x="2576513" y="4340225"/>
                <a:ext cx="127000" cy="146050"/>
              </a:xfrm>
              <a:custGeom>
                <a:avLst/>
                <a:gdLst>
                  <a:gd name="T0" fmla="*/ 4 w 80"/>
                  <a:gd name="T1" fmla="*/ 59 h 92"/>
                  <a:gd name="T2" fmla="*/ 4 w 80"/>
                  <a:gd name="T3" fmla="*/ 59 h 92"/>
                  <a:gd name="T4" fmla="*/ 5 w 80"/>
                  <a:gd name="T5" fmla="*/ 66 h 92"/>
                  <a:gd name="T6" fmla="*/ 9 w 80"/>
                  <a:gd name="T7" fmla="*/ 73 h 92"/>
                  <a:gd name="T8" fmla="*/ 13 w 80"/>
                  <a:gd name="T9" fmla="*/ 80 h 92"/>
                  <a:gd name="T10" fmla="*/ 19 w 80"/>
                  <a:gd name="T11" fmla="*/ 84 h 92"/>
                  <a:gd name="T12" fmla="*/ 24 w 80"/>
                  <a:gd name="T13" fmla="*/ 88 h 92"/>
                  <a:gd name="T14" fmla="*/ 31 w 80"/>
                  <a:gd name="T15" fmla="*/ 91 h 92"/>
                  <a:gd name="T16" fmla="*/ 39 w 80"/>
                  <a:gd name="T17" fmla="*/ 92 h 92"/>
                  <a:gd name="T18" fmla="*/ 46 w 80"/>
                  <a:gd name="T19" fmla="*/ 92 h 92"/>
                  <a:gd name="T20" fmla="*/ 47 w 80"/>
                  <a:gd name="T21" fmla="*/ 92 h 92"/>
                  <a:gd name="T22" fmla="*/ 47 w 80"/>
                  <a:gd name="T23" fmla="*/ 92 h 92"/>
                  <a:gd name="T24" fmla="*/ 55 w 80"/>
                  <a:gd name="T25" fmla="*/ 89 h 92"/>
                  <a:gd name="T26" fmla="*/ 62 w 80"/>
                  <a:gd name="T27" fmla="*/ 87 h 92"/>
                  <a:gd name="T28" fmla="*/ 67 w 80"/>
                  <a:gd name="T29" fmla="*/ 82 h 92"/>
                  <a:gd name="T30" fmla="*/ 71 w 80"/>
                  <a:gd name="T31" fmla="*/ 77 h 92"/>
                  <a:gd name="T32" fmla="*/ 75 w 80"/>
                  <a:gd name="T33" fmla="*/ 70 h 92"/>
                  <a:gd name="T34" fmla="*/ 78 w 80"/>
                  <a:gd name="T35" fmla="*/ 64 h 92"/>
                  <a:gd name="T36" fmla="*/ 80 w 80"/>
                  <a:gd name="T37" fmla="*/ 57 h 92"/>
                  <a:gd name="T38" fmla="*/ 80 w 80"/>
                  <a:gd name="T39" fmla="*/ 49 h 92"/>
                  <a:gd name="T40" fmla="*/ 75 w 80"/>
                  <a:gd name="T41" fmla="*/ 15 h 92"/>
                  <a:gd name="T42" fmla="*/ 75 w 80"/>
                  <a:gd name="T43" fmla="*/ 15 h 92"/>
                  <a:gd name="T44" fmla="*/ 73 w 80"/>
                  <a:gd name="T45" fmla="*/ 8 h 92"/>
                  <a:gd name="T46" fmla="*/ 70 w 80"/>
                  <a:gd name="T47" fmla="*/ 4 h 92"/>
                  <a:gd name="T48" fmla="*/ 66 w 80"/>
                  <a:gd name="T49" fmla="*/ 1 h 92"/>
                  <a:gd name="T50" fmla="*/ 62 w 80"/>
                  <a:gd name="T51" fmla="*/ 0 h 92"/>
                  <a:gd name="T52" fmla="*/ 50 w 80"/>
                  <a:gd name="T53" fmla="*/ 1 h 92"/>
                  <a:gd name="T54" fmla="*/ 35 w 80"/>
                  <a:gd name="T55" fmla="*/ 3 h 92"/>
                  <a:gd name="T56" fmla="*/ 35 w 80"/>
                  <a:gd name="T57" fmla="*/ 3 h 92"/>
                  <a:gd name="T58" fmla="*/ 35 w 80"/>
                  <a:gd name="T59" fmla="*/ 3 h 92"/>
                  <a:gd name="T60" fmla="*/ 20 w 80"/>
                  <a:gd name="T61" fmla="*/ 5 h 92"/>
                  <a:gd name="T62" fmla="*/ 8 w 80"/>
                  <a:gd name="T63" fmla="*/ 7 h 92"/>
                  <a:gd name="T64" fmla="*/ 4 w 80"/>
                  <a:gd name="T65" fmla="*/ 9 h 92"/>
                  <a:gd name="T66" fmla="*/ 1 w 80"/>
                  <a:gd name="T67" fmla="*/ 13 h 92"/>
                  <a:gd name="T68" fmla="*/ 0 w 80"/>
                  <a:gd name="T69" fmla="*/ 17 h 92"/>
                  <a:gd name="T70" fmla="*/ 0 w 80"/>
                  <a:gd name="T71" fmla="*/ 24 h 92"/>
                  <a:gd name="T72" fmla="*/ 4 w 80"/>
                  <a:gd name="T73"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47" y="92"/>
                    </a:lnTo>
                    <a:lnTo>
                      <a:pt x="55" y="89"/>
                    </a:lnTo>
                    <a:lnTo>
                      <a:pt x="62" y="87"/>
                    </a:lnTo>
                    <a:lnTo>
                      <a:pt x="67" y="82"/>
                    </a:lnTo>
                    <a:lnTo>
                      <a:pt x="71" y="77"/>
                    </a:lnTo>
                    <a:lnTo>
                      <a:pt x="75" y="70"/>
                    </a:lnTo>
                    <a:lnTo>
                      <a:pt x="78" y="64"/>
                    </a:lnTo>
                    <a:lnTo>
                      <a:pt x="80" y="57"/>
                    </a:lnTo>
                    <a:lnTo>
                      <a:pt x="80" y="49"/>
                    </a:lnTo>
                    <a:lnTo>
                      <a:pt x="75" y="15"/>
                    </a:lnTo>
                    <a:lnTo>
                      <a:pt x="75" y="15"/>
                    </a:lnTo>
                    <a:lnTo>
                      <a:pt x="73" y="8"/>
                    </a:lnTo>
                    <a:lnTo>
                      <a:pt x="70" y="4"/>
                    </a:lnTo>
                    <a:lnTo>
                      <a:pt x="66" y="1"/>
                    </a:lnTo>
                    <a:lnTo>
                      <a:pt x="62" y="0"/>
                    </a:lnTo>
                    <a:lnTo>
                      <a:pt x="50" y="1"/>
                    </a:lnTo>
                    <a:lnTo>
                      <a:pt x="35" y="3"/>
                    </a:lnTo>
                    <a:lnTo>
                      <a:pt x="35" y="3"/>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3" name="iṡḻîde">
                <a:extLst>
                  <a:ext uri="{FF2B5EF4-FFF2-40B4-BE49-F238E27FC236}">
                    <a16:creationId xmlns:a16="http://schemas.microsoft.com/office/drawing/2014/main" id="{EF86BF54-3E2D-4D77-AF9B-45DEB0BB953B}"/>
                  </a:ext>
                </a:extLst>
              </p:cNvPr>
              <p:cNvSpPr/>
              <p:nvPr/>
            </p:nvSpPr>
            <p:spPr bwMode="auto">
              <a:xfrm>
                <a:off x="2571751" y="4389438"/>
                <a:ext cx="150813" cy="144463"/>
              </a:xfrm>
              <a:custGeom>
                <a:avLst/>
                <a:gdLst>
                  <a:gd name="T0" fmla="*/ 11 w 95"/>
                  <a:gd name="T1" fmla="*/ 91 h 91"/>
                  <a:gd name="T2" fmla="*/ 95 w 95"/>
                  <a:gd name="T3" fmla="*/ 80 h 91"/>
                  <a:gd name="T4" fmla="*/ 84 w 95"/>
                  <a:gd name="T5" fmla="*/ 0 h 91"/>
                  <a:gd name="T6" fmla="*/ 0 w 95"/>
                  <a:gd name="T7" fmla="*/ 11 h 91"/>
                  <a:gd name="T8" fmla="*/ 11 w 95"/>
                  <a:gd name="T9" fmla="*/ 91 h 91"/>
                </a:gdLst>
                <a:ahLst/>
                <a:cxnLst>
                  <a:cxn ang="0">
                    <a:pos x="T0" y="T1"/>
                  </a:cxn>
                  <a:cxn ang="0">
                    <a:pos x="T2" y="T3"/>
                  </a:cxn>
                  <a:cxn ang="0">
                    <a:pos x="T4" y="T5"/>
                  </a:cxn>
                  <a:cxn ang="0">
                    <a:pos x="T6" y="T7"/>
                  </a:cxn>
                  <a:cxn ang="0">
                    <a:pos x="T8" y="T9"/>
                  </a:cxn>
                </a:cxnLst>
                <a:rect l="0" t="0" r="r" b="b"/>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4" name="îsliḓe">
                <a:extLst>
                  <a:ext uri="{FF2B5EF4-FFF2-40B4-BE49-F238E27FC236}">
                    <a16:creationId xmlns:a16="http://schemas.microsoft.com/office/drawing/2014/main" id="{05B5E971-4CDD-48B8-93F8-577E118B00F5}"/>
                  </a:ext>
                </a:extLst>
              </p:cNvPr>
              <p:cNvSpPr/>
              <p:nvPr/>
            </p:nvSpPr>
            <p:spPr bwMode="auto">
              <a:xfrm>
                <a:off x="2555876" y="4430713"/>
                <a:ext cx="44450" cy="260350"/>
              </a:xfrm>
              <a:custGeom>
                <a:avLst/>
                <a:gdLst>
                  <a:gd name="T0" fmla="*/ 21 w 28"/>
                  <a:gd name="T1" fmla="*/ 0 h 164"/>
                  <a:gd name="T2" fmla="*/ 21 w 28"/>
                  <a:gd name="T3" fmla="*/ 0 h 164"/>
                  <a:gd name="T4" fmla="*/ 11 w 28"/>
                  <a:gd name="T5" fmla="*/ 7 h 164"/>
                  <a:gd name="T6" fmla="*/ 5 w 28"/>
                  <a:gd name="T7" fmla="*/ 13 h 164"/>
                  <a:gd name="T8" fmla="*/ 2 w 28"/>
                  <a:gd name="T9" fmla="*/ 17 h 164"/>
                  <a:gd name="T10" fmla="*/ 0 w 28"/>
                  <a:gd name="T11" fmla="*/ 20 h 164"/>
                  <a:gd name="T12" fmla="*/ 0 w 28"/>
                  <a:gd name="T13" fmla="*/ 20 h 164"/>
                  <a:gd name="T14" fmla="*/ 3 w 28"/>
                  <a:gd name="T15" fmla="*/ 44 h 164"/>
                  <a:gd name="T16" fmla="*/ 9 w 28"/>
                  <a:gd name="T17" fmla="*/ 90 h 164"/>
                  <a:gd name="T18" fmla="*/ 18 w 28"/>
                  <a:gd name="T19" fmla="*/ 154 h 164"/>
                  <a:gd name="T20" fmla="*/ 18 w 28"/>
                  <a:gd name="T21" fmla="*/ 154 h 164"/>
                  <a:gd name="T22" fmla="*/ 17 w 28"/>
                  <a:gd name="T23" fmla="*/ 155 h 164"/>
                  <a:gd name="T24" fmla="*/ 18 w 28"/>
                  <a:gd name="T25" fmla="*/ 160 h 164"/>
                  <a:gd name="T26" fmla="*/ 19 w 28"/>
                  <a:gd name="T27" fmla="*/ 161 h 164"/>
                  <a:gd name="T28" fmla="*/ 21 w 28"/>
                  <a:gd name="T29" fmla="*/ 162 h 164"/>
                  <a:gd name="T30" fmla="*/ 23 w 28"/>
                  <a:gd name="T31" fmla="*/ 164 h 164"/>
                  <a:gd name="T32" fmla="*/ 28 w 28"/>
                  <a:gd name="T33" fmla="*/ 164 h 164"/>
                  <a:gd name="T34" fmla="*/ 13 w 28"/>
                  <a:gd name="T35" fmla="*/ 58 h 164"/>
                  <a:gd name="T36" fmla="*/ 19 w 28"/>
                  <a:gd name="T37" fmla="*/ 44 h 164"/>
                  <a:gd name="T38" fmla="*/ 21 w 28"/>
                  <a:gd name="T39" fmla="*/ 0 h 164"/>
                  <a:gd name="T40" fmla="*/ 21 w 28"/>
                  <a:gd name="T4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64">
                    <a:moveTo>
                      <a:pt x="21" y="0"/>
                    </a:moveTo>
                    <a:lnTo>
                      <a:pt x="21" y="0"/>
                    </a:lnTo>
                    <a:lnTo>
                      <a:pt x="11" y="7"/>
                    </a:lnTo>
                    <a:lnTo>
                      <a:pt x="5" y="13"/>
                    </a:lnTo>
                    <a:lnTo>
                      <a:pt x="2" y="17"/>
                    </a:lnTo>
                    <a:lnTo>
                      <a:pt x="0" y="20"/>
                    </a:lnTo>
                    <a:lnTo>
                      <a:pt x="0" y="20"/>
                    </a:lnTo>
                    <a:lnTo>
                      <a:pt x="3" y="44"/>
                    </a:lnTo>
                    <a:lnTo>
                      <a:pt x="9" y="90"/>
                    </a:lnTo>
                    <a:lnTo>
                      <a:pt x="18" y="154"/>
                    </a:lnTo>
                    <a:lnTo>
                      <a:pt x="18" y="154"/>
                    </a:lnTo>
                    <a:lnTo>
                      <a:pt x="17" y="155"/>
                    </a:lnTo>
                    <a:lnTo>
                      <a:pt x="18" y="160"/>
                    </a:lnTo>
                    <a:lnTo>
                      <a:pt x="19" y="161"/>
                    </a:lnTo>
                    <a:lnTo>
                      <a:pt x="21" y="162"/>
                    </a:lnTo>
                    <a:lnTo>
                      <a:pt x="23" y="164"/>
                    </a:lnTo>
                    <a:lnTo>
                      <a:pt x="28" y="164"/>
                    </a:lnTo>
                    <a:lnTo>
                      <a:pt x="13" y="58"/>
                    </a:lnTo>
                    <a:lnTo>
                      <a:pt x="19" y="44"/>
                    </a:lnTo>
                    <a:lnTo>
                      <a:pt x="21" y="0"/>
                    </a:lnTo>
                    <a:lnTo>
                      <a:pt x="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1" name="îṣ1íḋè">
              <a:extLst>
                <a:ext uri="{FF2B5EF4-FFF2-40B4-BE49-F238E27FC236}">
                  <a16:creationId xmlns:a16="http://schemas.microsoft.com/office/drawing/2014/main" id="{1A0C3C9C-4D32-4250-B017-647F4CFE9E4F}"/>
                </a:ext>
              </a:extLst>
            </p:cNvPr>
            <p:cNvGrpSpPr/>
            <p:nvPr/>
          </p:nvGrpSpPr>
          <p:grpSpPr>
            <a:xfrm>
              <a:off x="6372847" y="4148453"/>
              <a:ext cx="720078" cy="553686"/>
              <a:chOff x="3019426" y="4346575"/>
              <a:chExt cx="796925" cy="612776"/>
            </a:xfrm>
            <a:solidFill>
              <a:srgbClr val="8CC63F"/>
            </a:solidFill>
          </p:grpSpPr>
          <p:sp>
            <p:nvSpPr>
              <p:cNvPr id="325" name="íṩḷiḍé">
                <a:extLst>
                  <a:ext uri="{FF2B5EF4-FFF2-40B4-BE49-F238E27FC236}">
                    <a16:creationId xmlns:a16="http://schemas.microsoft.com/office/drawing/2014/main" id="{D2796D67-F18A-4844-9EF7-14A729708C92}"/>
                  </a:ext>
                </a:extLst>
              </p:cNvPr>
              <p:cNvSpPr/>
              <p:nvPr/>
            </p:nvSpPr>
            <p:spPr bwMode="auto">
              <a:xfrm>
                <a:off x="3040063" y="4346575"/>
                <a:ext cx="776288" cy="347663"/>
              </a:xfrm>
              <a:custGeom>
                <a:avLst/>
                <a:gdLst>
                  <a:gd name="T0" fmla="*/ 247 w 489"/>
                  <a:gd name="T1" fmla="*/ 219 h 219"/>
                  <a:gd name="T2" fmla="*/ 489 w 489"/>
                  <a:gd name="T3" fmla="*/ 110 h 219"/>
                  <a:gd name="T4" fmla="*/ 240 w 489"/>
                  <a:gd name="T5" fmla="*/ 0 h 219"/>
                  <a:gd name="T6" fmla="*/ 0 w 489"/>
                  <a:gd name="T7" fmla="*/ 107 h 219"/>
                  <a:gd name="T8" fmla="*/ 247 w 489"/>
                  <a:gd name="T9" fmla="*/ 219 h 219"/>
                </a:gdLst>
                <a:ahLst/>
                <a:cxnLst>
                  <a:cxn ang="0">
                    <a:pos x="T0" y="T1"/>
                  </a:cxn>
                  <a:cxn ang="0">
                    <a:pos x="T2" y="T3"/>
                  </a:cxn>
                  <a:cxn ang="0">
                    <a:pos x="T4" y="T5"/>
                  </a:cxn>
                  <a:cxn ang="0">
                    <a:pos x="T6" y="T7"/>
                  </a:cxn>
                  <a:cxn ang="0">
                    <a:pos x="T8" y="T9"/>
                  </a:cxn>
                </a:cxnLst>
                <a:rect l="0" t="0" r="r" b="b"/>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6" name="îşḷîḑè">
                <a:extLst>
                  <a:ext uri="{FF2B5EF4-FFF2-40B4-BE49-F238E27FC236}">
                    <a16:creationId xmlns:a16="http://schemas.microsoft.com/office/drawing/2014/main" id="{A6EF8AC2-F4AE-4884-BBC1-C4FEB3058EE3}"/>
                  </a:ext>
                </a:extLst>
              </p:cNvPr>
              <p:cNvSpPr/>
              <p:nvPr/>
            </p:nvSpPr>
            <p:spPr bwMode="auto">
              <a:xfrm>
                <a:off x="3049588" y="4510088"/>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7" name="îṡlîḑè">
                <a:extLst>
                  <a:ext uri="{FF2B5EF4-FFF2-40B4-BE49-F238E27FC236}">
                    <a16:creationId xmlns:a16="http://schemas.microsoft.com/office/drawing/2014/main" id="{444149BE-5A94-4327-B4FF-4C6C24792588}"/>
                  </a:ext>
                </a:extLst>
              </p:cNvPr>
              <p:cNvSpPr/>
              <p:nvPr/>
            </p:nvSpPr>
            <p:spPr bwMode="auto">
              <a:xfrm>
                <a:off x="3022601" y="4735513"/>
                <a:ext cx="76200" cy="77788"/>
              </a:xfrm>
              <a:custGeom>
                <a:avLst/>
                <a:gdLst>
                  <a:gd name="T0" fmla="*/ 0 w 48"/>
                  <a:gd name="T1" fmla="*/ 24 h 49"/>
                  <a:gd name="T2" fmla="*/ 0 w 48"/>
                  <a:gd name="T3" fmla="*/ 24 h 49"/>
                  <a:gd name="T4" fmla="*/ 0 w 48"/>
                  <a:gd name="T5" fmla="*/ 20 h 49"/>
                  <a:gd name="T6" fmla="*/ 2 w 48"/>
                  <a:gd name="T7" fmla="*/ 15 h 49"/>
                  <a:gd name="T8" fmla="*/ 4 w 48"/>
                  <a:gd name="T9" fmla="*/ 11 h 49"/>
                  <a:gd name="T10" fmla="*/ 7 w 48"/>
                  <a:gd name="T11" fmla="*/ 8 h 49"/>
                  <a:gd name="T12" fmla="*/ 11 w 48"/>
                  <a:gd name="T13" fmla="*/ 4 h 49"/>
                  <a:gd name="T14" fmla="*/ 15 w 48"/>
                  <a:gd name="T15" fmla="*/ 3 h 49"/>
                  <a:gd name="T16" fmla="*/ 19 w 48"/>
                  <a:gd name="T17" fmla="*/ 1 h 49"/>
                  <a:gd name="T18" fmla="*/ 25 w 48"/>
                  <a:gd name="T19" fmla="*/ 0 h 49"/>
                  <a:gd name="T20" fmla="*/ 25 w 48"/>
                  <a:gd name="T21" fmla="*/ 0 h 49"/>
                  <a:gd name="T22" fmla="*/ 29 w 48"/>
                  <a:gd name="T23" fmla="*/ 1 h 49"/>
                  <a:gd name="T24" fmla="*/ 34 w 48"/>
                  <a:gd name="T25" fmla="*/ 3 h 49"/>
                  <a:gd name="T26" fmla="*/ 38 w 48"/>
                  <a:gd name="T27" fmla="*/ 4 h 49"/>
                  <a:gd name="T28" fmla="*/ 41 w 48"/>
                  <a:gd name="T29" fmla="*/ 8 h 49"/>
                  <a:gd name="T30" fmla="*/ 44 w 48"/>
                  <a:gd name="T31" fmla="*/ 11 h 49"/>
                  <a:gd name="T32" fmla="*/ 46 w 48"/>
                  <a:gd name="T33" fmla="*/ 15 h 49"/>
                  <a:gd name="T34" fmla="*/ 48 w 48"/>
                  <a:gd name="T35" fmla="*/ 20 h 49"/>
                  <a:gd name="T36" fmla="*/ 48 w 48"/>
                  <a:gd name="T37" fmla="*/ 24 h 49"/>
                  <a:gd name="T38" fmla="*/ 48 w 48"/>
                  <a:gd name="T39" fmla="*/ 24 h 49"/>
                  <a:gd name="T40" fmla="*/ 48 w 48"/>
                  <a:gd name="T41" fmla="*/ 30 h 49"/>
                  <a:gd name="T42" fmla="*/ 46 w 48"/>
                  <a:gd name="T43" fmla="*/ 34 h 49"/>
                  <a:gd name="T44" fmla="*/ 44 w 48"/>
                  <a:gd name="T45" fmla="*/ 38 h 49"/>
                  <a:gd name="T46" fmla="*/ 41 w 48"/>
                  <a:gd name="T47" fmla="*/ 42 h 49"/>
                  <a:gd name="T48" fmla="*/ 38 w 48"/>
                  <a:gd name="T49" fmla="*/ 45 h 49"/>
                  <a:gd name="T50" fmla="*/ 34 w 48"/>
                  <a:gd name="T51" fmla="*/ 47 h 49"/>
                  <a:gd name="T52" fmla="*/ 29 w 48"/>
                  <a:gd name="T53" fmla="*/ 49 h 49"/>
                  <a:gd name="T54" fmla="*/ 25 w 48"/>
                  <a:gd name="T55" fmla="*/ 49 h 49"/>
                  <a:gd name="T56" fmla="*/ 25 w 48"/>
                  <a:gd name="T57" fmla="*/ 49 h 49"/>
                  <a:gd name="T58" fmla="*/ 19 w 48"/>
                  <a:gd name="T59" fmla="*/ 49 h 49"/>
                  <a:gd name="T60" fmla="*/ 15 w 48"/>
                  <a:gd name="T61" fmla="*/ 47 h 49"/>
                  <a:gd name="T62" fmla="*/ 11 w 48"/>
                  <a:gd name="T63" fmla="*/ 45 h 49"/>
                  <a:gd name="T64" fmla="*/ 7 w 48"/>
                  <a:gd name="T65" fmla="*/ 42 h 49"/>
                  <a:gd name="T66" fmla="*/ 4 w 48"/>
                  <a:gd name="T67" fmla="*/ 38 h 49"/>
                  <a:gd name="T68" fmla="*/ 2 w 48"/>
                  <a:gd name="T69" fmla="*/ 34 h 49"/>
                  <a:gd name="T70" fmla="*/ 0 w 48"/>
                  <a:gd name="T71" fmla="*/ 30 h 49"/>
                  <a:gd name="T72" fmla="*/ 0 w 48"/>
                  <a:gd name="T73" fmla="*/ 24 h 49"/>
                  <a:gd name="T74" fmla="*/ 0 w 48"/>
                  <a:gd name="T75"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9">
                    <a:moveTo>
                      <a:pt x="0" y="24"/>
                    </a:moveTo>
                    <a:lnTo>
                      <a:pt x="0" y="24"/>
                    </a:lnTo>
                    <a:lnTo>
                      <a:pt x="0" y="20"/>
                    </a:lnTo>
                    <a:lnTo>
                      <a:pt x="2" y="15"/>
                    </a:lnTo>
                    <a:lnTo>
                      <a:pt x="4" y="11"/>
                    </a:lnTo>
                    <a:lnTo>
                      <a:pt x="7" y="8"/>
                    </a:lnTo>
                    <a:lnTo>
                      <a:pt x="11" y="4"/>
                    </a:lnTo>
                    <a:lnTo>
                      <a:pt x="15" y="3"/>
                    </a:lnTo>
                    <a:lnTo>
                      <a:pt x="19" y="1"/>
                    </a:lnTo>
                    <a:lnTo>
                      <a:pt x="25" y="0"/>
                    </a:lnTo>
                    <a:lnTo>
                      <a:pt x="25" y="0"/>
                    </a:lnTo>
                    <a:lnTo>
                      <a:pt x="29" y="1"/>
                    </a:lnTo>
                    <a:lnTo>
                      <a:pt x="34" y="3"/>
                    </a:lnTo>
                    <a:lnTo>
                      <a:pt x="38" y="4"/>
                    </a:lnTo>
                    <a:lnTo>
                      <a:pt x="41" y="8"/>
                    </a:lnTo>
                    <a:lnTo>
                      <a:pt x="44" y="11"/>
                    </a:lnTo>
                    <a:lnTo>
                      <a:pt x="46" y="15"/>
                    </a:lnTo>
                    <a:lnTo>
                      <a:pt x="48" y="20"/>
                    </a:lnTo>
                    <a:lnTo>
                      <a:pt x="48" y="24"/>
                    </a:lnTo>
                    <a:lnTo>
                      <a:pt x="48" y="24"/>
                    </a:lnTo>
                    <a:lnTo>
                      <a:pt x="48" y="30"/>
                    </a:lnTo>
                    <a:lnTo>
                      <a:pt x="46" y="34"/>
                    </a:lnTo>
                    <a:lnTo>
                      <a:pt x="44" y="38"/>
                    </a:lnTo>
                    <a:lnTo>
                      <a:pt x="41" y="42"/>
                    </a:lnTo>
                    <a:lnTo>
                      <a:pt x="38" y="45"/>
                    </a:lnTo>
                    <a:lnTo>
                      <a:pt x="34" y="47"/>
                    </a:lnTo>
                    <a:lnTo>
                      <a:pt x="29" y="49"/>
                    </a:lnTo>
                    <a:lnTo>
                      <a:pt x="25" y="49"/>
                    </a:lnTo>
                    <a:lnTo>
                      <a:pt x="25" y="49"/>
                    </a:lnTo>
                    <a:lnTo>
                      <a:pt x="19" y="49"/>
                    </a:lnTo>
                    <a:lnTo>
                      <a:pt x="15" y="47"/>
                    </a:lnTo>
                    <a:lnTo>
                      <a:pt x="11" y="45"/>
                    </a:lnTo>
                    <a:lnTo>
                      <a:pt x="7" y="42"/>
                    </a:lnTo>
                    <a:lnTo>
                      <a:pt x="4" y="38"/>
                    </a:lnTo>
                    <a:lnTo>
                      <a:pt x="2" y="34"/>
                    </a:lnTo>
                    <a:lnTo>
                      <a:pt x="0" y="30"/>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8" name="îṡļiḍê">
                <a:extLst>
                  <a:ext uri="{FF2B5EF4-FFF2-40B4-BE49-F238E27FC236}">
                    <a16:creationId xmlns:a16="http://schemas.microsoft.com/office/drawing/2014/main" id="{11660913-4935-4D73-A6E7-2E94F48066D3}"/>
                  </a:ext>
                </a:extLst>
              </p:cNvPr>
              <p:cNvSpPr/>
              <p:nvPr/>
            </p:nvSpPr>
            <p:spPr bwMode="auto">
              <a:xfrm>
                <a:off x="3052763" y="4778375"/>
                <a:ext cx="46038" cy="169863"/>
              </a:xfrm>
              <a:custGeom>
                <a:avLst/>
                <a:gdLst>
                  <a:gd name="T0" fmla="*/ 17 w 29"/>
                  <a:gd name="T1" fmla="*/ 5 h 107"/>
                  <a:gd name="T2" fmla="*/ 17 w 29"/>
                  <a:gd name="T3" fmla="*/ 5 h 107"/>
                  <a:gd name="T4" fmla="*/ 19 w 29"/>
                  <a:gd name="T5" fmla="*/ 12 h 107"/>
                  <a:gd name="T6" fmla="*/ 22 w 29"/>
                  <a:gd name="T7" fmla="*/ 22 h 107"/>
                  <a:gd name="T8" fmla="*/ 25 w 29"/>
                  <a:gd name="T9" fmla="*/ 33 h 107"/>
                  <a:gd name="T10" fmla="*/ 27 w 29"/>
                  <a:gd name="T11" fmla="*/ 47 h 107"/>
                  <a:gd name="T12" fmla="*/ 29 w 29"/>
                  <a:gd name="T13" fmla="*/ 65 h 107"/>
                  <a:gd name="T14" fmla="*/ 29 w 29"/>
                  <a:gd name="T15" fmla="*/ 84 h 107"/>
                  <a:gd name="T16" fmla="*/ 27 w 29"/>
                  <a:gd name="T17" fmla="*/ 107 h 107"/>
                  <a:gd name="T18" fmla="*/ 0 w 29"/>
                  <a:gd name="T19" fmla="*/ 107 h 107"/>
                  <a:gd name="T20" fmla="*/ 0 w 29"/>
                  <a:gd name="T21" fmla="*/ 0 h 107"/>
                  <a:gd name="T22" fmla="*/ 0 w 29"/>
                  <a:gd name="T23" fmla="*/ 0 h 107"/>
                  <a:gd name="T24" fmla="*/ 8 w 29"/>
                  <a:gd name="T25" fmla="*/ 4 h 107"/>
                  <a:gd name="T26" fmla="*/ 14 w 29"/>
                  <a:gd name="T27" fmla="*/ 5 h 107"/>
                  <a:gd name="T28" fmla="*/ 15 w 29"/>
                  <a:gd name="T29" fmla="*/ 5 h 107"/>
                  <a:gd name="T30" fmla="*/ 17 w 29"/>
                  <a:gd name="T31" fmla="*/ 5 h 107"/>
                  <a:gd name="T32" fmla="*/ 17 w 29"/>
                  <a:gd name="T33"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0" y="0"/>
                    </a:lnTo>
                    <a:lnTo>
                      <a:pt x="8" y="4"/>
                    </a:lnTo>
                    <a:lnTo>
                      <a:pt x="14" y="5"/>
                    </a:lnTo>
                    <a:lnTo>
                      <a:pt x="15" y="5"/>
                    </a:lnTo>
                    <a:lnTo>
                      <a:pt x="17" y="5"/>
                    </a:lnTo>
                    <a:lnTo>
                      <a:pt x="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9" name="íşļîḋè">
                <a:extLst>
                  <a:ext uri="{FF2B5EF4-FFF2-40B4-BE49-F238E27FC236}">
                    <a16:creationId xmlns:a16="http://schemas.microsoft.com/office/drawing/2014/main" id="{2A912F38-CAE3-465B-A247-B2B30714DC20}"/>
                  </a:ext>
                </a:extLst>
              </p:cNvPr>
              <p:cNvSpPr/>
              <p:nvPr/>
            </p:nvSpPr>
            <p:spPr bwMode="auto">
              <a:xfrm>
                <a:off x="3019426" y="4778375"/>
                <a:ext cx="46038" cy="169863"/>
              </a:xfrm>
              <a:custGeom>
                <a:avLst/>
                <a:gdLst>
                  <a:gd name="T0" fmla="*/ 13 w 29"/>
                  <a:gd name="T1" fmla="*/ 5 h 107"/>
                  <a:gd name="T2" fmla="*/ 13 w 29"/>
                  <a:gd name="T3" fmla="*/ 5 h 107"/>
                  <a:gd name="T4" fmla="*/ 10 w 29"/>
                  <a:gd name="T5" fmla="*/ 12 h 107"/>
                  <a:gd name="T6" fmla="*/ 4 w 29"/>
                  <a:gd name="T7" fmla="*/ 33 h 107"/>
                  <a:gd name="T8" fmla="*/ 2 w 29"/>
                  <a:gd name="T9" fmla="*/ 47 h 107"/>
                  <a:gd name="T10" fmla="*/ 0 w 29"/>
                  <a:gd name="T11" fmla="*/ 65 h 107"/>
                  <a:gd name="T12" fmla="*/ 0 w 29"/>
                  <a:gd name="T13" fmla="*/ 84 h 107"/>
                  <a:gd name="T14" fmla="*/ 1 w 29"/>
                  <a:gd name="T15" fmla="*/ 107 h 107"/>
                  <a:gd name="T16" fmla="*/ 29 w 29"/>
                  <a:gd name="T17" fmla="*/ 107 h 107"/>
                  <a:gd name="T18" fmla="*/ 29 w 29"/>
                  <a:gd name="T19" fmla="*/ 0 h 107"/>
                  <a:gd name="T20" fmla="*/ 29 w 29"/>
                  <a:gd name="T21" fmla="*/ 0 h 107"/>
                  <a:gd name="T22" fmla="*/ 21 w 29"/>
                  <a:gd name="T23" fmla="*/ 4 h 107"/>
                  <a:gd name="T24" fmla="*/ 16 w 29"/>
                  <a:gd name="T25" fmla="*/ 5 h 107"/>
                  <a:gd name="T26" fmla="*/ 13 w 29"/>
                  <a:gd name="T27" fmla="*/ 5 h 107"/>
                  <a:gd name="T28" fmla="*/ 13 w 29"/>
                  <a:gd name="T29" fmla="*/ 5 h 107"/>
                  <a:gd name="T30" fmla="*/ 13 w 29"/>
                  <a:gd name="T31"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07">
                    <a:moveTo>
                      <a:pt x="13" y="5"/>
                    </a:moveTo>
                    <a:lnTo>
                      <a:pt x="13" y="5"/>
                    </a:lnTo>
                    <a:lnTo>
                      <a:pt x="10" y="12"/>
                    </a:lnTo>
                    <a:lnTo>
                      <a:pt x="4" y="33"/>
                    </a:lnTo>
                    <a:lnTo>
                      <a:pt x="2" y="47"/>
                    </a:lnTo>
                    <a:lnTo>
                      <a:pt x="0" y="65"/>
                    </a:lnTo>
                    <a:lnTo>
                      <a:pt x="0" y="84"/>
                    </a:lnTo>
                    <a:lnTo>
                      <a:pt x="1" y="107"/>
                    </a:lnTo>
                    <a:lnTo>
                      <a:pt x="29" y="107"/>
                    </a:lnTo>
                    <a:lnTo>
                      <a:pt x="29" y="0"/>
                    </a:lnTo>
                    <a:lnTo>
                      <a:pt x="29" y="0"/>
                    </a:lnTo>
                    <a:lnTo>
                      <a:pt x="21" y="4"/>
                    </a:lnTo>
                    <a:lnTo>
                      <a:pt x="16" y="5"/>
                    </a:lnTo>
                    <a:lnTo>
                      <a:pt x="13" y="5"/>
                    </a:lnTo>
                    <a:lnTo>
                      <a:pt x="13" y="5"/>
                    </a:lnTo>
                    <a:lnTo>
                      <a:pt x="13"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0" name="iṥḻïďè">
                <a:extLst>
                  <a:ext uri="{FF2B5EF4-FFF2-40B4-BE49-F238E27FC236}">
                    <a16:creationId xmlns:a16="http://schemas.microsoft.com/office/drawing/2014/main" id="{6F12D06E-F95E-4044-96BE-6402E70C389B}"/>
                  </a:ext>
                </a:extLst>
              </p:cNvPr>
              <p:cNvSpPr/>
              <p:nvPr/>
            </p:nvSpPr>
            <p:spPr bwMode="auto">
              <a:xfrm>
                <a:off x="3211513" y="4624388"/>
                <a:ext cx="449263" cy="334963"/>
              </a:xfrm>
              <a:custGeom>
                <a:avLst/>
                <a:gdLst>
                  <a:gd name="T0" fmla="*/ 0 w 283"/>
                  <a:gd name="T1" fmla="*/ 0 h 211"/>
                  <a:gd name="T2" fmla="*/ 0 w 283"/>
                  <a:gd name="T3" fmla="*/ 0 h 211"/>
                  <a:gd name="T4" fmla="*/ 63 w 283"/>
                  <a:gd name="T5" fmla="*/ 29 h 211"/>
                  <a:gd name="T6" fmla="*/ 143 w 283"/>
                  <a:gd name="T7" fmla="*/ 67 h 211"/>
                  <a:gd name="T8" fmla="*/ 143 w 283"/>
                  <a:gd name="T9" fmla="*/ 67 h 211"/>
                  <a:gd name="T10" fmla="*/ 221 w 283"/>
                  <a:gd name="T11" fmla="*/ 29 h 211"/>
                  <a:gd name="T12" fmla="*/ 283 w 283"/>
                  <a:gd name="T13" fmla="*/ 0 h 211"/>
                  <a:gd name="T14" fmla="*/ 283 w 283"/>
                  <a:gd name="T15" fmla="*/ 163 h 211"/>
                  <a:gd name="T16" fmla="*/ 283 w 283"/>
                  <a:gd name="T17" fmla="*/ 163 h 211"/>
                  <a:gd name="T18" fmla="*/ 277 w 283"/>
                  <a:gd name="T19" fmla="*/ 170 h 211"/>
                  <a:gd name="T20" fmla="*/ 267 w 283"/>
                  <a:gd name="T21" fmla="*/ 177 h 211"/>
                  <a:gd name="T22" fmla="*/ 259 w 283"/>
                  <a:gd name="T23" fmla="*/ 182 h 211"/>
                  <a:gd name="T24" fmla="*/ 250 w 283"/>
                  <a:gd name="T25" fmla="*/ 188 h 211"/>
                  <a:gd name="T26" fmla="*/ 229 w 283"/>
                  <a:gd name="T27" fmla="*/ 196 h 211"/>
                  <a:gd name="T28" fmla="*/ 209 w 283"/>
                  <a:gd name="T29" fmla="*/ 201 h 211"/>
                  <a:gd name="T30" fmla="*/ 190 w 283"/>
                  <a:gd name="T31" fmla="*/ 205 h 211"/>
                  <a:gd name="T32" fmla="*/ 172 w 283"/>
                  <a:gd name="T33" fmla="*/ 208 h 211"/>
                  <a:gd name="T34" fmla="*/ 147 w 283"/>
                  <a:gd name="T35" fmla="*/ 211 h 211"/>
                  <a:gd name="T36" fmla="*/ 147 w 283"/>
                  <a:gd name="T37" fmla="*/ 211 h 211"/>
                  <a:gd name="T38" fmla="*/ 147 w 283"/>
                  <a:gd name="T39" fmla="*/ 211 h 211"/>
                  <a:gd name="T40" fmla="*/ 143 w 283"/>
                  <a:gd name="T41" fmla="*/ 211 h 211"/>
                  <a:gd name="T42" fmla="*/ 143 w 283"/>
                  <a:gd name="T43" fmla="*/ 211 h 211"/>
                  <a:gd name="T44" fmla="*/ 139 w 283"/>
                  <a:gd name="T45" fmla="*/ 211 h 211"/>
                  <a:gd name="T46" fmla="*/ 139 w 283"/>
                  <a:gd name="T47" fmla="*/ 211 h 211"/>
                  <a:gd name="T48" fmla="*/ 139 w 283"/>
                  <a:gd name="T49" fmla="*/ 211 h 211"/>
                  <a:gd name="T50" fmla="*/ 113 w 283"/>
                  <a:gd name="T51" fmla="*/ 208 h 211"/>
                  <a:gd name="T52" fmla="*/ 94 w 283"/>
                  <a:gd name="T53" fmla="*/ 205 h 211"/>
                  <a:gd name="T54" fmla="*/ 75 w 283"/>
                  <a:gd name="T55" fmla="*/ 201 h 211"/>
                  <a:gd name="T56" fmla="*/ 55 w 283"/>
                  <a:gd name="T57" fmla="*/ 196 h 211"/>
                  <a:gd name="T58" fmla="*/ 36 w 283"/>
                  <a:gd name="T59" fmla="*/ 188 h 211"/>
                  <a:gd name="T60" fmla="*/ 26 w 283"/>
                  <a:gd name="T61" fmla="*/ 182 h 211"/>
                  <a:gd name="T62" fmla="*/ 17 w 283"/>
                  <a:gd name="T63" fmla="*/ 177 h 211"/>
                  <a:gd name="T64" fmla="*/ 9 w 283"/>
                  <a:gd name="T65" fmla="*/ 170 h 211"/>
                  <a:gd name="T66" fmla="*/ 0 w 283"/>
                  <a:gd name="T67" fmla="*/ 163 h 211"/>
                  <a:gd name="T68" fmla="*/ 0 w 283"/>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11">
                    <a:moveTo>
                      <a:pt x="0" y="0"/>
                    </a:moveTo>
                    <a:lnTo>
                      <a:pt x="0" y="0"/>
                    </a:lnTo>
                    <a:lnTo>
                      <a:pt x="63" y="29"/>
                    </a:lnTo>
                    <a:lnTo>
                      <a:pt x="143" y="67"/>
                    </a:lnTo>
                    <a:lnTo>
                      <a:pt x="143" y="67"/>
                    </a:lnTo>
                    <a:lnTo>
                      <a:pt x="221" y="29"/>
                    </a:lnTo>
                    <a:lnTo>
                      <a:pt x="283" y="0"/>
                    </a:lnTo>
                    <a:lnTo>
                      <a:pt x="283" y="163"/>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7" y="211"/>
                    </a:lnTo>
                    <a:lnTo>
                      <a:pt x="147" y="211"/>
                    </a:lnTo>
                    <a:lnTo>
                      <a:pt x="143" y="211"/>
                    </a:lnTo>
                    <a:lnTo>
                      <a:pt x="143" y="211"/>
                    </a:lnTo>
                    <a:lnTo>
                      <a:pt x="139" y="211"/>
                    </a:lnTo>
                    <a:lnTo>
                      <a:pt x="139"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2" name="îśḻiḑe">
              <a:extLst>
                <a:ext uri="{FF2B5EF4-FFF2-40B4-BE49-F238E27FC236}">
                  <a16:creationId xmlns:a16="http://schemas.microsoft.com/office/drawing/2014/main" id="{1A9ED55E-5BC8-4AB7-B89E-778E6FA42FB4}"/>
                </a:ext>
              </a:extLst>
            </p:cNvPr>
            <p:cNvSpPr/>
            <p:nvPr/>
          </p:nvSpPr>
          <p:spPr bwMode="auto">
            <a:xfrm>
              <a:off x="7286571" y="2226950"/>
              <a:ext cx="354301" cy="444669"/>
            </a:xfrm>
            <a:custGeom>
              <a:avLst/>
              <a:gdLst>
                <a:gd name="T0" fmla="*/ 130175 w 247"/>
                <a:gd name="T1" fmla="*/ 238125 h 310"/>
                <a:gd name="T2" fmla="*/ 138113 w 247"/>
                <a:gd name="T3" fmla="*/ 209550 h 310"/>
                <a:gd name="T4" fmla="*/ 138113 w 247"/>
                <a:gd name="T5" fmla="*/ 93663 h 310"/>
                <a:gd name="T6" fmla="*/ 125413 w 247"/>
                <a:gd name="T7" fmla="*/ 79375 h 310"/>
                <a:gd name="T8" fmla="*/ 127000 w 247"/>
                <a:gd name="T9" fmla="*/ 26988 h 310"/>
                <a:gd name="T10" fmla="*/ 127000 w 247"/>
                <a:gd name="T11" fmla="*/ 20638 h 310"/>
                <a:gd name="T12" fmla="*/ 146050 w 247"/>
                <a:gd name="T13" fmla="*/ 7938 h 310"/>
                <a:gd name="T14" fmla="*/ 198438 w 247"/>
                <a:gd name="T15" fmla="*/ 0 h 310"/>
                <a:gd name="T16" fmla="*/ 257175 w 247"/>
                <a:gd name="T17" fmla="*/ 9525 h 310"/>
                <a:gd name="T18" fmla="*/ 266700 w 247"/>
                <a:gd name="T19" fmla="*/ 25400 h 310"/>
                <a:gd name="T20" fmla="*/ 269875 w 247"/>
                <a:gd name="T21" fmla="*/ 26988 h 310"/>
                <a:gd name="T22" fmla="*/ 266700 w 247"/>
                <a:gd name="T23" fmla="*/ 79375 h 310"/>
                <a:gd name="T24" fmla="*/ 257175 w 247"/>
                <a:gd name="T25" fmla="*/ 92075 h 310"/>
                <a:gd name="T26" fmla="*/ 247650 w 247"/>
                <a:gd name="T27" fmla="*/ 209550 h 310"/>
                <a:gd name="T28" fmla="*/ 249238 w 247"/>
                <a:gd name="T29" fmla="*/ 222250 h 310"/>
                <a:gd name="T30" fmla="*/ 263525 w 247"/>
                <a:gd name="T31" fmla="*/ 238125 h 310"/>
                <a:gd name="T32" fmla="*/ 301625 w 247"/>
                <a:gd name="T33" fmla="*/ 271463 h 310"/>
                <a:gd name="T34" fmla="*/ 366713 w 247"/>
                <a:gd name="T35" fmla="*/ 352425 h 310"/>
                <a:gd name="T36" fmla="*/ 390525 w 247"/>
                <a:gd name="T37" fmla="*/ 401638 h 310"/>
                <a:gd name="T38" fmla="*/ 385763 w 247"/>
                <a:gd name="T39" fmla="*/ 441325 h 310"/>
                <a:gd name="T40" fmla="*/ 374650 w 247"/>
                <a:gd name="T41" fmla="*/ 452438 h 310"/>
                <a:gd name="T42" fmla="*/ 296863 w 247"/>
                <a:gd name="T43" fmla="*/ 482600 h 310"/>
                <a:gd name="T44" fmla="*/ 223838 w 247"/>
                <a:gd name="T45" fmla="*/ 492125 h 310"/>
                <a:gd name="T46" fmla="*/ 179388 w 247"/>
                <a:gd name="T47" fmla="*/ 492125 h 310"/>
                <a:gd name="T48" fmla="*/ 80963 w 247"/>
                <a:gd name="T49" fmla="*/ 481013 h 310"/>
                <a:gd name="T50" fmla="*/ 100013 w 247"/>
                <a:gd name="T51" fmla="*/ 452438 h 310"/>
                <a:gd name="T52" fmla="*/ 131763 w 247"/>
                <a:gd name="T53" fmla="*/ 455613 h 310"/>
                <a:gd name="T54" fmla="*/ 96838 w 247"/>
                <a:gd name="T55" fmla="*/ 444500 h 310"/>
                <a:gd name="T56" fmla="*/ 80963 w 247"/>
                <a:gd name="T57" fmla="*/ 334963 h 310"/>
                <a:gd name="T58" fmla="*/ 120650 w 247"/>
                <a:gd name="T59" fmla="*/ 285750 h 310"/>
                <a:gd name="T60" fmla="*/ 80963 w 247"/>
                <a:gd name="T61" fmla="*/ 322263 h 310"/>
                <a:gd name="T62" fmla="*/ 107950 w 247"/>
                <a:gd name="T63" fmla="*/ 252413 h 310"/>
                <a:gd name="T64" fmla="*/ 80963 w 247"/>
                <a:gd name="T65" fmla="*/ 481013 h 310"/>
                <a:gd name="T66" fmla="*/ 47625 w 247"/>
                <a:gd name="T67" fmla="*/ 469900 h 310"/>
                <a:gd name="T68" fmla="*/ 17463 w 247"/>
                <a:gd name="T69" fmla="*/ 452438 h 310"/>
                <a:gd name="T70" fmla="*/ 3175 w 247"/>
                <a:gd name="T71" fmla="*/ 428625 h 310"/>
                <a:gd name="T72" fmla="*/ 4763 w 247"/>
                <a:gd name="T73" fmla="*/ 398463 h 310"/>
                <a:gd name="T74" fmla="*/ 42863 w 247"/>
                <a:gd name="T75" fmla="*/ 325438 h 310"/>
                <a:gd name="T76" fmla="*/ 80963 w 247"/>
                <a:gd name="T77" fmla="*/ 322263 h 310"/>
                <a:gd name="T78" fmla="*/ 42863 w 247"/>
                <a:gd name="T79" fmla="*/ 361950 h 310"/>
                <a:gd name="T80" fmla="*/ 28575 w 247"/>
                <a:gd name="T81" fmla="*/ 395288 h 310"/>
                <a:gd name="T82" fmla="*/ 28575 w 247"/>
                <a:gd name="T83" fmla="*/ 414338 h 310"/>
                <a:gd name="T84" fmla="*/ 42863 w 247"/>
                <a:gd name="T85" fmla="*/ 433388 h 310"/>
                <a:gd name="T86" fmla="*/ 80963 w 247"/>
                <a:gd name="T87" fmla="*/ 481013 h 310"/>
                <a:gd name="T88" fmla="*/ 80963 w 247"/>
                <a:gd name="T89" fmla="*/ 334963 h 310"/>
                <a:gd name="T90" fmla="*/ 53975 w 247"/>
                <a:gd name="T91" fmla="*/ 385763 h 310"/>
                <a:gd name="T92" fmla="*/ 57150 w 247"/>
                <a:gd name="T93" fmla="*/ 411163 h 310"/>
                <a:gd name="T94" fmla="*/ 80963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3" name="íṧliḑe">
              <a:extLst>
                <a:ext uri="{FF2B5EF4-FFF2-40B4-BE49-F238E27FC236}">
                  <a16:creationId xmlns:a16="http://schemas.microsoft.com/office/drawing/2014/main" id="{A11B4C2F-21E7-41FB-9EBB-B610ECBF1450}"/>
                </a:ext>
              </a:extLst>
            </p:cNvPr>
            <p:cNvGrpSpPr/>
            <p:nvPr/>
          </p:nvGrpSpPr>
          <p:grpSpPr>
            <a:xfrm>
              <a:off x="4730441" y="2075728"/>
              <a:ext cx="365778" cy="552253"/>
              <a:chOff x="1201738" y="2052638"/>
              <a:chExt cx="404813" cy="611188"/>
            </a:xfrm>
            <a:solidFill>
              <a:srgbClr val="8CC63F"/>
            </a:solidFill>
          </p:grpSpPr>
          <p:sp>
            <p:nvSpPr>
              <p:cNvPr id="321" name="ïṥḻíďé">
                <a:extLst>
                  <a:ext uri="{FF2B5EF4-FFF2-40B4-BE49-F238E27FC236}">
                    <a16:creationId xmlns:a16="http://schemas.microsoft.com/office/drawing/2014/main" id="{137EB21C-4C70-4D9B-8077-3CBD805AD15E}"/>
                  </a:ext>
                </a:extLst>
              </p:cNvPr>
              <p:cNvSpPr/>
              <p:nvPr/>
            </p:nvSpPr>
            <p:spPr bwMode="auto">
              <a:xfrm>
                <a:off x="1325563" y="2101850"/>
                <a:ext cx="139700" cy="139700"/>
              </a:xfrm>
              <a:custGeom>
                <a:avLst/>
                <a:gdLst>
                  <a:gd name="T0" fmla="*/ 88 w 88"/>
                  <a:gd name="T1" fmla="*/ 44 h 88"/>
                  <a:gd name="T2" fmla="*/ 88 w 88"/>
                  <a:gd name="T3" fmla="*/ 44 h 88"/>
                  <a:gd name="T4" fmla="*/ 86 w 88"/>
                  <a:gd name="T5" fmla="*/ 36 h 88"/>
                  <a:gd name="T6" fmla="*/ 83 w 88"/>
                  <a:gd name="T7" fmla="*/ 27 h 88"/>
                  <a:gd name="T8" fmla="*/ 79 w 88"/>
                  <a:gd name="T9" fmla="*/ 19 h 88"/>
                  <a:gd name="T10" fmla="*/ 74 w 88"/>
                  <a:gd name="T11" fmla="*/ 13 h 88"/>
                  <a:gd name="T12" fmla="*/ 67 w 88"/>
                  <a:gd name="T13" fmla="*/ 7 h 88"/>
                  <a:gd name="T14" fmla="*/ 60 w 88"/>
                  <a:gd name="T15" fmla="*/ 3 h 88"/>
                  <a:gd name="T16" fmla="*/ 52 w 88"/>
                  <a:gd name="T17" fmla="*/ 0 h 88"/>
                  <a:gd name="T18" fmla="*/ 43 w 88"/>
                  <a:gd name="T19" fmla="*/ 0 h 88"/>
                  <a:gd name="T20" fmla="*/ 43 w 88"/>
                  <a:gd name="T21" fmla="*/ 0 h 88"/>
                  <a:gd name="T22" fmla="*/ 35 w 88"/>
                  <a:gd name="T23" fmla="*/ 0 h 88"/>
                  <a:gd name="T24" fmla="*/ 27 w 88"/>
                  <a:gd name="T25" fmla="*/ 3 h 88"/>
                  <a:gd name="T26" fmla="*/ 18 w 88"/>
                  <a:gd name="T27" fmla="*/ 7 h 88"/>
                  <a:gd name="T28" fmla="*/ 12 w 88"/>
                  <a:gd name="T29" fmla="*/ 13 h 88"/>
                  <a:gd name="T30" fmla="*/ 6 w 88"/>
                  <a:gd name="T31" fmla="*/ 19 h 88"/>
                  <a:gd name="T32" fmla="*/ 2 w 88"/>
                  <a:gd name="T33" fmla="*/ 27 h 88"/>
                  <a:gd name="T34" fmla="*/ 0 w 88"/>
                  <a:gd name="T35" fmla="*/ 36 h 88"/>
                  <a:gd name="T36" fmla="*/ 0 w 88"/>
                  <a:gd name="T37" fmla="*/ 44 h 88"/>
                  <a:gd name="T38" fmla="*/ 0 w 88"/>
                  <a:gd name="T39" fmla="*/ 44 h 88"/>
                  <a:gd name="T40" fmla="*/ 0 w 88"/>
                  <a:gd name="T41" fmla="*/ 53 h 88"/>
                  <a:gd name="T42" fmla="*/ 2 w 88"/>
                  <a:gd name="T43" fmla="*/ 61 h 88"/>
                  <a:gd name="T44" fmla="*/ 6 w 88"/>
                  <a:gd name="T45" fmla="*/ 68 h 88"/>
                  <a:gd name="T46" fmla="*/ 12 w 88"/>
                  <a:gd name="T47" fmla="*/ 75 h 88"/>
                  <a:gd name="T48" fmla="*/ 18 w 88"/>
                  <a:gd name="T49" fmla="*/ 80 h 88"/>
                  <a:gd name="T50" fmla="*/ 27 w 88"/>
                  <a:gd name="T51" fmla="*/ 84 h 88"/>
                  <a:gd name="T52" fmla="*/ 35 w 88"/>
                  <a:gd name="T53" fmla="*/ 87 h 88"/>
                  <a:gd name="T54" fmla="*/ 43 w 88"/>
                  <a:gd name="T55" fmla="*/ 88 h 88"/>
                  <a:gd name="T56" fmla="*/ 43 w 88"/>
                  <a:gd name="T57" fmla="*/ 88 h 88"/>
                  <a:gd name="T58" fmla="*/ 52 w 88"/>
                  <a:gd name="T59" fmla="*/ 87 h 88"/>
                  <a:gd name="T60" fmla="*/ 60 w 88"/>
                  <a:gd name="T61" fmla="*/ 84 h 88"/>
                  <a:gd name="T62" fmla="*/ 67 w 88"/>
                  <a:gd name="T63" fmla="*/ 80 h 88"/>
                  <a:gd name="T64" fmla="*/ 74 w 88"/>
                  <a:gd name="T65" fmla="*/ 75 h 88"/>
                  <a:gd name="T66" fmla="*/ 79 w 88"/>
                  <a:gd name="T67" fmla="*/ 68 h 88"/>
                  <a:gd name="T68" fmla="*/ 83 w 88"/>
                  <a:gd name="T69" fmla="*/ 61 h 88"/>
                  <a:gd name="T70" fmla="*/ 86 w 88"/>
                  <a:gd name="T71" fmla="*/ 53 h 88"/>
                  <a:gd name="T72" fmla="*/ 88 w 88"/>
                  <a:gd name="T73" fmla="*/ 44 h 88"/>
                  <a:gd name="T74" fmla="*/ 88 w 88"/>
                  <a:gd name="T75"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88" y="44"/>
                    </a:moveTo>
                    <a:lnTo>
                      <a:pt x="88" y="44"/>
                    </a:lnTo>
                    <a:lnTo>
                      <a:pt x="86" y="36"/>
                    </a:lnTo>
                    <a:lnTo>
                      <a:pt x="83" y="27"/>
                    </a:lnTo>
                    <a:lnTo>
                      <a:pt x="79" y="19"/>
                    </a:lnTo>
                    <a:lnTo>
                      <a:pt x="74" y="13"/>
                    </a:lnTo>
                    <a:lnTo>
                      <a:pt x="67" y="7"/>
                    </a:lnTo>
                    <a:lnTo>
                      <a:pt x="60" y="3"/>
                    </a:lnTo>
                    <a:lnTo>
                      <a:pt x="52" y="0"/>
                    </a:lnTo>
                    <a:lnTo>
                      <a:pt x="43" y="0"/>
                    </a:lnTo>
                    <a:lnTo>
                      <a:pt x="43" y="0"/>
                    </a:lnTo>
                    <a:lnTo>
                      <a:pt x="35" y="0"/>
                    </a:lnTo>
                    <a:lnTo>
                      <a:pt x="27" y="3"/>
                    </a:lnTo>
                    <a:lnTo>
                      <a:pt x="18" y="7"/>
                    </a:lnTo>
                    <a:lnTo>
                      <a:pt x="12" y="13"/>
                    </a:lnTo>
                    <a:lnTo>
                      <a:pt x="6" y="19"/>
                    </a:lnTo>
                    <a:lnTo>
                      <a:pt x="2" y="27"/>
                    </a:lnTo>
                    <a:lnTo>
                      <a:pt x="0" y="36"/>
                    </a:lnTo>
                    <a:lnTo>
                      <a:pt x="0" y="44"/>
                    </a:lnTo>
                    <a:lnTo>
                      <a:pt x="0" y="44"/>
                    </a:lnTo>
                    <a:lnTo>
                      <a:pt x="0" y="53"/>
                    </a:lnTo>
                    <a:lnTo>
                      <a:pt x="2" y="61"/>
                    </a:lnTo>
                    <a:lnTo>
                      <a:pt x="6" y="68"/>
                    </a:lnTo>
                    <a:lnTo>
                      <a:pt x="12" y="75"/>
                    </a:lnTo>
                    <a:lnTo>
                      <a:pt x="18" y="80"/>
                    </a:lnTo>
                    <a:lnTo>
                      <a:pt x="27" y="84"/>
                    </a:lnTo>
                    <a:lnTo>
                      <a:pt x="35" y="87"/>
                    </a:lnTo>
                    <a:lnTo>
                      <a:pt x="43" y="88"/>
                    </a:lnTo>
                    <a:lnTo>
                      <a:pt x="43" y="88"/>
                    </a:lnTo>
                    <a:lnTo>
                      <a:pt x="52" y="87"/>
                    </a:lnTo>
                    <a:lnTo>
                      <a:pt x="60" y="84"/>
                    </a:lnTo>
                    <a:lnTo>
                      <a:pt x="67" y="80"/>
                    </a:lnTo>
                    <a:lnTo>
                      <a:pt x="74" y="75"/>
                    </a:lnTo>
                    <a:lnTo>
                      <a:pt x="79" y="68"/>
                    </a:lnTo>
                    <a:lnTo>
                      <a:pt x="83" y="61"/>
                    </a:lnTo>
                    <a:lnTo>
                      <a:pt x="86" y="53"/>
                    </a:lnTo>
                    <a:lnTo>
                      <a:pt x="88" y="44"/>
                    </a:lnTo>
                    <a:lnTo>
                      <a:pt x="8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2" name="ïSļïḑè">
                <a:extLst>
                  <a:ext uri="{FF2B5EF4-FFF2-40B4-BE49-F238E27FC236}">
                    <a16:creationId xmlns:a16="http://schemas.microsoft.com/office/drawing/2014/main" id="{E0AD4C26-29E7-4279-B2F2-41FD9C67F68B}"/>
                  </a:ext>
                </a:extLst>
              </p:cNvPr>
              <p:cNvSpPr/>
              <p:nvPr/>
            </p:nvSpPr>
            <p:spPr bwMode="auto">
              <a:xfrm>
                <a:off x="1201738" y="2205038"/>
                <a:ext cx="212725" cy="458788"/>
              </a:xfrm>
              <a:custGeom>
                <a:avLst/>
                <a:gdLst>
                  <a:gd name="T0" fmla="*/ 134 w 134"/>
                  <a:gd name="T1" fmla="*/ 7 h 289"/>
                  <a:gd name="T2" fmla="*/ 134 w 134"/>
                  <a:gd name="T3" fmla="*/ 7 h 289"/>
                  <a:gd name="T4" fmla="*/ 88 w 134"/>
                  <a:gd name="T5" fmla="*/ 129 h 289"/>
                  <a:gd name="T6" fmla="*/ 42 w 134"/>
                  <a:gd name="T7" fmla="*/ 248 h 289"/>
                  <a:gd name="T8" fmla="*/ 42 w 134"/>
                  <a:gd name="T9" fmla="*/ 248 h 289"/>
                  <a:gd name="T10" fmla="*/ 22 w 134"/>
                  <a:gd name="T11" fmla="*/ 268 h 289"/>
                  <a:gd name="T12" fmla="*/ 8 w 134"/>
                  <a:gd name="T13" fmla="*/ 282 h 289"/>
                  <a:gd name="T14" fmla="*/ 3 w 134"/>
                  <a:gd name="T15" fmla="*/ 286 h 289"/>
                  <a:gd name="T16" fmla="*/ 0 w 134"/>
                  <a:gd name="T17" fmla="*/ 289 h 289"/>
                  <a:gd name="T18" fmla="*/ 0 w 134"/>
                  <a:gd name="T19" fmla="*/ 289 h 289"/>
                  <a:gd name="T20" fmla="*/ 3 w 134"/>
                  <a:gd name="T21" fmla="*/ 275 h 289"/>
                  <a:gd name="T22" fmla="*/ 15 w 134"/>
                  <a:gd name="T23" fmla="*/ 243 h 289"/>
                  <a:gd name="T24" fmla="*/ 50 w 134"/>
                  <a:gd name="T25" fmla="*/ 144 h 289"/>
                  <a:gd name="T26" fmla="*/ 105 w 134"/>
                  <a:gd name="T27" fmla="*/ 0 h 289"/>
                  <a:gd name="T28" fmla="*/ 134 w 134"/>
                  <a:gd name="T29" fmla="*/ 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 h="289">
                    <a:moveTo>
                      <a:pt x="134" y="7"/>
                    </a:moveTo>
                    <a:lnTo>
                      <a:pt x="134" y="7"/>
                    </a:lnTo>
                    <a:lnTo>
                      <a:pt x="88" y="129"/>
                    </a:lnTo>
                    <a:lnTo>
                      <a:pt x="42" y="248"/>
                    </a:lnTo>
                    <a:lnTo>
                      <a:pt x="42" y="248"/>
                    </a:lnTo>
                    <a:lnTo>
                      <a:pt x="22" y="268"/>
                    </a:lnTo>
                    <a:lnTo>
                      <a:pt x="8" y="282"/>
                    </a:lnTo>
                    <a:lnTo>
                      <a:pt x="3" y="286"/>
                    </a:lnTo>
                    <a:lnTo>
                      <a:pt x="0" y="289"/>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3" name="îṡ1ïḓè">
                <a:extLst>
                  <a:ext uri="{FF2B5EF4-FFF2-40B4-BE49-F238E27FC236}">
                    <a16:creationId xmlns:a16="http://schemas.microsoft.com/office/drawing/2014/main" id="{5F7048A0-9851-4F8E-B6B4-6FD080BD86FC}"/>
                  </a:ext>
                </a:extLst>
              </p:cNvPr>
              <p:cNvSpPr/>
              <p:nvPr/>
            </p:nvSpPr>
            <p:spPr bwMode="auto">
              <a:xfrm>
                <a:off x="1371601" y="2205038"/>
                <a:ext cx="234950" cy="449263"/>
              </a:xfrm>
              <a:custGeom>
                <a:avLst/>
                <a:gdLst>
                  <a:gd name="T0" fmla="*/ 2 w 148"/>
                  <a:gd name="T1" fmla="*/ 13 h 283"/>
                  <a:gd name="T2" fmla="*/ 109 w 148"/>
                  <a:gd name="T3" fmla="*/ 244 h 283"/>
                  <a:gd name="T4" fmla="*/ 148 w 148"/>
                  <a:gd name="T5" fmla="*/ 283 h 283"/>
                  <a:gd name="T6" fmla="*/ 137 w 148"/>
                  <a:gd name="T7" fmla="*/ 229 h 283"/>
                  <a:gd name="T8" fmla="*/ 33 w 148"/>
                  <a:gd name="T9" fmla="*/ 0 h 283"/>
                  <a:gd name="T10" fmla="*/ 0 w 148"/>
                  <a:gd name="T11" fmla="*/ 10 h 283"/>
                  <a:gd name="T12" fmla="*/ 2 w 148"/>
                  <a:gd name="T13" fmla="*/ 13 h 283"/>
                </a:gdLst>
                <a:ahLst/>
                <a:cxnLst>
                  <a:cxn ang="0">
                    <a:pos x="T0" y="T1"/>
                  </a:cxn>
                  <a:cxn ang="0">
                    <a:pos x="T2" y="T3"/>
                  </a:cxn>
                  <a:cxn ang="0">
                    <a:pos x="T4" y="T5"/>
                  </a:cxn>
                  <a:cxn ang="0">
                    <a:pos x="T6" y="T7"/>
                  </a:cxn>
                  <a:cxn ang="0">
                    <a:pos x="T8" y="T9"/>
                  </a:cxn>
                  <a:cxn ang="0">
                    <a:pos x="T10" y="T11"/>
                  </a:cxn>
                  <a:cxn ang="0">
                    <a:pos x="T12" y="T13"/>
                  </a:cxn>
                </a:cxnLst>
                <a:rect l="0" t="0" r="r" b="b"/>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4" name="išḷiḍê">
                <a:extLst>
                  <a:ext uri="{FF2B5EF4-FFF2-40B4-BE49-F238E27FC236}">
                    <a16:creationId xmlns:a16="http://schemas.microsoft.com/office/drawing/2014/main" id="{2D84915F-DF70-44CE-828E-DDAB206CAF6C}"/>
                  </a:ext>
                </a:extLst>
              </p:cNvPr>
              <p:cNvSpPr/>
              <p:nvPr/>
            </p:nvSpPr>
            <p:spPr bwMode="auto">
              <a:xfrm>
                <a:off x="1376363" y="2052638"/>
                <a:ext cx="25400" cy="77788"/>
              </a:xfrm>
              <a:custGeom>
                <a:avLst/>
                <a:gdLst>
                  <a:gd name="T0" fmla="*/ 0 w 16"/>
                  <a:gd name="T1" fmla="*/ 41 h 49"/>
                  <a:gd name="T2" fmla="*/ 0 w 16"/>
                  <a:gd name="T3" fmla="*/ 41 h 49"/>
                  <a:gd name="T4" fmla="*/ 0 w 16"/>
                  <a:gd name="T5" fmla="*/ 44 h 49"/>
                  <a:gd name="T6" fmla="*/ 3 w 16"/>
                  <a:gd name="T7" fmla="*/ 46 h 49"/>
                  <a:gd name="T8" fmla="*/ 4 w 16"/>
                  <a:gd name="T9" fmla="*/ 48 h 49"/>
                  <a:gd name="T10" fmla="*/ 8 w 16"/>
                  <a:gd name="T11" fmla="*/ 49 h 49"/>
                  <a:gd name="T12" fmla="*/ 8 w 16"/>
                  <a:gd name="T13" fmla="*/ 49 h 49"/>
                  <a:gd name="T14" fmla="*/ 11 w 16"/>
                  <a:gd name="T15" fmla="*/ 48 h 49"/>
                  <a:gd name="T16" fmla="*/ 14 w 16"/>
                  <a:gd name="T17" fmla="*/ 46 h 49"/>
                  <a:gd name="T18" fmla="*/ 15 w 16"/>
                  <a:gd name="T19" fmla="*/ 44 h 49"/>
                  <a:gd name="T20" fmla="*/ 16 w 16"/>
                  <a:gd name="T21" fmla="*/ 41 h 49"/>
                  <a:gd name="T22" fmla="*/ 16 w 16"/>
                  <a:gd name="T23" fmla="*/ 8 h 49"/>
                  <a:gd name="T24" fmla="*/ 16 w 16"/>
                  <a:gd name="T25" fmla="*/ 8 h 49"/>
                  <a:gd name="T26" fmla="*/ 15 w 16"/>
                  <a:gd name="T27" fmla="*/ 6 h 49"/>
                  <a:gd name="T28" fmla="*/ 14 w 16"/>
                  <a:gd name="T29" fmla="*/ 3 h 49"/>
                  <a:gd name="T30" fmla="*/ 11 w 16"/>
                  <a:gd name="T31" fmla="*/ 0 h 49"/>
                  <a:gd name="T32" fmla="*/ 8 w 16"/>
                  <a:gd name="T33" fmla="*/ 0 h 49"/>
                  <a:gd name="T34" fmla="*/ 8 w 16"/>
                  <a:gd name="T35" fmla="*/ 0 h 49"/>
                  <a:gd name="T36" fmla="*/ 4 w 16"/>
                  <a:gd name="T37" fmla="*/ 0 h 49"/>
                  <a:gd name="T38" fmla="*/ 3 w 16"/>
                  <a:gd name="T39" fmla="*/ 3 h 49"/>
                  <a:gd name="T40" fmla="*/ 0 w 16"/>
                  <a:gd name="T41" fmla="*/ 6 h 49"/>
                  <a:gd name="T42" fmla="*/ 0 w 16"/>
                  <a:gd name="T43" fmla="*/ 8 h 49"/>
                  <a:gd name="T44" fmla="*/ 0 w 16"/>
                  <a:gd name="T45" fmla="*/ 4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49">
                    <a:moveTo>
                      <a:pt x="0" y="41"/>
                    </a:moveTo>
                    <a:lnTo>
                      <a:pt x="0" y="41"/>
                    </a:lnTo>
                    <a:lnTo>
                      <a:pt x="0" y="44"/>
                    </a:lnTo>
                    <a:lnTo>
                      <a:pt x="3" y="46"/>
                    </a:lnTo>
                    <a:lnTo>
                      <a:pt x="4" y="48"/>
                    </a:lnTo>
                    <a:lnTo>
                      <a:pt x="8" y="49"/>
                    </a:lnTo>
                    <a:lnTo>
                      <a:pt x="8" y="49"/>
                    </a:lnTo>
                    <a:lnTo>
                      <a:pt x="11" y="48"/>
                    </a:lnTo>
                    <a:lnTo>
                      <a:pt x="14" y="46"/>
                    </a:lnTo>
                    <a:lnTo>
                      <a:pt x="15" y="44"/>
                    </a:lnTo>
                    <a:lnTo>
                      <a:pt x="16" y="41"/>
                    </a:lnTo>
                    <a:lnTo>
                      <a:pt x="16" y="8"/>
                    </a:lnTo>
                    <a:lnTo>
                      <a:pt x="16" y="8"/>
                    </a:lnTo>
                    <a:lnTo>
                      <a:pt x="15" y="6"/>
                    </a:lnTo>
                    <a:lnTo>
                      <a:pt x="14" y="3"/>
                    </a:lnTo>
                    <a:lnTo>
                      <a:pt x="11" y="0"/>
                    </a:lnTo>
                    <a:lnTo>
                      <a:pt x="8"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4" name="íSḻîḑé">
              <a:extLst>
                <a:ext uri="{FF2B5EF4-FFF2-40B4-BE49-F238E27FC236}">
                  <a16:creationId xmlns:a16="http://schemas.microsoft.com/office/drawing/2014/main" id="{6DB22B3B-E2FB-45C1-A825-9C7FD2DF6438}"/>
                </a:ext>
              </a:extLst>
            </p:cNvPr>
            <p:cNvGrpSpPr/>
            <p:nvPr/>
          </p:nvGrpSpPr>
          <p:grpSpPr>
            <a:xfrm>
              <a:off x="5552360" y="1768756"/>
              <a:ext cx="543645" cy="543644"/>
              <a:chOff x="2111376" y="1712913"/>
              <a:chExt cx="601663" cy="601663"/>
            </a:xfrm>
            <a:solidFill>
              <a:srgbClr val="8CC63F"/>
            </a:solidFill>
          </p:grpSpPr>
          <p:sp>
            <p:nvSpPr>
              <p:cNvPr id="316" name="îšļïďe">
                <a:extLst>
                  <a:ext uri="{FF2B5EF4-FFF2-40B4-BE49-F238E27FC236}">
                    <a16:creationId xmlns:a16="http://schemas.microsoft.com/office/drawing/2014/main" id="{C1337FC6-2AEE-4192-81ED-DAD18DDD8BA9}"/>
                  </a:ext>
                </a:extLst>
              </p:cNvPr>
              <p:cNvSpPr/>
              <p:nvPr/>
            </p:nvSpPr>
            <p:spPr bwMode="auto">
              <a:xfrm>
                <a:off x="2300288" y="1712913"/>
                <a:ext cx="223838" cy="601663"/>
              </a:xfrm>
              <a:custGeom>
                <a:avLst/>
                <a:gdLst>
                  <a:gd name="T0" fmla="*/ 71 w 141"/>
                  <a:gd name="T1" fmla="*/ 0 h 379"/>
                  <a:gd name="T2" fmla="*/ 84 w 141"/>
                  <a:gd name="T3" fmla="*/ 4 h 379"/>
                  <a:gd name="T4" fmla="*/ 98 w 141"/>
                  <a:gd name="T5" fmla="*/ 15 h 379"/>
                  <a:gd name="T6" fmla="*/ 110 w 141"/>
                  <a:gd name="T7" fmla="*/ 33 h 379"/>
                  <a:gd name="T8" fmla="*/ 119 w 141"/>
                  <a:gd name="T9" fmla="*/ 56 h 379"/>
                  <a:gd name="T10" fmla="*/ 136 w 141"/>
                  <a:gd name="T11" fmla="*/ 117 h 379"/>
                  <a:gd name="T12" fmla="*/ 141 w 141"/>
                  <a:gd name="T13" fmla="*/ 190 h 379"/>
                  <a:gd name="T14" fmla="*/ 140 w 141"/>
                  <a:gd name="T15" fmla="*/ 228 h 379"/>
                  <a:gd name="T16" fmla="*/ 129 w 141"/>
                  <a:gd name="T17" fmla="*/ 295 h 379"/>
                  <a:gd name="T18" fmla="*/ 115 w 141"/>
                  <a:gd name="T19" fmla="*/ 336 h 379"/>
                  <a:gd name="T20" fmla="*/ 105 w 141"/>
                  <a:gd name="T21" fmla="*/ 356 h 379"/>
                  <a:gd name="T22" fmla="*/ 91 w 141"/>
                  <a:gd name="T23" fmla="*/ 371 h 379"/>
                  <a:gd name="T24" fmla="*/ 77 w 141"/>
                  <a:gd name="T25" fmla="*/ 378 h 379"/>
                  <a:gd name="T26" fmla="*/ 71 w 141"/>
                  <a:gd name="T27" fmla="*/ 379 h 379"/>
                  <a:gd name="T28" fmla="*/ 71 w 141"/>
                  <a:gd name="T29" fmla="*/ 348 h 379"/>
                  <a:gd name="T30" fmla="*/ 71 w 141"/>
                  <a:gd name="T31" fmla="*/ 348 h 379"/>
                  <a:gd name="T32" fmla="*/ 83 w 141"/>
                  <a:gd name="T33" fmla="*/ 346 h 379"/>
                  <a:gd name="T34" fmla="*/ 94 w 141"/>
                  <a:gd name="T35" fmla="*/ 336 h 379"/>
                  <a:gd name="T36" fmla="*/ 103 w 141"/>
                  <a:gd name="T37" fmla="*/ 321 h 379"/>
                  <a:gd name="T38" fmla="*/ 119 w 141"/>
                  <a:gd name="T39" fmla="*/ 279 h 379"/>
                  <a:gd name="T40" fmla="*/ 128 w 141"/>
                  <a:gd name="T41" fmla="*/ 222 h 379"/>
                  <a:gd name="T42" fmla="*/ 129 w 141"/>
                  <a:gd name="T43" fmla="*/ 190 h 379"/>
                  <a:gd name="T44" fmla="*/ 125 w 141"/>
                  <a:gd name="T45" fmla="*/ 128 h 379"/>
                  <a:gd name="T46" fmla="*/ 113 w 141"/>
                  <a:gd name="T47" fmla="*/ 77 h 379"/>
                  <a:gd name="T48" fmla="*/ 99 w 141"/>
                  <a:gd name="T49" fmla="*/ 50 h 379"/>
                  <a:gd name="T50" fmla="*/ 88 w 141"/>
                  <a:gd name="T51" fmla="*/ 38 h 379"/>
                  <a:gd name="T52" fmla="*/ 76 w 141"/>
                  <a:gd name="T53" fmla="*/ 31 h 379"/>
                  <a:gd name="T54" fmla="*/ 71 w 141"/>
                  <a:gd name="T55" fmla="*/ 31 h 379"/>
                  <a:gd name="T56" fmla="*/ 71 w 141"/>
                  <a:gd name="T57" fmla="*/ 0 h 379"/>
                  <a:gd name="T58" fmla="*/ 71 w 141"/>
                  <a:gd name="T59" fmla="*/ 379 h 379"/>
                  <a:gd name="T60" fmla="*/ 57 w 141"/>
                  <a:gd name="T61" fmla="*/ 375 h 379"/>
                  <a:gd name="T62" fmla="*/ 44 w 141"/>
                  <a:gd name="T63" fmla="*/ 365 h 379"/>
                  <a:gd name="T64" fmla="*/ 31 w 141"/>
                  <a:gd name="T65" fmla="*/ 347 h 379"/>
                  <a:gd name="T66" fmla="*/ 22 w 141"/>
                  <a:gd name="T67" fmla="*/ 324 h 379"/>
                  <a:gd name="T68" fmla="*/ 7 w 141"/>
                  <a:gd name="T69" fmla="*/ 264 h 379"/>
                  <a:gd name="T70" fmla="*/ 0 w 141"/>
                  <a:gd name="T71" fmla="*/ 190 h 379"/>
                  <a:gd name="T72" fmla="*/ 3 w 141"/>
                  <a:gd name="T73" fmla="*/ 152 h 379"/>
                  <a:gd name="T74" fmla="*/ 12 w 141"/>
                  <a:gd name="T75" fmla="*/ 84 h 379"/>
                  <a:gd name="T76" fmla="*/ 26 w 141"/>
                  <a:gd name="T77" fmla="*/ 44 h 379"/>
                  <a:gd name="T78" fmla="*/ 37 w 141"/>
                  <a:gd name="T79" fmla="*/ 23 h 379"/>
                  <a:gd name="T80" fmla="*/ 50 w 141"/>
                  <a:gd name="T81" fmla="*/ 8 h 379"/>
                  <a:gd name="T82" fmla="*/ 64 w 141"/>
                  <a:gd name="T83" fmla="*/ 2 h 379"/>
                  <a:gd name="T84" fmla="*/ 71 w 141"/>
                  <a:gd name="T85" fmla="*/ 31 h 379"/>
                  <a:gd name="T86" fmla="*/ 65 w 141"/>
                  <a:gd name="T87" fmla="*/ 31 h 379"/>
                  <a:gd name="T88" fmla="*/ 53 w 141"/>
                  <a:gd name="T89" fmla="*/ 38 h 379"/>
                  <a:gd name="T90" fmla="*/ 42 w 141"/>
                  <a:gd name="T91" fmla="*/ 50 h 379"/>
                  <a:gd name="T92" fmla="*/ 29 w 141"/>
                  <a:gd name="T93" fmla="*/ 77 h 379"/>
                  <a:gd name="T94" fmla="*/ 17 w 141"/>
                  <a:gd name="T95" fmla="*/ 128 h 379"/>
                  <a:gd name="T96" fmla="*/ 12 w 141"/>
                  <a:gd name="T97" fmla="*/ 190 h 379"/>
                  <a:gd name="T98" fmla="*/ 14 w 141"/>
                  <a:gd name="T99" fmla="*/ 222 h 379"/>
                  <a:gd name="T100" fmla="*/ 22 w 141"/>
                  <a:gd name="T101" fmla="*/ 279 h 379"/>
                  <a:gd name="T102" fmla="*/ 38 w 141"/>
                  <a:gd name="T103" fmla="*/ 321 h 379"/>
                  <a:gd name="T104" fmla="*/ 48 w 141"/>
                  <a:gd name="T105" fmla="*/ 336 h 379"/>
                  <a:gd name="T106" fmla="*/ 59 w 141"/>
                  <a:gd name="T107" fmla="*/ 346 h 379"/>
                  <a:gd name="T108" fmla="*/ 71 w 141"/>
                  <a:gd name="T109" fmla="*/ 34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79"/>
                    </a:lnTo>
                    <a:lnTo>
                      <a:pt x="71" y="348"/>
                    </a:lnTo>
                    <a:lnTo>
                      <a:pt x="71" y="348"/>
                    </a:lnTo>
                    <a:lnTo>
                      <a:pt x="71" y="348"/>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31"/>
                    </a:lnTo>
                    <a:lnTo>
                      <a:pt x="71" y="0"/>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7" name="íṡḷíḋê">
                <a:extLst>
                  <a:ext uri="{FF2B5EF4-FFF2-40B4-BE49-F238E27FC236}">
                    <a16:creationId xmlns:a16="http://schemas.microsoft.com/office/drawing/2014/main" id="{C846BF5E-F7B6-495D-9D26-A5540E7E9A71}"/>
                  </a:ext>
                </a:extLst>
              </p:cNvPr>
              <p:cNvSpPr/>
              <p:nvPr/>
            </p:nvSpPr>
            <p:spPr bwMode="auto">
              <a:xfrm>
                <a:off x="2111376" y="1905000"/>
                <a:ext cx="601663" cy="220663"/>
              </a:xfrm>
              <a:custGeom>
                <a:avLst/>
                <a:gdLst>
                  <a:gd name="T0" fmla="*/ 190 w 379"/>
                  <a:gd name="T1" fmla="*/ 0 h 139"/>
                  <a:gd name="T2" fmla="*/ 228 w 379"/>
                  <a:gd name="T3" fmla="*/ 1 h 139"/>
                  <a:gd name="T4" fmla="*/ 295 w 379"/>
                  <a:gd name="T5" fmla="*/ 11 h 139"/>
                  <a:gd name="T6" fmla="*/ 336 w 379"/>
                  <a:gd name="T7" fmla="*/ 24 h 139"/>
                  <a:gd name="T8" fmla="*/ 356 w 379"/>
                  <a:gd name="T9" fmla="*/ 35 h 139"/>
                  <a:gd name="T10" fmla="*/ 371 w 379"/>
                  <a:gd name="T11" fmla="*/ 49 h 139"/>
                  <a:gd name="T12" fmla="*/ 378 w 379"/>
                  <a:gd name="T13" fmla="*/ 62 h 139"/>
                  <a:gd name="T14" fmla="*/ 379 w 379"/>
                  <a:gd name="T15" fmla="*/ 69 h 139"/>
                  <a:gd name="T16" fmla="*/ 375 w 379"/>
                  <a:gd name="T17" fmla="*/ 82 h 139"/>
                  <a:gd name="T18" fmla="*/ 364 w 379"/>
                  <a:gd name="T19" fmla="*/ 96 h 139"/>
                  <a:gd name="T20" fmla="*/ 347 w 379"/>
                  <a:gd name="T21" fmla="*/ 108 h 139"/>
                  <a:gd name="T22" fmla="*/ 324 w 379"/>
                  <a:gd name="T23" fmla="*/ 119 h 139"/>
                  <a:gd name="T24" fmla="*/ 264 w 379"/>
                  <a:gd name="T25" fmla="*/ 134 h 139"/>
                  <a:gd name="T26" fmla="*/ 190 w 379"/>
                  <a:gd name="T27" fmla="*/ 139 h 139"/>
                  <a:gd name="T28" fmla="*/ 190 w 379"/>
                  <a:gd name="T29" fmla="*/ 127 h 139"/>
                  <a:gd name="T30" fmla="*/ 190 w 379"/>
                  <a:gd name="T31" fmla="*/ 127 h 139"/>
                  <a:gd name="T32" fmla="*/ 252 w 379"/>
                  <a:gd name="T33" fmla="*/ 123 h 139"/>
                  <a:gd name="T34" fmla="*/ 302 w 379"/>
                  <a:gd name="T35" fmla="*/ 111 h 139"/>
                  <a:gd name="T36" fmla="*/ 329 w 379"/>
                  <a:gd name="T37" fmla="*/ 97 h 139"/>
                  <a:gd name="T38" fmla="*/ 341 w 379"/>
                  <a:gd name="T39" fmla="*/ 86 h 139"/>
                  <a:gd name="T40" fmla="*/ 348 w 379"/>
                  <a:gd name="T41" fmla="*/ 74 h 139"/>
                  <a:gd name="T42" fmla="*/ 348 w 379"/>
                  <a:gd name="T43" fmla="*/ 69 h 139"/>
                  <a:gd name="T44" fmla="*/ 348 w 379"/>
                  <a:gd name="T45" fmla="*/ 63 h 139"/>
                  <a:gd name="T46" fmla="*/ 341 w 379"/>
                  <a:gd name="T47" fmla="*/ 51 h 139"/>
                  <a:gd name="T48" fmla="*/ 329 w 379"/>
                  <a:gd name="T49" fmla="*/ 40 h 139"/>
                  <a:gd name="T50" fmla="*/ 302 w 379"/>
                  <a:gd name="T51" fmla="*/ 28 h 139"/>
                  <a:gd name="T52" fmla="*/ 252 w 379"/>
                  <a:gd name="T53" fmla="*/ 15 h 139"/>
                  <a:gd name="T54" fmla="*/ 190 w 379"/>
                  <a:gd name="T55" fmla="*/ 11 h 139"/>
                  <a:gd name="T56" fmla="*/ 190 w 379"/>
                  <a:gd name="T57" fmla="*/ 0 h 139"/>
                  <a:gd name="T58" fmla="*/ 0 w 379"/>
                  <a:gd name="T59" fmla="*/ 69 h 139"/>
                  <a:gd name="T60" fmla="*/ 4 w 379"/>
                  <a:gd name="T61" fmla="*/ 55 h 139"/>
                  <a:gd name="T62" fmla="*/ 15 w 379"/>
                  <a:gd name="T63" fmla="*/ 42 h 139"/>
                  <a:gd name="T64" fmla="*/ 33 w 379"/>
                  <a:gd name="T65" fmla="*/ 30 h 139"/>
                  <a:gd name="T66" fmla="*/ 56 w 379"/>
                  <a:gd name="T67" fmla="*/ 20 h 139"/>
                  <a:gd name="T68" fmla="*/ 117 w 379"/>
                  <a:gd name="T69" fmla="*/ 5 h 139"/>
                  <a:gd name="T70" fmla="*/ 190 w 379"/>
                  <a:gd name="T71" fmla="*/ 0 h 139"/>
                  <a:gd name="T72" fmla="*/ 190 w 379"/>
                  <a:gd name="T73" fmla="*/ 11 h 139"/>
                  <a:gd name="T74" fmla="*/ 127 w 379"/>
                  <a:gd name="T75" fmla="*/ 15 h 139"/>
                  <a:gd name="T76" fmla="*/ 77 w 379"/>
                  <a:gd name="T77" fmla="*/ 28 h 139"/>
                  <a:gd name="T78" fmla="*/ 50 w 379"/>
                  <a:gd name="T79" fmla="*/ 40 h 139"/>
                  <a:gd name="T80" fmla="*/ 38 w 379"/>
                  <a:gd name="T81" fmla="*/ 51 h 139"/>
                  <a:gd name="T82" fmla="*/ 31 w 379"/>
                  <a:gd name="T83" fmla="*/ 63 h 139"/>
                  <a:gd name="T84" fmla="*/ 31 w 379"/>
                  <a:gd name="T85" fmla="*/ 69 h 139"/>
                  <a:gd name="T86" fmla="*/ 34 w 379"/>
                  <a:gd name="T87" fmla="*/ 81 h 139"/>
                  <a:gd name="T88" fmla="*/ 43 w 379"/>
                  <a:gd name="T89" fmla="*/ 92 h 139"/>
                  <a:gd name="T90" fmla="*/ 58 w 379"/>
                  <a:gd name="T91" fmla="*/ 101 h 139"/>
                  <a:gd name="T92" fmla="*/ 102 w 379"/>
                  <a:gd name="T93" fmla="*/ 118 h 139"/>
                  <a:gd name="T94" fmla="*/ 157 w 379"/>
                  <a:gd name="T95" fmla="*/ 126 h 139"/>
                  <a:gd name="T96" fmla="*/ 190 w 379"/>
                  <a:gd name="T97" fmla="*/ 139 h 139"/>
                  <a:gd name="T98" fmla="*/ 152 w 379"/>
                  <a:gd name="T99" fmla="*/ 138 h 139"/>
                  <a:gd name="T100" fmla="*/ 84 w 379"/>
                  <a:gd name="T101" fmla="*/ 127 h 139"/>
                  <a:gd name="T102" fmla="*/ 43 w 379"/>
                  <a:gd name="T103" fmla="*/ 114 h 139"/>
                  <a:gd name="T104" fmla="*/ 23 w 379"/>
                  <a:gd name="T105" fmla="*/ 103 h 139"/>
                  <a:gd name="T106" fmla="*/ 8 w 379"/>
                  <a:gd name="T107" fmla="*/ 89 h 139"/>
                  <a:gd name="T108" fmla="*/ 1 w 379"/>
                  <a:gd name="T109" fmla="*/ 76 h 139"/>
                  <a:gd name="T110" fmla="*/ 0 w 379"/>
                  <a:gd name="T111"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9" h="139">
                    <a:moveTo>
                      <a:pt x="190" y="0"/>
                    </a:moveTo>
                    <a:lnTo>
                      <a:pt x="190" y="0"/>
                    </a:ln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39"/>
                    </a:lnTo>
                    <a:lnTo>
                      <a:pt x="190" y="127"/>
                    </a:lnTo>
                    <a:lnTo>
                      <a:pt x="190" y="127"/>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9"/>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lnTo>
                      <a:pt x="0"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8" name="ïşḻïďe">
                <a:extLst>
                  <a:ext uri="{FF2B5EF4-FFF2-40B4-BE49-F238E27FC236}">
                    <a16:creationId xmlns:a16="http://schemas.microsoft.com/office/drawing/2014/main" id="{539BC801-9343-41A8-A2CF-3D4E99554319}"/>
                  </a:ext>
                </a:extLst>
              </p:cNvPr>
              <p:cNvSpPr/>
              <p:nvPr/>
            </p:nvSpPr>
            <p:spPr bwMode="auto">
              <a:xfrm>
                <a:off x="2187576" y="1789113"/>
                <a:ext cx="450850" cy="452438"/>
              </a:xfrm>
              <a:custGeom>
                <a:avLst/>
                <a:gdLst>
                  <a:gd name="T0" fmla="*/ 142 w 284"/>
                  <a:gd name="T1" fmla="*/ 50 h 285"/>
                  <a:gd name="T2" fmla="*/ 190 w 284"/>
                  <a:gd name="T3" fmla="*/ 93 h 285"/>
                  <a:gd name="T4" fmla="*/ 218 w 284"/>
                  <a:gd name="T5" fmla="*/ 120 h 285"/>
                  <a:gd name="T6" fmla="*/ 258 w 284"/>
                  <a:gd name="T7" fmla="*/ 176 h 285"/>
                  <a:gd name="T8" fmla="*/ 277 w 284"/>
                  <a:gd name="T9" fmla="*/ 214 h 285"/>
                  <a:gd name="T10" fmla="*/ 283 w 284"/>
                  <a:gd name="T11" fmla="*/ 237 h 285"/>
                  <a:gd name="T12" fmla="*/ 284 w 284"/>
                  <a:gd name="T13" fmla="*/ 256 h 285"/>
                  <a:gd name="T14" fmla="*/ 280 w 284"/>
                  <a:gd name="T15" fmla="*/ 271 h 285"/>
                  <a:gd name="T16" fmla="*/ 276 w 284"/>
                  <a:gd name="T17" fmla="*/ 276 h 285"/>
                  <a:gd name="T18" fmla="*/ 266 w 284"/>
                  <a:gd name="T19" fmla="*/ 283 h 285"/>
                  <a:gd name="T20" fmla="*/ 254 w 284"/>
                  <a:gd name="T21" fmla="*/ 285 h 285"/>
                  <a:gd name="T22" fmla="*/ 223 w 284"/>
                  <a:gd name="T23" fmla="*/ 280 h 285"/>
                  <a:gd name="T24" fmla="*/ 184 w 284"/>
                  <a:gd name="T25" fmla="*/ 262 h 285"/>
                  <a:gd name="T26" fmla="*/ 142 w 284"/>
                  <a:gd name="T27" fmla="*/ 235 h 285"/>
                  <a:gd name="T28" fmla="*/ 142 w 284"/>
                  <a:gd name="T29" fmla="*/ 219 h 285"/>
                  <a:gd name="T30" fmla="*/ 177 w 284"/>
                  <a:gd name="T31" fmla="*/ 243 h 285"/>
                  <a:gd name="T32" fmla="*/ 209 w 284"/>
                  <a:gd name="T33" fmla="*/ 257 h 285"/>
                  <a:gd name="T34" fmla="*/ 235 w 284"/>
                  <a:gd name="T35" fmla="*/ 261 h 285"/>
                  <a:gd name="T36" fmla="*/ 246 w 284"/>
                  <a:gd name="T37" fmla="*/ 260 h 285"/>
                  <a:gd name="T38" fmla="*/ 254 w 284"/>
                  <a:gd name="T39" fmla="*/ 254 h 285"/>
                  <a:gd name="T40" fmla="*/ 254 w 284"/>
                  <a:gd name="T41" fmla="*/ 254 h 285"/>
                  <a:gd name="T42" fmla="*/ 260 w 284"/>
                  <a:gd name="T43" fmla="*/ 243 h 285"/>
                  <a:gd name="T44" fmla="*/ 261 w 284"/>
                  <a:gd name="T45" fmla="*/ 230 h 285"/>
                  <a:gd name="T46" fmla="*/ 258 w 284"/>
                  <a:gd name="T47" fmla="*/ 212 h 285"/>
                  <a:gd name="T48" fmla="*/ 239 w 284"/>
                  <a:gd name="T49" fmla="*/ 170 h 285"/>
                  <a:gd name="T50" fmla="*/ 205 w 284"/>
                  <a:gd name="T51" fmla="*/ 124 h 285"/>
                  <a:gd name="T52" fmla="*/ 184 w 284"/>
                  <a:gd name="T53" fmla="*/ 101 h 285"/>
                  <a:gd name="T54" fmla="*/ 142 w 284"/>
                  <a:gd name="T55" fmla="*/ 65 h 285"/>
                  <a:gd name="T56" fmla="*/ 8 w 284"/>
                  <a:gd name="T57" fmla="*/ 8 h 285"/>
                  <a:gd name="T58" fmla="*/ 12 w 284"/>
                  <a:gd name="T59" fmla="*/ 5 h 285"/>
                  <a:gd name="T60" fmla="*/ 23 w 284"/>
                  <a:gd name="T61" fmla="*/ 0 h 285"/>
                  <a:gd name="T62" fmla="*/ 44 w 284"/>
                  <a:gd name="T63" fmla="*/ 0 h 285"/>
                  <a:gd name="T64" fmla="*/ 79 w 284"/>
                  <a:gd name="T65" fmla="*/ 11 h 285"/>
                  <a:gd name="T66" fmla="*/ 120 w 284"/>
                  <a:gd name="T67" fmla="*/ 34 h 285"/>
                  <a:gd name="T68" fmla="*/ 142 w 284"/>
                  <a:gd name="T69" fmla="*/ 65 h 285"/>
                  <a:gd name="T70" fmla="*/ 124 w 284"/>
                  <a:gd name="T71" fmla="*/ 51 h 285"/>
                  <a:gd name="T72" fmla="*/ 89 w 284"/>
                  <a:gd name="T73" fmla="*/ 32 h 285"/>
                  <a:gd name="T74" fmla="*/ 60 w 284"/>
                  <a:gd name="T75" fmla="*/ 23 h 285"/>
                  <a:gd name="T76" fmla="*/ 43 w 284"/>
                  <a:gd name="T77" fmla="*/ 23 h 285"/>
                  <a:gd name="T78" fmla="*/ 33 w 284"/>
                  <a:gd name="T79" fmla="*/ 27 h 285"/>
                  <a:gd name="T80" fmla="*/ 29 w 284"/>
                  <a:gd name="T81" fmla="*/ 29 h 285"/>
                  <a:gd name="T82" fmla="*/ 24 w 284"/>
                  <a:gd name="T83" fmla="*/ 40 h 285"/>
                  <a:gd name="T84" fmla="*/ 23 w 284"/>
                  <a:gd name="T85" fmla="*/ 55 h 285"/>
                  <a:gd name="T86" fmla="*/ 25 w 284"/>
                  <a:gd name="T87" fmla="*/ 71 h 285"/>
                  <a:gd name="T88" fmla="*/ 44 w 284"/>
                  <a:gd name="T89" fmla="*/ 113 h 285"/>
                  <a:gd name="T90" fmla="*/ 78 w 284"/>
                  <a:gd name="T91" fmla="*/ 159 h 285"/>
                  <a:gd name="T92" fmla="*/ 100 w 284"/>
                  <a:gd name="T93" fmla="*/ 184 h 285"/>
                  <a:gd name="T94" fmla="*/ 142 w 284"/>
                  <a:gd name="T95" fmla="*/ 219 h 285"/>
                  <a:gd name="T96" fmla="*/ 142 w 284"/>
                  <a:gd name="T97" fmla="*/ 235 h 285"/>
                  <a:gd name="T98" fmla="*/ 93 w 284"/>
                  <a:gd name="T99" fmla="*/ 192 h 285"/>
                  <a:gd name="T100" fmla="*/ 66 w 284"/>
                  <a:gd name="T101" fmla="*/ 164 h 285"/>
                  <a:gd name="T102" fmla="*/ 25 w 284"/>
                  <a:gd name="T103" fmla="*/ 108 h 285"/>
                  <a:gd name="T104" fmla="*/ 6 w 284"/>
                  <a:gd name="T105" fmla="*/ 70 h 285"/>
                  <a:gd name="T106" fmla="*/ 1 w 284"/>
                  <a:gd name="T107" fmla="*/ 47 h 285"/>
                  <a:gd name="T108" fmla="*/ 0 w 284"/>
                  <a:gd name="T109" fmla="*/ 28 h 285"/>
                  <a:gd name="T110" fmla="*/ 4 w 284"/>
                  <a:gd name="T111" fmla="*/ 13 h 285"/>
                  <a:gd name="T112" fmla="*/ 8 w 284"/>
                  <a:gd name="T113"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6" y="70"/>
                    </a:lnTo>
                    <a:lnTo>
                      <a:pt x="190" y="93"/>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4" y="254"/>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00" y="184"/>
                    </a:lnTo>
                    <a:lnTo>
                      <a:pt x="121" y="203"/>
                    </a:lnTo>
                    <a:lnTo>
                      <a:pt x="142" y="219"/>
                    </a:lnTo>
                    <a:lnTo>
                      <a:pt x="142" y="235"/>
                    </a:lnTo>
                    <a:lnTo>
                      <a:pt x="142" y="235"/>
                    </a:lnTo>
                    <a:lnTo>
                      <a:pt x="117" y="215"/>
                    </a:lnTo>
                    <a:lnTo>
                      <a:pt x="93" y="192"/>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lnTo>
                      <a:pt x="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9" name="ïś1íḋé">
                <a:extLst>
                  <a:ext uri="{FF2B5EF4-FFF2-40B4-BE49-F238E27FC236}">
                    <a16:creationId xmlns:a16="http://schemas.microsoft.com/office/drawing/2014/main" id="{9A2C21D3-50C4-44FB-ACF0-F36D79B24407}"/>
                  </a:ext>
                </a:extLst>
              </p:cNvPr>
              <p:cNvSpPr/>
              <p:nvPr/>
            </p:nvSpPr>
            <p:spPr bwMode="auto">
              <a:xfrm>
                <a:off x="2187576" y="1789113"/>
                <a:ext cx="450850" cy="452438"/>
              </a:xfrm>
              <a:custGeom>
                <a:avLst/>
                <a:gdLst>
                  <a:gd name="T0" fmla="*/ 142 w 284"/>
                  <a:gd name="T1" fmla="*/ 50 h 285"/>
                  <a:gd name="T2" fmla="*/ 184 w 284"/>
                  <a:gd name="T3" fmla="*/ 21 h 285"/>
                  <a:gd name="T4" fmla="*/ 223 w 284"/>
                  <a:gd name="T5" fmla="*/ 4 h 285"/>
                  <a:gd name="T6" fmla="*/ 254 w 284"/>
                  <a:gd name="T7" fmla="*/ 0 h 285"/>
                  <a:gd name="T8" fmla="*/ 266 w 284"/>
                  <a:gd name="T9" fmla="*/ 2 h 285"/>
                  <a:gd name="T10" fmla="*/ 276 w 284"/>
                  <a:gd name="T11" fmla="*/ 8 h 285"/>
                  <a:gd name="T12" fmla="*/ 280 w 284"/>
                  <a:gd name="T13" fmla="*/ 13 h 285"/>
                  <a:gd name="T14" fmla="*/ 284 w 284"/>
                  <a:gd name="T15" fmla="*/ 28 h 285"/>
                  <a:gd name="T16" fmla="*/ 283 w 284"/>
                  <a:gd name="T17" fmla="*/ 47 h 285"/>
                  <a:gd name="T18" fmla="*/ 277 w 284"/>
                  <a:gd name="T19" fmla="*/ 70 h 285"/>
                  <a:gd name="T20" fmla="*/ 258 w 284"/>
                  <a:gd name="T21" fmla="*/ 108 h 285"/>
                  <a:gd name="T22" fmla="*/ 218 w 284"/>
                  <a:gd name="T23" fmla="*/ 164 h 285"/>
                  <a:gd name="T24" fmla="*/ 190 w 284"/>
                  <a:gd name="T25" fmla="*/ 192 h 285"/>
                  <a:gd name="T26" fmla="*/ 142 w 284"/>
                  <a:gd name="T27" fmla="*/ 235 h 285"/>
                  <a:gd name="T28" fmla="*/ 142 w 284"/>
                  <a:gd name="T29" fmla="*/ 219 h 285"/>
                  <a:gd name="T30" fmla="*/ 184 w 284"/>
                  <a:gd name="T31" fmla="*/ 184 h 285"/>
                  <a:gd name="T32" fmla="*/ 205 w 284"/>
                  <a:gd name="T33" fmla="*/ 159 h 285"/>
                  <a:gd name="T34" fmla="*/ 239 w 284"/>
                  <a:gd name="T35" fmla="*/ 113 h 285"/>
                  <a:gd name="T36" fmla="*/ 258 w 284"/>
                  <a:gd name="T37" fmla="*/ 71 h 285"/>
                  <a:gd name="T38" fmla="*/ 261 w 284"/>
                  <a:gd name="T39" fmla="*/ 55 h 285"/>
                  <a:gd name="T40" fmla="*/ 260 w 284"/>
                  <a:gd name="T41" fmla="*/ 40 h 285"/>
                  <a:gd name="T42" fmla="*/ 254 w 284"/>
                  <a:gd name="T43" fmla="*/ 29 h 285"/>
                  <a:gd name="T44" fmla="*/ 254 w 284"/>
                  <a:gd name="T45" fmla="*/ 29 h 285"/>
                  <a:gd name="T46" fmla="*/ 246 w 284"/>
                  <a:gd name="T47" fmla="*/ 24 h 285"/>
                  <a:gd name="T48" fmla="*/ 235 w 284"/>
                  <a:gd name="T49" fmla="*/ 23 h 285"/>
                  <a:gd name="T50" fmla="*/ 209 w 284"/>
                  <a:gd name="T51" fmla="*/ 27 h 285"/>
                  <a:gd name="T52" fmla="*/ 177 w 284"/>
                  <a:gd name="T53" fmla="*/ 40 h 285"/>
                  <a:gd name="T54" fmla="*/ 142 w 284"/>
                  <a:gd name="T55" fmla="*/ 65 h 285"/>
                  <a:gd name="T56" fmla="*/ 8 w 284"/>
                  <a:gd name="T57" fmla="*/ 276 h 285"/>
                  <a:gd name="T58" fmla="*/ 4 w 284"/>
                  <a:gd name="T59" fmla="*/ 271 h 285"/>
                  <a:gd name="T60" fmla="*/ 0 w 284"/>
                  <a:gd name="T61" fmla="*/ 256 h 285"/>
                  <a:gd name="T62" fmla="*/ 1 w 284"/>
                  <a:gd name="T63" fmla="*/ 237 h 285"/>
                  <a:gd name="T64" fmla="*/ 6 w 284"/>
                  <a:gd name="T65" fmla="*/ 214 h 285"/>
                  <a:gd name="T66" fmla="*/ 25 w 284"/>
                  <a:gd name="T67" fmla="*/ 176 h 285"/>
                  <a:gd name="T68" fmla="*/ 66 w 284"/>
                  <a:gd name="T69" fmla="*/ 120 h 285"/>
                  <a:gd name="T70" fmla="*/ 93 w 284"/>
                  <a:gd name="T71" fmla="*/ 93 h 285"/>
                  <a:gd name="T72" fmla="*/ 142 w 284"/>
                  <a:gd name="T73" fmla="*/ 50 h 285"/>
                  <a:gd name="T74" fmla="*/ 142 w 284"/>
                  <a:gd name="T75" fmla="*/ 65 h 285"/>
                  <a:gd name="T76" fmla="*/ 100 w 284"/>
                  <a:gd name="T77" fmla="*/ 101 h 285"/>
                  <a:gd name="T78" fmla="*/ 78 w 284"/>
                  <a:gd name="T79" fmla="*/ 124 h 285"/>
                  <a:gd name="T80" fmla="*/ 44 w 284"/>
                  <a:gd name="T81" fmla="*/ 170 h 285"/>
                  <a:gd name="T82" fmla="*/ 25 w 284"/>
                  <a:gd name="T83" fmla="*/ 212 h 285"/>
                  <a:gd name="T84" fmla="*/ 23 w 284"/>
                  <a:gd name="T85" fmla="*/ 230 h 285"/>
                  <a:gd name="T86" fmla="*/ 24 w 284"/>
                  <a:gd name="T87" fmla="*/ 243 h 285"/>
                  <a:gd name="T88" fmla="*/ 29 w 284"/>
                  <a:gd name="T89" fmla="*/ 254 h 285"/>
                  <a:gd name="T90" fmla="*/ 33 w 284"/>
                  <a:gd name="T91" fmla="*/ 257 h 285"/>
                  <a:gd name="T92" fmla="*/ 43 w 284"/>
                  <a:gd name="T93" fmla="*/ 261 h 285"/>
                  <a:gd name="T94" fmla="*/ 60 w 284"/>
                  <a:gd name="T95" fmla="*/ 261 h 285"/>
                  <a:gd name="T96" fmla="*/ 89 w 284"/>
                  <a:gd name="T97" fmla="*/ 252 h 285"/>
                  <a:gd name="T98" fmla="*/ 124 w 284"/>
                  <a:gd name="T99" fmla="*/ 233 h 285"/>
                  <a:gd name="T100" fmla="*/ 142 w 284"/>
                  <a:gd name="T101" fmla="*/ 235 h 285"/>
                  <a:gd name="T102" fmla="*/ 120 w 284"/>
                  <a:gd name="T103" fmla="*/ 250 h 285"/>
                  <a:gd name="T104" fmla="*/ 79 w 284"/>
                  <a:gd name="T105" fmla="*/ 273 h 285"/>
                  <a:gd name="T106" fmla="*/ 44 w 284"/>
                  <a:gd name="T107" fmla="*/ 284 h 285"/>
                  <a:gd name="T108" fmla="*/ 23 w 284"/>
                  <a:gd name="T109" fmla="*/ 284 h 285"/>
                  <a:gd name="T110" fmla="*/ 12 w 284"/>
                  <a:gd name="T111" fmla="*/ 280 h 285"/>
                  <a:gd name="T112" fmla="*/ 8 w 284"/>
                  <a:gd name="T113" fmla="*/ 27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90" y="192"/>
                    </a:lnTo>
                    <a:lnTo>
                      <a:pt x="166" y="215"/>
                    </a:lnTo>
                    <a:lnTo>
                      <a:pt x="142" y="235"/>
                    </a:lnTo>
                    <a:lnTo>
                      <a:pt x="142" y="219"/>
                    </a:lnTo>
                    <a:lnTo>
                      <a:pt x="142" y="219"/>
                    </a:lnTo>
                    <a:lnTo>
                      <a:pt x="162" y="203"/>
                    </a:lnTo>
                    <a:lnTo>
                      <a:pt x="184" y="184"/>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4" y="29"/>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93" y="93"/>
                    </a:lnTo>
                    <a:lnTo>
                      <a:pt x="117" y="70"/>
                    </a:lnTo>
                    <a:lnTo>
                      <a:pt x="142" y="50"/>
                    </a:lnTo>
                    <a:lnTo>
                      <a:pt x="142" y="65"/>
                    </a:lnTo>
                    <a:lnTo>
                      <a:pt x="142" y="65"/>
                    </a:lnTo>
                    <a:lnTo>
                      <a:pt x="121" y="81"/>
                    </a:lnTo>
                    <a:lnTo>
                      <a:pt x="100" y="10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lnTo>
                      <a:pt x="8"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0" name="íṣľídé">
                <a:extLst>
                  <a:ext uri="{FF2B5EF4-FFF2-40B4-BE49-F238E27FC236}">
                    <a16:creationId xmlns:a16="http://schemas.microsoft.com/office/drawing/2014/main" id="{999EFD5E-5706-4AF4-9DB1-6D588D8C3457}"/>
                  </a:ext>
                </a:extLst>
              </p:cNvPr>
              <p:cNvSpPr/>
              <p:nvPr/>
            </p:nvSpPr>
            <p:spPr bwMode="auto">
              <a:xfrm>
                <a:off x="2365376" y="1966913"/>
                <a:ext cx="92075" cy="95250"/>
              </a:xfrm>
              <a:custGeom>
                <a:avLst/>
                <a:gdLst>
                  <a:gd name="T0" fmla="*/ 0 w 58"/>
                  <a:gd name="T1" fmla="*/ 30 h 60"/>
                  <a:gd name="T2" fmla="*/ 0 w 58"/>
                  <a:gd name="T3" fmla="*/ 30 h 60"/>
                  <a:gd name="T4" fmla="*/ 1 w 58"/>
                  <a:gd name="T5" fmla="*/ 24 h 60"/>
                  <a:gd name="T6" fmla="*/ 3 w 58"/>
                  <a:gd name="T7" fmla="*/ 19 h 60"/>
                  <a:gd name="T8" fmla="*/ 5 w 58"/>
                  <a:gd name="T9" fmla="*/ 14 h 60"/>
                  <a:gd name="T10" fmla="*/ 9 w 58"/>
                  <a:gd name="T11" fmla="*/ 10 h 60"/>
                  <a:gd name="T12" fmla="*/ 13 w 58"/>
                  <a:gd name="T13" fmla="*/ 6 h 60"/>
                  <a:gd name="T14" fmla="*/ 18 w 58"/>
                  <a:gd name="T15" fmla="*/ 3 h 60"/>
                  <a:gd name="T16" fmla="*/ 24 w 58"/>
                  <a:gd name="T17" fmla="*/ 1 h 60"/>
                  <a:gd name="T18" fmla="*/ 30 w 58"/>
                  <a:gd name="T19" fmla="*/ 0 h 60"/>
                  <a:gd name="T20" fmla="*/ 30 w 58"/>
                  <a:gd name="T21" fmla="*/ 0 h 60"/>
                  <a:gd name="T22" fmla="*/ 35 w 58"/>
                  <a:gd name="T23" fmla="*/ 1 h 60"/>
                  <a:gd name="T24" fmla="*/ 41 w 58"/>
                  <a:gd name="T25" fmla="*/ 3 h 60"/>
                  <a:gd name="T26" fmla="*/ 46 w 58"/>
                  <a:gd name="T27" fmla="*/ 6 h 60"/>
                  <a:gd name="T28" fmla="*/ 50 w 58"/>
                  <a:gd name="T29" fmla="*/ 10 h 60"/>
                  <a:gd name="T30" fmla="*/ 54 w 58"/>
                  <a:gd name="T31" fmla="*/ 14 h 60"/>
                  <a:gd name="T32" fmla="*/ 57 w 58"/>
                  <a:gd name="T33" fmla="*/ 19 h 60"/>
                  <a:gd name="T34" fmla="*/ 58 w 58"/>
                  <a:gd name="T35" fmla="*/ 24 h 60"/>
                  <a:gd name="T36" fmla="*/ 58 w 58"/>
                  <a:gd name="T37" fmla="*/ 30 h 60"/>
                  <a:gd name="T38" fmla="*/ 58 w 58"/>
                  <a:gd name="T39" fmla="*/ 30 h 60"/>
                  <a:gd name="T40" fmla="*/ 58 w 58"/>
                  <a:gd name="T41" fmla="*/ 35 h 60"/>
                  <a:gd name="T42" fmla="*/ 57 w 58"/>
                  <a:gd name="T43" fmla="*/ 41 h 60"/>
                  <a:gd name="T44" fmla="*/ 54 w 58"/>
                  <a:gd name="T45" fmla="*/ 46 h 60"/>
                  <a:gd name="T46" fmla="*/ 50 w 58"/>
                  <a:gd name="T47" fmla="*/ 50 h 60"/>
                  <a:gd name="T48" fmla="*/ 46 w 58"/>
                  <a:gd name="T49" fmla="*/ 54 h 60"/>
                  <a:gd name="T50" fmla="*/ 41 w 58"/>
                  <a:gd name="T51" fmla="*/ 57 h 60"/>
                  <a:gd name="T52" fmla="*/ 35 w 58"/>
                  <a:gd name="T53" fmla="*/ 58 h 60"/>
                  <a:gd name="T54" fmla="*/ 30 w 58"/>
                  <a:gd name="T55" fmla="*/ 60 h 60"/>
                  <a:gd name="T56" fmla="*/ 30 w 58"/>
                  <a:gd name="T57" fmla="*/ 60 h 60"/>
                  <a:gd name="T58" fmla="*/ 24 w 58"/>
                  <a:gd name="T59" fmla="*/ 58 h 60"/>
                  <a:gd name="T60" fmla="*/ 18 w 58"/>
                  <a:gd name="T61" fmla="*/ 57 h 60"/>
                  <a:gd name="T62" fmla="*/ 13 w 58"/>
                  <a:gd name="T63" fmla="*/ 54 h 60"/>
                  <a:gd name="T64" fmla="*/ 9 w 58"/>
                  <a:gd name="T65" fmla="*/ 50 h 60"/>
                  <a:gd name="T66" fmla="*/ 5 w 58"/>
                  <a:gd name="T67" fmla="*/ 46 h 60"/>
                  <a:gd name="T68" fmla="*/ 3 w 58"/>
                  <a:gd name="T69" fmla="*/ 41 h 60"/>
                  <a:gd name="T70" fmla="*/ 1 w 58"/>
                  <a:gd name="T71" fmla="*/ 35 h 60"/>
                  <a:gd name="T72" fmla="*/ 0 w 58"/>
                  <a:gd name="T73" fmla="*/ 30 h 60"/>
                  <a:gd name="T74" fmla="*/ 0 w 58"/>
                  <a:gd name="T75"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60">
                    <a:moveTo>
                      <a:pt x="0" y="30"/>
                    </a:moveTo>
                    <a:lnTo>
                      <a:pt x="0" y="30"/>
                    </a:lnTo>
                    <a:lnTo>
                      <a:pt x="1" y="24"/>
                    </a:lnTo>
                    <a:lnTo>
                      <a:pt x="3" y="19"/>
                    </a:lnTo>
                    <a:lnTo>
                      <a:pt x="5" y="14"/>
                    </a:lnTo>
                    <a:lnTo>
                      <a:pt x="9" y="10"/>
                    </a:lnTo>
                    <a:lnTo>
                      <a:pt x="13" y="6"/>
                    </a:lnTo>
                    <a:lnTo>
                      <a:pt x="18" y="3"/>
                    </a:lnTo>
                    <a:lnTo>
                      <a:pt x="24" y="1"/>
                    </a:lnTo>
                    <a:lnTo>
                      <a:pt x="30" y="0"/>
                    </a:lnTo>
                    <a:lnTo>
                      <a:pt x="30" y="0"/>
                    </a:lnTo>
                    <a:lnTo>
                      <a:pt x="35" y="1"/>
                    </a:lnTo>
                    <a:lnTo>
                      <a:pt x="41" y="3"/>
                    </a:lnTo>
                    <a:lnTo>
                      <a:pt x="46" y="6"/>
                    </a:lnTo>
                    <a:lnTo>
                      <a:pt x="50" y="10"/>
                    </a:lnTo>
                    <a:lnTo>
                      <a:pt x="54" y="14"/>
                    </a:lnTo>
                    <a:lnTo>
                      <a:pt x="57" y="19"/>
                    </a:lnTo>
                    <a:lnTo>
                      <a:pt x="58" y="24"/>
                    </a:lnTo>
                    <a:lnTo>
                      <a:pt x="58" y="30"/>
                    </a:lnTo>
                    <a:lnTo>
                      <a:pt x="58" y="30"/>
                    </a:lnTo>
                    <a:lnTo>
                      <a:pt x="58" y="35"/>
                    </a:lnTo>
                    <a:lnTo>
                      <a:pt x="57" y="41"/>
                    </a:lnTo>
                    <a:lnTo>
                      <a:pt x="54" y="46"/>
                    </a:lnTo>
                    <a:lnTo>
                      <a:pt x="50" y="50"/>
                    </a:lnTo>
                    <a:lnTo>
                      <a:pt x="46" y="54"/>
                    </a:lnTo>
                    <a:lnTo>
                      <a:pt x="41" y="57"/>
                    </a:lnTo>
                    <a:lnTo>
                      <a:pt x="35" y="58"/>
                    </a:lnTo>
                    <a:lnTo>
                      <a:pt x="30" y="60"/>
                    </a:lnTo>
                    <a:lnTo>
                      <a:pt x="30" y="60"/>
                    </a:lnTo>
                    <a:lnTo>
                      <a:pt x="24" y="58"/>
                    </a:lnTo>
                    <a:lnTo>
                      <a:pt x="18" y="57"/>
                    </a:lnTo>
                    <a:lnTo>
                      <a:pt x="13" y="54"/>
                    </a:lnTo>
                    <a:lnTo>
                      <a:pt x="9" y="50"/>
                    </a:lnTo>
                    <a:lnTo>
                      <a:pt x="5" y="46"/>
                    </a:lnTo>
                    <a:lnTo>
                      <a:pt x="3" y="41"/>
                    </a:lnTo>
                    <a:lnTo>
                      <a:pt x="1" y="35"/>
                    </a:lnTo>
                    <a:lnTo>
                      <a:pt x="0" y="30"/>
                    </a:lnTo>
                    <a:lnTo>
                      <a:pt x="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5" name="íṩlîḑé">
              <a:extLst>
                <a:ext uri="{FF2B5EF4-FFF2-40B4-BE49-F238E27FC236}">
                  <a16:creationId xmlns:a16="http://schemas.microsoft.com/office/drawing/2014/main" id="{0676AD68-CC81-406B-80E3-3750A07A673E}"/>
                </a:ext>
              </a:extLst>
            </p:cNvPr>
            <p:cNvGrpSpPr/>
            <p:nvPr/>
          </p:nvGrpSpPr>
          <p:grpSpPr>
            <a:xfrm>
              <a:off x="4994375" y="1613839"/>
              <a:ext cx="344261" cy="437497"/>
              <a:chOff x="1493838" y="1541463"/>
              <a:chExt cx="381000" cy="484187"/>
            </a:xfrm>
            <a:solidFill>
              <a:srgbClr val="00A99D"/>
            </a:solidFill>
          </p:grpSpPr>
          <p:sp>
            <p:nvSpPr>
              <p:cNvPr id="314" name="íṣ1ïďe">
                <a:extLst>
                  <a:ext uri="{FF2B5EF4-FFF2-40B4-BE49-F238E27FC236}">
                    <a16:creationId xmlns:a16="http://schemas.microsoft.com/office/drawing/2014/main" id="{A6058EC6-802D-45CC-96D4-4F7E65BE7EC9}"/>
                  </a:ext>
                </a:extLst>
              </p:cNvPr>
              <p:cNvSpPr/>
              <p:nvPr/>
            </p:nvSpPr>
            <p:spPr bwMode="auto">
              <a:xfrm>
                <a:off x="1493838" y="1546225"/>
                <a:ext cx="254000" cy="479425"/>
              </a:xfrm>
              <a:custGeom>
                <a:avLst/>
                <a:gdLst>
                  <a:gd name="T0" fmla="*/ 160 w 160"/>
                  <a:gd name="T1" fmla="*/ 0 h 302"/>
                  <a:gd name="T2" fmla="*/ 160 w 160"/>
                  <a:gd name="T3" fmla="*/ 302 h 302"/>
                  <a:gd name="T4" fmla="*/ 94 w 160"/>
                  <a:gd name="T5" fmla="*/ 302 h 302"/>
                  <a:gd name="T6" fmla="*/ 94 w 160"/>
                  <a:gd name="T7" fmla="*/ 261 h 302"/>
                  <a:gd name="T8" fmla="*/ 136 w 160"/>
                  <a:gd name="T9" fmla="*/ 261 h 302"/>
                  <a:gd name="T10" fmla="*/ 136 w 160"/>
                  <a:gd name="T11" fmla="*/ 116 h 302"/>
                  <a:gd name="T12" fmla="*/ 136 w 160"/>
                  <a:gd name="T13" fmla="*/ 116 h 302"/>
                  <a:gd name="T14" fmla="*/ 94 w 160"/>
                  <a:gd name="T15" fmla="*/ 189 h 302"/>
                  <a:gd name="T16" fmla="*/ 94 w 160"/>
                  <a:gd name="T17" fmla="*/ 124 h 302"/>
                  <a:gd name="T18" fmla="*/ 160 w 160"/>
                  <a:gd name="T19" fmla="*/ 0 h 302"/>
                  <a:gd name="T20" fmla="*/ 94 w 160"/>
                  <a:gd name="T21" fmla="*/ 302 h 302"/>
                  <a:gd name="T22" fmla="*/ 0 w 160"/>
                  <a:gd name="T23" fmla="*/ 302 h 302"/>
                  <a:gd name="T24" fmla="*/ 94 w 160"/>
                  <a:gd name="T25" fmla="*/ 124 h 302"/>
                  <a:gd name="T26" fmla="*/ 94 w 160"/>
                  <a:gd name="T27" fmla="*/ 189 h 302"/>
                  <a:gd name="T28" fmla="*/ 53 w 160"/>
                  <a:gd name="T29" fmla="*/ 261 h 302"/>
                  <a:gd name="T30" fmla="*/ 94 w 160"/>
                  <a:gd name="T31" fmla="*/ 261 h 302"/>
                  <a:gd name="T32" fmla="*/ 94 w 160"/>
                  <a:gd name="T3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2">
                    <a:moveTo>
                      <a:pt x="160" y="0"/>
                    </a:moveTo>
                    <a:lnTo>
                      <a:pt x="160" y="302"/>
                    </a:lnTo>
                    <a:lnTo>
                      <a:pt x="94" y="302"/>
                    </a:lnTo>
                    <a:lnTo>
                      <a:pt x="94" y="261"/>
                    </a:lnTo>
                    <a:lnTo>
                      <a:pt x="136" y="261"/>
                    </a:lnTo>
                    <a:lnTo>
                      <a:pt x="136" y="116"/>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5" name="iS1íḍe">
                <a:extLst>
                  <a:ext uri="{FF2B5EF4-FFF2-40B4-BE49-F238E27FC236}">
                    <a16:creationId xmlns:a16="http://schemas.microsoft.com/office/drawing/2014/main" id="{E9D77462-6C89-42FB-81A2-CBE40E31543E}"/>
                  </a:ext>
                </a:extLst>
              </p:cNvPr>
              <p:cNvSpPr/>
              <p:nvPr/>
            </p:nvSpPr>
            <p:spPr bwMode="auto">
              <a:xfrm>
                <a:off x="1811338" y="1541463"/>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6" name="îs1idê">
              <a:extLst>
                <a:ext uri="{FF2B5EF4-FFF2-40B4-BE49-F238E27FC236}">
                  <a16:creationId xmlns:a16="http://schemas.microsoft.com/office/drawing/2014/main" id="{A025585E-35F4-48E8-A2CA-814FC99D1A96}"/>
                </a:ext>
              </a:extLst>
            </p:cNvPr>
            <p:cNvSpPr/>
            <p:nvPr/>
          </p:nvSpPr>
          <p:spPr bwMode="auto">
            <a:xfrm>
              <a:off x="6725715" y="3753171"/>
              <a:ext cx="459013" cy="358604"/>
            </a:xfrm>
            <a:custGeom>
              <a:avLst/>
              <a:gdLst>
                <a:gd name="T0" fmla="*/ 298 w 320"/>
                <a:gd name="T1" fmla="*/ 57 h 250"/>
                <a:gd name="T2" fmla="*/ 320 w 320"/>
                <a:gd name="T3" fmla="*/ 138 h 250"/>
                <a:gd name="T4" fmla="*/ 303 w 320"/>
                <a:gd name="T5" fmla="*/ 212 h 250"/>
                <a:gd name="T6" fmla="*/ 271 w 320"/>
                <a:gd name="T7" fmla="*/ 245 h 250"/>
                <a:gd name="T8" fmla="*/ 263 w 320"/>
                <a:gd name="T9" fmla="*/ 233 h 250"/>
                <a:gd name="T10" fmla="*/ 279 w 320"/>
                <a:gd name="T11" fmla="*/ 214 h 250"/>
                <a:gd name="T12" fmla="*/ 276 w 320"/>
                <a:gd name="T13" fmla="*/ 191 h 250"/>
                <a:gd name="T14" fmla="*/ 261 w 320"/>
                <a:gd name="T15" fmla="*/ 165 h 250"/>
                <a:gd name="T16" fmla="*/ 287 w 320"/>
                <a:gd name="T17" fmla="*/ 165 h 250"/>
                <a:gd name="T18" fmla="*/ 299 w 320"/>
                <a:gd name="T19" fmla="*/ 153 h 250"/>
                <a:gd name="T20" fmla="*/ 299 w 320"/>
                <a:gd name="T21" fmla="*/ 126 h 250"/>
                <a:gd name="T22" fmla="*/ 283 w 320"/>
                <a:gd name="T23" fmla="*/ 112 h 250"/>
                <a:gd name="T24" fmla="*/ 261 w 320"/>
                <a:gd name="T25" fmla="*/ 100 h 250"/>
                <a:gd name="T26" fmla="*/ 278 w 320"/>
                <a:gd name="T27" fmla="*/ 96 h 250"/>
                <a:gd name="T28" fmla="*/ 287 w 320"/>
                <a:gd name="T29" fmla="*/ 74 h 250"/>
                <a:gd name="T30" fmla="*/ 280 w 320"/>
                <a:gd name="T31" fmla="*/ 58 h 250"/>
                <a:gd name="T32" fmla="*/ 238 w 320"/>
                <a:gd name="T33" fmla="*/ 8 h 250"/>
                <a:gd name="T34" fmla="*/ 261 w 320"/>
                <a:gd name="T35" fmla="*/ 50 h 250"/>
                <a:gd name="T36" fmla="*/ 242 w 320"/>
                <a:gd name="T37" fmla="*/ 59 h 250"/>
                <a:gd name="T38" fmla="*/ 238 w 320"/>
                <a:gd name="T39" fmla="*/ 34 h 250"/>
                <a:gd name="T40" fmla="*/ 261 w 320"/>
                <a:gd name="T41" fmla="*/ 247 h 250"/>
                <a:gd name="T42" fmla="*/ 244 w 320"/>
                <a:gd name="T43" fmla="*/ 235 h 250"/>
                <a:gd name="T44" fmla="*/ 261 w 320"/>
                <a:gd name="T45" fmla="*/ 247 h 250"/>
                <a:gd name="T46" fmla="*/ 261 w 320"/>
                <a:gd name="T47" fmla="*/ 113 h 250"/>
                <a:gd name="T48" fmla="*/ 245 w 320"/>
                <a:gd name="T49" fmla="*/ 135 h 250"/>
                <a:gd name="T50" fmla="*/ 252 w 320"/>
                <a:gd name="T51" fmla="*/ 155 h 250"/>
                <a:gd name="T52" fmla="*/ 256 w 320"/>
                <a:gd name="T53" fmla="*/ 174 h 250"/>
                <a:gd name="T54" fmla="*/ 238 w 320"/>
                <a:gd name="T55" fmla="*/ 82 h 250"/>
                <a:gd name="T56" fmla="*/ 255 w 320"/>
                <a:gd name="T57" fmla="*/ 100 h 250"/>
                <a:gd name="T58" fmla="*/ 238 w 320"/>
                <a:gd name="T59" fmla="*/ 8 h 250"/>
                <a:gd name="T60" fmla="*/ 234 w 320"/>
                <a:gd name="T61" fmla="*/ 20 h 250"/>
                <a:gd name="T62" fmla="*/ 219 w 320"/>
                <a:gd name="T63" fmla="*/ 2 h 250"/>
                <a:gd name="T64" fmla="*/ 219 w 320"/>
                <a:gd name="T65" fmla="*/ 215 h 250"/>
                <a:gd name="T66" fmla="*/ 229 w 320"/>
                <a:gd name="T67" fmla="*/ 227 h 250"/>
                <a:gd name="T68" fmla="*/ 238 w 320"/>
                <a:gd name="T69" fmla="*/ 39 h 250"/>
                <a:gd name="T70" fmla="*/ 238 w 320"/>
                <a:gd name="T71" fmla="*/ 174 h 250"/>
                <a:gd name="T72" fmla="*/ 226 w 320"/>
                <a:gd name="T73" fmla="*/ 184 h 250"/>
                <a:gd name="T74" fmla="*/ 225 w 320"/>
                <a:gd name="T75" fmla="*/ 51 h 250"/>
                <a:gd name="T76" fmla="*/ 238 w 320"/>
                <a:gd name="T77" fmla="*/ 39 h 250"/>
                <a:gd name="T78" fmla="*/ 134 w 320"/>
                <a:gd name="T79" fmla="*/ 8 h 250"/>
                <a:gd name="T80" fmla="*/ 219 w 320"/>
                <a:gd name="T81" fmla="*/ 2 h 250"/>
                <a:gd name="T82" fmla="*/ 211 w 320"/>
                <a:gd name="T83" fmla="*/ 16 h 250"/>
                <a:gd name="T84" fmla="*/ 203 w 320"/>
                <a:gd name="T85" fmla="*/ 42 h 250"/>
                <a:gd name="T86" fmla="*/ 219 w 320"/>
                <a:gd name="T87" fmla="*/ 53 h 250"/>
                <a:gd name="T88" fmla="*/ 218 w 320"/>
                <a:gd name="T89" fmla="*/ 210 h 250"/>
                <a:gd name="T90" fmla="*/ 194 w 320"/>
                <a:gd name="T91" fmla="*/ 230 h 250"/>
                <a:gd name="T92" fmla="*/ 125 w 320"/>
                <a:gd name="T93" fmla="*/ 192 h 250"/>
                <a:gd name="T94" fmla="*/ 68 w 320"/>
                <a:gd name="T95" fmla="*/ 164 h 250"/>
                <a:gd name="T96" fmla="*/ 84 w 320"/>
                <a:gd name="T97" fmla="*/ 159 h 250"/>
                <a:gd name="T98" fmla="*/ 104 w 320"/>
                <a:gd name="T99" fmla="*/ 131 h 250"/>
                <a:gd name="T100" fmla="*/ 95 w 320"/>
                <a:gd name="T101" fmla="*/ 100 h 250"/>
                <a:gd name="T102" fmla="*/ 0 w 320"/>
                <a:gd name="T103" fmla="*/ 136 h 250"/>
                <a:gd name="T104" fmla="*/ 5 w 320"/>
                <a:gd name="T105" fmla="*/ 96 h 250"/>
                <a:gd name="T106" fmla="*/ 45 w 320"/>
                <a:gd name="T107" fmla="*/ 44 h 250"/>
                <a:gd name="T108" fmla="*/ 68 w 320"/>
                <a:gd name="T109" fmla="*/ 88 h 250"/>
                <a:gd name="T110" fmla="*/ 38 w 320"/>
                <a:gd name="T111" fmla="*/ 101 h 250"/>
                <a:gd name="T112" fmla="*/ 31 w 320"/>
                <a:gd name="T113" fmla="*/ 135 h 250"/>
                <a:gd name="T114" fmla="*/ 57 w 320"/>
                <a:gd name="T115" fmla="*/ 162 h 250"/>
                <a:gd name="T116" fmla="*/ 42 w 320"/>
                <a:gd name="T117" fmla="*/ 189 h 250"/>
                <a:gd name="T118" fmla="*/ 3 w 320"/>
                <a:gd name="T119" fmla="*/ 1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82" y="239"/>
                  </a:lnTo>
                  <a:lnTo>
                    <a:pt x="271" y="245"/>
                  </a:lnTo>
                  <a:lnTo>
                    <a:pt x="261" y="247"/>
                  </a:lnTo>
                  <a:lnTo>
                    <a:pt x="261" y="233"/>
                  </a:lnTo>
                  <a:lnTo>
                    <a:pt x="261" y="233"/>
                  </a:lnTo>
                  <a:lnTo>
                    <a:pt x="263" y="233"/>
                  </a:lnTo>
                  <a:lnTo>
                    <a:pt x="263" y="233"/>
                  </a:lnTo>
                  <a:lnTo>
                    <a:pt x="263" y="233"/>
                  </a:lnTo>
                  <a:lnTo>
                    <a:pt x="268" y="229"/>
                  </a:lnTo>
                  <a:lnTo>
                    <a:pt x="272" y="224"/>
                  </a:lnTo>
                  <a:lnTo>
                    <a:pt x="276" y="219"/>
                  </a:lnTo>
                  <a:lnTo>
                    <a:pt x="279" y="214"/>
                  </a:lnTo>
                  <a:lnTo>
                    <a:pt x="280" y="208"/>
                  </a:lnTo>
                  <a:lnTo>
                    <a:pt x="280" y="203"/>
                  </a:lnTo>
                  <a:lnTo>
                    <a:pt x="279" y="196"/>
                  </a:lnTo>
                  <a:lnTo>
                    <a:pt x="276" y="191"/>
                  </a:lnTo>
                  <a:lnTo>
                    <a:pt x="276" y="191"/>
                  </a:lnTo>
                  <a:lnTo>
                    <a:pt x="274" y="185"/>
                  </a:lnTo>
                  <a:lnTo>
                    <a:pt x="271" y="181"/>
                  </a:lnTo>
                  <a:lnTo>
                    <a:pt x="267" y="178"/>
                  </a:lnTo>
                  <a:lnTo>
                    <a:pt x="261" y="176"/>
                  </a:lnTo>
                  <a:lnTo>
                    <a:pt x="261" y="165"/>
                  </a:lnTo>
                  <a:lnTo>
                    <a:pt x="261" y="165"/>
                  </a:lnTo>
                  <a:lnTo>
                    <a:pt x="268" y="168"/>
                  </a:lnTo>
                  <a:lnTo>
                    <a:pt x="275" y="168"/>
                  </a:lnTo>
                  <a:lnTo>
                    <a:pt x="280" y="168"/>
                  </a:lnTo>
                  <a:lnTo>
                    <a:pt x="287" y="165"/>
                  </a:lnTo>
                  <a:lnTo>
                    <a:pt x="287" y="165"/>
                  </a:lnTo>
                  <a:lnTo>
                    <a:pt x="287" y="165"/>
                  </a:lnTo>
                  <a:lnTo>
                    <a:pt x="293" y="162"/>
                  </a:lnTo>
                  <a:lnTo>
                    <a:pt x="297" y="158"/>
                  </a:lnTo>
                  <a:lnTo>
                    <a:pt x="299" y="153"/>
                  </a:lnTo>
                  <a:lnTo>
                    <a:pt x="302" y="149"/>
                  </a:lnTo>
                  <a:lnTo>
                    <a:pt x="303" y="143"/>
                  </a:lnTo>
                  <a:lnTo>
                    <a:pt x="303" y="136"/>
                  </a:lnTo>
                  <a:lnTo>
                    <a:pt x="302" y="131"/>
                  </a:lnTo>
                  <a:lnTo>
                    <a:pt x="299" y="126"/>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1" y="100"/>
                  </a:lnTo>
                  <a:lnTo>
                    <a:pt x="268" y="100"/>
                  </a:lnTo>
                  <a:lnTo>
                    <a:pt x="274" y="99"/>
                  </a:lnTo>
                  <a:lnTo>
                    <a:pt x="274" y="99"/>
                  </a:lnTo>
                  <a:lnTo>
                    <a:pt x="278" y="96"/>
                  </a:lnTo>
                  <a:lnTo>
                    <a:pt x="282" y="92"/>
                  </a:lnTo>
                  <a:lnTo>
                    <a:pt x="284" y="88"/>
                  </a:lnTo>
                  <a:lnTo>
                    <a:pt x="286" y="84"/>
                  </a:lnTo>
                  <a:lnTo>
                    <a:pt x="287" y="78"/>
                  </a:lnTo>
                  <a:lnTo>
                    <a:pt x="287" y="74"/>
                  </a:lnTo>
                  <a:lnTo>
                    <a:pt x="286" y="69"/>
                  </a:lnTo>
                  <a:lnTo>
                    <a:pt x="284" y="63"/>
                  </a:lnTo>
                  <a:lnTo>
                    <a:pt x="284" y="63"/>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61" y="50"/>
                  </a:lnTo>
                  <a:lnTo>
                    <a:pt x="256" y="50"/>
                  </a:lnTo>
                  <a:lnTo>
                    <a:pt x="251" y="53"/>
                  </a:lnTo>
                  <a:lnTo>
                    <a:pt x="251" y="53"/>
                  </a:lnTo>
                  <a:lnTo>
                    <a:pt x="247" y="55"/>
                  </a:lnTo>
                  <a:lnTo>
                    <a:pt x="242" y="59"/>
                  </a:lnTo>
                  <a:lnTo>
                    <a:pt x="240" y="63"/>
                  </a:lnTo>
                  <a:lnTo>
                    <a:pt x="238" y="67"/>
                  </a:lnTo>
                  <a:lnTo>
                    <a:pt x="238" y="39"/>
                  </a:lnTo>
                  <a:lnTo>
                    <a:pt x="238" y="39"/>
                  </a:lnTo>
                  <a:lnTo>
                    <a:pt x="238" y="34"/>
                  </a:lnTo>
                  <a:lnTo>
                    <a:pt x="238" y="27"/>
                  </a:lnTo>
                  <a:lnTo>
                    <a:pt x="238" y="8"/>
                  </a:lnTo>
                  <a:lnTo>
                    <a:pt x="238" y="8"/>
                  </a:lnTo>
                  <a:close/>
                  <a:moveTo>
                    <a:pt x="261" y="247"/>
                  </a:moveTo>
                  <a:lnTo>
                    <a:pt x="261" y="247"/>
                  </a:lnTo>
                  <a:lnTo>
                    <a:pt x="249" y="250"/>
                  </a:lnTo>
                  <a:lnTo>
                    <a:pt x="238" y="250"/>
                  </a:lnTo>
                  <a:lnTo>
                    <a:pt x="238" y="233"/>
                  </a:lnTo>
                  <a:lnTo>
                    <a:pt x="238" y="233"/>
                  </a:lnTo>
                  <a:lnTo>
                    <a:pt x="244" y="235"/>
                  </a:lnTo>
                  <a:lnTo>
                    <a:pt x="249" y="235"/>
                  </a:lnTo>
                  <a:lnTo>
                    <a:pt x="256" y="235"/>
                  </a:lnTo>
                  <a:lnTo>
                    <a:pt x="261" y="233"/>
                  </a:lnTo>
                  <a:lnTo>
                    <a:pt x="261" y="247"/>
                  </a:lnTo>
                  <a:lnTo>
                    <a:pt x="261" y="247"/>
                  </a:lnTo>
                  <a:close/>
                  <a:moveTo>
                    <a:pt x="261" y="100"/>
                  </a:moveTo>
                  <a:lnTo>
                    <a:pt x="261" y="112"/>
                  </a:lnTo>
                  <a:lnTo>
                    <a:pt x="261" y="112"/>
                  </a:lnTo>
                  <a:lnTo>
                    <a:pt x="261" y="113"/>
                  </a:lnTo>
                  <a:lnTo>
                    <a:pt x="261" y="113"/>
                  </a:lnTo>
                  <a:lnTo>
                    <a:pt x="256" y="116"/>
                  </a:lnTo>
                  <a:lnTo>
                    <a:pt x="252" y="120"/>
                  </a:lnTo>
                  <a:lnTo>
                    <a:pt x="249" y="124"/>
                  </a:lnTo>
                  <a:lnTo>
                    <a:pt x="247" y="130"/>
                  </a:lnTo>
                  <a:lnTo>
                    <a:pt x="245" y="135"/>
                  </a:lnTo>
                  <a:lnTo>
                    <a:pt x="245" y="141"/>
                  </a:lnTo>
                  <a:lnTo>
                    <a:pt x="247" y="146"/>
                  </a:lnTo>
                  <a:lnTo>
                    <a:pt x="249" y="151"/>
                  </a:lnTo>
                  <a:lnTo>
                    <a:pt x="249" y="151"/>
                  </a:lnTo>
                  <a:lnTo>
                    <a:pt x="252" y="155"/>
                  </a:lnTo>
                  <a:lnTo>
                    <a:pt x="255" y="159"/>
                  </a:lnTo>
                  <a:lnTo>
                    <a:pt x="261" y="165"/>
                  </a:lnTo>
                  <a:lnTo>
                    <a:pt x="261" y="176"/>
                  </a:lnTo>
                  <a:lnTo>
                    <a:pt x="261" y="176"/>
                  </a:lnTo>
                  <a:lnTo>
                    <a:pt x="256" y="174"/>
                  </a:lnTo>
                  <a:lnTo>
                    <a:pt x="251" y="173"/>
                  </a:lnTo>
                  <a:lnTo>
                    <a:pt x="244" y="173"/>
                  </a:lnTo>
                  <a:lnTo>
                    <a:pt x="238" y="174"/>
                  </a:lnTo>
                  <a:lnTo>
                    <a:pt x="238" y="82"/>
                  </a:lnTo>
                  <a:lnTo>
                    <a:pt x="238" y="82"/>
                  </a:lnTo>
                  <a:lnTo>
                    <a:pt x="240" y="86"/>
                  </a:lnTo>
                  <a:lnTo>
                    <a:pt x="240" y="86"/>
                  </a:lnTo>
                  <a:lnTo>
                    <a:pt x="244" y="92"/>
                  </a:lnTo>
                  <a:lnTo>
                    <a:pt x="249" y="97"/>
                  </a:lnTo>
                  <a:lnTo>
                    <a:pt x="255" y="100"/>
                  </a:lnTo>
                  <a:lnTo>
                    <a:pt x="261" y="100"/>
                  </a:lnTo>
                  <a:lnTo>
                    <a:pt x="261" y="100"/>
                  </a:lnTo>
                  <a:close/>
                  <a:moveTo>
                    <a:pt x="219" y="2"/>
                  </a:moveTo>
                  <a:lnTo>
                    <a:pt x="219" y="2"/>
                  </a:lnTo>
                  <a:lnTo>
                    <a:pt x="238" y="8"/>
                  </a:lnTo>
                  <a:lnTo>
                    <a:pt x="238" y="27"/>
                  </a:lnTo>
                  <a:lnTo>
                    <a:pt x="238" y="27"/>
                  </a:lnTo>
                  <a:lnTo>
                    <a:pt x="237" y="24"/>
                  </a:lnTo>
                  <a:lnTo>
                    <a:pt x="237" y="24"/>
                  </a:lnTo>
                  <a:lnTo>
                    <a:pt x="234" y="20"/>
                  </a:lnTo>
                  <a:lnTo>
                    <a:pt x="230" y="17"/>
                  </a:lnTo>
                  <a:lnTo>
                    <a:pt x="225" y="15"/>
                  </a:lnTo>
                  <a:lnTo>
                    <a:pt x="219" y="15"/>
                  </a:lnTo>
                  <a:lnTo>
                    <a:pt x="219" y="2"/>
                  </a:lnTo>
                  <a:lnTo>
                    <a:pt x="219" y="2"/>
                  </a:lnTo>
                  <a:close/>
                  <a:moveTo>
                    <a:pt x="238" y="250"/>
                  </a:moveTo>
                  <a:lnTo>
                    <a:pt x="238" y="250"/>
                  </a:lnTo>
                  <a:lnTo>
                    <a:pt x="229" y="247"/>
                  </a:lnTo>
                  <a:lnTo>
                    <a:pt x="219" y="245"/>
                  </a:lnTo>
                  <a:lnTo>
                    <a:pt x="219" y="215"/>
                  </a:lnTo>
                  <a:lnTo>
                    <a:pt x="219" y="215"/>
                  </a:lnTo>
                  <a:lnTo>
                    <a:pt x="221" y="218"/>
                  </a:lnTo>
                  <a:lnTo>
                    <a:pt x="221" y="218"/>
                  </a:lnTo>
                  <a:lnTo>
                    <a:pt x="225" y="223"/>
                  </a:lnTo>
                  <a:lnTo>
                    <a:pt x="229" y="227"/>
                  </a:lnTo>
                  <a:lnTo>
                    <a:pt x="233" y="231"/>
                  </a:lnTo>
                  <a:lnTo>
                    <a:pt x="238" y="233"/>
                  </a:lnTo>
                  <a:lnTo>
                    <a:pt x="238" y="250"/>
                  </a:lnTo>
                  <a:lnTo>
                    <a:pt x="238" y="250"/>
                  </a:lnTo>
                  <a:close/>
                  <a:moveTo>
                    <a:pt x="238" y="39"/>
                  </a:moveTo>
                  <a:lnTo>
                    <a:pt x="238" y="67"/>
                  </a:lnTo>
                  <a:lnTo>
                    <a:pt x="238" y="67"/>
                  </a:lnTo>
                  <a:lnTo>
                    <a:pt x="237" y="74"/>
                  </a:lnTo>
                  <a:lnTo>
                    <a:pt x="238" y="82"/>
                  </a:lnTo>
                  <a:lnTo>
                    <a:pt x="238" y="174"/>
                  </a:lnTo>
                  <a:lnTo>
                    <a:pt x="238" y="174"/>
                  </a:lnTo>
                  <a:lnTo>
                    <a:pt x="236" y="176"/>
                  </a:lnTo>
                  <a:lnTo>
                    <a:pt x="236" y="176"/>
                  </a:lnTo>
                  <a:lnTo>
                    <a:pt x="230" y="180"/>
                  </a:lnTo>
                  <a:lnTo>
                    <a:pt x="226" y="184"/>
                  </a:lnTo>
                  <a:lnTo>
                    <a:pt x="222" y="188"/>
                  </a:lnTo>
                  <a:lnTo>
                    <a:pt x="219" y="193"/>
                  </a:lnTo>
                  <a:lnTo>
                    <a:pt x="219" y="53"/>
                  </a:lnTo>
                  <a:lnTo>
                    <a:pt x="219" y="53"/>
                  </a:lnTo>
                  <a:lnTo>
                    <a:pt x="225" y="51"/>
                  </a:lnTo>
                  <a:lnTo>
                    <a:pt x="229" y="50"/>
                  </a:lnTo>
                  <a:lnTo>
                    <a:pt x="229" y="50"/>
                  </a:lnTo>
                  <a:lnTo>
                    <a:pt x="234" y="46"/>
                  </a:lnTo>
                  <a:lnTo>
                    <a:pt x="238" y="39"/>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9" y="15"/>
                  </a:lnTo>
                  <a:lnTo>
                    <a:pt x="215" y="15"/>
                  </a:lnTo>
                  <a:lnTo>
                    <a:pt x="211" y="16"/>
                  </a:lnTo>
                  <a:lnTo>
                    <a:pt x="211" y="16"/>
                  </a:lnTo>
                  <a:lnTo>
                    <a:pt x="211" y="16"/>
                  </a:lnTo>
                  <a:lnTo>
                    <a:pt x="206" y="20"/>
                  </a:lnTo>
                  <a:lnTo>
                    <a:pt x="202" y="27"/>
                  </a:lnTo>
                  <a:lnTo>
                    <a:pt x="200" y="34"/>
                  </a:lnTo>
                  <a:lnTo>
                    <a:pt x="203" y="42"/>
                  </a:lnTo>
                  <a:lnTo>
                    <a:pt x="203" y="42"/>
                  </a:lnTo>
                  <a:lnTo>
                    <a:pt x="206" y="46"/>
                  </a:lnTo>
                  <a:lnTo>
                    <a:pt x="210" y="50"/>
                  </a:lnTo>
                  <a:lnTo>
                    <a:pt x="215" y="51"/>
                  </a:lnTo>
                  <a:lnTo>
                    <a:pt x="219" y="53"/>
                  </a:lnTo>
                  <a:lnTo>
                    <a:pt x="219" y="193"/>
                  </a:lnTo>
                  <a:lnTo>
                    <a:pt x="219" y="193"/>
                  </a:lnTo>
                  <a:lnTo>
                    <a:pt x="218" y="199"/>
                  </a:lnTo>
                  <a:lnTo>
                    <a:pt x="218" y="204"/>
                  </a:lnTo>
                  <a:lnTo>
                    <a:pt x="218" y="210"/>
                  </a:lnTo>
                  <a:lnTo>
                    <a:pt x="219" y="215"/>
                  </a:lnTo>
                  <a:lnTo>
                    <a:pt x="219" y="245"/>
                  </a:lnTo>
                  <a:lnTo>
                    <a:pt x="219" y="245"/>
                  </a:lnTo>
                  <a:lnTo>
                    <a:pt x="207" y="238"/>
                  </a:lnTo>
                  <a:lnTo>
                    <a:pt x="194" y="230"/>
                  </a:lnTo>
                  <a:lnTo>
                    <a:pt x="169" y="212"/>
                  </a:lnTo>
                  <a:lnTo>
                    <a:pt x="157" y="203"/>
                  </a:lnTo>
                  <a:lnTo>
                    <a:pt x="145" y="196"/>
                  </a:lnTo>
                  <a:lnTo>
                    <a:pt x="131" y="192"/>
                  </a:lnTo>
                  <a:lnTo>
                    <a:pt x="125" y="192"/>
                  </a:lnTo>
                  <a:lnTo>
                    <a:pt x="118" y="192"/>
                  </a:lnTo>
                  <a:lnTo>
                    <a:pt x="118" y="192"/>
                  </a:lnTo>
                  <a:lnTo>
                    <a:pt x="92" y="193"/>
                  </a:lnTo>
                  <a:lnTo>
                    <a:pt x="68" y="193"/>
                  </a:lnTo>
                  <a:lnTo>
                    <a:pt x="68" y="164"/>
                  </a:lnTo>
                  <a:lnTo>
                    <a:pt x="68" y="164"/>
                  </a:lnTo>
                  <a:lnTo>
                    <a:pt x="76" y="162"/>
                  </a:lnTo>
                  <a:lnTo>
                    <a:pt x="84" y="159"/>
                  </a:lnTo>
                  <a:lnTo>
                    <a:pt x="84" y="159"/>
                  </a:lnTo>
                  <a:lnTo>
                    <a:pt x="84" y="159"/>
                  </a:lnTo>
                  <a:lnTo>
                    <a:pt x="91" y="155"/>
                  </a:lnTo>
                  <a:lnTo>
                    <a:pt x="96" y="150"/>
                  </a:lnTo>
                  <a:lnTo>
                    <a:pt x="100" y="145"/>
                  </a:lnTo>
                  <a:lnTo>
                    <a:pt x="103" y="138"/>
                  </a:lnTo>
                  <a:lnTo>
                    <a:pt x="104" y="131"/>
                  </a:lnTo>
                  <a:lnTo>
                    <a:pt x="104" y="123"/>
                  </a:lnTo>
                  <a:lnTo>
                    <a:pt x="103" y="116"/>
                  </a:lnTo>
                  <a:lnTo>
                    <a:pt x="100" y="109"/>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54" y="38"/>
                  </a:lnTo>
                  <a:lnTo>
                    <a:pt x="68" y="31"/>
                  </a:lnTo>
                  <a:lnTo>
                    <a:pt x="68" y="88"/>
                  </a:lnTo>
                  <a:lnTo>
                    <a:pt x="68" y="88"/>
                  </a:lnTo>
                  <a:lnTo>
                    <a:pt x="58" y="89"/>
                  </a:lnTo>
                  <a:lnTo>
                    <a:pt x="50" y="92"/>
                  </a:lnTo>
                  <a:lnTo>
                    <a:pt x="50" y="92"/>
                  </a:lnTo>
                  <a:lnTo>
                    <a:pt x="43" y="96"/>
                  </a:lnTo>
                  <a:lnTo>
                    <a:pt x="38" y="101"/>
                  </a:lnTo>
                  <a:lnTo>
                    <a:pt x="34" y="108"/>
                  </a:lnTo>
                  <a:lnTo>
                    <a:pt x="31" y="113"/>
                  </a:lnTo>
                  <a:lnTo>
                    <a:pt x="30" y="122"/>
                  </a:lnTo>
                  <a:lnTo>
                    <a:pt x="30" y="128"/>
                  </a:lnTo>
                  <a:lnTo>
                    <a:pt x="31" y="135"/>
                  </a:lnTo>
                  <a:lnTo>
                    <a:pt x="34" y="143"/>
                  </a:lnTo>
                  <a:lnTo>
                    <a:pt x="34" y="143"/>
                  </a:lnTo>
                  <a:lnTo>
                    <a:pt x="39" y="151"/>
                  </a:lnTo>
                  <a:lnTo>
                    <a:pt x="47" y="158"/>
                  </a:lnTo>
                  <a:lnTo>
                    <a:pt x="57" y="162"/>
                  </a:lnTo>
                  <a:lnTo>
                    <a:pt x="68" y="164"/>
                  </a:lnTo>
                  <a:lnTo>
                    <a:pt x="68" y="193"/>
                  </a:lnTo>
                  <a:lnTo>
                    <a:pt x="68" y="193"/>
                  </a:lnTo>
                  <a:lnTo>
                    <a:pt x="54" y="192"/>
                  </a:lnTo>
                  <a:lnTo>
                    <a:pt x="42" y="189"/>
                  </a:lnTo>
                  <a:lnTo>
                    <a:pt x="31" y="185"/>
                  </a:lnTo>
                  <a:lnTo>
                    <a:pt x="22" y="178"/>
                  </a:lnTo>
                  <a:lnTo>
                    <a:pt x="14" y="172"/>
                  </a:lnTo>
                  <a:lnTo>
                    <a:pt x="8" y="162"/>
                  </a:lnTo>
                  <a:lnTo>
                    <a:pt x="3" y="150"/>
                  </a:lnTo>
                  <a:lnTo>
                    <a:pt x="0" y="136"/>
                  </a:lnTo>
                  <a:lnTo>
                    <a:pt x="0" y="13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7" name="ïšḻíďé">
              <a:extLst>
                <a:ext uri="{FF2B5EF4-FFF2-40B4-BE49-F238E27FC236}">
                  <a16:creationId xmlns:a16="http://schemas.microsoft.com/office/drawing/2014/main" id="{70FC6019-E82C-4151-BBFB-9AB0DAA3F2F3}"/>
                </a:ext>
              </a:extLst>
            </p:cNvPr>
            <p:cNvGrpSpPr/>
            <p:nvPr/>
          </p:nvGrpSpPr>
          <p:grpSpPr>
            <a:xfrm>
              <a:off x="5355844" y="4111159"/>
              <a:ext cx="447539" cy="582374"/>
              <a:chOff x="1893888" y="4305300"/>
              <a:chExt cx="495300" cy="644526"/>
            </a:xfrm>
            <a:solidFill>
              <a:srgbClr val="FF8F29"/>
            </a:solidFill>
          </p:grpSpPr>
          <p:sp>
            <p:nvSpPr>
              <p:cNvPr id="306" name="î$1îḍe">
                <a:extLst>
                  <a:ext uri="{FF2B5EF4-FFF2-40B4-BE49-F238E27FC236}">
                    <a16:creationId xmlns:a16="http://schemas.microsoft.com/office/drawing/2014/main" id="{3B4237DB-1C11-4B99-A8D1-9CB33E728ACF}"/>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7" name="ïSļiḍe">
                <a:extLst>
                  <a:ext uri="{FF2B5EF4-FFF2-40B4-BE49-F238E27FC236}">
                    <a16:creationId xmlns:a16="http://schemas.microsoft.com/office/drawing/2014/main" id="{66240ACC-008A-4953-8A4B-E7D4E4E97B8E}"/>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8" name="ïşlidé">
                <a:extLst>
                  <a:ext uri="{FF2B5EF4-FFF2-40B4-BE49-F238E27FC236}">
                    <a16:creationId xmlns:a16="http://schemas.microsoft.com/office/drawing/2014/main" id="{E2A6C34D-A2DB-4369-931B-B34A8B191B7B}"/>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9" name="ïş1ïḑê">
                <a:extLst>
                  <a:ext uri="{FF2B5EF4-FFF2-40B4-BE49-F238E27FC236}">
                    <a16:creationId xmlns:a16="http://schemas.microsoft.com/office/drawing/2014/main" id="{3C9A9C9A-3452-412A-81DD-7F6247F654FA}"/>
                  </a:ext>
                </a:extLst>
              </p:cNvPr>
              <p:cNvSpPr/>
              <p:nvPr/>
            </p:nvSpPr>
            <p:spPr bwMode="auto">
              <a:xfrm>
                <a:off x="2139951" y="4786313"/>
                <a:ext cx="136525" cy="163513"/>
              </a:xfrm>
              <a:custGeom>
                <a:avLst/>
                <a:gdLst>
                  <a:gd name="T0" fmla="*/ 27 w 86"/>
                  <a:gd name="T1" fmla="*/ 6 h 103"/>
                  <a:gd name="T2" fmla="*/ 27 w 86"/>
                  <a:gd name="T3" fmla="*/ 38 h 103"/>
                  <a:gd name="T4" fmla="*/ 27 w 86"/>
                  <a:gd name="T5" fmla="*/ 38 h 103"/>
                  <a:gd name="T6" fmla="*/ 28 w 86"/>
                  <a:gd name="T7" fmla="*/ 41 h 103"/>
                  <a:gd name="T8" fmla="*/ 34 w 86"/>
                  <a:gd name="T9" fmla="*/ 47 h 103"/>
                  <a:gd name="T10" fmla="*/ 42 w 86"/>
                  <a:gd name="T11" fmla="*/ 55 h 103"/>
                  <a:gd name="T12" fmla="*/ 47 w 86"/>
                  <a:gd name="T13" fmla="*/ 57 h 103"/>
                  <a:gd name="T14" fmla="*/ 54 w 86"/>
                  <a:gd name="T15" fmla="*/ 60 h 103"/>
                  <a:gd name="T16" fmla="*/ 54 w 86"/>
                  <a:gd name="T17" fmla="*/ 60 h 103"/>
                  <a:gd name="T18" fmla="*/ 66 w 86"/>
                  <a:gd name="T19" fmla="*/ 65 h 103"/>
                  <a:gd name="T20" fmla="*/ 78 w 86"/>
                  <a:gd name="T21" fmla="*/ 72 h 103"/>
                  <a:gd name="T22" fmla="*/ 82 w 86"/>
                  <a:gd name="T23" fmla="*/ 75 h 103"/>
                  <a:gd name="T24" fmla="*/ 85 w 86"/>
                  <a:gd name="T25" fmla="*/ 79 h 103"/>
                  <a:gd name="T26" fmla="*/ 86 w 86"/>
                  <a:gd name="T27" fmla="*/ 82 h 103"/>
                  <a:gd name="T28" fmla="*/ 86 w 86"/>
                  <a:gd name="T29" fmla="*/ 86 h 103"/>
                  <a:gd name="T30" fmla="*/ 86 w 86"/>
                  <a:gd name="T31" fmla="*/ 86 h 103"/>
                  <a:gd name="T32" fmla="*/ 85 w 86"/>
                  <a:gd name="T33" fmla="*/ 90 h 103"/>
                  <a:gd name="T34" fmla="*/ 81 w 86"/>
                  <a:gd name="T35" fmla="*/ 93 h 103"/>
                  <a:gd name="T36" fmla="*/ 76 w 86"/>
                  <a:gd name="T37" fmla="*/ 95 h 103"/>
                  <a:gd name="T38" fmla="*/ 66 w 86"/>
                  <a:gd name="T39" fmla="*/ 98 h 103"/>
                  <a:gd name="T40" fmla="*/ 55 w 86"/>
                  <a:gd name="T41" fmla="*/ 101 h 103"/>
                  <a:gd name="T42" fmla="*/ 40 w 86"/>
                  <a:gd name="T43" fmla="*/ 102 h 103"/>
                  <a:gd name="T44" fmla="*/ 21 w 86"/>
                  <a:gd name="T45" fmla="*/ 103 h 103"/>
                  <a:gd name="T46" fmla="*/ 0 w 86"/>
                  <a:gd name="T47" fmla="*/ 103 h 103"/>
                  <a:gd name="T48" fmla="*/ 0 w 86"/>
                  <a:gd name="T49" fmla="*/ 0 h 103"/>
                  <a:gd name="T50" fmla="*/ 27 w 86"/>
                  <a:gd name="T51"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103">
                    <a:moveTo>
                      <a:pt x="27" y="6"/>
                    </a:moveTo>
                    <a:lnTo>
                      <a:pt x="27" y="38"/>
                    </a:lnTo>
                    <a:lnTo>
                      <a:pt x="27" y="38"/>
                    </a:lnTo>
                    <a:lnTo>
                      <a:pt x="28" y="41"/>
                    </a:lnTo>
                    <a:lnTo>
                      <a:pt x="34" y="47"/>
                    </a:lnTo>
                    <a:lnTo>
                      <a:pt x="42" y="55"/>
                    </a:lnTo>
                    <a:lnTo>
                      <a:pt x="47" y="57"/>
                    </a:lnTo>
                    <a:lnTo>
                      <a:pt x="54" y="60"/>
                    </a:lnTo>
                    <a:lnTo>
                      <a:pt x="54" y="60"/>
                    </a:lnTo>
                    <a:lnTo>
                      <a:pt x="66" y="65"/>
                    </a:lnTo>
                    <a:lnTo>
                      <a:pt x="78" y="72"/>
                    </a:lnTo>
                    <a:lnTo>
                      <a:pt x="82" y="75"/>
                    </a:lnTo>
                    <a:lnTo>
                      <a:pt x="85" y="79"/>
                    </a:lnTo>
                    <a:lnTo>
                      <a:pt x="86" y="82"/>
                    </a:lnTo>
                    <a:lnTo>
                      <a:pt x="86" y="86"/>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0" name="iṩḻïḓe">
                <a:extLst>
                  <a:ext uri="{FF2B5EF4-FFF2-40B4-BE49-F238E27FC236}">
                    <a16:creationId xmlns:a16="http://schemas.microsoft.com/office/drawing/2014/main" id="{A0303858-540B-455D-A22E-C6D8DA488CAD}"/>
                  </a:ext>
                </a:extLst>
              </p:cNvPr>
              <p:cNvSpPr/>
              <p:nvPr/>
            </p:nvSpPr>
            <p:spPr bwMode="auto">
              <a:xfrm>
                <a:off x="2024063" y="4786313"/>
                <a:ext cx="130175" cy="163513"/>
              </a:xfrm>
              <a:custGeom>
                <a:avLst/>
                <a:gdLst>
                  <a:gd name="T0" fmla="*/ 63 w 82"/>
                  <a:gd name="T1" fmla="*/ 6 h 103"/>
                  <a:gd name="T2" fmla="*/ 63 w 82"/>
                  <a:gd name="T3" fmla="*/ 38 h 103"/>
                  <a:gd name="T4" fmla="*/ 63 w 82"/>
                  <a:gd name="T5" fmla="*/ 38 h 103"/>
                  <a:gd name="T6" fmla="*/ 62 w 82"/>
                  <a:gd name="T7" fmla="*/ 41 h 103"/>
                  <a:gd name="T8" fmla="*/ 58 w 82"/>
                  <a:gd name="T9" fmla="*/ 47 h 103"/>
                  <a:gd name="T10" fmla="*/ 51 w 82"/>
                  <a:gd name="T11" fmla="*/ 55 h 103"/>
                  <a:gd name="T12" fmla="*/ 46 w 82"/>
                  <a:gd name="T13" fmla="*/ 57 h 103"/>
                  <a:gd name="T14" fmla="*/ 39 w 82"/>
                  <a:gd name="T15" fmla="*/ 60 h 103"/>
                  <a:gd name="T16" fmla="*/ 39 w 82"/>
                  <a:gd name="T17" fmla="*/ 60 h 103"/>
                  <a:gd name="T18" fmla="*/ 25 w 82"/>
                  <a:gd name="T19" fmla="*/ 65 h 103"/>
                  <a:gd name="T20" fmla="*/ 12 w 82"/>
                  <a:gd name="T21" fmla="*/ 72 h 103"/>
                  <a:gd name="T22" fmla="*/ 6 w 82"/>
                  <a:gd name="T23" fmla="*/ 75 h 103"/>
                  <a:gd name="T24" fmla="*/ 4 w 82"/>
                  <a:gd name="T25" fmla="*/ 79 h 103"/>
                  <a:gd name="T26" fmla="*/ 1 w 82"/>
                  <a:gd name="T27" fmla="*/ 82 h 103"/>
                  <a:gd name="T28" fmla="*/ 0 w 82"/>
                  <a:gd name="T29" fmla="*/ 86 h 103"/>
                  <a:gd name="T30" fmla="*/ 0 w 82"/>
                  <a:gd name="T31" fmla="*/ 86 h 103"/>
                  <a:gd name="T32" fmla="*/ 2 w 82"/>
                  <a:gd name="T33" fmla="*/ 90 h 103"/>
                  <a:gd name="T34" fmla="*/ 8 w 82"/>
                  <a:gd name="T35" fmla="*/ 93 h 103"/>
                  <a:gd name="T36" fmla="*/ 15 w 82"/>
                  <a:gd name="T37" fmla="*/ 95 h 103"/>
                  <a:gd name="T38" fmla="*/ 24 w 82"/>
                  <a:gd name="T39" fmla="*/ 98 h 103"/>
                  <a:gd name="T40" fmla="*/ 36 w 82"/>
                  <a:gd name="T41" fmla="*/ 101 h 103"/>
                  <a:gd name="T42" fmla="*/ 50 w 82"/>
                  <a:gd name="T43" fmla="*/ 102 h 103"/>
                  <a:gd name="T44" fmla="*/ 82 w 82"/>
                  <a:gd name="T45" fmla="*/ 103 h 103"/>
                  <a:gd name="T46" fmla="*/ 82 w 82"/>
                  <a:gd name="T47" fmla="*/ 0 h 103"/>
                  <a:gd name="T48" fmla="*/ 63 w 82"/>
                  <a:gd name="T49"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103">
                    <a:moveTo>
                      <a:pt x="63" y="6"/>
                    </a:moveTo>
                    <a:lnTo>
                      <a:pt x="63" y="38"/>
                    </a:lnTo>
                    <a:lnTo>
                      <a:pt x="63" y="38"/>
                    </a:lnTo>
                    <a:lnTo>
                      <a:pt x="62" y="41"/>
                    </a:lnTo>
                    <a:lnTo>
                      <a:pt x="58" y="47"/>
                    </a:lnTo>
                    <a:lnTo>
                      <a:pt x="51" y="55"/>
                    </a:lnTo>
                    <a:lnTo>
                      <a:pt x="46" y="57"/>
                    </a:lnTo>
                    <a:lnTo>
                      <a:pt x="39" y="60"/>
                    </a:lnTo>
                    <a:lnTo>
                      <a:pt x="39" y="60"/>
                    </a:lnTo>
                    <a:lnTo>
                      <a:pt x="25" y="65"/>
                    </a:lnTo>
                    <a:lnTo>
                      <a:pt x="12" y="72"/>
                    </a:lnTo>
                    <a:lnTo>
                      <a:pt x="6" y="75"/>
                    </a:lnTo>
                    <a:lnTo>
                      <a:pt x="4" y="79"/>
                    </a:lnTo>
                    <a:lnTo>
                      <a:pt x="1" y="82"/>
                    </a:lnTo>
                    <a:lnTo>
                      <a:pt x="0" y="86"/>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1" name="íśļîďê">
                <a:extLst>
                  <a:ext uri="{FF2B5EF4-FFF2-40B4-BE49-F238E27FC236}">
                    <a16:creationId xmlns:a16="http://schemas.microsoft.com/office/drawing/2014/main" id="{2DCFC0A7-788D-4F9C-82CD-052EC1FFAB67}"/>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2" name="îṧlidê">
                <a:extLst>
                  <a:ext uri="{FF2B5EF4-FFF2-40B4-BE49-F238E27FC236}">
                    <a16:creationId xmlns:a16="http://schemas.microsoft.com/office/drawing/2014/main" id="{3CD02098-B06A-4E8A-A880-94892EA76FF6}"/>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3" name="ísḷïḑè">
                <a:extLst>
                  <a:ext uri="{FF2B5EF4-FFF2-40B4-BE49-F238E27FC236}">
                    <a16:creationId xmlns:a16="http://schemas.microsoft.com/office/drawing/2014/main" id="{AB25B1E1-4AD2-4ED8-877E-033C2EAE9E59}"/>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8" name="íṩliḑe">
              <a:extLst>
                <a:ext uri="{FF2B5EF4-FFF2-40B4-BE49-F238E27FC236}">
                  <a16:creationId xmlns:a16="http://schemas.microsoft.com/office/drawing/2014/main" id="{3F25F6AD-BF86-4F9A-83E5-F495C6FFC353}"/>
                </a:ext>
              </a:extLst>
            </p:cNvPr>
            <p:cNvGrpSpPr/>
            <p:nvPr/>
          </p:nvGrpSpPr>
          <p:grpSpPr>
            <a:xfrm>
              <a:off x="7120178" y="1860558"/>
              <a:ext cx="292621" cy="520693"/>
              <a:chOff x="3846513" y="1814513"/>
              <a:chExt cx="323850" cy="576262"/>
            </a:xfrm>
            <a:solidFill>
              <a:srgbClr val="8CC63F"/>
            </a:solidFill>
          </p:grpSpPr>
          <p:sp>
            <p:nvSpPr>
              <p:cNvPr id="303" name="ïṥ1íḋe">
                <a:extLst>
                  <a:ext uri="{FF2B5EF4-FFF2-40B4-BE49-F238E27FC236}">
                    <a16:creationId xmlns:a16="http://schemas.microsoft.com/office/drawing/2014/main" id="{7539EC07-565F-41A7-89A8-DF0194FCEAA3}"/>
                  </a:ext>
                </a:extLst>
              </p:cNvPr>
              <p:cNvSpPr/>
              <p:nvPr/>
            </p:nvSpPr>
            <p:spPr bwMode="auto">
              <a:xfrm>
                <a:off x="3846513" y="1814513"/>
                <a:ext cx="323850" cy="323850"/>
              </a:xfrm>
              <a:custGeom>
                <a:avLst/>
                <a:gdLst>
                  <a:gd name="T0" fmla="*/ 112 w 204"/>
                  <a:gd name="T1" fmla="*/ 0 h 204"/>
                  <a:gd name="T2" fmla="*/ 141 w 204"/>
                  <a:gd name="T3" fmla="*/ 8 h 204"/>
                  <a:gd name="T4" fmla="*/ 165 w 204"/>
                  <a:gd name="T5" fmla="*/ 22 h 204"/>
                  <a:gd name="T6" fmla="*/ 185 w 204"/>
                  <a:gd name="T7" fmla="*/ 42 h 204"/>
                  <a:gd name="T8" fmla="*/ 199 w 204"/>
                  <a:gd name="T9" fmla="*/ 68 h 204"/>
                  <a:gd name="T10" fmla="*/ 204 w 204"/>
                  <a:gd name="T11" fmla="*/ 96 h 204"/>
                  <a:gd name="T12" fmla="*/ 203 w 204"/>
                  <a:gd name="T13" fmla="*/ 118 h 204"/>
                  <a:gd name="T14" fmla="*/ 195 w 204"/>
                  <a:gd name="T15" fmla="*/ 146 h 204"/>
                  <a:gd name="T16" fmla="*/ 179 w 204"/>
                  <a:gd name="T17" fmla="*/ 171 h 204"/>
                  <a:gd name="T18" fmla="*/ 156 w 204"/>
                  <a:gd name="T19" fmla="*/ 190 h 204"/>
                  <a:gd name="T20" fmla="*/ 129 w 204"/>
                  <a:gd name="T21" fmla="*/ 202 h 204"/>
                  <a:gd name="T22" fmla="*/ 108 w 204"/>
                  <a:gd name="T23" fmla="*/ 204 h 204"/>
                  <a:gd name="T24" fmla="*/ 102 w 204"/>
                  <a:gd name="T25" fmla="*/ 185 h 204"/>
                  <a:gd name="T26" fmla="*/ 107 w 204"/>
                  <a:gd name="T27" fmla="*/ 185 h 204"/>
                  <a:gd name="T28" fmla="*/ 131 w 204"/>
                  <a:gd name="T29" fmla="*/ 180 h 204"/>
                  <a:gd name="T30" fmla="*/ 164 w 204"/>
                  <a:gd name="T31" fmla="*/ 158 h 204"/>
                  <a:gd name="T32" fmla="*/ 183 w 204"/>
                  <a:gd name="T33" fmla="*/ 123 h 204"/>
                  <a:gd name="T34" fmla="*/ 185 w 204"/>
                  <a:gd name="T35" fmla="*/ 97 h 204"/>
                  <a:gd name="T36" fmla="*/ 177 w 204"/>
                  <a:gd name="T37" fmla="*/ 66 h 204"/>
                  <a:gd name="T38" fmla="*/ 148 w 204"/>
                  <a:gd name="T39" fmla="*/ 32 h 204"/>
                  <a:gd name="T40" fmla="*/ 102 w 204"/>
                  <a:gd name="T41" fmla="*/ 19 h 204"/>
                  <a:gd name="T42" fmla="*/ 96 w 204"/>
                  <a:gd name="T43" fmla="*/ 0 h 204"/>
                  <a:gd name="T44" fmla="*/ 102 w 204"/>
                  <a:gd name="T45" fmla="*/ 19 h 204"/>
                  <a:gd name="T46" fmla="*/ 89 w 204"/>
                  <a:gd name="T47" fmla="*/ 20 h 204"/>
                  <a:gd name="T48" fmla="*/ 66 w 204"/>
                  <a:gd name="T49" fmla="*/ 27 h 204"/>
                  <a:gd name="T50" fmla="*/ 31 w 204"/>
                  <a:gd name="T51" fmla="*/ 60 h 204"/>
                  <a:gd name="T52" fmla="*/ 20 w 204"/>
                  <a:gd name="T53" fmla="*/ 89 h 204"/>
                  <a:gd name="T54" fmla="*/ 19 w 204"/>
                  <a:gd name="T55" fmla="*/ 107 h 204"/>
                  <a:gd name="T56" fmla="*/ 35 w 204"/>
                  <a:gd name="T57" fmla="*/ 152 h 204"/>
                  <a:gd name="T58" fmla="*/ 70 w 204"/>
                  <a:gd name="T59" fmla="*/ 179 h 204"/>
                  <a:gd name="T60" fmla="*/ 102 w 204"/>
                  <a:gd name="T61" fmla="*/ 204 h 204"/>
                  <a:gd name="T62" fmla="*/ 83 w 204"/>
                  <a:gd name="T63" fmla="*/ 203 h 204"/>
                  <a:gd name="T64" fmla="*/ 55 w 204"/>
                  <a:gd name="T65" fmla="*/ 194 h 204"/>
                  <a:gd name="T66" fmla="*/ 32 w 204"/>
                  <a:gd name="T67" fmla="*/ 176 h 204"/>
                  <a:gd name="T68" fmla="*/ 13 w 204"/>
                  <a:gd name="T69" fmla="*/ 154 h 204"/>
                  <a:gd name="T70" fmla="*/ 3 w 204"/>
                  <a:gd name="T71" fmla="*/ 127 h 204"/>
                  <a:gd name="T72" fmla="*/ 0 w 204"/>
                  <a:gd name="T73" fmla="*/ 108 h 204"/>
                  <a:gd name="T74" fmla="*/ 3 w 204"/>
                  <a:gd name="T75" fmla="*/ 77 h 204"/>
                  <a:gd name="T76" fmla="*/ 15 w 204"/>
                  <a:gd name="T77" fmla="*/ 50 h 204"/>
                  <a:gd name="T78" fmla="*/ 32 w 204"/>
                  <a:gd name="T79" fmla="*/ 27 h 204"/>
                  <a:gd name="T80" fmla="*/ 57 w 204"/>
                  <a:gd name="T81" fmla="*/ 11 h 204"/>
                  <a:gd name="T82" fmla="*/ 87 w 204"/>
                  <a:gd name="T83" fmla="*/ 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8" y="204"/>
                    </a:lnTo>
                    <a:lnTo>
                      <a:pt x="102" y="204"/>
                    </a:lnTo>
                    <a:lnTo>
                      <a:pt x="102" y="185"/>
                    </a:lnTo>
                    <a:lnTo>
                      <a:pt x="102" y="185"/>
                    </a:lnTo>
                    <a:lnTo>
                      <a:pt x="107" y="185"/>
                    </a:lnTo>
                    <a:lnTo>
                      <a:pt x="107"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102" y="19"/>
                    </a:lnTo>
                    <a:lnTo>
                      <a:pt x="97"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19" y="107"/>
                    </a:lnTo>
                    <a:lnTo>
                      <a:pt x="22" y="123"/>
                    </a:lnTo>
                    <a:lnTo>
                      <a:pt x="27" y="138"/>
                    </a:lnTo>
                    <a:lnTo>
                      <a:pt x="35" y="152"/>
                    </a:lnTo>
                    <a:lnTo>
                      <a:pt x="45" y="162"/>
                    </a:lnTo>
                    <a:lnTo>
                      <a:pt x="57" y="172"/>
                    </a:lnTo>
                    <a:lnTo>
                      <a:pt x="70" y="179"/>
                    </a:lnTo>
                    <a:lnTo>
                      <a:pt x="87" y="184"/>
                    </a:lnTo>
                    <a:lnTo>
                      <a:pt x="102" y="185"/>
                    </a:lnTo>
                    <a:lnTo>
                      <a:pt x="102" y="204"/>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lnTo>
                      <a:pt x="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4" name="ïŝļiḍê">
                <a:extLst>
                  <a:ext uri="{FF2B5EF4-FFF2-40B4-BE49-F238E27FC236}">
                    <a16:creationId xmlns:a16="http://schemas.microsoft.com/office/drawing/2014/main" id="{1D5551CE-B76D-4FAC-B622-EA55DE54A607}"/>
                  </a:ext>
                </a:extLst>
              </p:cNvPr>
              <p:cNvSpPr/>
              <p:nvPr/>
            </p:nvSpPr>
            <p:spPr bwMode="auto">
              <a:xfrm>
                <a:off x="3994151" y="2119313"/>
                <a:ext cx="52388" cy="161925"/>
              </a:xfrm>
              <a:custGeom>
                <a:avLst/>
                <a:gdLst>
                  <a:gd name="T0" fmla="*/ 6 w 33"/>
                  <a:gd name="T1" fmla="*/ 102 h 102"/>
                  <a:gd name="T2" fmla="*/ 33 w 33"/>
                  <a:gd name="T3" fmla="*/ 100 h 102"/>
                  <a:gd name="T4" fmla="*/ 27 w 33"/>
                  <a:gd name="T5" fmla="*/ 0 h 102"/>
                  <a:gd name="T6" fmla="*/ 0 w 33"/>
                  <a:gd name="T7" fmla="*/ 2 h 102"/>
                  <a:gd name="T8" fmla="*/ 6 w 33"/>
                  <a:gd name="T9" fmla="*/ 102 h 102"/>
                </a:gdLst>
                <a:ahLst/>
                <a:cxnLst>
                  <a:cxn ang="0">
                    <a:pos x="T0" y="T1"/>
                  </a:cxn>
                  <a:cxn ang="0">
                    <a:pos x="T2" y="T3"/>
                  </a:cxn>
                  <a:cxn ang="0">
                    <a:pos x="T4" y="T5"/>
                  </a:cxn>
                  <a:cxn ang="0">
                    <a:pos x="T6" y="T7"/>
                  </a:cxn>
                  <a:cxn ang="0">
                    <a:pos x="T8" y="T9"/>
                  </a:cxn>
                </a:cxnLst>
                <a:rect l="0" t="0" r="r" b="b"/>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5" name="işlîḑe">
                <a:extLst>
                  <a:ext uri="{FF2B5EF4-FFF2-40B4-BE49-F238E27FC236}">
                    <a16:creationId xmlns:a16="http://schemas.microsoft.com/office/drawing/2014/main" id="{8838061A-BB3B-48B0-BEEA-5BD1178D14D0}"/>
                  </a:ext>
                </a:extLst>
              </p:cNvPr>
              <p:cNvSpPr/>
              <p:nvPr/>
            </p:nvSpPr>
            <p:spPr bwMode="auto">
              <a:xfrm>
                <a:off x="3986213" y="2171700"/>
                <a:ext cx="77788" cy="219075"/>
              </a:xfrm>
              <a:custGeom>
                <a:avLst/>
                <a:gdLst>
                  <a:gd name="T0" fmla="*/ 5 w 49"/>
                  <a:gd name="T1" fmla="*/ 116 h 138"/>
                  <a:gd name="T2" fmla="*/ 5 w 49"/>
                  <a:gd name="T3" fmla="*/ 116 h 138"/>
                  <a:gd name="T4" fmla="*/ 5 w 49"/>
                  <a:gd name="T5" fmla="*/ 122 h 138"/>
                  <a:gd name="T6" fmla="*/ 7 w 49"/>
                  <a:gd name="T7" fmla="*/ 126 h 138"/>
                  <a:gd name="T8" fmla="*/ 9 w 49"/>
                  <a:gd name="T9" fmla="*/ 128 h 138"/>
                  <a:gd name="T10" fmla="*/ 12 w 49"/>
                  <a:gd name="T11" fmla="*/ 132 h 138"/>
                  <a:gd name="T12" fmla="*/ 16 w 49"/>
                  <a:gd name="T13" fmla="*/ 134 h 138"/>
                  <a:gd name="T14" fmla="*/ 19 w 49"/>
                  <a:gd name="T15" fmla="*/ 136 h 138"/>
                  <a:gd name="T16" fmla="*/ 23 w 49"/>
                  <a:gd name="T17" fmla="*/ 138 h 138"/>
                  <a:gd name="T18" fmla="*/ 28 w 49"/>
                  <a:gd name="T19" fmla="*/ 138 h 138"/>
                  <a:gd name="T20" fmla="*/ 28 w 49"/>
                  <a:gd name="T21" fmla="*/ 138 h 138"/>
                  <a:gd name="T22" fmla="*/ 32 w 49"/>
                  <a:gd name="T23" fmla="*/ 136 h 138"/>
                  <a:gd name="T24" fmla="*/ 37 w 49"/>
                  <a:gd name="T25" fmla="*/ 135 h 138"/>
                  <a:gd name="T26" fmla="*/ 41 w 49"/>
                  <a:gd name="T27" fmla="*/ 132 h 138"/>
                  <a:gd name="T28" fmla="*/ 43 w 49"/>
                  <a:gd name="T29" fmla="*/ 130 h 138"/>
                  <a:gd name="T30" fmla="*/ 46 w 49"/>
                  <a:gd name="T31" fmla="*/ 127 h 138"/>
                  <a:gd name="T32" fmla="*/ 47 w 49"/>
                  <a:gd name="T33" fmla="*/ 123 h 138"/>
                  <a:gd name="T34" fmla="*/ 49 w 49"/>
                  <a:gd name="T35" fmla="*/ 119 h 138"/>
                  <a:gd name="T36" fmla="*/ 49 w 49"/>
                  <a:gd name="T37" fmla="*/ 115 h 138"/>
                  <a:gd name="T38" fmla="*/ 43 w 49"/>
                  <a:gd name="T39" fmla="*/ 20 h 138"/>
                  <a:gd name="T40" fmla="*/ 43 w 49"/>
                  <a:gd name="T41" fmla="*/ 20 h 138"/>
                  <a:gd name="T42" fmla="*/ 43 w 49"/>
                  <a:gd name="T43" fmla="*/ 16 h 138"/>
                  <a:gd name="T44" fmla="*/ 42 w 49"/>
                  <a:gd name="T45" fmla="*/ 12 h 138"/>
                  <a:gd name="T46" fmla="*/ 39 w 49"/>
                  <a:gd name="T47" fmla="*/ 8 h 138"/>
                  <a:gd name="T48" fmla="*/ 37 w 49"/>
                  <a:gd name="T49" fmla="*/ 5 h 138"/>
                  <a:gd name="T50" fmla="*/ 34 w 49"/>
                  <a:gd name="T51" fmla="*/ 2 h 138"/>
                  <a:gd name="T52" fmla="*/ 30 w 49"/>
                  <a:gd name="T53" fmla="*/ 1 h 138"/>
                  <a:gd name="T54" fmla="*/ 26 w 49"/>
                  <a:gd name="T55" fmla="*/ 0 h 138"/>
                  <a:gd name="T56" fmla="*/ 20 w 49"/>
                  <a:gd name="T57" fmla="*/ 0 h 138"/>
                  <a:gd name="T58" fmla="*/ 20 w 49"/>
                  <a:gd name="T59" fmla="*/ 0 h 138"/>
                  <a:gd name="T60" fmla="*/ 16 w 49"/>
                  <a:gd name="T61" fmla="*/ 0 h 138"/>
                  <a:gd name="T62" fmla="*/ 12 w 49"/>
                  <a:gd name="T63" fmla="*/ 1 h 138"/>
                  <a:gd name="T64" fmla="*/ 8 w 49"/>
                  <a:gd name="T65" fmla="*/ 4 h 138"/>
                  <a:gd name="T66" fmla="*/ 5 w 49"/>
                  <a:gd name="T67" fmla="*/ 6 h 138"/>
                  <a:gd name="T68" fmla="*/ 3 w 49"/>
                  <a:gd name="T69" fmla="*/ 11 h 138"/>
                  <a:gd name="T70" fmla="*/ 1 w 49"/>
                  <a:gd name="T71" fmla="*/ 15 h 138"/>
                  <a:gd name="T72" fmla="*/ 0 w 49"/>
                  <a:gd name="T73" fmla="*/ 19 h 138"/>
                  <a:gd name="T74" fmla="*/ 0 w 49"/>
                  <a:gd name="T75" fmla="*/ 23 h 138"/>
                  <a:gd name="T76" fmla="*/ 5 w 49"/>
                  <a:gd name="T77" fmla="*/ 1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28" y="138"/>
                    </a:lnTo>
                    <a:lnTo>
                      <a:pt x="32" y="136"/>
                    </a:lnTo>
                    <a:lnTo>
                      <a:pt x="37" y="135"/>
                    </a:lnTo>
                    <a:lnTo>
                      <a:pt x="41" y="132"/>
                    </a:lnTo>
                    <a:lnTo>
                      <a:pt x="43" y="130"/>
                    </a:lnTo>
                    <a:lnTo>
                      <a:pt x="46" y="127"/>
                    </a:lnTo>
                    <a:lnTo>
                      <a:pt x="47" y="123"/>
                    </a:lnTo>
                    <a:lnTo>
                      <a:pt x="49" y="119"/>
                    </a:lnTo>
                    <a:lnTo>
                      <a:pt x="49" y="115"/>
                    </a:lnTo>
                    <a:lnTo>
                      <a:pt x="43" y="20"/>
                    </a:lnTo>
                    <a:lnTo>
                      <a:pt x="43" y="20"/>
                    </a:lnTo>
                    <a:lnTo>
                      <a:pt x="43" y="16"/>
                    </a:lnTo>
                    <a:lnTo>
                      <a:pt x="42" y="12"/>
                    </a:lnTo>
                    <a:lnTo>
                      <a:pt x="39" y="8"/>
                    </a:lnTo>
                    <a:lnTo>
                      <a:pt x="37" y="5"/>
                    </a:lnTo>
                    <a:lnTo>
                      <a:pt x="34" y="2"/>
                    </a:lnTo>
                    <a:lnTo>
                      <a:pt x="30" y="1"/>
                    </a:lnTo>
                    <a:lnTo>
                      <a:pt x="26" y="0"/>
                    </a:lnTo>
                    <a:lnTo>
                      <a:pt x="20"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9" name="îs1íḍè">
              <a:extLst>
                <a:ext uri="{FF2B5EF4-FFF2-40B4-BE49-F238E27FC236}">
                  <a16:creationId xmlns:a16="http://schemas.microsoft.com/office/drawing/2014/main" id="{0F5F22B4-BD7E-468E-B4F8-C3629486B441}"/>
                </a:ext>
              </a:extLst>
            </p:cNvPr>
            <p:cNvSpPr/>
            <p:nvPr/>
          </p:nvSpPr>
          <p:spPr bwMode="auto">
            <a:xfrm>
              <a:off x="5962604" y="1268760"/>
              <a:ext cx="466186" cy="380121"/>
            </a:xfrm>
            <a:custGeom>
              <a:avLst/>
              <a:gdLst>
                <a:gd name="T0" fmla="*/ 263525 w 325"/>
                <a:gd name="T1" fmla="*/ 420688 h 265"/>
                <a:gd name="T2" fmla="*/ 263525 w 325"/>
                <a:gd name="T3" fmla="*/ 420688 h 265"/>
                <a:gd name="T4" fmla="*/ 268288 w 325"/>
                <a:gd name="T5" fmla="*/ 417513 h 265"/>
                <a:gd name="T6" fmla="*/ 280988 w 325"/>
                <a:gd name="T7" fmla="*/ 407988 h 265"/>
                <a:gd name="T8" fmla="*/ 300038 w 325"/>
                <a:gd name="T9" fmla="*/ 396875 h 265"/>
                <a:gd name="T10" fmla="*/ 314325 w 325"/>
                <a:gd name="T11" fmla="*/ 390525 h 265"/>
                <a:gd name="T12" fmla="*/ 328613 w 325"/>
                <a:gd name="T13" fmla="*/ 387350 h 265"/>
                <a:gd name="T14" fmla="*/ 346075 w 325"/>
                <a:gd name="T15" fmla="*/ 382588 h 265"/>
                <a:gd name="T16" fmla="*/ 365125 w 325"/>
                <a:gd name="T17" fmla="*/ 381000 h 265"/>
                <a:gd name="T18" fmla="*/ 384175 w 325"/>
                <a:gd name="T19" fmla="*/ 381000 h 265"/>
                <a:gd name="T20" fmla="*/ 407988 w 325"/>
                <a:gd name="T21" fmla="*/ 382588 h 265"/>
                <a:gd name="T22" fmla="*/ 431800 w 325"/>
                <a:gd name="T23" fmla="*/ 384175 h 265"/>
                <a:gd name="T24" fmla="*/ 457200 w 325"/>
                <a:gd name="T25" fmla="*/ 393700 h 265"/>
                <a:gd name="T26" fmla="*/ 485775 w 325"/>
                <a:gd name="T27" fmla="*/ 404813 h 265"/>
                <a:gd name="T28" fmla="*/ 515938 w 325"/>
                <a:gd name="T29" fmla="*/ 417513 h 265"/>
                <a:gd name="T30" fmla="*/ 515938 w 325"/>
                <a:gd name="T31" fmla="*/ 41275 h 265"/>
                <a:gd name="T32" fmla="*/ 515938 w 325"/>
                <a:gd name="T33" fmla="*/ 41275 h 265"/>
                <a:gd name="T34" fmla="*/ 487363 w 325"/>
                <a:gd name="T35" fmla="*/ 28575 h 265"/>
                <a:gd name="T36" fmla="*/ 457200 w 325"/>
                <a:gd name="T37" fmla="*/ 14288 h 265"/>
                <a:gd name="T38" fmla="*/ 420688 w 325"/>
                <a:gd name="T39" fmla="*/ 6350 h 265"/>
                <a:gd name="T40" fmla="*/ 401638 w 325"/>
                <a:gd name="T41" fmla="*/ 1588 h 265"/>
                <a:gd name="T42" fmla="*/ 381000 w 325"/>
                <a:gd name="T43" fmla="*/ 0 h 265"/>
                <a:gd name="T44" fmla="*/ 358775 w 325"/>
                <a:gd name="T45" fmla="*/ 0 h 265"/>
                <a:gd name="T46" fmla="*/ 336550 w 325"/>
                <a:gd name="T47" fmla="*/ 1588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8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0" name="íṧḻiḍè">
              <a:extLst>
                <a:ext uri="{FF2B5EF4-FFF2-40B4-BE49-F238E27FC236}">
                  <a16:creationId xmlns:a16="http://schemas.microsoft.com/office/drawing/2014/main" id="{397D4D97-5670-42EA-8EDB-855480EC0E54}"/>
                </a:ext>
              </a:extLst>
            </p:cNvPr>
            <p:cNvSpPr/>
            <p:nvPr/>
          </p:nvSpPr>
          <p:spPr bwMode="auto">
            <a:xfrm>
              <a:off x="5999899" y="3593950"/>
              <a:ext cx="568029" cy="469054"/>
            </a:xfrm>
            <a:custGeom>
              <a:avLst/>
              <a:gdLst>
                <a:gd name="T0" fmla="*/ 365 w 396"/>
                <a:gd name="T1" fmla="*/ 0 h 327"/>
                <a:gd name="T2" fmla="*/ 383 w 396"/>
                <a:gd name="T3" fmla="*/ 5 h 327"/>
                <a:gd name="T4" fmla="*/ 394 w 396"/>
                <a:gd name="T5" fmla="*/ 19 h 327"/>
                <a:gd name="T6" fmla="*/ 396 w 396"/>
                <a:gd name="T7" fmla="*/ 197 h 327"/>
                <a:gd name="T8" fmla="*/ 394 w 396"/>
                <a:gd name="T9" fmla="*/ 210 h 327"/>
                <a:gd name="T10" fmla="*/ 383 w 396"/>
                <a:gd name="T11" fmla="*/ 224 h 327"/>
                <a:gd name="T12" fmla="*/ 365 w 396"/>
                <a:gd name="T13" fmla="*/ 230 h 327"/>
                <a:gd name="T14" fmla="*/ 295 w 396"/>
                <a:gd name="T15" fmla="*/ 260 h 327"/>
                <a:gd name="T16" fmla="*/ 307 w 396"/>
                <a:gd name="T17" fmla="*/ 262 h 327"/>
                <a:gd name="T18" fmla="*/ 321 w 396"/>
                <a:gd name="T19" fmla="*/ 273 h 327"/>
                <a:gd name="T20" fmla="*/ 326 w 396"/>
                <a:gd name="T21" fmla="*/ 291 h 327"/>
                <a:gd name="T22" fmla="*/ 326 w 396"/>
                <a:gd name="T23" fmla="*/ 302 h 327"/>
                <a:gd name="T24" fmla="*/ 318 w 396"/>
                <a:gd name="T25" fmla="*/ 318 h 327"/>
                <a:gd name="T26" fmla="*/ 302 w 396"/>
                <a:gd name="T27" fmla="*/ 326 h 327"/>
                <a:gd name="T28" fmla="*/ 199 w 396"/>
                <a:gd name="T29" fmla="*/ 208 h 327"/>
                <a:gd name="T30" fmla="*/ 348 w 396"/>
                <a:gd name="T31" fmla="*/ 208 h 327"/>
                <a:gd name="T32" fmla="*/ 361 w 396"/>
                <a:gd name="T33" fmla="*/ 204 h 327"/>
                <a:gd name="T34" fmla="*/ 371 w 396"/>
                <a:gd name="T35" fmla="*/ 192 h 327"/>
                <a:gd name="T36" fmla="*/ 373 w 396"/>
                <a:gd name="T37" fmla="*/ 47 h 327"/>
                <a:gd name="T38" fmla="*/ 371 w 396"/>
                <a:gd name="T39" fmla="*/ 36 h 327"/>
                <a:gd name="T40" fmla="*/ 361 w 396"/>
                <a:gd name="T41" fmla="*/ 25 h 327"/>
                <a:gd name="T42" fmla="*/ 348 w 396"/>
                <a:gd name="T43" fmla="*/ 20 h 327"/>
                <a:gd name="T44" fmla="*/ 127 w 396"/>
                <a:gd name="T45" fmla="*/ 260 h 327"/>
                <a:gd name="T46" fmla="*/ 127 w 396"/>
                <a:gd name="T47" fmla="*/ 230 h 327"/>
                <a:gd name="T48" fmla="*/ 199 w 396"/>
                <a:gd name="T49" fmla="*/ 327 h 327"/>
                <a:gd name="T50" fmla="*/ 154 w 396"/>
                <a:gd name="T51" fmla="*/ 288 h 327"/>
                <a:gd name="T52" fmla="*/ 158 w 396"/>
                <a:gd name="T53" fmla="*/ 287 h 327"/>
                <a:gd name="T54" fmla="*/ 159 w 396"/>
                <a:gd name="T55" fmla="*/ 283 h 327"/>
                <a:gd name="T56" fmla="*/ 155 w 396"/>
                <a:gd name="T57" fmla="*/ 277 h 327"/>
                <a:gd name="T58" fmla="*/ 127 w 396"/>
                <a:gd name="T59" fmla="*/ 260 h 327"/>
                <a:gd name="T60" fmla="*/ 199 w 396"/>
                <a:gd name="T61" fmla="*/ 0 h 327"/>
                <a:gd name="T62" fmla="*/ 127 w 396"/>
                <a:gd name="T63" fmla="*/ 0 h 327"/>
                <a:gd name="T64" fmla="*/ 127 w 396"/>
                <a:gd name="T65" fmla="*/ 276 h 327"/>
                <a:gd name="T66" fmla="*/ 97 w 396"/>
                <a:gd name="T67" fmla="*/ 277 h 327"/>
                <a:gd name="T68" fmla="*/ 94 w 396"/>
                <a:gd name="T69" fmla="*/ 283 h 327"/>
                <a:gd name="T70" fmla="*/ 96 w 396"/>
                <a:gd name="T71" fmla="*/ 287 h 327"/>
                <a:gd name="T72" fmla="*/ 100 w 396"/>
                <a:gd name="T73" fmla="*/ 288 h 327"/>
                <a:gd name="T74" fmla="*/ 101 w 396"/>
                <a:gd name="T75" fmla="*/ 327 h 327"/>
                <a:gd name="T76" fmla="*/ 88 w 396"/>
                <a:gd name="T77" fmla="*/ 325 h 327"/>
                <a:gd name="T78" fmla="*/ 74 w 396"/>
                <a:gd name="T79" fmla="*/ 314 h 327"/>
                <a:gd name="T80" fmla="*/ 69 w 396"/>
                <a:gd name="T81" fmla="*/ 295 h 327"/>
                <a:gd name="T82" fmla="*/ 70 w 396"/>
                <a:gd name="T83" fmla="*/ 285 h 327"/>
                <a:gd name="T84" fmla="*/ 78 w 396"/>
                <a:gd name="T85" fmla="*/ 269 h 327"/>
                <a:gd name="T86" fmla="*/ 94 w 396"/>
                <a:gd name="T87" fmla="*/ 260 h 327"/>
                <a:gd name="T88" fmla="*/ 127 w 396"/>
                <a:gd name="T89" fmla="*/ 230 h 327"/>
                <a:gd name="T90" fmla="*/ 25 w 396"/>
                <a:gd name="T91" fmla="*/ 229 h 327"/>
                <a:gd name="T92" fmla="*/ 9 w 396"/>
                <a:gd name="T93" fmla="*/ 220 h 327"/>
                <a:gd name="T94" fmla="*/ 1 w 396"/>
                <a:gd name="T95" fmla="*/ 204 h 327"/>
                <a:gd name="T96" fmla="*/ 0 w 396"/>
                <a:gd name="T97" fmla="*/ 31 h 327"/>
                <a:gd name="T98" fmla="*/ 5 w 396"/>
                <a:gd name="T99" fmla="*/ 13 h 327"/>
                <a:gd name="T100" fmla="*/ 20 w 396"/>
                <a:gd name="T101" fmla="*/ 2 h 327"/>
                <a:gd name="T102" fmla="*/ 127 w 396"/>
                <a:gd name="T103" fmla="*/ 0 h 327"/>
                <a:gd name="T104" fmla="*/ 50 w 396"/>
                <a:gd name="T105" fmla="*/ 20 h 327"/>
                <a:gd name="T106" fmla="*/ 35 w 396"/>
                <a:gd name="T107" fmla="*/ 25 h 327"/>
                <a:gd name="T108" fmla="*/ 25 w 396"/>
                <a:gd name="T109" fmla="*/ 36 h 327"/>
                <a:gd name="T110" fmla="*/ 24 w 396"/>
                <a:gd name="T111" fmla="*/ 182 h 327"/>
                <a:gd name="T112" fmla="*/ 25 w 396"/>
                <a:gd name="T113" fmla="*/ 192 h 327"/>
                <a:gd name="T114" fmla="*/ 35 w 396"/>
                <a:gd name="T115" fmla="*/ 204 h 327"/>
                <a:gd name="T116" fmla="*/ 50 w 396"/>
                <a:gd name="T117" fmla="*/ 20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 h="327">
                  <a:moveTo>
                    <a:pt x="199" y="0"/>
                  </a:moveTo>
                  <a:lnTo>
                    <a:pt x="365" y="0"/>
                  </a:lnTo>
                  <a:lnTo>
                    <a:pt x="365" y="0"/>
                  </a:lnTo>
                  <a:lnTo>
                    <a:pt x="372" y="0"/>
                  </a:lnTo>
                  <a:lnTo>
                    <a:pt x="377" y="2"/>
                  </a:lnTo>
                  <a:lnTo>
                    <a:pt x="383" y="5"/>
                  </a:lnTo>
                  <a:lnTo>
                    <a:pt x="387" y="9"/>
                  </a:lnTo>
                  <a:lnTo>
                    <a:pt x="391" y="13"/>
                  </a:lnTo>
                  <a:lnTo>
                    <a:pt x="394" y="19"/>
                  </a:lnTo>
                  <a:lnTo>
                    <a:pt x="396" y="24"/>
                  </a:lnTo>
                  <a:lnTo>
                    <a:pt x="396" y="31"/>
                  </a:lnTo>
                  <a:lnTo>
                    <a:pt x="396" y="197"/>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48"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4" y="288"/>
                  </a:lnTo>
                  <a:lnTo>
                    <a:pt x="155" y="288"/>
                  </a:lnTo>
                  <a:lnTo>
                    <a:pt x="158" y="287"/>
                  </a:lnTo>
                  <a:lnTo>
                    <a:pt x="159" y="284"/>
                  </a:lnTo>
                  <a:lnTo>
                    <a:pt x="159" y="283"/>
                  </a:lnTo>
                  <a:lnTo>
                    <a:pt x="159" y="283"/>
                  </a:lnTo>
                  <a:lnTo>
                    <a:pt x="159" y="280"/>
                  </a:lnTo>
                  <a:lnTo>
                    <a:pt x="158" y="279"/>
                  </a:lnTo>
                  <a:lnTo>
                    <a:pt x="155" y="277"/>
                  </a:lnTo>
                  <a:lnTo>
                    <a:pt x="154" y="276"/>
                  </a:lnTo>
                  <a:lnTo>
                    <a:pt x="127" y="276"/>
                  </a:lnTo>
                  <a:lnTo>
                    <a:pt x="127" y="260"/>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100" y="276"/>
                  </a:lnTo>
                  <a:lnTo>
                    <a:pt x="97" y="277"/>
                  </a:lnTo>
                  <a:lnTo>
                    <a:pt x="96" y="279"/>
                  </a:lnTo>
                  <a:lnTo>
                    <a:pt x="94" y="280"/>
                  </a:lnTo>
                  <a:lnTo>
                    <a:pt x="94" y="283"/>
                  </a:lnTo>
                  <a:lnTo>
                    <a:pt x="94" y="283"/>
                  </a:lnTo>
                  <a:lnTo>
                    <a:pt x="94" y="284"/>
                  </a:lnTo>
                  <a:lnTo>
                    <a:pt x="96" y="287"/>
                  </a:lnTo>
                  <a:lnTo>
                    <a:pt x="97" y="288"/>
                  </a:lnTo>
                  <a:lnTo>
                    <a:pt x="100" y="288"/>
                  </a:lnTo>
                  <a:lnTo>
                    <a:pt x="100" y="288"/>
                  </a:lnTo>
                  <a:lnTo>
                    <a:pt x="127" y="288"/>
                  </a:lnTo>
                  <a:lnTo>
                    <a:pt x="127" y="327"/>
                  </a:lnTo>
                  <a:lnTo>
                    <a:pt x="101" y="327"/>
                  </a:lnTo>
                  <a:lnTo>
                    <a:pt x="101" y="327"/>
                  </a:lnTo>
                  <a:lnTo>
                    <a:pt x="94" y="326"/>
                  </a:lnTo>
                  <a:lnTo>
                    <a:pt x="88" y="325"/>
                  </a:lnTo>
                  <a:lnTo>
                    <a:pt x="82" y="322"/>
                  </a:lnTo>
                  <a:lnTo>
                    <a:pt x="78" y="318"/>
                  </a:lnTo>
                  <a:lnTo>
                    <a:pt x="74" y="314"/>
                  </a:lnTo>
                  <a:lnTo>
                    <a:pt x="71" y="308"/>
                  </a:lnTo>
                  <a:lnTo>
                    <a:pt x="70" y="302"/>
                  </a:lnTo>
                  <a:lnTo>
                    <a:pt x="69" y="295"/>
                  </a:lnTo>
                  <a:lnTo>
                    <a:pt x="69" y="291"/>
                  </a:lnTo>
                  <a:lnTo>
                    <a:pt x="69" y="291"/>
                  </a:lnTo>
                  <a:lnTo>
                    <a:pt x="70" y="285"/>
                  </a:lnTo>
                  <a:lnTo>
                    <a:pt x="71" y="279"/>
                  </a:lnTo>
                  <a:lnTo>
                    <a:pt x="74" y="273"/>
                  </a:lnTo>
                  <a:lnTo>
                    <a:pt x="78" y="269"/>
                  </a:lnTo>
                  <a:lnTo>
                    <a:pt x="82" y="265"/>
                  </a:lnTo>
                  <a:lnTo>
                    <a:pt x="88" y="262"/>
                  </a:lnTo>
                  <a:lnTo>
                    <a:pt x="94" y="260"/>
                  </a:lnTo>
                  <a:lnTo>
                    <a:pt x="101" y="260"/>
                  </a:lnTo>
                  <a:lnTo>
                    <a:pt x="101" y="260"/>
                  </a:lnTo>
                  <a:close/>
                  <a:moveTo>
                    <a:pt x="127" y="230"/>
                  </a:moveTo>
                  <a:lnTo>
                    <a:pt x="32" y="230"/>
                  </a:lnTo>
                  <a:lnTo>
                    <a:pt x="32" y="230"/>
                  </a:lnTo>
                  <a:lnTo>
                    <a:pt x="25" y="229"/>
                  </a:lnTo>
                  <a:lnTo>
                    <a:pt x="20" y="227"/>
                  </a:lnTo>
                  <a:lnTo>
                    <a:pt x="14" y="224"/>
                  </a:lnTo>
                  <a:lnTo>
                    <a:pt x="9" y="220"/>
                  </a:lnTo>
                  <a:lnTo>
                    <a:pt x="5" y="215"/>
                  </a:lnTo>
                  <a:lnTo>
                    <a:pt x="2" y="210"/>
                  </a:lnTo>
                  <a:lnTo>
                    <a:pt x="1" y="204"/>
                  </a:lnTo>
                  <a:lnTo>
                    <a:pt x="0" y="197"/>
                  </a:lnTo>
                  <a:lnTo>
                    <a:pt x="0" y="31"/>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50" y="20"/>
                  </a:lnTo>
                  <a:lnTo>
                    <a:pt x="44" y="21"/>
                  </a:lnTo>
                  <a:lnTo>
                    <a:pt x="40" y="23"/>
                  </a:lnTo>
                  <a:lnTo>
                    <a:pt x="35" y="25"/>
                  </a:lnTo>
                  <a:lnTo>
                    <a:pt x="31" y="28"/>
                  </a:lnTo>
                  <a:lnTo>
                    <a:pt x="28" y="32"/>
                  </a:lnTo>
                  <a:lnTo>
                    <a:pt x="25" y="36"/>
                  </a:lnTo>
                  <a:lnTo>
                    <a:pt x="24" y="42"/>
                  </a:lnTo>
                  <a:lnTo>
                    <a:pt x="24" y="47"/>
                  </a:lnTo>
                  <a:lnTo>
                    <a:pt x="24" y="182"/>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1" name="iśḻídè">
              <a:extLst>
                <a:ext uri="{FF2B5EF4-FFF2-40B4-BE49-F238E27FC236}">
                  <a16:creationId xmlns:a16="http://schemas.microsoft.com/office/drawing/2014/main" id="{42D1B0BA-DEE5-4105-AE9D-24B4EA179640}"/>
                </a:ext>
              </a:extLst>
            </p:cNvPr>
            <p:cNvSpPr/>
            <p:nvPr/>
          </p:nvSpPr>
          <p:spPr bwMode="auto">
            <a:xfrm>
              <a:off x="4832283" y="2652973"/>
              <a:ext cx="730119" cy="850609"/>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2" name="i$ḻîḓè">
              <a:extLst>
                <a:ext uri="{FF2B5EF4-FFF2-40B4-BE49-F238E27FC236}">
                  <a16:creationId xmlns:a16="http://schemas.microsoft.com/office/drawing/2014/main" id="{53E460EC-5D6D-4993-86C2-55A29448636A}"/>
                </a:ext>
              </a:extLst>
            </p:cNvPr>
            <p:cNvSpPr/>
            <p:nvPr/>
          </p:nvSpPr>
          <p:spPr bwMode="auto">
            <a:xfrm>
              <a:off x="4701752" y="2903995"/>
              <a:ext cx="306965" cy="618234"/>
            </a:xfrm>
            <a:custGeom>
              <a:avLst/>
              <a:gdLst>
                <a:gd name="T0" fmla="*/ 307975 w 214"/>
                <a:gd name="T1" fmla="*/ 684213 h 431"/>
                <a:gd name="T2" fmla="*/ 268288 w 214"/>
                <a:gd name="T3" fmla="*/ 647700 h 431"/>
                <a:gd name="T4" fmla="*/ 331788 w 214"/>
                <a:gd name="T5" fmla="*/ 554038 h 431"/>
                <a:gd name="T6" fmla="*/ 322263 w 214"/>
                <a:gd name="T7" fmla="*/ 541338 h 431"/>
                <a:gd name="T8" fmla="*/ 298450 w 214"/>
                <a:gd name="T9" fmla="*/ 534988 h 431"/>
                <a:gd name="T10" fmla="*/ 285750 w 214"/>
                <a:gd name="T11" fmla="*/ 546100 h 431"/>
                <a:gd name="T12" fmla="*/ 284163 w 214"/>
                <a:gd name="T13" fmla="*/ 560388 h 431"/>
                <a:gd name="T14" fmla="*/ 271463 w 214"/>
                <a:gd name="T15" fmla="*/ 550863 h 431"/>
                <a:gd name="T16" fmla="*/ 198438 w 214"/>
                <a:gd name="T17" fmla="*/ 611188 h 431"/>
                <a:gd name="T18" fmla="*/ 79375 w 214"/>
                <a:gd name="T19" fmla="*/ 307975 h 431"/>
                <a:gd name="T20" fmla="*/ 85725 w 214"/>
                <a:gd name="T21" fmla="*/ 295275 h 431"/>
                <a:gd name="T22" fmla="*/ 128588 w 214"/>
                <a:gd name="T23" fmla="*/ 279400 h 431"/>
                <a:gd name="T24" fmla="*/ 117475 w 214"/>
                <a:gd name="T25" fmla="*/ 274638 h 431"/>
                <a:gd name="T26" fmla="*/ 79375 w 214"/>
                <a:gd name="T27" fmla="*/ 182563 h 431"/>
                <a:gd name="T28" fmla="*/ 157163 w 214"/>
                <a:gd name="T29" fmla="*/ 96838 h 431"/>
                <a:gd name="T30" fmla="*/ 176213 w 214"/>
                <a:gd name="T31" fmla="*/ 103188 h 431"/>
                <a:gd name="T32" fmla="*/ 228600 w 214"/>
                <a:gd name="T33" fmla="*/ 231775 h 431"/>
                <a:gd name="T34" fmla="*/ 228600 w 214"/>
                <a:gd name="T35" fmla="*/ 247650 h 431"/>
                <a:gd name="T36" fmla="*/ 266700 w 214"/>
                <a:gd name="T37" fmla="*/ 550863 h 431"/>
                <a:gd name="T38" fmla="*/ 258763 w 214"/>
                <a:gd name="T39" fmla="*/ 552450 h 431"/>
                <a:gd name="T40" fmla="*/ 242888 w 214"/>
                <a:gd name="T41" fmla="*/ 566738 h 431"/>
                <a:gd name="T42" fmla="*/ 238125 w 214"/>
                <a:gd name="T43" fmla="*/ 569913 h 431"/>
                <a:gd name="T44" fmla="*/ 214313 w 214"/>
                <a:gd name="T45" fmla="*/ 566738 h 431"/>
                <a:gd name="T46" fmla="*/ 204788 w 214"/>
                <a:gd name="T47" fmla="*/ 581025 h 431"/>
                <a:gd name="T48" fmla="*/ 206375 w 214"/>
                <a:gd name="T49" fmla="*/ 604838 h 431"/>
                <a:gd name="T50" fmla="*/ 198438 w 214"/>
                <a:gd name="T51" fmla="*/ 611188 h 431"/>
                <a:gd name="T52" fmla="*/ 79375 w 214"/>
                <a:gd name="T53" fmla="*/ 122238 h 431"/>
                <a:gd name="T54" fmla="*/ 138113 w 214"/>
                <a:gd name="T55" fmla="*/ 44450 h 431"/>
                <a:gd name="T56" fmla="*/ 122238 w 214"/>
                <a:gd name="T57" fmla="*/ 22225 h 431"/>
                <a:gd name="T58" fmla="*/ 98425 w 214"/>
                <a:gd name="T59" fmla="*/ 4763 h 431"/>
                <a:gd name="T60" fmla="*/ 79375 w 214"/>
                <a:gd name="T61" fmla="*/ 0 h 431"/>
                <a:gd name="T62" fmla="*/ 71438 w 214"/>
                <a:gd name="T63" fmla="*/ 303213 h 431"/>
                <a:gd name="T64" fmla="*/ 17463 w 214"/>
                <a:gd name="T65" fmla="*/ 171450 h 431"/>
                <a:gd name="T66" fmla="*/ 19050 w 214"/>
                <a:gd name="T67" fmla="*/ 152400 h 431"/>
                <a:gd name="T68" fmla="*/ 6350 w 214"/>
                <a:gd name="T69" fmla="*/ 96838 h 431"/>
                <a:gd name="T70" fmla="*/ 1588 w 214"/>
                <a:gd name="T71" fmla="*/ 55563 h 431"/>
                <a:gd name="T72" fmla="*/ 23813 w 214"/>
                <a:gd name="T73" fmla="*/ 19050 h 431"/>
                <a:gd name="T74" fmla="*/ 47625 w 214"/>
                <a:gd name="T75" fmla="*/ 4763 h 431"/>
                <a:gd name="T76" fmla="*/ 79375 w 214"/>
                <a:gd name="T77" fmla="*/ 122238 h 431"/>
                <a:gd name="T78" fmla="*/ 79375 w 214"/>
                <a:gd name="T79" fmla="*/ 182563 h 431"/>
                <a:gd name="T80" fmla="*/ 68263 w 214"/>
                <a:gd name="T81" fmla="*/ 155575 h 431"/>
                <a:gd name="T82" fmla="*/ 74613 w 214"/>
                <a:gd name="T83" fmla="*/ 139700 h 431"/>
                <a:gd name="T84" fmla="*/ 34925 w 214"/>
                <a:gd name="T85" fmla="*/ 157163 h 431"/>
                <a:gd name="T86" fmla="*/ 30163 w 214"/>
                <a:gd name="T87" fmla="*/ 176213 h 431"/>
                <a:gd name="T88" fmla="*/ 74613 w 214"/>
                <a:gd name="T89" fmla="*/ 287338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43" name="íSļídè">
              <a:extLst>
                <a:ext uri="{FF2B5EF4-FFF2-40B4-BE49-F238E27FC236}">
                  <a16:creationId xmlns:a16="http://schemas.microsoft.com/office/drawing/2014/main" id="{B06BC8C5-2158-4009-8F90-E6337EE4152E}"/>
                </a:ext>
              </a:extLst>
            </p:cNvPr>
            <p:cNvGrpSpPr/>
            <p:nvPr/>
          </p:nvGrpSpPr>
          <p:grpSpPr>
            <a:xfrm>
              <a:off x="5593959" y="2980837"/>
              <a:ext cx="516391" cy="519260"/>
              <a:chOff x="2157413" y="3054350"/>
              <a:chExt cx="571500" cy="574675"/>
            </a:xfrm>
            <a:solidFill>
              <a:srgbClr val="8CC63F"/>
            </a:solidFill>
          </p:grpSpPr>
          <p:sp>
            <p:nvSpPr>
              <p:cNvPr id="301" name="íṩľíḓe">
                <a:extLst>
                  <a:ext uri="{FF2B5EF4-FFF2-40B4-BE49-F238E27FC236}">
                    <a16:creationId xmlns:a16="http://schemas.microsoft.com/office/drawing/2014/main" id="{CF1B34D6-30B4-4A57-B012-FD995708CA70}"/>
                  </a:ext>
                </a:extLst>
              </p:cNvPr>
              <p:cNvSpPr/>
              <p:nvPr/>
            </p:nvSpPr>
            <p:spPr bwMode="auto">
              <a:xfrm>
                <a:off x="2157413" y="3054350"/>
                <a:ext cx="571500" cy="574675"/>
              </a:xfrm>
              <a:custGeom>
                <a:avLst/>
                <a:gdLst>
                  <a:gd name="T0" fmla="*/ 180 w 360"/>
                  <a:gd name="T1" fmla="*/ 0 h 362"/>
                  <a:gd name="T2" fmla="*/ 232 w 360"/>
                  <a:gd name="T3" fmla="*/ 8 h 362"/>
                  <a:gd name="T4" fmla="*/ 280 w 360"/>
                  <a:gd name="T5" fmla="*/ 31 h 362"/>
                  <a:gd name="T6" fmla="*/ 319 w 360"/>
                  <a:gd name="T7" fmla="*/ 67 h 362"/>
                  <a:gd name="T8" fmla="*/ 346 w 360"/>
                  <a:gd name="T9" fmla="*/ 111 h 362"/>
                  <a:gd name="T10" fmla="*/ 358 w 360"/>
                  <a:gd name="T11" fmla="*/ 163 h 362"/>
                  <a:gd name="T12" fmla="*/ 358 w 360"/>
                  <a:gd name="T13" fmla="*/ 199 h 362"/>
                  <a:gd name="T14" fmla="*/ 346 w 360"/>
                  <a:gd name="T15" fmla="*/ 251 h 362"/>
                  <a:gd name="T16" fmla="*/ 319 w 360"/>
                  <a:gd name="T17" fmla="*/ 295 h 362"/>
                  <a:gd name="T18" fmla="*/ 280 w 360"/>
                  <a:gd name="T19" fmla="*/ 331 h 362"/>
                  <a:gd name="T20" fmla="*/ 232 w 360"/>
                  <a:gd name="T21" fmla="*/ 354 h 362"/>
                  <a:gd name="T22" fmla="*/ 180 w 360"/>
                  <a:gd name="T23" fmla="*/ 362 h 362"/>
                  <a:gd name="T24" fmla="*/ 180 w 360"/>
                  <a:gd name="T25" fmla="*/ 314 h 362"/>
                  <a:gd name="T26" fmla="*/ 193 w 360"/>
                  <a:gd name="T27" fmla="*/ 318 h 362"/>
                  <a:gd name="T28" fmla="*/ 201 w 360"/>
                  <a:gd name="T29" fmla="*/ 329 h 362"/>
                  <a:gd name="T30" fmla="*/ 237 w 360"/>
                  <a:gd name="T31" fmla="*/ 320 h 362"/>
                  <a:gd name="T32" fmla="*/ 268 w 360"/>
                  <a:gd name="T33" fmla="*/ 302 h 362"/>
                  <a:gd name="T34" fmla="*/ 293 w 360"/>
                  <a:gd name="T35" fmla="*/ 278 h 362"/>
                  <a:gd name="T36" fmla="*/ 312 w 360"/>
                  <a:gd name="T37" fmla="*/ 248 h 362"/>
                  <a:gd name="T38" fmla="*/ 325 w 360"/>
                  <a:gd name="T39" fmla="*/ 215 h 362"/>
                  <a:gd name="T40" fmla="*/ 322 w 360"/>
                  <a:gd name="T41" fmla="*/ 199 h 362"/>
                  <a:gd name="T42" fmla="*/ 312 w 360"/>
                  <a:gd name="T43" fmla="*/ 180 h 362"/>
                  <a:gd name="T44" fmla="*/ 316 w 360"/>
                  <a:gd name="T45" fmla="*/ 167 h 362"/>
                  <a:gd name="T46" fmla="*/ 327 w 360"/>
                  <a:gd name="T47" fmla="*/ 159 h 362"/>
                  <a:gd name="T48" fmla="*/ 318 w 360"/>
                  <a:gd name="T49" fmla="*/ 123 h 362"/>
                  <a:gd name="T50" fmla="*/ 300 w 360"/>
                  <a:gd name="T51" fmla="*/ 94 h 362"/>
                  <a:gd name="T52" fmla="*/ 277 w 360"/>
                  <a:gd name="T53" fmla="*/ 67 h 362"/>
                  <a:gd name="T54" fmla="*/ 247 w 360"/>
                  <a:gd name="T55" fmla="*/ 48 h 362"/>
                  <a:gd name="T56" fmla="*/ 214 w 360"/>
                  <a:gd name="T57" fmla="*/ 35 h 362"/>
                  <a:gd name="T58" fmla="*/ 199 w 360"/>
                  <a:gd name="T59" fmla="*/ 39 h 362"/>
                  <a:gd name="T60" fmla="*/ 180 w 360"/>
                  <a:gd name="T61" fmla="*/ 48 h 362"/>
                  <a:gd name="T62" fmla="*/ 180 w 360"/>
                  <a:gd name="T63" fmla="*/ 0 h 362"/>
                  <a:gd name="T64" fmla="*/ 180 w 360"/>
                  <a:gd name="T65" fmla="*/ 48 h 362"/>
                  <a:gd name="T66" fmla="*/ 161 w 360"/>
                  <a:gd name="T67" fmla="*/ 39 h 362"/>
                  <a:gd name="T68" fmla="*/ 146 w 360"/>
                  <a:gd name="T69" fmla="*/ 35 h 362"/>
                  <a:gd name="T70" fmla="*/ 112 w 360"/>
                  <a:gd name="T71" fmla="*/ 48 h 362"/>
                  <a:gd name="T72" fmla="*/ 82 w 360"/>
                  <a:gd name="T73" fmla="*/ 67 h 362"/>
                  <a:gd name="T74" fmla="*/ 59 w 360"/>
                  <a:gd name="T75" fmla="*/ 94 h 362"/>
                  <a:gd name="T76" fmla="*/ 42 w 360"/>
                  <a:gd name="T77" fmla="*/ 123 h 362"/>
                  <a:gd name="T78" fmla="*/ 32 w 360"/>
                  <a:gd name="T79" fmla="*/ 159 h 362"/>
                  <a:gd name="T80" fmla="*/ 43 w 360"/>
                  <a:gd name="T81" fmla="*/ 167 h 362"/>
                  <a:gd name="T82" fmla="*/ 47 w 360"/>
                  <a:gd name="T83" fmla="*/ 180 h 362"/>
                  <a:gd name="T84" fmla="*/ 37 w 360"/>
                  <a:gd name="T85" fmla="*/ 199 h 362"/>
                  <a:gd name="T86" fmla="*/ 33 w 360"/>
                  <a:gd name="T87" fmla="*/ 215 h 362"/>
                  <a:gd name="T88" fmla="*/ 46 w 360"/>
                  <a:gd name="T89" fmla="*/ 248 h 362"/>
                  <a:gd name="T90" fmla="*/ 66 w 360"/>
                  <a:gd name="T91" fmla="*/ 278 h 362"/>
                  <a:gd name="T92" fmla="*/ 92 w 360"/>
                  <a:gd name="T93" fmla="*/ 302 h 362"/>
                  <a:gd name="T94" fmla="*/ 123 w 360"/>
                  <a:gd name="T95" fmla="*/ 320 h 362"/>
                  <a:gd name="T96" fmla="*/ 158 w 360"/>
                  <a:gd name="T97" fmla="*/ 329 h 362"/>
                  <a:gd name="T98" fmla="*/ 161 w 360"/>
                  <a:gd name="T99" fmla="*/ 322 h 362"/>
                  <a:gd name="T100" fmla="*/ 180 w 360"/>
                  <a:gd name="T101" fmla="*/ 314 h 362"/>
                  <a:gd name="T102" fmla="*/ 180 w 360"/>
                  <a:gd name="T103" fmla="*/ 362 h 362"/>
                  <a:gd name="T104" fmla="*/ 126 w 360"/>
                  <a:gd name="T105" fmla="*/ 354 h 362"/>
                  <a:gd name="T106" fmla="*/ 78 w 360"/>
                  <a:gd name="T107" fmla="*/ 331 h 362"/>
                  <a:gd name="T108" fmla="*/ 40 w 360"/>
                  <a:gd name="T109" fmla="*/ 295 h 362"/>
                  <a:gd name="T110" fmla="*/ 13 w 360"/>
                  <a:gd name="T111" fmla="*/ 251 h 362"/>
                  <a:gd name="T112" fmla="*/ 0 w 360"/>
                  <a:gd name="T113" fmla="*/ 199 h 362"/>
                  <a:gd name="T114" fmla="*/ 0 w 360"/>
                  <a:gd name="T115" fmla="*/ 163 h 362"/>
                  <a:gd name="T116" fmla="*/ 13 w 360"/>
                  <a:gd name="T117" fmla="*/ 111 h 362"/>
                  <a:gd name="T118" fmla="*/ 40 w 360"/>
                  <a:gd name="T119" fmla="*/ 67 h 362"/>
                  <a:gd name="T120" fmla="*/ 78 w 360"/>
                  <a:gd name="T121" fmla="*/ 31 h 362"/>
                  <a:gd name="T122" fmla="*/ 126 w 360"/>
                  <a:gd name="T123" fmla="*/ 8 h 362"/>
                  <a:gd name="T124" fmla="*/ 180 w 360"/>
                  <a:gd name="T12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362">
                    <a:moveTo>
                      <a:pt x="180" y="0"/>
                    </a:moveTo>
                    <a:lnTo>
                      <a:pt x="180" y="0"/>
                    </a:ln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62"/>
                    </a:lnTo>
                    <a:lnTo>
                      <a:pt x="180" y="314"/>
                    </a:lnTo>
                    <a:lnTo>
                      <a:pt x="180" y="314"/>
                    </a:lnTo>
                    <a:lnTo>
                      <a:pt x="180" y="314"/>
                    </a:lnTo>
                    <a:lnTo>
                      <a:pt x="186" y="314"/>
                    </a:lnTo>
                    <a:lnTo>
                      <a:pt x="193" y="318"/>
                    </a:lnTo>
                    <a:lnTo>
                      <a:pt x="199" y="322"/>
                    </a:lnTo>
                    <a:lnTo>
                      <a:pt x="201" y="329"/>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7" y="203"/>
                    </a:lnTo>
                    <a:lnTo>
                      <a:pt x="322" y="199"/>
                    </a:lnTo>
                    <a:lnTo>
                      <a:pt x="316" y="194"/>
                    </a:lnTo>
                    <a:lnTo>
                      <a:pt x="314" y="188"/>
                    </a:lnTo>
                    <a:lnTo>
                      <a:pt x="312" y="180"/>
                    </a:lnTo>
                    <a:lnTo>
                      <a:pt x="312" y="180"/>
                    </a:lnTo>
                    <a:lnTo>
                      <a:pt x="314" y="174"/>
                    </a:lnTo>
                    <a:lnTo>
                      <a:pt x="316" y="167"/>
                    </a:lnTo>
                    <a:lnTo>
                      <a:pt x="322" y="163"/>
                    </a:lnTo>
                    <a:lnTo>
                      <a:pt x="327" y="159"/>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201" y="33"/>
                    </a:lnTo>
                    <a:lnTo>
                      <a:pt x="199" y="39"/>
                    </a:lnTo>
                    <a:lnTo>
                      <a:pt x="193" y="44"/>
                    </a:lnTo>
                    <a:lnTo>
                      <a:pt x="186" y="46"/>
                    </a:lnTo>
                    <a:lnTo>
                      <a:pt x="180" y="48"/>
                    </a:lnTo>
                    <a:lnTo>
                      <a:pt x="180" y="48"/>
                    </a:lnTo>
                    <a:lnTo>
                      <a:pt x="180" y="0"/>
                    </a:lnTo>
                    <a:close/>
                    <a:moveTo>
                      <a:pt x="180" y="0"/>
                    </a:moveTo>
                    <a:lnTo>
                      <a:pt x="180" y="0"/>
                    </a:lnTo>
                    <a:lnTo>
                      <a:pt x="180" y="48"/>
                    </a:lnTo>
                    <a:lnTo>
                      <a:pt x="180" y="48"/>
                    </a:lnTo>
                    <a:lnTo>
                      <a:pt x="173" y="46"/>
                    </a:lnTo>
                    <a:lnTo>
                      <a:pt x="166" y="44"/>
                    </a:lnTo>
                    <a:lnTo>
                      <a:pt x="161" y="39"/>
                    </a:lnTo>
                    <a:lnTo>
                      <a:pt x="158" y="33"/>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2" y="159"/>
                    </a:lnTo>
                    <a:lnTo>
                      <a:pt x="37" y="163"/>
                    </a:lnTo>
                    <a:lnTo>
                      <a:pt x="43" y="167"/>
                    </a:lnTo>
                    <a:lnTo>
                      <a:pt x="46" y="174"/>
                    </a:lnTo>
                    <a:lnTo>
                      <a:pt x="47" y="180"/>
                    </a:lnTo>
                    <a:lnTo>
                      <a:pt x="47" y="180"/>
                    </a:lnTo>
                    <a:lnTo>
                      <a:pt x="46" y="188"/>
                    </a:lnTo>
                    <a:lnTo>
                      <a:pt x="43" y="194"/>
                    </a:lnTo>
                    <a:lnTo>
                      <a:pt x="37" y="199"/>
                    </a:lnTo>
                    <a:lnTo>
                      <a:pt x="32" y="203"/>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58" y="329"/>
                    </a:lnTo>
                    <a:lnTo>
                      <a:pt x="158" y="329"/>
                    </a:lnTo>
                    <a:lnTo>
                      <a:pt x="161" y="322"/>
                    </a:lnTo>
                    <a:lnTo>
                      <a:pt x="166" y="318"/>
                    </a:lnTo>
                    <a:lnTo>
                      <a:pt x="173" y="314"/>
                    </a:lnTo>
                    <a:lnTo>
                      <a:pt x="180" y="314"/>
                    </a:lnTo>
                    <a:lnTo>
                      <a:pt x="180" y="362"/>
                    </a:lnTo>
                    <a:lnTo>
                      <a:pt x="180" y="362"/>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2" name="îşļîḋè">
                <a:extLst>
                  <a:ext uri="{FF2B5EF4-FFF2-40B4-BE49-F238E27FC236}">
                    <a16:creationId xmlns:a16="http://schemas.microsoft.com/office/drawing/2014/main" id="{C7B2004D-C59C-42E3-90BA-C6869D499373}"/>
                  </a:ext>
                </a:extLst>
              </p:cNvPr>
              <p:cNvSpPr/>
              <p:nvPr/>
            </p:nvSpPr>
            <p:spPr bwMode="auto">
              <a:xfrm>
                <a:off x="2336801" y="3235325"/>
                <a:ext cx="285750" cy="150813"/>
              </a:xfrm>
              <a:custGeom>
                <a:avLst/>
                <a:gdLst>
                  <a:gd name="T0" fmla="*/ 13 w 180"/>
                  <a:gd name="T1" fmla="*/ 0 h 95"/>
                  <a:gd name="T2" fmla="*/ 54 w 180"/>
                  <a:gd name="T3" fmla="*/ 42 h 95"/>
                  <a:gd name="T4" fmla="*/ 54 w 180"/>
                  <a:gd name="T5" fmla="*/ 42 h 95"/>
                  <a:gd name="T6" fmla="*/ 60 w 180"/>
                  <a:gd name="T7" fmla="*/ 39 h 95"/>
                  <a:gd name="T8" fmla="*/ 67 w 180"/>
                  <a:gd name="T9" fmla="*/ 39 h 95"/>
                  <a:gd name="T10" fmla="*/ 67 w 180"/>
                  <a:gd name="T11" fmla="*/ 39 h 95"/>
                  <a:gd name="T12" fmla="*/ 75 w 180"/>
                  <a:gd name="T13" fmla="*/ 41 h 95"/>
                  <a:gd name="T14" fmla="*/ 83 w 180"/>
                  <a:gd name="T15" fmla="*/ 45 h 95"/>
                  <a:gd name="T16" fmla="*/ 88 w 180"/>
                  <a:gd name="T17" fmla="*/ 50 h 95"/>
                  <a:gd name="T18" fmla="*/ 92 w 180"/>
                  <a:gd name="T19" fmla="*/ 58 h 95"/>
                  <a:gd name="T20" fmla="*/ 180 w 180"/>
                  <a:gd name="T21" fmla="*/ 58 h 95"/>
                  <a:gd name="T22" fmla="*/ 180 w 180"/>
                  <a:gd name="T23" fmla="*/ 76 h 95"/>
                  <a:gd name="T24" fmla="*/ 92 w 180"/>
                  <a:gd name="T25" fmla="*/ 76 h 95"/>
                  <a:gd name="T26" fmla="*/ 92 w 180"/>
                  <a:gd name="T27" fmla="*/ 76 h 95"/>
                  <a:gd name="T28" fmla="*/ 88 w 180"/>
                  <a:gd name="T29" fmla="*/ 84 h 95"/>
                  <a:gd name="T30" fmla="*/ 83 w 180"/>
                  <a:gd name="T31" fmla="*/ 89 h 95"/>
                  <a:gd name="T32" fmla="*/ 75 w 180"/>
                  <a:gd name="T33" fmla="*/ 93 h 95"/>
                  <a:gd name="T34" fmla="*/ 67 w 180"/>
                  <a:gd name="T35" fmla="*/ 95 h 95"/>
                  <a:gd name="T36" fmla="*/ 67 w 180"/>
                  <a:gd name="T37" fmla="*/ 95 h 95"/>
                  <a:gd name="T38" fmla="*/ 61 w 180"/>
                  <a:gd name="T39" fmla="*/ 95 h 95"/>
                  <a:gd name="T40" fmla="*/ 56 w 180"/>
                  <a:gd name="T41" fmla="*/ 92 h 95"/>
                  <a:gd name="T42" fmla="*/ 50 w 180"/>
                  <a:gd name="T43" fmla="*/ 91 h 95"/>
                  <a:gd name="T44" fmla="*/ 46 w 180"/>
                  <a:gd name="T45" fmla="*/ 87 h 95"/>
                  <a:gd name="T46" fmla="*/ 44 w 180"/>
                  <a:gd name="T47" fmla="*/ 83 h 95"/>
                  <a:gd name="T48" fmla="*/ 41 w 180"/>
                  <a:gd name="T49" fmla="*/ 77 h 95"/>
                  <a:gd name="T50" fmla="*/ 40 w 180"/>
                  <a:gd name="T51" fmla="*/ 73 h 95"/>
                  <a:gd name="T52" fmla="*/ 38 w 180"/>
                  <a:gd name="T53" fmla="*/ 66 h 95"/>
                  <a:gd name="T54" fmla="*/ 38 w 180"/>
                  <a:gd name="T55" fmla="*/ 66 h 95"/>
                  <a:gd name="T56" fmla="*/ 40 w 180"/>
                  <a:gd name="T57" fmla="*/ 61 h 95"/>
                  <a:gd name="T58" fmla="*/ 41 w 180"/>
                  <a:gd name="T59" fmla="*/ 54 h 95"/>
                  <a:gd name="T60" fmla="*/ 0 w 180"/>
                  <a:gd name="T61" fmla="*/ 13 h 95"/>
                  <a:gd name="T62" fmla="*/ 13 w 180"/>
                  <a:gd name="T6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95">
                    <a:moveTo>
                      <a:pt x="13" y="0"/>
                    </a:moveTo>
                    <a:lnTo>
                      <a:pt x="54" y="42"/>
                    </a:lnTo>
                    <a:lnTo>
                      <a:pt x="54" y="42"/>
                    </a:lnTo>
                    <a:lnTo>
                      <a:pt x="60" y="39"/>
                    </a:lnTo>
                    <a:lnTo>
                      <a:pt x="67" y="39"/>
                    </a:lnTo>
                    <a:lnTo>
                      <a:pt x="67" y="39"/>
                    </a:lnTo>
                    <a:lnTo>
                      <a:pt x="75" y="41"/>
                    </a:lnTo>
                    <a:lnTo>
                      <a:pt x="83" y="45"/>
                    </a:lnTo>
                    <a:lnTo>
                      <a:pt x="88" y="50"/>
                    </a:lnTo>
                    <a:lnTo>
                      <a:pt x="92" y="58"/>
                    </a:lnTo>
                    <a:lnTo>
                      <a:pt x="180" y="58"/>
                    </a:lnTo>
                    <a:lnTo>
                      <a:pt x="180" y="76"/>
                    </a:lnTo>
                    <a:lnTo>
                      <a:pt x="92" y="76"/>
                    </a:lnTo>
                    <a:lnTo>
                      <a:pt x="92" y="76"/>
                    </a:lnTo>
                    <a:lnTo>
                      <a:pt x="88" y="84"/>
                    </a:lnTo>
                    <a:lnTo>
                      <a:pt x="83" y="89"/>
                    </a:lnTo>
                    <a:lnTo>
                      <a:pt x="75" y="93"/>
                    </a:lnTo>
                    <a:lnTo>
                      <a:pt x="67" y="95"/>
                    </a:lnTo>
                    <a:lnTo>
                      <a:pt x="67" y="95"/>
                    </a:lnTo>
                    <a:lnTo>
                      <a:pt x="61" y="95"/>
                    </a:lnTo>
                    <a:lnTo>
                      <a:pt x="56" y="92"/>
                    </a:lnTo>
                    <a:lnTo>
                      <a:pt x="50" y="91"/>
                    </a:lnTo>
                    <a:lnTo>
                      <a:pt x="46" y="87"/>
                    </a:lnTo>
                    <a:lnTo>
                      <a:pt x="44" y="83"/>
                    </a:lnTo>
                    <a:lnTo>
                      <a:pt x="41" y="77"/>
                    </a:lnTo>
                    <a:lnTo>
                      <a:pt x="40" y="73"/>
                    </a:lnTo>
                    <a:lnTo>
                      <a:pt x="38" y="66"/>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4" name="íṡļïḑê">
              <a:extLst>
                <a:ext uri="{FF2B5EF4-FFF2-40B4-BE49-F238E27FC236}">
                  <a16:creationId xmlns:a16="http://schemas.microsoft.com/office/drawing/2014/main" id="{25FECC36-1BBA-4397-B84F-65D68327C060}"/>
                </a:ext>
              </a:extLst>
            </p:cNvPr>
            <p:cNvGrpSpPr/>
            <p:nvPr/>
          </p:nvGrpSpPr>
          <p:grpSpPr>
            <a:xfrm>
              <a:off x="5497853" y="3647851"/>
              <a:ext cx="404506" cy="381556"/>
              <a:chOff x="2051051" y="3792538"/>
              <a:chExt cx="447675" cy="422275"/>
            </a:xfrm>
            <a:solidFill>
              <a:srgbClr val="00A99D"/>
            </a:solidFill>
          </p:grpSpPr>
          <p:sp>
            <p:nvSpPr>
              <p:cNvPr id="299" name="íṥ1îḓé">
                <a:extLst>
                  <a:ext uri="{FF2B5EF4-FFF2-40B4-BE49-F238E27FC236}">
                    <a16:creationId xmlns:a16="http://schemas.microsoft.com/office/drawing/2014/main" id="{FEF64A0B-AAFE-4C4D-98E3-D7273C2B0D4E}"/>
                  </a:ext>
                </a:extLst>
              </p:cNvPr>
              <p:cNvSpPr/>
              <p:nvPr/>
            </p:nvSpPr>
            <p:spPr bwMode="auto">
              <a:xfrm>
                <a:off x="2051051" y="3879850"/>
                <a:ext cx="447675" cy="334963"/>
              </a:xfrm>
              <a:custGeom>
                <a:avLst/>
                <a:gdLst>
                  <a:gd name="T0" fmla="*/ 86 w 282"/>
                  <a:gd name="T1" fmla="*/ 0 h 211"/>
                  <a:gd name="T2" fmla="*/ 115 w 282"/>
                  <a:gd name="T3" fmla="*/ 6 h 211"/>
                  <a:gd name="T4" fmla="*/ 141 w 282"/>
                  <a:gd name="T5" fmla="*/ 20 h 211"/>
                  <a:gd name="T6" fmla="*/ 153 w 282"/>
                  <a:gd name="T7" fmla="*/ 11 h 211"/>
                  <a:gd name="T8" fmla="*/ 182 w 282"/>
                  <a:gd name="T9" fmla="*/ 1 h 211"/>
                  <a:gd name="T10" fmla="*/ 198 w 282"/>
                  <a:gd name="T11" fmla="*/ 0 h 211"/>
                  <a:gd name="T12" fmla="*/ 214 w 282"/>
                  <a:gd name="T13" fmla="*/ 1 h 211"/>
                  <a:gd name="T14" fmla="*/ 245 w 282"/>
                  <a:gd name="T15" fmla="*/ 14 h 211"/>
                  <a:gd name="T16" fmla="*/ 268 w 282"/>
                  <a:gd name="T17" fmla="*/ 35 h 211"/>
                  <a:gd name="T18" fmla="*/ 278 w 282"/>
                  <a:gd name="T19" fmla="*/ 57 h 211"/>
                  <a:gd name="T20" fmla="*/ 282 w 282"/>
                  <a:gd name="T21" fmla="*/ 73 h 211"/>
                  <a:gd name="T22" fmla="*/ 282 w 282"/>
                  <a:gd name="T23" fmla="*/ 81 h 211"/>
                  <a:gd name="T24" fmla="*/ 281 w 282"/>
                  <a:gd name="T25" fmla="*/ 102 h 211"/>
                  <a:gd name="T26" fmla="*/ 274 w 282"/>
                  <a:gd name="T27" fmla="*/ 123 h 211"/>
                  <a:gd name="T28" fmla="*/ 263 w 282"/>
                  <a:gd name="T29" fmla="*/ 145 h 211"/>
                  <a:gd name="T30" fmla="*/ 248 w 282"/>
                  <a:gd name="T31" fmla="*/ 165 h 211"/>
                  <a:gd name="T32" fmla="*/ 228 w 282"/>
                  <a:gd name="T33" fmla="*/ 184 h 211"/>
                  <a:gd name="T34" fmla="*/ 203 w 282"/>
                  <a:gd name="T35" fmla="*/ 199 h 211"/>
                  <a:gd name="T36" fmla="*/ 172 w 282"/>
                  <a:gd name="T37" fmla="*/ 209 h 211"/>
                  <a:gd name="T38" fmla="*/ 137 w 282"/>
                  <a:gd name="T39" fmla="*/ 211 h 211"/>
                  <a:gd name="T40" fmla="*/ 118 w 282"/>
                  <a:gd name="T41" fmla="*/ 211 h 211"/>
                  <a:gd name="T42" fmla="*/ 86 w 282"/>
                  <a:gd name="T43" fmla="*/ 203 h 211"/>
                  <a:gd name="T44" fmla="*/ 58 w 282"/>
                  <a:gd name="T45" fmla="*/ 191 h 211"/>
                  <a:gd name="T46" fmla="*/ 38 w 282"/>
                  <a:gd name="T47" fmla="*/ 173 h 211"/>
                  <a:gd name="T48" fmla="*/ 22 w 282"/>
                  <a:gd name="T49" fmla="*/ 153 h 211"/>
                  <a:gd name="T50" fmla="*/ 11 w 282"/>
                  <a:gd name="T51" fmla="*/ 133 h 211"/>
                  <a:gd name="T52" fmla="*/ 4 w 282"/>
                  <a:gd name="T53" fmla="*/ 111 h 211"/>
                  <a:gd name="T54" fmla="*/ 0 w 282"/>
                  <a:gd name="T55" fmla="*/ 81 h 211"/>
                  <a:gd name="T56" fmla="*/ 0 w 282"/>
                  <a:gd name="T57" fmla="*/ 73 h 211"/>
                  <a:gd name="T58" fmla="*/ 4 w 282"/>
                  <a:gd name="T59" fmla="*/ 57 h 211"/>
                  <a:gd name="T60" fmla="*/ 15 w 282"/>
                  <a:gd name="T61" fmla="*/ 35 h 211"/>
                  <a:gd name="T62" fmla="*/ 38 w 282"/>
                  <a:gd name="T63" fmla="*/ 14 h 211"/>
                  <a:gd name="T64" fmla="*/ 68 w 282"/>
                  <a:gd name="T65" fmla="*/ 1 h 211"/>
                  <a:gd name="T66" fmla="*/ 86 w 282"/>
                  <a:gd name="T6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2" h="211">
                    <a:moveTo>
                      <a:pt x="86" y="0"/>
                    </a:moveTo>
                    <a:lnTo>
                      <a:pt x="86" y="0"/>
                    </a:lnTo>
                    <a:lnTo>
                      <a:pt x="100" y="1"/>
                    </a:lnTo>
                    <a:lnTo>
                      <a:pt x="115" y="6"/>
                    </a:lnTo>
                    <a:lnTo>
                      <a:pt x="129" y="11"/>
                    </a:lnTo>
                    <a:lnTo>
                      <a:pt x="141" y="20"/>
                    </a:lnTo>
                    <a:lnTo>
                      <a:pt x="141" y="20"/>
                    </a:lnTo>
                    <a:lnTo>
                      <a:pt x="153" y="11"/>
                    </a:lnTo>
                    <a:lnTo>
                      <a:pt x="167" y="6"/>
                    </a:lnTo>
                    <a:lnTo>
                      <a:pt x="182" y="1"/>
                    </a:lnTo>
                    <a:lnTo>
                      <a:pt x="198" y="0"/>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lnTo>
                      <a:pt x="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0" name="iṣlide">
                <a:extLst>
                  <a:ext uri="{FF2B5EF4-FFF2-40B4-BE49-F238E27FC236}">
                    <a16:creationId xmlns:a16="http://schemas.microsoft.com/office/drawing/2014/main" id="{52BC22E2-5CEA-474D-9EED-D54F396FFEE8}"/>
                  </a:ext>
                </a:extLst>
              </p:cNvPr>
              <p:cNvSpPr/>
              <p:nvPr/>
            </p:nvSpPr>
            <p:spPr bwMode="auto">
              <a:xfrm>
                <a:off x="2178051" y="3792538"/>
                <a:ext cx="107950" cy="153988"/>
              </a:xfrm>
              <a:custGeom>
                <a:avLst/>
                <a:gdLst>
                  <a:gd name="T0" fmla="*/ 60 w 68"/>
                  <a:gd name="T1" fmla="*/ 97 h 97"/>
                  <a:gd name="T2" fmla="*/ 60 w 68"/>
                  <a:gd name="T3" fmla="*/ 97 h 97"/>
                  <a:gd name="T4" fmla="*/ 65 w 68"/>
                  <a:gd name="T5" fmla="*/ 85 h 97"/>
                  <a:gd name="T6" fmla="*/ 68 w 68"/>
                  <a:gd name="T7" fmla="*/ 71 h 97"/>
                  <a:gd name="T8" fmla="*/ 68 w 68"/>
                  <a:gd name="T9" fmla="*/ 58 h 97"/>
                  <a:gd name="T10" fmla="*/ 66 w 68"/>
                  <a:gd name="T11" fmla="*/ 46 h 97"/>
                  <a:gd name="T12" fmla="*/ 62 w 68"/>
                  <a:gd name="T13" fmla="*/ 33 h 97"/>
                  <a:gd name="T14" fmla="*/ 56 w 68"/>
                  <a:gd name="T15" fmla="*/ 21 h 97"/>
                  <a:gd name="T16" fmla="*/ 49 w 68"/>
                  <a:gd name="T17" fmla="*/ 10 h 97"/>
                  <a:gd name="T18" fmla="*/ 39 w 68"/>
                  <a:gd name="T19" fmla="*/ 0 h 97"/>
                  <a:gd name="T20" fmla="*/ 0 w 68"/>
                  <a:gd name="T21" fmla="*/ 6 h 97"/>
                  <a:gd name="T22" fmla="*/ 0 w 68"/>
                  <a:gd name="T23" fmla="*/ 6 h 97"/>
                  <a:gd name="T24" fmla="*/ 14 w 68"/>
                  <a:gd name="T25" fmla="*/ 15 h 97"/>
                  <a:gd name="T26" fmla="*/ 24 w 68"/>
                  <a:gd name="T27" fmla="*/ 23 h 97"/>
                  <a:gd name="T28" fmla="*/ 35 w 68"/>
                  <a:gd name="T29" fmla="*/ 32 h 97"/>
                  <a:gd name="T30" fmla="*/ 43 w 68"/>
                  <a:gd name="T31" fmla="*/ 42 h 97"/>
                  <a:gd name="T32" fmla="*/ 50 w 68"/>
                  <a:gd name="T33" fmla="*/ 54 h 97"/>
                  <a:gd name="T34" fmla="*/ 56 w 68"/>
                  <a:gd name="T35" fmla="*/ 66 h 97"/>
                  <a:gd name="T36" fmla="*/ 58 w 68"/>
                  <a:gd name="T37" fmla="*/ 81 h 97"/>
                  <a:gd name="T38" fmla="*/ 60 w 68"/>
                  <a:gd name="T39" fmla="*/ 97 h 97"/>
                  <a:gd name="T40" fmla="*/ 60 w 68"/>
                  <a:gd name="T41"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0" y="6"/>
                    </a:lnTo>
                    <a:lnTo>
                      <a:pt x="14" y="15"/>
                    </a:lnTo>
                    <a:lnTo>
                      <a:pt x="24" y="23"/>
                    </a:lnTo>
                    <a:lnTo>
                      <a:pt x="35" y="32"/>
                    </a:lnTo>
                    <a:lnTo>
                      <a:pt x="43" y="42"/>
                    </a:lnTo>
                    <a:lnTo>
                      <a:pt x="50" y="54"/>
                    </a:lnTo>
                    <a:lnTo>
                      <a:pt x="56" y="66"/>
                    </a:lnTo>
                    <a:lnTo>
                      <a:pt x="58" y="81"/>
                    </a:lnTo>
                    <a:lnTo>
                      <a:pt x="60" y="97"/>
                    </a:lnTo>
                    <a:lnTo>
                      <a:pt x="60"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5" name="ïṧļïḑê">
              <a:extLst>
                <a:ext uri="{FF2B5EF4-FFF2-40B4-BE49-F238E27FC236}">
                  <a16:creationId xmlns:a16="http://schemas.microsoft.com/office/drawing/2014/main" id="{26D49CD9-214F-4FE1-9BD7-831F358BBA24}"/>
                </a:ext>
              </a:extLst>
            </p:cNvPr>
            <p:cNvGrpSpPr/>
            <p:nvPr/>
          </p:nvGrpSpPr>
          <p:grpSpPr>
            <a:xfrm>
              <a:off x="6527765" y="1332693"/>
              <a:ext cx="611062" cy="502046"/>
              <a:chOff x="3190876" y="1230313"/>
              <a:chExt cx="676275" cy="555625"/>
            </a:xfrm>
            <a:solidFill>
              <a:srgbClr val="FF8F29"/>
            </a:solidFill>
          </p:grpSpPr>
          <p:sp>
            <p:nvSpPr>
              <p:cNvPr id="296" name="iṧḻiḍè">
                <a:extLst>
                  <a:ext uri="{FF2B5EF4-FFF2-40B4-BE49-F238E27FC236}">
                    <a16:creationId xmlns:a16="http://schemas.microsoft.com/office/drawing/2014/main" id="{1597E67B-BF50-4435-9C19-F3FB83058D91}"/>
                  </a:ext>
                </a:extLst>
              </p:cNvPr>
              <p:cNvSpPr/>
              <p:nvPr/>
            </p:nvSpPr>
            <p:spPr bwMode="auto">
              <a:xfrm>
                <a:off x="3209926" y="1257300"/>
                <a:ext cx="657225" cy="528638"/>
              </a:xfrm>
              <a:custGeom>
                <a:avLst/>
                <a:gdLst>
                  <a:gd name="T0" fmla="*/ 0 w 414"/>
                  <a:gd name="T1" fmla="*/ 117 h 333"/>
                  <a:gd name="T2" fmla="*/ 10 w 414"/>
                  <a:gd name="T3" fmla="*/ 102 h 333"/>
                  <a:gd name="T4" fmla="*/ 316 w 414"/>
                  <a:gd name="T5" fmla="*/ 306 h 333"/>
                  <a:gd name="T6" fmla="*/ 316 w 414"/>
                  <a:gd name="T7" fmla="*/ 306 h 333"/>
                  <a:gd name="T8" fmla="*/ 325 w 414"/>
                  <a:gd name="T9" fmla="*/ 310 h 333"/>
                  <a:gd name="T10" fmla="*/ 335 w 414"/>
                  <a:gd name="T11" fmla="*/ 313 h 333"/>
                  <a:gd name="T12" fmla="*/ 343 w 414"/>
                  <a:gd name="T13" fmla="*/ 313 h 333"/>
                  <a:gd name="T14" fmla="*/ 352 w 414"/>
                  <a:gd name="T15" fmla="*/ 312 h 333"/>
                  <a:gd name="T16" fmla="*/ 362 w 414"/>
                  <a:gd name="T17" fmla="*/ 309 h 333"/>
                  <a:gd name="T18" fmla="*/ 371 w 414"/>
                  <a:gd name="T19" fmla="*/ 304 h 333"/>
                  <a:gd name="T20" fmla="*/ 378 w 414"/>
                  <a:gd name="T21" fmla="*/ 297 h 333"/>
                  <a:gd name="T22" fmla="*/ 385 w 414"/>
                  <a:gd name="T23" fmla="*/ 289 h 333"/>
                  <a:gd name="T24" fmla="*/ 385 w 414"/>
                  <a:gd name="T25" fmla="*/ 289 h 333"/>
                  <a:gd name="T26" fmla="*/ 390 w 414"/>
                  <a:gd name="T27" fmla="*/ 279 h 333"/>
                  <a:gd name="T28" fmla="*/ 393 w 414"/>
                  <a:gd name="T29" fmla="*/ 270 h 333"/>
                  <a:gd name="T30" fmla="*/ 394 w 414"/>
                  <a:gd name="T31" fmla="*/ 260 h 333"/>
                  <a:gd name="T32" fmla="*/ 394 w 414"/>
                  <a:gd name="T33" fmla="*/ 251 h 333"/>
                  <a:gd name="T34" fmla="*/ 391 w 414"/>
                  <a:gd name="T35" fmla="*/ 241 h 333"/>
                  <a:gd name="T36" fmla="*/ 387 w 414"/>
                  <a:gd name="T37" fmla="*/ 232 h 333"/>
                  <a:gd name="T38" fmla="*/ 382 w 414"/>
                  <a:gd name="T39" fmla="*/ 225 h 333"/>
                  <a:gd name="T40" fmla="*/ 375 w 414"/>
                  <a:gd name="T41" fmla="*/ 218 h 333"/>
                  <a:gd name="T42" fmla="*/ 69 w 414"/>
                  <a:gd name="T43" fmla="*/ 14 h 333"/>
                  <a:gd name="T44" fmla="*/ 79 w 414"/>
                  <a:gd name="T45" fmla="*/ 0 h 333"/>
                  <a:gd name="T46" fmla="*/ 389 w 414"/>
                  <a:gd name="T47" fmla="*/ 207 h 333"/>
                  <a:gd name="T48" fmla="*/ 389 w 414"/>
                  <a:gd name="T49" fmla="*/ 207 h 333"/>
                  <a:gd name="T50" fmla="*/ 398 w 414"/>
                  <a:gd name="T51" fmla="*/ 216 h 333"/>
                  <a:gd name="T52" fmla="*/ 405 w 414"/>
                  <a:gd name="T53" fmla="*/ 225 h 333"/>
                  <a:gd name="T54" fmla="*/ 410 w 414"/>
                  <a:gd name="T55" fmla="*/ 236 h 333"/>
                  <a:gd name="T56" fmla="*/ 414 w 414"/>
                  <a:gd name="T57" fmla="*/ 248 h 333"/>
                  <a:gd name="T58" fmla="*/ 414 w 414"/>
                  <a:gd name="T59" fmla="*/ 262 h 333"/>
                  <a:gd name="T60" fmla="*/ 413 w 414"/>
                  <a:gd name="T61" fmla="*/ 275 h 333"/>
                  <a:gd name="T62" fmla="*/ 409 w 414"/>
                  <a:gd name="T63" fmla="*/ 287 h 333"/>
                  <a:gd name="T64" fmla="*/ 402 w 414"/>
                  <a:gd name="T65" fmla="*/ 300 h 333"/>
                  <a:gd name="T66" fmla="*/ 402 w 414"/>
                  <a:gd name="T67" fmla="*/ 300 h 333"/>
                  <a:gd name="T68" fmla="*/ 393 w 414"/>
                  <a:gd name="T69" fmla="*/ 312 h 333"/>
                  <a:gd name="T70" fmla="*/ 382 w 414"/>
                  <a:gd name="T71" fmla="*/ 320 h 333"/>
                  <a:gd name="T72" fmla="*/ 371 w 414"/>
                  <a:gd name="T73" fmla="*/ 327 h 333"/>
                  <a:gd name="T74" fmla="*/ 359 w 414"/>
                  <a:gd name="T75" fmla="*/ 331 h 333"/>
                  <a:gd name="T76" fmla="*/ 347 w 414"/>
                  <a:gd name="T77" fmla="*/ 333 h 333"/>
                  <a:gd name="T78" fmla="*/ 335 w 414"/>
                  <a:gd name="T79" fmla="*/ 332 h 333"/>
                  <a:gd name="T80" fmla="*/ 322 w 414"/>
                  <a:gd name="T81" fmla="*/ 329 h 333"/>
                  <a:gd name="T82" fmla="*/ 310 w 414"/>
                  <a:gd name="T83" fmla="*/ 323 h 333"/>
                  <a:gd name="T84" fmla="*/ 0 w 414"/>
                  <a:gd name="T85" fmla="*/ 11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4" h="333">
                    <a:moveTo>
                      <a:pt x="0" y="117"/>
                    </a:moveTo>
                    <a:lnTo>
                      <a:pt x="10" y="102"/>
                    </a:lnTo>
                    <a:lnTo>
                      <a:pt x="316" y="306"/>
                    </a:lnTo>
                    <a:lnTo>
                      <a:pt x="316" y="306"/>
                    </a:lnTo>
                    <a:lnTo>
                      <a:pt x="325" y="310"/>
                    </a:lnTo>
                    <a:lnTo>
                      <a:pt x="335" y="313"/>
                    </a:lnTo>
                    <a:lnTo>
                      <a:pt x="343" y="313"/>
                    </a:lnTo>
                    <a:lnTo>
                      <a:pt x="352" y="312"/>
                    </a:lnTo>
                    <a:lnTo>
                      <a:pt x="362" y="309"/>
                    </a:lnTo>
                    <a:lnTo>
                      <a:pt x="371" y="304"/>
                    </a:lnTo>
                    <a:lnTo>
                      <a:pt x="378" y="297"/>
                    </a:lnTo>
                    <a:lnTo>
                      <a:pt x="385" y="289"/>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89" y="207"/>
                    </a:lnTo>
                    <a:lnTo>
                      <a:pt x="398" y="216"/>
                    </a:lnTo>
                    <a:lnTo>
                      <a:pt x="405" y="225"/>
                    </a:lnTo>
                    <a:lnTo>
                      <a:pt x="410" y="236"/>
                    </a:lnTo>
                    <a:lnTo>
                      <a:pt x="414" y="248"/>
                    </a:lnTo>
                    <a:lnTo>
                      <a:pt x="414" y="262"/>
                    </a:lnTo>
                    <a:lnTo>
                      <a:pt x="413" y="275"/>
                    </a:lnTo>
                    <a:lnTo>
                      <a:pt x="409" y="287"/>
                    </a:lnTo>
                    <a:lnTo>
                      <a:pt x="402" y="300"/>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7" name="isľîdê">
                <a:extLst>
                  <a:ext uri="{FF2B5EF4-FFF2-40B4-BE49-F238E27FC236}">
                    <a16:creationId xmlns:a16="http://schemas.microsoft.com/office/drawing/2014/main" id="{9C5A7B71-E4C0-4E3E-9BE2-D8E23C8FC1C6}"/>
                  </a:ext>
                </a:extLst>
              </p:cNvPr>
              <p:cNvSpPr/>
              <p:nvPr/>
            </p:nvSpPr>
            <p:spPr bwMode="auto">
              <a:xfrm>
                <a:off x="3190876" y="1230313"/>
                <a:ext cx="176213" cy="246063"/>
              </a:xfrm>
              <a:custGeom>
                <a:avLst/>
                <a:gdLst>
                  <a:gd name="T0" fmla="*/ 5 w 111"/>
                  <a:gd name="T1" fmla="*/ 154 h 155"/>
                  <a:gd name="T2" fmla="*/ 5 w 111"/>
                  <a:gd name="T3" fmla="*/ 154 h 155"/>
                  <a:gd name="T4" fmla="*/ 9 w 111"/>
                  <a:gd name="T5" fmla="*/ 155 h 155"/>
                  <a:gd name="T6" fmla="*/ 15 w 111"/>
                  <a:gd name="T7" fmla="*/ 155 h 155"/>
                  <a:gd name="T8" fmla="*/ 19 w 111"/>
                  <a:gd name="T9" fmla="*/ 154 h 155"/>
                  <a:gd name="T10" fmla="*/ 23 w 111"/>
                  <a:gd name="T11" fmla="*/ 150 h 155"/>
                  <a:gd name="T12" fmla="*/ 110 w 111"/>
                  <a:gd name="T13" fmla="*/ 20 h 155"/>
                  <a:gd name="T14" fmla="*/ 110 w 111"/>
                  <a:gd name="T15" fmla="*/ 20 h 155"/>
                  <a:gd name="T16" fmla="*/ 111 w 111"/>
                  <a:gd name="T17" fmla="*/ 15 h 155"/>
                  <a:gd name="T18" fmla="*/ 111 w 111"/>
                  <a:gd name="T19" fmla="*/ 11 h 155"/>
                  <a:gd name="T20" fmla="*/ 110 w 111"/>
                  <a:gd name="T21" fmla="*/ 5 h 155"/>
                  <a:gd name="T22" fmla="*/ 106 w 111"/>
                  <a:gd name="T23" fmla="*/ 2 h 155"/>
                  <a:gd name="T24" fmla="*/ 106 w 111"/>
                  <a:gd name="T25" fmla="*/ 2 h 155"/>
                  <a:gd name="T26" fmla="*/ 101 w 111"/>
                  <a:gd name="T27" fmla="*/ 0 h 155"/>
                  <a:gd name="T28" fmla="*/ 96 w 111"/>
                  <a:gd name="T29" fmla="*/ 0 h 155"/>
                  <a:gd name="T30" fmla="*/ 92 w 111"/>
                  <a:gd name="T31" fmla="*/ 2 h 155"/>
                  <a:gd name="T32" fmla="*/ 89 w 111"/>
                  <a:gd name="T33" fmla="*/ 5 h 155"/>
                  <a:gd name="T34" fmla="*/ 1 w 111"/>
                  <a:gd name="T35" fmla="*/ 136 h 155"/>
                  <a:gd name="T36" fmla="*/ 1 w 111"/>
                  <a:gd name="T37" fmla="*/ 136 h 155"/>
                  <a:gd name="T38" fmla="*/ 0 w 111"/>
                  <a:gd name="T39" fmla="*/ 140 h 155"/>
                  <a:gd name="T40" fmla="*/ 0 w 111"/>
                  <a:gd name="T41" fmla="*/ 146 h 155"/>
                  <a:gd name="T42" fmla="*/ 1 w 111"/>
                  <a:gd name="T43" fmla="*/ 150 h 155"/>
                  <a:gd name="T44" fmla="*/ 5 w 111"/>
                  <a:gd name="T45" fmla="*/ 154 h 155"/>
                  <a:gd name="T46" fmla="*/ 5 w 111"/>
                  <a:gd name="T47" fmla="*/ 15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1" h="155">
                    <a:moveTo>
                      <a:pt x="5" y="154"/>
                    </a:moveTo>
                    <a:lnTo>
                      <a:pt x="5" y="154"/>
                    </a:lnTo>
                    <a:lnTo>
                      <a:pt x="9" y="155"/>
                    </a:lnTo>
                    <a:lnTo>
                      <a:pt x="15" y="155"/>
                    </a:lnTo>
                    <a:lnTo>
                      <a:pt x="19" y="154"/>
                    </a:lnTo>
                    <a:lnTo>
                      <a:pt x="23" y="150"/>
                    </a:lnTo>
                    <a:lnTo>
                      <a:pt x="110" y="20"/>
                    </a:lnTo>
                    <a:lnTo>
                      <a:pt x="110" y="20"/>
                    </a:lnTo>
                    <a:lnTo>
                      <a:pt x="111" y="15"/>
                    </a:lnTo>
                    <a:lnTo>
                      <a:pt x="111" y="11"/>
                    </a:lnTo>
                    <a:lnTo>
                      <a:pt x="110" y="5"/>
                    </a:lnTo>
                    <a:lnTo>
                      <a:pt x="106" y="2"/>
                    </a:lnTo>
                    <a:lnTo>
                      <a:pt x="106" y="2"/>
                    </a:lnTo>
                    <a:lnTo>
                      <a:pt x="101" y="0"/>
                    </a:lnTo>
                    <a:lnTo>
                      <a:pt x="96" y="0"/>
                    </a:lnTo>
                    <a:lnTo>
                      <a:pt x="92" y="2"/>
                    </a:lnTo>
                    <a:lnTo>
                      <a:pt x="89" y="5"/>
                    </a:lnTo>
                    <a:lnTo>
                      <a:pt x="1" y="136"/>
                    </a:lnTo>
                    <a:lnTo>
                      <a:pt x="1" y="136"/>
                    </a:lnTo>
                    <a:lnTo>
                      <a:pt x="0" y="140"/>
                    </a:lnTo>
                    <a:lnTo>
                      <a:pt x="0" y="146"/>
                    </a:lnTo>
                    <a:lnTo>
                      <a:pt x="1" y="150"/>
                    </a:lnTo>
                    <a:lnTo>
                      <a:pt x="5" y="154"/>
                    </a:lnTo>
                    <a:lnTo>
                      <a:pt x="5"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8" name="ï$ḻïḑè">
                <a:extLst>
                  <a:ext uri="{FF2B5EF4-FFF2-40B4-BE49-F238E27FC236}">
                    <a16:creationId xmlns:a16="http://schemas.microsoft.com/office/drawing/2014/main" id="{3393F9E9-9307-488A-83BC-D789DF94D939}"/>
                  </a:ext>
                </a:extLst>
              </p:cNvPr>
              <p:cNvSpPr/>
              <p:nvPr/>
            </p:nvSpPr>
            <p:spPr bwMode="auto">
              <a:xfrm>
                <a:off x="3287713" y="1400175"/>
                <a:ext cx="504825" cy="323850"/>
              </a:xfrm>
              <a:custGeom>
                <a:avLst/>
                <a:gdLst>
                  <a:gd name="T0" fmla="*/ 0 w 318"/>
                  <a:gd name="T1" fmla="*/ 19 h 204"/>
                  <a:gd name="T2" fmla="*/ 11 w 318"/>
                  <a:gd name="T3" fmla="*/ 0 h 204"/>
                  <a:gd name="T4" fmla="*/ 284 w 318"/>
                  <a:gd name="T5" fmla="*/ 182 h 204"/>
                  <a:gd name="T6" fmla="*/ 284 w 318"/>
                  <a:gd name="T7" fmla="*/ 182 h 204"/>
                  <a:gd name="T8" fmla="*/ 292 w 318"/>
                  <a:gd name="T9" fmla="*/ 186 h 204"/>
                  <a:gd name="T10" fmla="*/ 302 w 318"/>
                  <a:gd name="T11" fmla="*/ 188 h 204"/>
                  <a:gd name="T12" fmla="*/ 310 w 318"/>
                  <a:gd name="T13" fmla="*/ 188 h 204"/>
                  <a:gd name="T14" fmla="*/ 318 w 318"/>
                  <a:gd name="T15" fmla="*/ 185 h 204"/>
                  <a:gd name="T16" fmla="*/ 318 w 318"/>
                  <a:gd name="T17" fmla="*/ 185 h 204"/>
                  <a:gd name="T18" fmla="*/ 317 w 318"/>
                  <a:gd name="T19" fmla="*/ 186 h 204"/>
                  <a:gd name="T20" fmla="*/ 317 w 318"/>
                  <a:gd name="T21" fmla="*/ 186 h 204"/>
                  <a:gd name="T22" fmla="*/ 313 w 318"/>
                  <a:gd name="T23" fmla="*/ 192 h 204"/>
                  <a:gd name="T24" fmla="*/ 307 w 318"/>
                  <a:gd name="T25" fmla="*/ 197 h 204"/>
                  <a:gd name="T26" fmla="*/ 302 w 318"/>
                  <a:gd name="T27" fmla="*/ 200 h 204"/>
                  <a:gd name="T28" fmla="*/ 295 w 318"/>
                  <a:gd name="T29" fmla="*/ 203 h 204"/>
                  <a:gd name="T30" fmla="*/ 288 w 318"/>
                  <a:gd name="T31" fmla="*/ 204 h 204"/>
                  <a:gd name="T32" fmla="*/ 282 w 318"/>
                  <a:gd name="T33" fmla="*/ 203 h 204"/>
                  <a:gd name="T34" fmla="*/ 276 w 318"/>
                  <a:gd name="T35" fmla="*/ 201 h 204"/>
                  <a:gd name="T36" fmla="*/ 269 w 318"/>
                  <a:gd name="T37" fmla="*/ 199 h 204"/>
                  <a:gd name="T38" fmla="*/ 0 w 318"/>
                  <a:gd name="T39" fmla="*/ 1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8" h="204">
                    <a:moveTo>
                      <a:pt x="0" y="19"/>
                    </a:moveTo>
                    <a:lnTo>
                      <a:pt x="11" y="0"/>
                    </a:lnTo>
                    <a:lnTo>
                      <a:pt x="284" y="182"/>
                    </a:lnTo>
                    <a:lnTo>
                      <a:pt x="284" y="182"/>
                    </a:lnTo>
                    <a:lnTo>
                      <a:pt x="292" y="186"/>
                    </a:lnTo>
                    <a:lnTo>
                      <a:pt x="302" y="188"/>
                    </a:lnTo>
                    <a:lnTo>
                      <a:pt x="310" y="188"/>
                    </a:lnTo>
                    <a:lnTo>
                      <a:pt x="318" y="185"/>
                    </a:lnTo>
                    <a:lnTo>
                      <a:pt x="318" y="185"/>
                    </a:lnTo>
                    <a:lnTo>
                      <a:pt x="317" y="186"/>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46" name="ïṩ1ídé">
              <a:extLst>
                <a:ext uri="{FF2B5EF4-FFF2-40B4-BE49-F238E27FC236}">
                  <a16:creationId xmlns:a16="http://schemas.microsoft.com/office/drawing/2014/main" id="{EDCE72B7-6411-4928-9E40-84A915406DD0}"/>
                </a:ext>
              </a:extLst>
            </p:cNvPr>
            <p:cNvSpPr/>
            <p:nvPr/>
          </p:nvSpPr>
          <p:spPr bwMode="auto">
            <a:xfrm>
              <a:off x="5047447" y="3503582"/>
              <a:ext cx="344260" cy="596718"/>
            </a:xfrm>
            <a:custGeom>
              <a:avLst/>
              <a:gdLst>
                <a:gd name="T0" fmla="*/ 144 w 240"/>
                <a:gd name="T1" fmla="*/ 352 h 416"/>
                <a:gd name="T2" fmla="*/ 154 w 240"/>
                <a:gd name="T3" fmla="*/ 354 h 416"/>
                <a:gd name="T4" fmla="*/ 164 w 240"/>
                <a:gd name="T5" fmla="*/ 359 h 416"/>
                <a:gd name="T6" fmla="*/ 171 w 240"/>
                <a:gd name="T7" fmla="*/ 366 h 416"/>
                <a:gd name="T8" fmla="*/ 175 w 240"/>
                <a:gd name="T9" fmla="*/ 375 h 416"/>
                <a:gd name="T10" fmla="*/ 176 w 240"/>
                <a:gd name="T11" fmla="*/ 382 h 416"/>
                <a:gd name="T12" fmla="*/ 175 w 240"/>
                <a:gd name="T13" fmla="*/ 394 h 416"/>
                <a:gd name="T14" fmla="*/ 168 w 240"/>
                <a:gd name="T15" fmla="*/ 405 h 416"/>
                <a:gd name="T16" fmla="*/ 158 w 240"/>
                <a:gd name="T17" fmla="*/ 413 h 416"/>
                <a:gd name="T18" fmla="*/ 152 w 240"/>
                <a:gd name="T19" fmla="*/ 415 h 416"/>
                <a:gd name="T20" fmla="*/ 144 w 240"/>
                <a:gd name="T21" fmla="*/ 352 h 416"/>
                <a:gd name="T22" fmla="*/ 144 w 240"/>
                <a:gd name="T23" fmla="*/ 325 h 416"/>
                <a:gd name="T24" fmla="*/ 144 w 240"/>
                <a:gd name="T25" fmla="*/ 141 h 416"/>
                <a:gd name="T26" fmla="*/ 163 w 240"/>
                <a:gd name="T27" fmla="*/ 160 h 416"/>
                <a:gd name="T28" fmla="*/ 175 w 240"/>
                <a:gd name="T29" fmla="*/ 189 h 416"/>
                <a:gd name="T30" fmla="*/ 188 w 240"/>
                <a:gd name="T31" fmla="*/ 243 h 416"/>
                <a:gd name="T32" fmla="*/ 192 w 240"/>
                <a:gd name="T33" fmla="*/ 251 h 416"/>
                <a:gd name="T34" fmla="*/ 205 w 240"/>
                <a:gd name="T35" fmla="*/ 260 h 416"/>
                <a:gd name="T36" fmla="*/ 225 w 240"/>
                <a:gd name="T37" fmla="*/ 264 h 416"/>
                <a:gd name="T38" fmla="*/ 240 w 240"/>
                <a:gd name="T39" fmla="*/ 300 h 416"/>
                <a:gd name="T40" fmla="*/ 135 w 240"/>
                <a:gd name="T41" fmla="*/ 352 h 416"/>
                <a:gd name="T42" fmla="*/ 144 w 240"/>
                <a:gd name="T43" fmla="*/ 352 h 416"/>
                <a:gd name="T44" fmla="*/ 144 w 240"/>
                <a:gd name="T45" fmla="*/ 416 h 416"/>
                <a:gd name="T46" fmla="*/ 134 w 240"/>
                <a:gd name="T47" fmla="*/ 415 h 416"/>
                <a:gd name="T48" fmla="*/ 125 w 240"/>
                <a:gd name="T49" fmla="*/ 409 h 416"/>
                <a:gd name="T50" fmla="*/ 118 w 240"/>
                <a:gd name="T51" fmla="*/ 403 h 416"/>
                <a:gd name="T52" fmla="*/ 112 w 240"/>
                <a:gd name="T53" fmla="*/ 392 h 416"/>
                <a:gd name="T54" fmla="*/ 112 w 240"/>
                <a:gd name="T55" fmla="*/ 386 h 416"/>
                <a:gd name="T56" fmla="*/ 114 w 240"/>
                <a:gd name="T57" fmla="*/ 374 h 416"/>
                <a:gd name="T58" fmla="*/ 121 w 240"/>
                <a:gd name="T59" fmla="*/ 363 h 416"/>
                <a:gd name="T60" fmla="*/ 130 w 240"/>
                <a:gd name="T61" fmla="*/ 355 h 416"/>
                <a:gd name="T62" fmla="*/ 135 w 240"/>
                <a:gd name="T63" fmla="*/ 352 h 416"/>
                <a:gd name="T64" fmla="*/ 144 w 240"/>
                <a:gd name="T65" fmla="*/ 141 h 416"/>
                <a:gd name="T66" fmla="*/ 122 w 240"/>
                <a:gd name="T67" fmla="*/ 130 h 416"/>
                <a:gd name="T68" fmla="*/ 98 w 240"/>
                <a:gd name="T69" fmla="*/ 126 h 416"/>
                <a:gd name="T70" fmla="*/ 69 w 240"/>
                <a:gd name="T71" fmla="*/ 19 h 416"/>
                <a:gd name="T72" fmla="*/ 65 w 240"/>
                <a:gd name="T73" fmla="*/ 10 h 416"/>
                <a:gd name="T74" fmla="*/ 58 w 240"/>
                <a:gd name="T75" fmla="*/ 4 h 416"/>
                <a:gd name="T76" fmla="*/ 49 w 240"/>
                <a:gd name="T77" fmla="*/ 0 h 416"/>
                <a:gd name="T78" fmla="*/ 39 w 240"/>
                <a:gd name="T79" fmla="*/ 2 h 416"/>
                <a:gd name="T80" fmla="*/ 34 w 240"/>
                <a:gd name="T81" fmla="*/ 3 h 416"/>
                <a:gd name="T82" fmla="*/ 26 w 240"/>
                <a:gd name="T83" fmla="*/ 10 h 416"/>
                <a:gd name="T84" fmla="*/ 22 w 240"/>
                <a:gd name="T85" fmla="*/ 18 h 416"/>
                <a:gd name="T86" fmla="*/ 20 w 240"/>
                <a:gd name="T87" fmla="*/ 27 h 416"/>
                <a:gd name="T88" fmla="*/ 49 w 240"/>
                <a:gd name="T89" fmla="*/ 139 h 416"/>
                <a:gd name="T90" fmla="*/ 38 w 240"/>
                <a:gd name="T91" fmla="*/ 145 h 416"/>
                <a:gd name="T92" fmla="*/ 20 w 240"/>
                <a:gd name="T93" fmla="*/ 164 h 416"/>
                <a:gd name="T94" fmla="*/ 11 w 240"/>
                <a:gd name="T95" fmla="*/ 187 h 416"/>
                <a:gd name="T96" fmla="*/ 8 w 240"/>
                <a:gd name="T97" fmla="*/ 216 h 416"/>
                <a:gd name="T98" fmla="*/ 11 w 240"/>
                <a:gd name="T99" fmla="*/ 232 h 416"/>
                <a:gd name="T100" fmla="*/ 26 w 240"/>
                <a:gd name="T101" fmla="*/ 285 h 416"/>
                <a:gd name="T102" fmla="*/ 26 w 240"/>
                <a:gd name="T103" fmla="*/ 294 h 416"/>
                <a:gd name="T104" fmla="*/ 20 w 240"/>
                <a:gd name="T105" fmla="*/ 308 h 416"/>
                <a:gd name="T106" fmla="*/ 5 w 240"/>
                <a:gd name="T107" fmla="*/ 321 h 416"/>
                <a:gd name="T108" fmla="*/ 10 w 240"/>
                <a:gd name="T109" fmla="*/ 361 h 416"/>
                <a:gd name="T110" fmla="*/ 144 w 240"/>
                <a:gd name="T111" fmla="*/ 1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5" y="375"/>
                  </a:lnTo>
                  <a:lnTo>
                    <a:pt x="176" y="382"/>
                  </a:lnTo>
                  <a:lnTo>
                    <a:pt x="176" y="389"/>
                  </a:lnTo>
                  <a:lnTo>
                    <a:pt x="175" y="394"/>
                  </a:lnTo>
                  <a:lnTo>
                    <a:pt x="172" y="400"/>
                  </a:lnTo>
                  <a:lnTo>
                    <a:pt x="168" y="405"/>
                  </a:lnTo>
                  <a:lnTo>
                    <a:pt x="164" y="409"/>
                  </a:lnTo>
                  <a:lnTo>
                    <a:pt x="158" y="413"/>
                  </a:lnTo>
                  <a:lnTo>
                    <a:pt x="152" y="415"/>
                  </a:lnTo>
                  <a:lnTo>
                    <a:pt x="152" y="415"/>
                  </a:lnTo>
                  <a:lnTo>
                    <a:pt x="144" y="416"/>
                  </a:lnTo>
                  <a:lnTo>
                    <a:pt x="144" y="352"/>
                  </a:lnTo>
                  <a:lnTo>
                    <a:pt x="144" y="352"/>
                  </a:lnTo>
                  <a:close/>
                  <a:moveTo>
                    <a:pt x="144" y="325"/>
                  </a:moveTo>
                  <a:lnTo>
                    <a:pt x="144" y="141"/>
                  </a:lnTo>
                  <a:lnTo>
                    <a:pt x="144" y="141"/>
                  </a:lnTo>
                  <a:lnTo>
                    <a:pt x="154" y="149"/>
                  </a:lnTo>
                  <a:lnTo>
                    <a:pt x="163" y="160"/>
                  </a:lnTo>
                  <a:lnTo>
                    <a:pt x="169" y="174"/>
                  </a:lnTo>
                  <a:lnTo>
                    <a:pt x="175" y="189"/>
                  </a:lnTo>
                  <a:lnTo>
                    <a:pt x="175" y="189"/>
                  </a:lnTo>
                  <a:lnTo>
                    <a:pt x="188" y="243"/>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44" y="416"/>
                  </a:lnTo>
                  <a:lnTo>
                    <a:pt x="138" y="416"/>
                  </a:lnTo>
                  <a:lnTo>
                    <a:pt x="134" y="415"/>
                  </a:lnTo>
                  <a:lnTo>
                    <a:pt x="129" y="412"/>
                  </a:lnTo>
                  <a:lnTo>
                    <a:pt x="125" y="409"/>
                  </a:lnTo>
                  <a:lnTo>
                    <a:pt x="121" y="407"/>
                  </a:lnTo>
                  <a:lnTo>
                    <a:pt x="118" y="403"/>
                  </a:lnTo>
                  <a:lnTo>
                    <a:pt x="115" y="397"/>
                  </a:lnTo>
                  <a:lnTo>
                    <a:pt x="112" y="392"/>
                  </a:lnTo>
                  <a:lnTo>
                    <a:pt x="112" y="392"/>
                  </a:lnTo>
                  <a:lnTo>
                    <a:pt x="112" y="386"/>
                  </a:lnTo>
                  <a:lnTo>
                    <a:pt x="112" y="380"/>
                  </a:lnTo>
                  <a:lnTo>
                    <a:pt x="114" y="374"/>
                  </a:lnTo>
                  <a:lnTo>
                    <a:pt x="117" y="367"/>
                  </a:lnTo>
                  <a:lnTo>
                    <a:pt x="121" y="363"/>
                  </a:lnTo>
                  <a:lnTo>
                    <a:pt x="125" y="359"/>
                  </a:lnTo>
                  <a:lnTo>
                    <a:pt x="130" y="355"/>
                  </a:lnTo>
                  <a:lnTo>
                    <a:pt x="135" y="352"/>
                  </a:lnTo>
                  <a:lnTo>
                    <a:pt x="135" y="352"/>
                  </a:lnTo>
                  <a:close/>
                  <a:moveTo>
                    <a:pt x="144" y="141"/>
                  </a:moveTo>
                  <a:lnTo>
                    <a:pt x="144" y="141"/>
                  </a:lnTo>
                  <a:lnTo>
                    <a:pt x="133" y="134"/>
                  </a:lnTo>
                  <a:lnTo>
                    <a:pt x="122" y="130"/>
                  </a:lnTo>
                  <a:lnTo>
                    <a:pt x="110" y="128"/>
                  </a:lnTo>
                  <a:lnTo>
                    <a:pt x="98" y="126"/>
                  </a:lnTo>
                  <a:lnTo>
                    <a:pt x="69" y="19"/>
                  </a:lnTo>
                  <a:lnTo>
                    <a:pt x="69" y="19"/>
                  </a:lnTo>
                  <a:lnTo>
                    <a:pt x="68" y="15"/>
                  </a:lnTo>
                  <a:lnTo>
                    <a:pt x="65" y="10"/>
                  </a:lnTo>
                  <a:lnTo>
                    <a:pt x="61" y="7"/>
                  </a:lnTo>
                  <a:lnTo>
                    <a:pt x="58" y="4"/>
                  </a:lnTo>
                  <a:lnTo>
                    <a:pt x="53" y="2"/>
                  </a:lnTo>
                  <a:lnTo>
                    <a:pt x="49" y="0"/>
                  </a:lnTo>
                  <a:lnTo>
                    <a:pt x="43" y="0"/>
                  </a:lnTo>
                  <a:lnTo>
                    <a:pt x="39" y="2"/>
                  </a:lnTo>
                  <a:lnTo>
                    <a:pt x="39" y="2"/>
                  </a:lnTo>
                  <a:lnTo>
                    <a:pt x="34" y="3"/>
                  </a:lnTo>
                  <a:lnTo>
                    <a:pt x="30" y="6"/>
                  </a:lnTo>
                  <a:lnTo>
                    <a:pt x="26" y="10"/>
                  </a:lnTo>
                  <a:lnTo>
                    <a:pt x="23" y="13"/>
                  </a:lnTo>
                  <a:lnTo>
                    <a:pt x="22" y="18"/>
                  </a:lnTo>
                  <a:lnTo>
                    <a:pt x="20" y="22"/>
                  </a:lnTo>
                  <a:lnTo>
                    <a:pt x="20" y="27"/>
                  </a:lnTo>
                  <a:lnTo>
                    <a:pt x="20" y="32"/>
                  </a:lnTo>
                  <a:lnTo>
                    <a:pt x="49" y="139"/>
                  </a:lnTo>
                  <a:lnTo>
                    <a:pt x="49" y="139"/>
                  </a:lnTo>
                  <a:lnTo>
                    <a:pt x="38" y="145"/>
                  </a:lnTo>
                  <a:lnTo>
                    <a:pt x="28" y="155"/>
                  </a:lnTo>
                  <a:lnTo>
                    <a:pt x="20" y="164"/>
                  </a:lnTo>
                  <a:lnTo>
                    <a:pt x="15" y="175"/>
                  </a:lnTo>
                  <a:lnTo>
                    <a:pt x="11" y="187"/>
                  </a:lnTo>
                  <a:lnTo>
                    <a:pt x="8" y="201"/>
                  </a:lnTo>
                  <a:lnTo>
                    <a:pt x="8" y="216"/>
                  </a:lnTo>
                  <a:lnTo>
                    <a:pt x="11" y="232"/>
                  </a:lnTo>
                  <a:lnTo>
                    <a:pt x="11" y="232"/>
                  </a:lnTo>
                  <a:lnTo>
                    <a:pt x="26" y="285"/>
                  </a:lnTo>
                  <a:lnTo>
                    <a:pt x="26" y="285"/>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7" name="iṡľíḍe">
              <a:extLst>
                <a:ext uri="{FF2B5EF4-FFF2-40B4-BE49-F238E27FC236}">
                  <a16:creationId xmlns:a16="http://schemas.microsoft.com/office/drawing/2014/main" id="{0932F319-6561-4F36-85C8-551B5D58C4A6}"/>
                </a:ext>
              </a:extLst>
            </p:cNvPr>
            <p:cNvSpPr/>
            <p:nvPr/>
          </p:nvSpPr>
          <p:spPr bwMode="auto">
            <a:xfrm>
              <a:off x="7190467" y="2723258"/>
              <a:ext cx="494874" cy="537908"/>
            </a:xfrm>
            <a:custGeom>
              <a:avLst/>
              <a:gdLst>
                <a:gd name="T0" fmla="*/ 268 w 345"/>
                <a:gd name="T1" fmla="*/ 172 h 375"/>
                <a:gd name="T2" fmla="*/ 258 w 345"/>
                <a:gd name="T3" fmla="*/ 130 h 375"/>
                <a:gd name="T4" fmla="*/ 264 w 345"/>
                <a:gd name="T5" fmla="*/ 252 h 375"/>
                <a:gd name="T6" fmla="*/ 296 w 345"/>
                <a:gd name="T7" fmla="*/ 291 h 375"/>
                <a:gd name="T8" fmla="*/ 281 w 345"/>
                <a:gd name="T9" fmla="*/ 295 h 375"/>
                <a:gd name="T10" fmla="*/ 281 w 345"/>
                <a:gd name="T11" fmla="*/ 50 h 375"/>
                <a:gd name="T12" fmla="*/ 296 w 345"/>
                <a:gd name="T13" fmla="*/ 53 h 375"/>
                <a:gd name="T14" fmla="*/ 264 w 345"/>
                <a:gd name="T15" fmla="*/ 94 h 375"/>
                <a:gd name="T16" fmla="*/ 284 w 345"/>
                <a:gd name="T17" fmla="*/ 172 h 375"/>
                <a:gd name="T18" fmla="*/ 336 w 345"/>
                <a:gd name="T19" fmla="*/ 164 h 375"/>
                <a:gd name="T20" fmla="*/ 344 w 345"/>
                <a:gd name="T21" fmla="*/ 176 h 375"/>
                <a:gd name="T22" fmla="*/ 289 w 345"/>
                <a:gd name="T23" fmla="*/ 180 h 375"/>
                <a:gd name="T24" fmla="*/ 173 w 345"/>
                <a:gd name="T25" fmla="*/ 77 h 375"/>
                <a:gd name="T26" fmla="*/ 243 w 345"/>
                <a:gd name="T27" fmla="*/ 108 h 375"/>
                <a:gd name="T28" fmla="*/ 245 w 345"/>
                <a:gd name="T29" fmla="*/ 236 h 375"/>
                <a:gd name="T30" fmla="*/ 222 w 345"/>
                <a:gd name="T31" fmla="*/ 345 h 375"/>
                <a:gd name="T32" fmla="*/ 178 w 345"/>
                <a:gd name="T33" fmla="*/ 375 h 375"/>
                <a:gd name="T34" fmla="*/ 207 w 345"/>
                <a:gd name="T35" fmla="*/ 242 h 375"/>
                <a:gd name="T36" fmla="*/ 238 w 345"/>
                <a:gd name="T37" fmla="*/ 211 h 375"/>
                <a:gd name="T38" fmla="*/ 248 w 345"/>
                <a:gd name="T39" fmla="*/ 157 h 375"/>
                <a:gd name="T40" fmla="*/ 203 w 345"/>
                <a:gd name="T41" fmla="*/ 103 h 375"/>
                <a:gd name="T42" fmla="*/ 173 w 345"/>
                <a:gd name="T43" fmla="*/ 77 h 375"/>
                <a:gd name="T44" fmla="*/ 250 w 345"/>
                <a:gd name="T45" fmla="*/ 91 h 375"/>
                <a:gd name="T46" fmla="*/ 258 w 345"/>
                <a:gd name="T47" fmla="*/ 73 h 375"/>
                <a:gd name="T48" fmla="*/ 250 w 345"/>
                <a:gd name="T49" fmla="*/ 255 h 375"/>
                <a:gd name="T50" fmla="*/ 258 w 345"/>
                <a:gd name="T51" fmla="*/ 249 h 375"/>
                <a:gd name="T52" fmla="*/ 180 w 345"/>
                <a:gd name="T53" fmla="*/ 6 h 375"/>
                <a:gd name="T54" fmla="*/ 176 w 345"/>
                <a:gd name="T55" fmla="*/ 60 h 375"/>
                <a:gd name="T56" fmla="*/ 157 w 345"/>
                <a:gd name="T57" fmla="*/ 374 h 375"/>
                <a:gd name="T58" fmla="*/ 120 w 345"/>
                <a:gd name="T59" fmla="*/ 337 h 375"/>
                <a:gd name="T60" fmla="*/ 93 w 345"/>
                <a:gd name="T61" fmla="*/ 224 h 375"/>
                <a:gd name="T62" fmla="*/ 111 w 345"/>
                <a:gd name="T63" fmla="*/ 100 h 375"/>
                <a:gd name="T64" fmla="*/ 173 w 345"/>
                <a:gd name="T65" fmla="*/ 96 h 375"/>
                <a:gd name="T66" fmla="*/ 119 w 345"/>
                <a:gd name="T67" fmla="*/ 119 h 375"/>
                <a:gd name="T68" fmla="*/ 97 w 345"/>
                <a:gd name="T69" fmla="*/ 183 h 375"/>
                <a:gd name="T70" fmla="*/ 126 w 345"/>
                <a:gd name="T71" fmla="*/ 232 h 375"/>
                <a:gd name="T72" fmla="*/ 139 w 345"/>
                <a:gd name="T73" fmla="*/ 290 h 375"/>
                <a:gd name="T74" fmla="*/ 173 w 345"/>
                <a:gd name="T75" fmla="*/ 60 h 375"/>
                <a:gd name="T76" fmla="*/ 164 w 345"/>
                <a:gd name="T77" fmla="*/ 54 h 375"/>
                <a:gd name="T78" fmla="*/ 169 w 345"/>
                <a:gd name="T79" fmla="*/ 0 h 375"/>
                <a:gd name="T80" fmla="*/ 93 w 345"/>
                <a:gd name="T81" fmla="*/ 264 h 375"/>
                <a:gd name="T82" fmla="*/ 93 w 345"/>
                <a:gd name="T83" fmla="*/ 252 h 375"/>
                <a:gd name="T84" fmla="*/ 86 w 345"/>
                <a:gd name="T85" fmla="*/ 96 h 375"/>
                <a:gd name="T86" fmla="*/ 94 w 345"/>
                <a:gd name="T87" fmla="*/ 84 h 375"/>
                <a:gd name="T88" fmla="*/ 82 w 345"/>
                <a:gd name="T89" fmla="*/ 203 h 375"/>
                <a:gd name="T90" fmla="*/ 80 w 345"/>
                <a:gd name="T91" fmla="*/ 152 h 375"/>
                <a:gd name="T92" fmla="*/ 86 w 345"/>
                <a:gd name="T93" fmla="*/ 96 h 375"/>
                <a:gd name="T94" fmla="*/ 50 w 345"/>
                <a:gd name="T95" fmla="*/ 64 h 375"/>
                <a:gd name="T96" fmla="*/ 53 w 345"/>
                <a:gd name="T97" fmla="*/ 49 h 375"/>
                <a:gd name="T98" fmla="*/ 86 w 345"/>
                <a:gd name="T99" fmla="*/ 249 h 375"/>
                <a:gd name="T100" fmla="*/ 53 w 345"/>
                <a:gd name="T101" fmla="*/ 297 h 375"/>
                <a:gd name="T102" fmla="*/ 50 w 345"/>
                <a:gd name="T103" fmla="*/ 282 h 375"/>
                <a:gd name="T104" fmla="*/ 86 w 345"/>
                <a:gd name="T105" fmla="*/ 249 h 375"/>
                <a:gd name="T106" fmla="*/ 57 w 345"/>
                <a:gd name="T107" fmla="*/ 167 h 375"/>
                <a:gd name="T108" fmla="*/ 54 w 345"/>
                <a:gd name="T109" fmla="*/ 180 h 375"/>
                <a:gd name="T110" fmla="*/ 0 w 345"/>
                <a:gd name="T111" fmla="*/ 176 h 375"/>
                <a:gd name="T112" fmla="*/ 8 w 345"/>
                <a:gd name="T113" fmla="*/ 1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5" h="375">
                  <a:moveTo>
                    <a:pt x="258" y="130"/>
                  </a:moveTo>
                  <a:lnTo>
                    <a:pt x="258" y="130"/>
                  </a:lnTo>
                  <a:lnTo>
                    <a:pt x="262" y="141"/>
                  </a:lnTo>
                  <a:lnTo>
                    <a:pt x="266" y="150"/>
                  </a:lnTo>
                  <a:lnTo>
                    <a:pt x="268" y="161"/>
                  </a:lnTo>
                  <a:lnTo>
                    <a:pt x="268" y="172"/>
                  </a:lnTo>
                  <a:lnTo>
                    <a:pt x="268" y="172"/>
                  </a:lnTo>
                  <a:lnTo>
                    <a:pt x="268" y="184"/>
                  </a:lnTo>
                  <a:lnTo>
                    <a:pt x="266" y="194"/>
                  </a:lnTo>
                  <a:lnTo>
                    <a:pt x="262" y="205"/>
                  </a:lnTo>
                  <a:lnTo>
                    <a:pt x="258" y="214"/>
                  </a:lnTo>
                  <a:lnTo>
                    <a:pt x="258" y="130"/>
                  </a:lnTo>
                  <a:lnTo>
                    <a:pt x="258" y="130"/>
                  </a:lnTo>
                  <a:close/>
                  <a:moveTo>
                    <a:pt x="258" y="272"/>
                  </a:moveTo>
                  <a:lnTo>
                    <a:pt x="258" y="249"/>
                  </a:lnTo>
                  <a:lnTo>
                    <a:pt x="258" y="249"/>
                  </a:lnTo>
                  <a:lnTo>
                    <a:pt x="261" y="251"/>
                  </a:lnTo>
                  <a:lnTo>
                    <a:pt x="264" y="252"/>
                  </a:lnTo>
                  <a:lnTo>
                    <a:pt x="264" y="252"/>
                  </a:lnTo>
                  <a:lnTo>
                    <a:pt x="295" y="282"/>
                  </a:lnTo>
                  <a:lnTo>
                    <a:pt x="295" y="282"/>
                  </a:lnTo>
                  <a:lnTo>
                    <a:pt x="296" y="286"/>
                  </a:lnTo>
                  <a:lnTo>
                    <a:pt x="296" y="289"/>
                  </a:lnTo>
                  <a:lnTo>
                    <a:pt x="296" y="291"/>
                  </a:lnTo>
                  <a:lnTo>
                    <a:pt x="295" y="295"/>
                  </a:lnTo>
                  <a:lnTo>
                    <a:pt x="295" y="295"/>
                  </a:lnTo>
                  <a:lnTo>
                    <a:pt x="291" y="297"/>
                  </a:lnTo>
                  <a:lnTo>
                    <a:pt x="288" y="298"/>
                  </a:lnTo>
                  <a:lnTo>
                    <a:pt x="284" y="297"/>
                  </a:lnTo>
                  <a:lnTo>
                    <a:pt x="281" y="295"/>
                  </a:lnTo>
                  <a:lnTo>
                    <a:pt x="258" y="272"/>
                  </a:lnTo>
                  <a:lnTo>
                    <a:pt x="258" y="272"/>
                  </a:lnTo>
                  <a:close/>
                  <a:moveTo>
                    <a:pt x="258" y="96"/>
                  </a:moveTo>
                  <a:lnTo>
                    <a:pt x="258" y="73"/>
                  </a:lnTo>
                  <a:lnTo>
                    <a:pt x="281" y="50"/>
                  </a:lnTo>
                  <a:lnTo>
                    <a:pt x="281" y="50"/>
                  </a:lnTo>
                  <a:lnTo>
                    <a:pt x="284" y="49"/>
                  </a:lnTo>
                  <a:lnTo>
                    <a:pt x="288" y="48"/>
                  </a:lnTo>
                  <a:lnTo>
                    <a:pt x="291" y="49"/>
                  </a:lnTo>
                  <a:lnTo>
                    <a:pt x="295" y="50"/>
                  </a:lnTo>
                  <a:lnTo>
                    <a:pt x="295" y="50"/>
                  </a:lnTo>
                  <a:lnTo>
                    <a:pt x="296" y="53"/>
                  </a:lnTo>
                  <a:lnTo>
                    <a:pt x="296" y="57"/>
                  </a:lnTo>
                  <a:lnTo>
                    <a:pt x="296" y="60"/>
                  </a:lnTo>
                  <a:lnTo>
                    <a:pt x="295" y="64"/>
                  </a:lnTo>
                  <a:lnTo>
                    <a:pt x="264" y="94"/>
                  </a:lnTo>
                  <a:lnTo>
                    <a:pt x="264" y="94"/>
                  </a:lnTo>
                  <a:lnTo>
                    <a:pt x="264" y="94"/>
                  </a:lnTo>
                  <a:lnTo>
                    <a:pt x="261" y="95"/>
                  </a:lnTo>
                  <a:lnTo>
                    <a:pt x="258" y="96"/>
                  </a:lnTo>
                  <a:lnTo>
                    <a:pt x="258" y="96"/>
                  </a:lnTo>
                  <a:close/>
                  <a:moveTo>
                    <a:pt x="284" y="172"/>
                  </a:moveTo>
                  <a:lnTo>
                    <a:pt x="284" y="172"/>
                  </a:lnTo>
                  <a:lnTo>
                    <a:pt x="284" y="172"/>
                  </a:lnTo>
                  <a:lnTo>
                    <a:pt x="285" y="169"/>
                  </a:lnTo>
                  <a:lnTo>
                    <a:pt x="287" y="167"/>
                  </a:lnTo>
                  <a:lnTo>
                    <a:pt x="289" y="164"/>
                  </a:lnTo>
                  <a:lnTo>
                    <a:pt x="294" y="164"/>
                  </a:lnTo>
                  <a:lnTo>
                    <a:pt x="336" y="164"/>
                  </a:lnTo>
                  <a:lnTo>
                    <a:pt x="336" y="164"/>
                  </a:lnTo>
                  <a:lnTo>
                    <a:pt x="340" y="164"/>
                  </a:lnTo>
                  <a:lnTo>
                    <a:pt x="342" y="167"/>
                  </a:lnTo>
                  <a:lnTo>
                    <a:pt x="344" y="169"/>
                  </a:lnTo>
                  <a:lnTo>
                    <a:pt x="345" y="172"/>
                  </a:lnTo>
                  <a:lnTo>
                    <a:pt x="345" y="172"/>
                  </a:lnTo>
                  <a:lnTo>
                    <a:pt x="344" y="176"/>
                  </a:lnTo>
                  <a:lnTo>
                    <a:pt x="342" y="179"/>
                  </a:lnTo>
                  <a:lnTo>
                    <a:pt x="340" y="180"/>
                  </a:lnTo>
                  <a:lnTo>
                    <a:pt x="336" y="182"/>
                  </a:lnTo>
                  <a:lnTo>
                    <a:pt x="294" y="182"/>
                  </a:lnTo>
                  <a:lnTo>
                    <a:pt x="294" y="182"/>
                  </a:lnTo>
                  <a:lnTo>
                    <a:pt x="289" y="180"/>
                  </a:lnTo>
                  <a:lnTo>
                    <a:pt x="287" y="179"/>
                  </a:lnTo>
                  <a:lnTo>
                    <a:pt x="285" y="176"/>
                  </a:lnTo>
                  <a:lnTo>
                    <a:pt x="284" y="172"/>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8" y="214"/>
                  </a:lnTo>
                  <a:lnTo>
                    <a:pt x="252" y="225"/>
                  </a:lnTo>
                  <a:lnTo>
                    <a:pt x="245" y="236"/>
                  </a:lnTo>
                  <a:lnTo>
                    <a:pt x="235" y="245"/>
                  </a:lnTo>
                  <a:lnTo>
                    <a:pt x="224" y="252"/>
                  </a:lnTo>
                  <a:lnTo>
                    <a:pt x="224" y="328"/>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6" y="247"/>
                  </a:lnTo>
                  <a:lnTo>
                    <a:pt x="207" y="242"/>
                  </a:lnTo>
                  <a:lnTo>
                    <a:pt x="211" y="238"/>
                  </a:lnTo>
                  <a:lnTo>
                    <a:pt x="211" y="238"/>
                  </a:lnTo>
                  <a:lnTo>
                    <a:pt x="219" y="233"/>
                  </a:lnTo>
                  <a:lnTo>
                    <a:pt x="226" y="226"/>
                  </a:lnTo>
                  <a:lnTo>
                    <a:pt x="233" y="219"/>
                  </a:lnTo>
                  <a:lnTo>
                    <a:pt x="238" y="211"/>
                  </a:lnTo>
                  <a:lnTo>
                    <a:pt x="242" y="202"/>
                  </a:lnTo>
                  <a:lnTo>
                    <a:pt x="246" y="192"/>
                  </a:lnTo>
                  <a:lnTo>
                    <a:pt x="248" y="183"/>
                  </a:lnTo>
                  <a:lnTo>
                    <a:pt x="249" y="172"/>
                  </a:lnTo>
                  <a:lnTo>
                    <a:pt x="249" y="172"/>
                  </a:lnTo>
                  <a:lnTo>
                    <a:pt x="248" y="157"/>
                  </a:lnTo>
                  <a:lnTo>
                    <a:pt x="242" y="144"/>
                  </a:lnTo>
                  <a:lnTo>
                    <a:pt x="235" y="130"/>
                  </a:lnTo>
                  <a:lnTo>
                    <a:pt x="226" y="119"/>
                  </a:lnTo>
                  <a:lnTo>
                    <a:pt x="226" y="119"/>
                  </a:lnTo>
                  <a:lnTo>
                    <a:pt x="215" y="110"/>
                  </a:lnTo>
                  <a:lnTo>
                    <a:pt x="203" y="103"/>
                  </a:lnTo>
                  <a:lnTo>
                    <a:pt x="188" y="99"/>
                  </a:lnTo>
                  <a:lnTo>
                    <a:pt x="173" y="96"/>
                  </a:lnTo>
                  <a:lnTo>
                    <a:pt x="173" y="96"/>
                  </a:lnTo>
                  <a:lnTo>
                    <a:pt x="173" y="77"/>
                  </a:lnTo>
                  <a:lnTo>
                    <a:pt x="173" y="77"/>
                  </a:lnTo>
                  <a:lnTo>
                    <a:pt x="173" y="77"/>
                  </a:lnTo>
                  <a:close/>
                  <a:moveTo>
                    <a:pt x="258" y="73"/>
                  </a:moveTo>
                  <a:lnTo>
                    <a:pt x="252" y="81"/>
                  </a:lnTo>
                  <a:lnTo>
                    <a:pt x="252" y="81"/>
                  </a:lnTo>
                  <a:lnTo>
                    <a:pt x="250" y="84"/>
                  </a:lnTo>
                  <a:lnTo>
                    <a:pt x="249" y="87"/>
                  </a:lnTo>
                  <a:lnTo>
                    <a:pt x="250" y="91"/>
                  </a:lnTo>
                  <a:lnTo>
                    <a:pt x="252" y="94"/>
                  </a:lnTo>
                  <a:lnTo>
                    <a:pt x="252" y="94"/>
                  </a:lnTo>
                  <a:lnTo>
                    <a:pt x="254" y="95"/>
                  </a:lnTo>
                  <a:lnTo>
                    <a:pt x="258" y="96"/>
                  </a:lnTo>
                  <a:lnTo>
                    <a:pt x="258" y="73"/>
                  </a:lnTo>
                  <a:lnTo>
                    <a:pt x="258" y="73"/>
                  </a:lnTo>
                  <a:close/>
                  <a:moveTo>
                    <a:pt x="258" y="249"/>
                  </a:moveTo>
                  <a:lnTo>
                    <a:pt x="258" y="249"/>
                  </a:lnTo>
                  <a:lnTo>
                    <a:pt x="254" y="251"/>
                  </a:lnTo>
                  <a:lnTo>
                    <a:pt x="252" y="252"/>
                  </a:lnTo>
                  <a:lnTo>
                    <a:pt x="252" y="252"/>
                  </a:lnTo>
                  <a:lnTo>
                    <a:pt x="250" y="255"/>
                  </a:lnTo>
                  <a:lnTo>
                    <a:pt x="249" y="259"/>
                  </a:lnTo>
                  <a:lnTo>
                    <a:pt x="250" y="261"/>
                  </a:lnTo>
                  <a:lnTo>
                    <a:pt x="252" y="264"/>
                  </a:lnTo>
                  <a:lnTo>
                    <a:pt x="258" y="272"/>
                  </a:lnTo>
                  <a:lnTo>
                    <a:pt x="258" y="249"/>
                  </a:lnTo>
                  <a:lnTo>
                    <a:pt x="258" y="249"/>
                  </a:lnTo>
                  <a:close/>
                  <a:moveTo>
                    <a:pt x="173" y="60"/>
                  </a:moveTo>
                  <a:lnTo>
                    <a:pt x="173" y="0"/>
                  </a:lnTo>
                  <a:lnTo>
                    <a:pt x="173" y="0"/>
                  </a:lnTo>
                  <a:lnTo>
                    <a:pt x="176" y="1"/>
                  </a:lnTo>
                  <a:lnTo>
                    <a:pt x="178" y="3"/>
                  </a:lnTo>
                  <a:lnTo>
                    <a:pt x="180" y="6"/>
                  </a:lnTo>
                  <a:lnTo>
                    <a:pt x="181" y="8"/>
                  </a:lnTo>
                  <a:lnTo>
                    <a:pt x="181" y="52"/>
                  </a:lnTo>
                  <a:lnTo>
                    <a:pt x="181" y="52"/>
                  </a:lnTo>
                  <a:lnTo>
                    <a:pt x="180" y="54"/>
                  </a:lnTo>
                  <a:lnTo>
                    <a:pt x="178" y="57"/>
                  </a:lnTo>
                  <a:lnTo>
                    <a:pt x="176" y="60"/>
                  </a:lnTo>
                  <a:lnTo>
                    <a:pt x="173" y="60"/>
                  </a:lnTo>
                  <a:lnTo>
                    <a:pt x="173" y="60"/>
                  </a:lnTo>
                  <a:close/>
                  <a:moveTo>
                    <a:pt x="173" y="375"/>
                  </a:moveTo>
                  <a:lnTo>
                    <a:pt x="166" y="375"/>
                  </a:lnTo>
                  <a:lnTo>
                    <a:pt x="166" y="375"/>
                  </a:lnTo>
                  <a:lnTo>
                    <a:pt x="157" y="374"/>
                  </a:lnTo>
                  <a:lnTo>
                    <a:pt x="147" y="371"/>
                  </a:lnTo>
                  <a:lnTo>
                    <a:pt x="139" y="367"/>
                  </a:lnTo>
                  <a:lnTo>
                    <a:pt x="132" y="360"/>
                  </a:lnTo>
                  <a:lnTo>
                    <a:pt x="127" y="354"/>
                  </a:lnTo>
                  <a:lnTo>
                    <a:pt x="123" y="345"/>
                  </a:lnTo>
                  <a:lnTo>
                    <a:pt x="120" y="337"/>
                  </a:lnTo>
                  <a:lnTo>
                    <a:pt x="119" y="328"/>
                  </a:lnTo>
                  <a:lnTo>
                    <a:pt x="119" y="252"/>
                  </a:lnTo>
                  <a:lnTo>
                    <a:pt x="119" y="252"/>
                  </a:lnTo>
                  <a:lnTo>
                    <a:pt x="109" y="244"/>
                  </a:lnTo>
                  <a:lnTo>
                    <a:pt x="100" y="234"/>
                  </a:lnTo>
                  <a:lnTo>
                    <a:pt x="93" y="224"/>
                  </a:lnTo>
                  <a:lnTo>
                    <a:pt x="86" y="213"/>
                  </a:lnTo>
                  <a:lnTo>
                    <a:pt x="86" y="131"/>
                  </a:lnTo>
                  <a:lnTo>
                    <a:pt x="86" y="131"/>
                  </a:lnTo>
                  <a:lnTo>
                    <a:pt x="93" y="121"/>
                  </a:lnTo>
                  <a:lnTo>
                    <a:pt x="101" y="110"/>
                  </a:lnTo>
                  <a:lnTo>
                    <a:pt x="111" y="100"/>
                  </a:lnTo>
                  <a:lnTo>
                    <a:pt x="122" y="92"/>
                  </a:lnTo>
                  <a:lnTo>
                    <a:pt x="132" y="85"/>
                  </a:lnTo>
                  <a:lnTo>
                    <a:pt x="146" y="81"/>
                  </a:lnTo>
                  <a:lnTo>
                    <a:pt x="158" y="79"/>
                  </a:lnTo>
                  <a:lnTo>
                    <a:pt x="173" y="77"/>
                  </a:lnTo>
                  <a:lnTo>
                    <a:pt x="173" y="96"/>
                  </a:lnTo>
                  <a:lnTo>
                    <a:pt x="173" y="96"/>
                  </a:lnTo>
                  <a:lnTo>
                    <a:pt x="158" y="99"/>
                  </a:lnTo>
                  <a:lnTo>
                    <a:pt x="143" y="103"/>
                  </a:lnTo>
                  <a:lnTo>
                    <a:pt x="131" y="110"/>
                  </a:lnTo>
                  <a:lnTo>
                    <a:pt x="119" y="119"/>
                  </a:lnTo>
                  <a:lnTo>
                    <a:pt x="119" y="119"/>
                  </a:lnTo>
                  <a:lnTo>
                    <a:pt x="109" y="130"/>
                  </a:lnTo>
                  <a:lnTo>
                    <a:pt x="103" y="144"/>
                  </a:lnTo>
                  <a:lnTo>
                    <a:pt x="99" y="157"/>
                  </a:lnTo>
                  <a:lnTo>
                    <a:pt x="97" y="172"/>
                  </a:lnTo>
                  <a:lnTo>
                    <a:pt x="97" y="172"/>
                  </a:lnTo>
                  <a:lnTo>
                    <a:pt x="97" y="183"/>
                  </a:lnTo>
                  <a:lnTo>
                    <a:pt x="100" y="192"/>
                  </a:lnTo>
                  <a:lnTo>
                    <a:pt x="103" y="202"/>
                  </a:lnTo>
                  <a:lnTo>
                    <a:pt x="107" y="210"/>
                  </a:lnTo>
                  <a:lnTo>
                    <a:pt x="112" y="218"/>
                  </a:lnTo>
                  <a:lnTo>
                    <a:pt x="119" y="226"/>
                  </a:lnTo>
                  <a:lnTo>
                    <a:pt x="126" y="232"/>
                  </a:lnTo>
                  <a:lnTo>
                    <a:pt x="134" y="237"/>
                  </a:lnTo>
                  <a:lnTo>
                    <a:pt x="134" y="237"/>
                  </a:lnTo>
                  <a:lnTo>
                    <a:pt x="134" y="237"/>
                  </a:lnTo>
                  <a:lnTo>
                    <a:pt x="138" y="241"/>
                  </a:lnTo>
                  <a:lnTo>
                    <a:pt x="139" y="247"/>
                  </a:lnTo>
                  <a:lnTo>
                    <a:pt x="139" y="290"/>
                  </a:lnTo>
                  <a:lnTo>
                    <a:pt x="173" y="290"/>
                  </a:lnTo>
                  <a:lnTo>
                    <a:pt x="173" y="375"/>
                  </a:lnTo>
                  <a:lnTo>
                    <a:pt x="173" y="375"/>
                  </a:lnTo>
                  <a:close/>
                  <a:moveTo>
                    <a:pt x="173" y="0"/>
                  </a:moveTo>
                  <a:lnTo>
                    <a:pt x="173" y="60"/>
                  </a:lnTo>
                  <a:lnTo>
                    <a:pt x="173" y="60"/>
                  </a:lnTo>
                  <a:lnTo>
                    <a:pt x="172" y="60"/>
                  </a:lnTo>
                  <a:lnTo>
                    <a:pt x="172" y="60"/>
                  </a:lnTo>
                  <a:lnTo>
                    <a:pt x="172" y="60"/>
                  </a:lnTo>
                  <a:lnTo>
                    <a:pt x="169" y="60"/>
                  </a:lnTo>
                  <a:lnTo>
                    <a:pt x="166" y="58"/>
                  </a:lnTo>
                  <a:lnTo>
                    <a:pt x="164" y="54"/>
                  </a:lnTo>
                  <a:lnTo>
                    <a:pt x="164" y="52"/>
                  </a:lnTo>
                  <a:lnTo>
                    <a:pt x="164" y="8"/>
                  </a:lnTo>
                  <a:lnTo>
                    <a:pt x="164" y="8"/>
                  </a:lnTo>
                  <a:lnTo>
                    <a:pt x="164" y="6"/>
                  </a:lnTo>
                  <a:lnTo>
                    <a:pt x="166" y="3"/>
                  </a:lnTo>
                  <a:lnTo>
                    <a:pt x="169" y="0"/>
                  </a:lnTo>
                  <a:lnTo>
                    <a:pt x="172" y="0"/>
                  </a:lnTo>
                  <a:lnTo>
                    <a:pt x="172" y="0"/>
                  </a:lnTo>
                  <a:lnTo>
                    <a:pt x="173" y="0"/>
                  </a:lnTo>
                  <a:lnTo>
                    <a:pt x="173" y="0"/>
                  </a:lnTo>
                  <a:close/>
                  <a:moveTo>
                    <a:pt x="86" y="271"/>
                  </a:moveTo>
                  <a:lnTo>
                    <a:pt x="93" y="264"/>
                  </a:lnTo>
                  <a:lnTo>
                    <a:pt x="93" y="264"/>
                  </a:lnTo>
                  <a:lnTo>
                    <a:pt x="94" y="261"/>
                  </a:lnTo>
                  <a:lnTo>
                    <a:pt x="96" y="259"/>
                  </a:lnTo>
                  <a:lnTo>
                    <a:pt x="94" y="255"/>
                  </a:lnTo>
                  <a:lnTo>
                    <a:pt x="93" y="252"/>
                  </a:lnTo>
                  <a:lnTo>
                    <a:pt x="93" y="252"/>
                  </a:lnTo>
                  <a:lnTo>
                    <a:pt x="90" y="251"/>
                  </a:lnTo>
                  <a:lnTo>
                    <a:pt x="86" y="249"/>
                  </a:lnTo>
                  <a:lnTo>
                    <a:pt x="86" y="271"/>
                  </a:lnTo>
                  <a:lnTo>
                    <a:pt x="86" y="271"/>
                  </a:lnTo>
                  <a:close/>
                  <a:moveTo>
                    <a:pt x="86" y="96"/>
                  </a:moveTo>
                  <a:lnTo>
                    <a:pt x="86" y="96"/>
                  </a:lnTo>
                  <a:lnTo>
                    <a:pt x="90" y="95"/>
                  </a:lnTo>
                  <a:lnTo>
                    <a:pt x="93" y="94"/>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7" y="172"/>
                  </a:lnTo>
                  <a:lnTo>
                    <a:pt x="78" y="161"/>
                  </a:lnTo>
                  <a:lnTo>
                    <a:pt x="80" y="152"/>
                  </a:lnTo>
                  <a:lnTo>
                    <a:pt x="82" y="141"/>
                  </a:lnTo>
                  <a:lnTo>
                    <a:pt x="86" y="131"/>
                  </a:lnTo>
                  <a:lnTo>
                    <a:pt x="86" y="213"/>
                  </a:lnTo>
                  <a:lnTo>
                    <a:pt x="86" y="213"/>
                  </a:lnTo>
                  <a:close/>
                  <a:moveTo>
                    <a:pt x="86" y="75"/>
                  </a:moveTo>
                  <a:lnTo>
                    <a:pt x="86" y="96"/>
                  </a:lnTo>
                  <a:lnTo>
                    <a:pt x="86" y="96"/>
                  </a:lnTo>
                  <a:lnTo>
                    <a:pt x="84" y="95"/>
                  </a:lnTo>
                  <a:lnTo>
                    <a:pt x="80" y="94"/>
                  </a:lnTo>
                  <a:lnTo>
                    <a:pt x="80" y="94"/>
                  </a:lnTo>
                  <a:lnTo>
                    <a:pt x="50" y="64"/>
                  </a:lnTo>
                  <a:lnTo>
                    <a:pt x="50" y="64"/>
                  </a:lnTo>
                  <a:lnTo>
                    <a:pt x="48" y="60"/>
                  </a:lnTo>
                  <a:lnTo>
                    <a:pt x="47" y="57"/>
                  </a:lnTo>
                  <a:lnTo>
                    <a:pt x="48" y="53"/>
                  </a:lnTo>
                  <a:lnTo>
                    <a:pt x="50" y="50"/>
                  </a:lnTo>
                  <a:lnTo>
                    <a:pt x="50" y="50"/>
                  </a:lnTo>
                  <a:lnTo>
                    <a:pt x="53" y="49"/>
                  </a:lnTo>
                  <a:lnTo>
                    <a:pt x="57" y="48"/>
                  </a:lnTo>
                  <a:lnTo>
                    <a:pt x="59" y="49"/>
                  </a:lnTo>
                  <a:lnTo>
                    <a:pt x="62" y="50"/>
                  </a:lnTo>
                  <a:lnTo>
                    <a:pt x="86" y="75"/>
                  </a:lnTo>
                  <a:lnTo>
                    <a:pt x="86" y="75"/>
                  </a:lnTo>
                  <a:close/>
                  <a:moveTo>
                    <a:pt x="86" y="249"/>
                  </a:moveTo>
                  <a:lnTo>
                    <a:pt x="86" y="271"/>
                  </a:lnTo>
                  <a:lnTo>
                    <a:pt x="62" y="295"/>
                  </a:lnTo>
                  <a:lnTo>
                    <a:pt x="62" y="295"/>
                  </a:lnTo>
                  <a:lnTo>
                    <a:pt x="59" y="297"/>
                  </a:lnTo>
                  <a:lnTo>
                    <a:pt x="57" y="298"/>
                  </a:lnTo>
                  <a:lnTo>
                    <a:pt x="53" y="297"/>
                  </a:lnTo>
                  <a:lnTo>
                    <a:pt x="50" y="295"/>
                  </a:lnTo>
                  <a:lnTo>
                    <a:pt x="50" y="295"/>
                  </a:lnTo>
                  <a:lnTo>
                    <a:pt x="48" y="291"/>
                  </a:lnTo>
                  <a:lnTo>
                    <a:pt x="47" y="289"/>
                  </a:lnTo>
                  <a:lnTo>
                    <a:pt x="48" y="286"/>
                  </a:lnTo>
                  <a:lnTo>
                    <a:pt x="50" y="282"/>
                  </a:lnTo>
                  <a:lnTo>
                    <a:pt x="80" y="252"/>
                  </a:lnTo>
                  <a:lnTo>
                    <a:pt x="80" y="252"/>
                  </a:lnTo>
                  <a:lnTo>
                    <a:pt x="80" y="252"/>
                  </a:lnTo>
                  <a:lnTo>
                    <a:pt x="84" y="251"/>
                  </a:lnTo>
                  <a:lnTo>
                    <a:pt x="86" y="249"/>
                  </a:lnTo>
                  <a:lnTo>
                    <a:pt x="86" y="249"/>
                  </a:lnTo>
                  <a:close/>
                  <a:moveTo>
                    <a:pt x="8" y="164"/>
                  </a:moveTo>
                  <a:lnTo>
                    <a:pt x="8" y="164"/>
                  </a:lnTo>
                  <a:lnTo>
                    <a:pt x="51" y="164"/>
                  </a:lnTo>
                  <a:lnTo>
                    <a:pt x="51" y="164"/>
                  </a:lnTo>
                  <a:lnTo>
                    <a:pt x="54" y="164"/>
                  </a:lnTo>
                  <a:lnTo>
                    <a:pt x="57" y="167"/>
                  </a:lnTo>
                  <a:lnTo>
                    <a:pt x="59" y="169"/>
                  </a:lnTo>
                  <a:lnTo>
                    <a:pt x="59" y="172"/>
                  </a:lnTo>
                  <a:lnTo>
                    <a:pt x="59" y="172"/>
                  </a:lnTo>
                  <a:lnTo>
                    <a:pt x="59" y="176"/>
                  </a:lnTo>
                  <a:lnTo>
                    <a:pt x="57" y="179"/>
                  </a:lnTo>
                  <a:lnTo>
                    <a:pt x="54" y="180"/>
                  </a:lnTo>
                  <a:lnTo>
                    <a:pt x="51" y="182"/>
                  </a:lnTo>
                  <a:lnTo>
                    <a:pt x="8" y="182"/>
                  </a:lnTo>
                  <a:lnTo>
                    <a:pt x="8" y="182"/>
                  </a:lnTo>
                  <a:lnTo>
                    <a:pt x="5" y="180"/>
                  </a:lnTo>
                  <a:lnTo>
                    <a:pt x="2" y="179"/>
                  </a:lnTo>
                  <a:lnTo>
                    <a:pt x="0" y="176"/>
                  </a:lnTo>
                  <a:lnTo>
                    <a:pt x="0" y="172"/>
                  </a:lnTo>
                  <a:lnTo>
                    <a:pt x="0" y="172"/>
                  </a:lnTo>
                  <a:lnTo>
                    <a:pt x="0" y="169"/>
                  </a:lnTo>
                  <a:lnTo>
                    <a:pt x="2" y="167"/>
                  </a:lnTo>
                  <a:lnTo>
                    <a:pt x="5" y="164"/>
                  </a:lnTo>
                  <a:lnTo>
                    <a:pt x="8" y="164"/>
                  </a:lnTo>
                  <a:lnTo>
                    <a:pt x="8" y="164"/>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8" name="ï$ľiḋe">
              <a:extLst>
                <a:ext uri="{FF2B5EF4-FFF2-40B4-BE49-F238E27FC236}">
                  <a16:creationId xmlns:a16="http://schemas.microsoft.com/office/drawing/2014/main" id="{9A44B564-DDF8-4579-8E99-779361DC9250}"/>
                </a:ext>
              </a:extLst>
            </p:cNvPr>
            <p:cNvSpPr/>
            <p:nvPr/>
          </p:nvSpPr>
          <p:spPr bwMode="auto">
            <a:xfrm>
              <a:off x="5387403" y="1327572"/>
              <a:ext cx="466187" cy="456144"/>
            </a:xfrm>
            <a:custGeom>
              <a:avLst/>
              <a:gdLst>
                <a:gd name="T0" fmla="*/ 200 w 325"/>
                <a:gd name="T1" fmla="*/ 35 h 318"/>
                <a:gd name="T2" fmla="*/ 214 w 325"/>
                <a:gd name="T3" fmla="*/ 29 h 318"/>
                <a:gd name="T4" fmla="*/ 215 w 325"/>
                <a:gd name="T5" fmla="*/ 16 h 318"/>
                <a:gd name="T6" fmla="*/ 321 w 325"/>
                <a:gd name="T7" fmla="*/ 177 h 318"/>
                <a:gd name="T8" fmla="*/ 325 w 325"/>
                <a:gd name="T9" fmla="*/ 196 h 318"/>
                <a:gd name="T10" fmla="*/ 314 w 325"/>
                <a:gd name="T11" fmla="*/ 218 h 318"/>
                <a:gd name="T12" fmla="*/ 291 w 325"/>
                <a:gd name="T13" fmla="*/ 158 h 318"/>
                <a:gd name="T14" fmla="*/ 293 w 325"/>
                <a:gd name="T15" fmla="*/ 154 h 318"/>
                <a:gd name="T16" fmla="*/ 194 w 325"/>
                <a:gd name="T17" fmla="*/ 174 h 318"/>
                <a:gd name="T18" fmla="*/ 276 w 325"/>
                <a:gd name="T19" fmla="*/ 126 h 318"/>
                <a:gd name="T20" fmla="*/ 194 w 325"/>
                <a:gd name="T21" fmla="*/ 168 h 318"/>
                <a:gd name="T22" fmla="*/ 261 w 325"/>
                <a:gd name="T23" fmla="*/ 98 h 318"/>
                <a:gd name="T24" fmla="*/ 257 w 325"/>
                <a:gd name="T25" fmla="*/ 96 h 318"/>
                <a:gd name="T26" fmla="*/ 244 w 325"/>
                <a:gd name="T27" fmla="*/ 73 h 318"/>
                <a:gd name="T28" fmla="*/ 244 w 325"/>
                <a:gd name="T29" fmla="*/ 67 h 318"/>
                <a:gd name="T30" fmla="*/ 15 w 325"/>
                <a:gd name="T31" fmla="*/ 116 h 318"/>
                <a:gd name="T32" fmla="*/ 16 w 325"/>
                <a:gd name="T33" fmla="*/ 126 h 318"/>
                <a:gd name="T34" fmla="*/ 34 w 325"/>
                <a:gd name="T35" fmla="*/ 131 h 318"/>
                <a:gd name="T36" fmla="*/ 41 w 325"/>
                <a:gd name="T37" fmla="*/ 117 h 318"/>
                <a:gd name="T38" fmla="*/ 31 w 325"/>
                <a:gd name="T39" fmla="*/ 107 h 318"/>
                <a:gd name="T40" fmla="*/ 51 w 325"/>
                <a:gd name="T41" fmla="*/ 107 h 318"/>
                <a:gd name="T42" fmla="*/ 64 w 325"/>
                <a:gd name="T43" fmla="*/ 113 h 318"/>
                <a:gd name="T44" fmla="*/ 76 w 325"/>
                <a:gd name="T45" fmla="*/ 104 h 318"/>
                <a:gd name="T46" fmla="*/ 70 w 325"/>
                <a:gd name="T47" fmla="*/ 89 h 318"/>
                <a:gd name="T48" fmla="*/ 85 w 325"/>
                <a:gd name="T49" fmla="*/ 81 h 318"/>
                <a:gd name="T50" fmla="*/ 95 w 325"/>
                <a:gd name="T51" fmla="*/ 93 h 318"/>
                <a:gd name="T52" fmla="*/ 108 w 325"/>
                <a:gd name="T53" fmla="*/ 88 h 318"/>
                <a:gd name="T54" fmla="*/ 110 w 325"/>
                <a:gd name="T55" fmla="*/ 74 h 318"/>
                <a:gd name="T56" fmla="*/ 121 w 325"/>
                <a:gd name="T57" fmla="*/ 56 h 318"/>
                <a:gd name="T58" fmla="*/ 125 w 325"/>
                <a:gd name="T59" fmla="*/ 71 h 318"/>
                <a:gd name="T60" fmla="*/ 140 w 325"/>
                <a:gd name="T61" fmla="*/ 73 h 318"/>
                <a:gd name="T62" fmla="*/ 145 w 325"/>
                <a:gd name="T63" fmla="*/ 54 h 318"/>
                <a:gd name="T64" fmla="*/ 156 w 325"/>
                <a:gd name="T65" fmla="*/ 38 h 318"/>
                <a:gd name="T66" fmla="*/ 157 w 325"/>
                <a:gd name="T67" fmla="*/ 47 h 318"/>
                <a:gd name="T68" fmla="*/ 175 w 325"/>
                <a:gd name="T69" fmla="*/ 52 h 318"/>
                <a:gd name="T70" fmla="*/ 181 w 325"/>
                <a:gd name="T71" fmla="*/ 40 h 318"/>
                <a:gd name="T72" fmla="*/ 172 w 325"/>
                <a:gd name="T73" fmla="*/ 28 h 318"/>
                <a:gd name="T74" fmla="*/ 192 w 325"/>
                <a:gd name="T75" fmla="*/ 28 h 318"/>
                <a:gd name="T76" fmla="*/ 47 w 325"/>
                <a:gd name="T77" fmla="*/ 174 h 318"/>
                <a:gd name="T78" fmla="*/ 46 w 325"/>
                <a:gd name="T79" fmla="*/ 178 h 318"/>
                <a:gd name="T80" fmla="*/ 194 w 325"/>
                <a:gd name="T81" fmla="*/ 100 h 318"/>
                <a:gd name="T82" fmla="*/ 62 w 325"/>
                <a:gd name="T83" fmla="*/ 204 h 318"/>
                <a:gd name="T84" fmla="*/ 66 w 325"/>
                <a:gd name="T85" fmla="*/ 208 h 318"/>
                <a:gd name="T86" fmla="*/ 80 w 325"/>
                <a:gd name="T87" fmla="*/ 231 h 318"/>
                <a:gd name="T88" fmla="*/ 79 w 325"/>
                <a:gd name="T89" fmla="*/ 235 h 318"/>
                <a:gd name="T90" fmla="*/ 194 w 325"/>
                <a:gd name="T91" fmla="*/ 174 h 318"/>
                <a:gd name="T92" fmla="*/ 93 w 325"/>
                <a:gd name="T93" fmla="*/ 261 h 318"/>
                <a:gd name="T94" fmla="*/ 98 w 325"/>
                <a:gd name="T95" fmla="*/ 265 h 318"/>
                <a:gd name="T96" fmla="*/ 142 w 325"/>
                <a:gd name="T97" fmla="*/ 314 h 318"/>
                <a:gd name="T98" fmla="*/ 123 w 325"/>
                <a:gd name="T99" fmla="*/ 318 h 318"/>
                <a:gd name="T100" fmla="*/ 102 w 325"/>
                <a:gd name="T101" fmla="*/ 30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5" h="318">
                  <a:moveTo>
                    <a:pt x="194" y="31"/>
                  </a:moveTo>
                  <a:lnTo>
                    <a:pt x="194" y="31"/>
                  </a:lnTo>
                  <a:lnTo>
                    <a:pt x="196" y="33"/>
                  </a:lnTo>
                  <a:lnTo>
                    <a:pt x="200" y="35"/>
                  </a:lnTo>
                  <a:lnTo>
                    <a:pt x="206" y="35"/>
                  </a:lnTo>
                  <a:lnTo>
                    <a:pt x="210" y="33"/>
                  </a:lnTo>
                  <a:lnTo>
                    <a:pt x="210" y="33"/>
                  </a:lnTo>
                  <a:lnTo>
                    <a:pt x="214" y="29"/>
                  </a:lnTo>
                  <a:lnTo>
                    <a:pt x="215" y="25"/>
                  </a:lnTo>
                  <a:lnTo>
                    <a:pt x="217" y="20"/>
                  </a:lnTo>
                  <a:lnTo>
                    <a:pt x="215" y="16"/>
                  </a:lnTo>
                  <a:lnTo>
                    <a:pt x="215" y="16"/>
                  </a:lnTo>
                  <a:lnTo>
                    <a:pt x="211" y="12"/>
                  </a:lnTo>
                  <a:lnTo>
                    <a:pt x="207" y="9"/>
                  </a:lnTo>
                  <a:lnTo>
                    <a:pt x="223" y="0"/>
                  </a:lnTo>
                  <a:lnTo>
                    <a:pt x="321" y="177"/>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1" y="158"/>
                  </a:lnTo>
                  <a:lnTo>
                    <a:pt x="293" y="155"/>
                  </a:lnTo>
                  <a:lnTo>
                    <a:pt x="293" y="154"/>
                  </a:lnTo>
                  <a:lnTo>
                    <a:pt x="293" y="154"/>
                  </a:lnTo>
                  <a:lnTo>
                    <a:pt x="291" y="153"/>
                  </a:lnTo>
                  <a:lnTo>
                    <a:pt x="288" y="153"/>
                  </a:lnTo>
                  <a:lnTo>
                    <a:pt x="194" y="205"/>
                  </a:lnTo>
                  <a:lnTo>
                    <a:pt x="194" y="174"/>
                  </a:lnTo>
                  <a:lnTo>
                    <a:pt x="275" y="130"/>
                  </a:lnTo>
                  <a:lnTo>
                    <a:pt x="275" y="130"/>
                  </a:lnTo>
                  <a:lnTo>
                    <a:pt x="276" y="127"/>
                  </a:lnTo>
                  <a:lnTo>
                    <a:pt x="276" y="126"/>
                  </a:lnTo>
                  <a:lnTo>
                    <a:pt x="276" y="126"/>
                  </a:lnTo>
                  <a:lnTo>
                    <a:pt x="275" y="124"/>
                  </a:lnTo>
                  <a:lnTo>
                    <a:pt x="272" y="124"/>
                  </a:lnTo>
                  <a:lnTo>
                    <a:pt x="194" y="168"/>
                  </a:lnTo>
                  <a:lnTo>
                    <a:pt x="194" y="138"/>
                  </a:lnTo>
                  <a:lnTo>
                    <a:pt x="260" y="101"/>
                  </a:lnTo>
                  <a:lnTo>
                    <a:pt x="260" y="101"/>
                  </a:lnTo>
                  <a:lnTo>
                    <a:pt x="261" y="98"/>
                  </a:lnTo>
                  <a:lnTo>
                    <a:pt x="261" y="97"/>
                  </a:lnTo>
                  <a:lnTo>
                    <a:pt x="261" y="97"/>
                  </a:lnTo>
                  <a:lnTo>
                    <a:pt x="259" y="96"/>
                  </a:lnTo>
                  <a:lnTo>
                    <a:pt x="257" y="96"/>
                  </a:lnTo>
                  <a:lnTo>
                    <a:pt x="194" y="131"/>
                  </a:lnTo>
                  <a:lnTo>
                    <a:pt x="194" y="100"/>
                  </a:lnTo>
                  <a:lnTo>
                    <a:pt x="244" y="73"/>
                  </a:lnTo>
                  <a:lnTo>
                    <a:pt x="244" y="73"/>
                  </a:lnTo>
                  <a:lnTo>
                    <a:pt x="245" y="70"/>
                  </a:lnTo>
                  <a:lnTo>
                    <a:pt x="245" y="69"/>
                  </a:lnTo>
                  <a:lnTo>
                    <a:pt x="245" y="69"/>
                  </a:lnTo>
                  <a:lnTo>
                    <a:pt x="244" y="67"/>
                  </a:lnTo>
                  <a:lnTo>
                    <a:pt x="241" y="67"/>
                  </a:lnTo>
                  <a:lnTo>
                    <a:pt x="194" y="93"/>
                  </a:lnTo>
                  <a:lnTo>
                    <a:pt x="194" y="31"/>
                  </a:lnTo>
                  <a:close/>
                  <a:moveTo>
                    <a:pt x="15" y="116"/>
                  </a:moveTo>
                  <a:lnTo>
                    <a:pt x="15" y="116"/>
                  </a:lnTo>
                  <a:lnTo>
                    <a:pt x="15" y="120"/>
                  </a:lnTo>
                  <a:lnTo>
                    <a:pt x="16" y="126"/>
                  </a:lnTo>
                  <a:lnTo>
                    <a:pt x="16" y="126"/>
                  </a:lnTo>
                  <a:lnTo>
                    <a:pt x="19" y="130"/>
                  </a:lnTo>
                  <a:lnTo>
                    <a:pt x="24" y="132"/>
                  </a:lnTo>
                  <a:lnTo>
                    <a:pt x="28" y="132"/>
                  </a:lnTo>
                  <a:lnTo>
                    <a:pt x="34" y="131"/>
                  </a:lnTo>
                  <a:lnTo>
                    <a:pt x="34" y="131"/>
                  </a:lnTo>
                  <a:lnTo>
                    <a:pt x="38" y="127"/>
                  </a:lnTo>
                  <a:lnTo>
                    <a:pt x="41" y="123"/>
                  </a:lnTo>
                  <a:lnTo>
                    <a:pt x="41" y="117"/>
                  </a:lnTo>
                  <a:lnTo>
                    <a:pt x="39" y="113"/>
                  </a:lnTo>
                  <a:lnTo>
                    <a:pt x="39" y="113"/>
                  </a:lnTo>
                  <a:lnTo>
                    <a:pt x="35" y="109"/>
                  </a:lnTo>
                  <a:lnTo>
                    <a:pt x="31" y="107"/>
                  </a:lnTo>
                  <a:lnTo>
                    <a:pt x="50" y="96"/>
                  </a:lnTo>
                  <a:lnTo>
                    <a:pt x="50" y="96"/>
                  </a:lnTo>
                  <a:lnTo>
                    <a:pt x="50" y="101"/>
                  </a:lnTo>
                  <a:lnTo>
                    <a:pt x="51" y="107"/>
                  </a:lnTo>
                  <a:lnTo>
                    <a:pt x="51" y="107"/>
                  </a:lnTo>
                  <a:lnTo>
                    <a:pt x="54" y="111"/>
                  </a:lnTo>
                  <a:lnTo>
                    <a:pt x="60" y="112"/>
                  </a:lnTo>
                  <a:lnTo>
                    <a:pt x="64" y="113"/>
                  </a:lnTo>
                  <a:lnTo>
                    <a:pt x="69" y="111"/>
                  </a:lnTo>
                  <a:lnTo>
                    <a:pt x="69" y="111"/>
                  </a:lnTo>
                  <a:lnTo>
                    <a:pt x="73" y="108"/>
                  </a:lnTo>
                  <a:lnTo>
                    <a:pt x="76" y="104"/>
                  </a:lnTo>
                  <a:lnTo>
                    <a:pt x="76" y="98"/>
                  </a:lnTo>
                  <a:lnTo>
                    <a:pt x="75" y="93"/>
                  </a:lnTo>
                  <a:lnTo>
                    <a:pt x="75" y="93"/>
                  </a:lnTo>
                  <a:lnTo>
                    <a:pt x="70" y="89"/>
                  </a:lnTo>
                  <a:lnTo>
                    <a:pt x="66" y="88"/>
                  </a:lnTo>
                  <a:lnTo>
                    <a:pt x="85" y="77"/>
                  </a:lnTo>
                  <a:lnTo>
                    <a:pt x="85" y="77"/>
                  </a:lnTo>
                  <a:lnTo>
                    <a:pt x="85" y="81"/>
                  </a:lnTo>
                  <a:lnTo>
                    <a:pt x="87" y="86"/>
                  </a:lnTo>
                  <a:lnTo>
                    <a:pt x="87" y="86"/>
                  </a:lnTo>
                  <a:lnTo>
                    <a:pt x="89" y="90"/>
                  </a:lnTo>
                  <a:lnTo>
                    <a:pt x="95" y="93"/>
                  </a:lnTo>
                  <a:lnTo>
                    <a:pt x="99" y="93"/>
                  </a:lnTo>
                  <a:lnTo>
                    <a:pt x="104" y="92"/>
                  </a:lnTo>
                  <a:lnTo>
                    <a:pt x="104" y="92"/>
                  </a:lnTo>
                  <a:lnTo>
                    <a:pt x="108" y="88"/>
                  </a:lnTo>
                  <a:lnTo>
                    <a:pt x="111" y="84"/>
                  </a:lnTo>
                  <a:lnTo>
                    <a:pt x="111" y="78"/>
                  </a:lnTo>
                  <a:lnTo>
                    <a:pt x="110" y="74"/>
                  </a:lnTo>
                  <a:lnTo>
                    <a:pt x="110" y="74"/>
                  </a:lnTo>
                  <a:lnTo>
                    <a:pt x="106" y="70"/>
                  </a:lnTo>
                  <a:lnTo>
                    <a:pt x="102" y="67"/>
                  </a:lnTo>
                  <a:lnTo>
                    <a:pt x="121" y="56"/>
                  </a:lnTo>
                  <a:lnTo>
                    <a:pt x="121" y="56"/>
                  </a:lnTo>
                  <a:lnTo>
                    <a:pt x="121" y="62"/>
                  </a:lnTo>
                  <a:lnTo>
                    <a:pt x="122" y="67"/>
                  </a:lnTo>
                  <a:lnTo>
                    <a:pt x="122" y="67"/>
                  </a:lnTo>
                  <a:lnTo>
                    <a:pt x="125" y="71"/>
                  </a:lnTo>
                  <a:lnTo>
                    <a:pt x="130" y="73"/>
                  </a:lnTo>
                  <a:lnTo>
                    <a:pt x="134" y="74"/>
                  </a:lnTo>
                  <a:lnTo>
                    <a:pt x="140" y="73"/>
                  </a:lnTo>
                  <a:lnTo>
                    <a:pt x="140" y="73"/>
                  </a:lnTo>
                  <a:lnTo>
                    <a:pt x="144" y="69"/>
                  </a:lnTo>
                  <a:lnTo>
                    <a:pt x="146" y="65"/>
                  </a:lnTo>
                  <a:lnTo>
                    <a:pt x="146" y="59"/>
                  </a:lnTo>
                  <a:lnTo>
                    <a:pt x="145" y="54"/>
                  </a:lnTo>
                  <a:lnTo>
                    <a:pt x="145" y="54"/>
                  </a:lnTo>
                  <a:lnTo>
                    <a:pt x="141" y="50"/>
                  </a:lnTo>
                  <a:lnTo>
                    <a:pt x="137" y="48"/>
                  </a:lnTo>
                  <a:lnTo>
                    <a:pt x="156" y="38"/>
                  </a:lnTo>
                  <a:lnTo>
                    <a:pt x="156" y="38"/>
                  </a:lnTo>
                  <a:lnTo>
                    <a:pt x="154" y="43"/>
                  </a:lnTo>
                  <a:lnTo>
                    <a:pt x="157" y="47"/>
                  </a:lnTo>
                  <a:lnTo>
                    <a:pt x="157" y="47"/>
                  </a:lnTo>
                  <a:lnTo>
                    <a:pt x="160" y="51"/>
                  </a:lnTo>
                  <a:lnTo>
                    <a:pt x="164" y="54"/>
                  </a:lnTo>
                  <a:lnTo>
                    <a:pt x="169" y="54"/>
                  </a:lnTo>
                  <a:lnTo>
                    <a:pt x="175" y="52"/>
                  </a:lnTo>
                  <a:lnTo>
                    <a:pt x="175" y="52"/>
                  </a:lnTo>
                  <a:lnTo>
                    <a:pt x="179" y="50"/>
                  </a:lnTo>
                  <a:lnTo>
                    <a:pt x="180" y="44"/>
                  </a:lnTo>
                  <a:lnTo>
                    <a:pt x="181" y="40"/>
                  </a:lnTo>
                  <a:lnTo>
                    <a:pt x="180" y="35"/>
                  </a:lnTo>
                  <a:lnTo>
                    <a:pt x="180" y="35"/>
                  </a:lnTo>
                  <a:lnTo>
                    <a:pt x="176" y="31"/>
                  </a:lnTo>
                  <a:lnTo>
                    <a:pt x="172" y="28"/>
                  </a:lnTo>
                  <a:lnTo>
                    <a:pt x="191" y="19"/>
                  </a:lnTo>
                  <a:lnTo>
                    <a:pt x="191" y="19"/>
                  </a:lnTo>
                  <a:lnTo>
                    <a:pt x="190" y="23"/>
                  </a:lnTo>
                  <a:lnTo>
                    <a:pt x="192" y="28"/>
                  </a:lnTo>
                  <a:lnTo>
                    <a:pt x="192" y="28"/>
                  </a:lnTo>
                  <a:lnTo>
                    <a:pt x="194" y="31"/>
                  </a:lnTo>
                  <a:lnTo>
                    <a:pt x="194" y="93"/>
                  </a:lnTo>
                  <a:lnTo>
                    <a:pt x="47" y="174"/>
                  </a:lnTo>
                  <a:lnTo>
                    <a:pt x="47" y="174"/>
                  </a:lnTo>
                  <a:lnTo>
                    <a:pt x="46" y="176"/>
                  </a:lnTo>
                  <a:lnTo>
                    <a:pt x="46" y="178"/>
                  </a:lnTo>
                  <a:lnTo>
                    <a:pt x="46" y="178"/>
                  </a:lnTo>
                  <a:lnTo>
                    <a:pt x="49" y="180"/>
                  </a:lnTo>
                  <a:lnTo>
                    <a:pt x="50" y="180"/>
                  </a:lnTo>
                  <a:lnTo>
                    <a:pt x="50" y="180"/>
                  </a:lnTo>
                  <a:lnTo>
                    <a:pt x="194" y="100"/>
                  </a:lnTo>
                  <a:lnTo>
                    <a:pt x="194" y="131"/>
                  </a:lnTo>
                  <a:lnTo>
                    <a:pt x="64" y="203"/>
                  </a:lnTo>
                  <a:lnTo>
                    <a:pt x="64" y="203"/>
                  </a:lnTo>
                  <a:lnTo>
                    <a:pt x="62" y="204"/>
                  </a:lnTo>
                  <a:lnTo>
                    <a:pt x="62" y="207"/>
                  </a:lnTo>
                  <a:lnTo>
                    <a:pt x="62" y="207"/>
                  </a:lnTo>
                  <a:lnTo>
                    <a:pt x="64" y="208"/>
                  </a:lnTo>
                  <a:lnTo>
                    <a:pt x="66" y="208"/>
                  </a:lnTo>
                  <a:lnTo>
                    <a:pt x="66" y="208"/>
                  </a:lnTo>
                  <a:lnTo>
                    <a:pt x="194" y="138"/>
                  </a:lnTo>
                  <a:lnTo>
                    <a:pt x="194" y="168"/>
                  </a:lnTo>
                  <a:lnTo>
                    <a:pt x="80" y="231"/>
                  </a:lnTo>
                  <a:lnTo>
                    <a:pt x="80" y="231"/>
                  </a:lnTo>
                  <a:lnTo>
                    <a:pt x="77" y="233"/>
                  </a:lnTo>
                  <a:lnTo>
                    <a:pt x="79" y="235"/>
                  </a:lnTo>
                  <a:lnTo>
                    <a:pt x="79" y="235"/>
                  </a:lnTo>
                  <a:lnTo>
                    <a:pt x="80" y="237"/>
                  </a:lnTo>
                  <a:lnTo>
                    <a:pt x="83" y="237"/>
                  </a:lnTo>
                  <a:lnTo>
                    <a:pt x="83" y="237"/>
                  </a:lnTo>
                  <a:lnTo>
                    <a:pt x="194" y="174"/>
                  </a:lnTo>
                  <a:lnTo>
                    <a:pt x="194" y="205"/>
                  </a:lnTo>
                  <a:lnTo>
                    <a:pt x="95" y="260"/>
                  </a:lnTo>
                  <a:lnTo>
                    <a:pt x="95" y="260"/>
                  </a:lnTo>
                  <a:lnTo>
                    <a:pt x="93" y="261"/>
                  </a:lnTo>
                  <a:lnTo>
                    <a:pt x="93" y="264"/>
                  </a:lnTo>
                  <a:lnTo>
                    <a:pt x="93" y="264"/>
                  </a:lnTo>
                  <a:lnTo>
                    <a:pt x="96" y="265"/>
                  </a:lnTo>
                  <a:lnTo>
                    <a:pt x="98" y="265"/>
                  </a:lnTo>
                  <a:lnTo>
                    <a:pt x="98" y="265"/>
                  </a:lnTo>
                  <a:lnTo>
                    <a:pt x="194" y="212"/>
                  </a:lnTo>
                  <a:lnTo>
                    <a:pt x="194" y="285"/>
                  </a:lnTo>
                  <a:lnTo>
                    <a:pt x="142" y="314"/>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9" name="iṥļíḑe">
              <a:extLst>
                <a:ext uri="{FF2B5EF4-FFF2-40B4-BE49-F238E27FC236}">
                  <a16:creationId xmlns:a16="http://schemas.microsoft.com/office/drawing/2014/main" id="{00FF7384-7697-4293-9F78-AACD0ECD886D}"/>
                </a:ext>
              </a:extLst>
            </p:cNvPr>
            <p:cNvSpPr/>
            <p:nvPr/>
          </p:nvSpPr>
          <p:spPr bwMode="auto">
            <a:xfrm>
              <a:off x="7025510" y="3272642"/>
              <a:ext cx="441800" cy="463316"/>
            </a:xfrm>
            <a:custGeom>
              <a:avLst/>
              <a:gdLst>
                <a:gd name="T0" fmla="*/ 306 w 308"/>
                <a:gd name="T1" fmla="*/ 96 h 323"/>
                <a:gd name="T2" fmla="*/ 218 w 308"/>
                <a:gd name="T3" fmla="*/ 308 h 323"/>
                <a:gd name="T4" fmla="*/ 227 w 308"/>
                <a:gd name="T5" fmla="*/ 224 h 323"/>
                <a:gd name="T6" fmla="*/ 233 w 308"/>
                <a:gd name="T7" fmla="*/ 209 h 323"/>
                <a:gd name="T8" fmla="*/ 246 w 308"/>
                <a:gd name="T9" fmla="*/ 184 h 323"/>
                <a:gd name="T10" fmla="*/ 250 w 308"/>
                <a:gd name="T11" fmla="*/ 159 h 323"/>
                <a:gd name="T12" fmla="*/ 280 w 308"/>
                <a:gd name="T13" fmla="*/ 109 h 323"/>
                <a:gd name="T14" fmla="*/ 218 w 308"/>
                <a:gd name="T15" fmla="*/ 75 h 323"/>
                <a:gd name="T16" fmla="*/ 201 w 308"/>
                <a:gd name="T17" fmla="*/ 320 h 323"/>
                <a:gd name="T18" fmla="*/ 197 w 308"/>
                <a:gd name="T19" fmla="*/ 289 h 323"/>
                <a:gd name="T20" fmla="*/ 208 w 308"/>
                <a:gd name="T21" fmla="*/ 262 h 323"/>
                <a:gd name="T22" fmla="*/ 218 w 308"/>
                <a:gd name="T23" fmla="*/ 248 h 323"/>
                <a:gd name="T24" fmla="*/ 203 w 308"/>
                <a:gd name="T25" fmla="*/ 161 h 323"/>
                <a:gd name="T26" fmla="*/ 189 w 308"/>
                <a:gd name="T27" fmla="*/ 184 h 323"/>
                <a:gd name="T28" fmla="*/ 186 w 308"/>
                <a:gd name="T29" fmla="*/ 202 h 323"/>
                <a:gd name="T30" fmla="*/ 185 w 308"/>
                <a:gd name="T31" fmla="*/ 155 h 323"/>
                <a:gd name="T32" fmla="*/ 180 w 308"/>
                <a:gd name="T33" fmla="*/ 26 h 323"/>
                <a:gd name="T34" fmla="*/ 174 w 308"/>
                <a:gd name="T35" fmla="*/ 318 h 323"/>
                <a:gd name="T36" fmla="*/ 147 w 308"/>
                <a:gd name="T37" fmla="*/ 218 h 323"/>
                <a:gd name="T38" fmla="*/ 166 w 308"/>
                <a:gd name="T39" fmla="*/ 199 h 323"/>
                <a:gd name="T40" fmla="*/ 147 w 308"/>
                <a:gd name="T41" fmla="*/ 170 h 323"/>
                <a:gd name="T42" fmla="*/ 180 w 308"/>
                <a:gd name="T43" fmla="*/ 170 h 323"/>
                <a:gd name="T44" fmla="*/ 170 w 308"/>
                <a:gd name="T45" fmla="*/ 225 h 323"/>
                <a:gd name="T46" fmla="*/ 168 w 308"/>
                <a:gd name="T47" fmla="*/ 243 h 323"/>
                <a:gd name="T48" fmla="*/ 151 w 308"/>
                <a:gd name="T49" fmla="*/ 263 h 323"/>
                <a:gd name="T50" fmla="*/ 180 w 308"/>
                <a:gd name="T51" fmla="*/ 321 h 323"/>
                <a:gd name="T52" fmla="*/ 147 w 308"/>
                <a:gd name="T53" fmla="*/ 10 h 323"/>
                <a:gd name="T54" fmla="*/ 119 w 308"/>
                <a:gd name="T55" fmla="*/ 0 h 323"/>
                <a:gd name="T56" fmla="*/ 132 w 308"/>
                <a:gd name="T57" fmla="*/ 260 h 323"/>
                <a:gd name="T58" fmla="*/ 147 w 308"/>
                <a:gd name="T59" fmla="*/ 306 h 323"/>
                <a:gd name="T60" fmla="*/ 139 w 308"/>
                <a:gd name="T61" fmla="*/ 134 h 323"/>
                <a:gd name="T62" fmla="*/ 128 w 308"/>
                <a:gd name="T63" fmla="*/ 159 h 323"/>
                <a:gd name="T64" fmla="*/ 121 w 308"/>
                <a:gd name="T65" fmla="*/ 174 h 323"/>
                <a:gd name="T66" fmla="*/ 123 w 308"/>
                <a:gd name="T67" fmla="*/ 125 h 323"/>
                <a:gd name="T68" fmla="*/ 147 w 308"/>
                <a:gd name="T69" fmla="*/ 235 h 323"/>
                <a:gd name="T70" fmla="*/ 98 w 308"/>
                <a:gd name="T71" fmla="*/ 283 h 323"/>
                <a:gd name="T72" fmla="*/ 103 w 308"/>
                <a:gd name="T73" fmla="*/ 4 h 323"/>
                <a:gd name="T74" fmla="*/ 111 w 308"/>
                <a:gd name="T75" fmla="*/ 34 h 323"/>
                <a:gd name="T76" fmla="*/ 119 w 308"/>
                <a:gd name="T77" fmla="*/ 122 h 323"/>
                <a:gd name="T78" fmla="*/ 119 w 308"/>
                <a:gd name="T79" fmla="*/ 141 h 323"/>
                <a:gd name="T80" fmla="*/ 109 w 308"/>
                <a:gd name="T81" fmla="*/ 197 h 323"/>
                <a:gd name="T82" fmla="*/ 107 w 308"/>
                <a:gd name="T83" fmla="*/ 214 h 323"/>
                <a:gd name="T84" fmla="*/ 105 w 308"/>
                <a:gd name="T85" fmla="*/ 171 h 323"/>
                <a:gd name="T86" fmla="*/ 98 w 308"/>
                <a:gd name="T87" fmla="*/ 147 h 323"/>
                <a:gd name="T88" fmla="*/ 119 w 308"/>
                <a:gd name="T89" fmla="*/ 141 h 323"/>
                <a:gd name="T90" fmla="*/ 86 w 308"/>
                <a:gd name="T91" fmla="*/ 206 h 323"/>
                <a:gd name="T92" fmla="*/ 97 w 308"/>
                <a:gd name="T93" fmla="*/ 188 h 323"/>
                <a:gd name="T94" fmla="*/ 90 w 308"/>
                <a:gd name="T95" fmla="*/ 239 h 323"/>
                <a:gd name="T96" fmla="*/ 86 w 308"/>
                <a:gd name="T97" fmla="*/ 22 h 323"/>
                <a:gd name="T98" fmla="*/ 93 w 308"/>
                <a:gd name="T99" fmla="*/ 68 h 323"/>
                <a:gd name="T100" fmla="*/ 86 w 308"/>
                <a:gd name="T101" fmla="*/ 22 h 323"/>
                <a:gd name="T102" fmla="*/ 86 w 308"/>
                <a:gd name="T103" fmla="*/ 278 h 323"/>
                <a:gd name="T104" fmla="*/ 77 w 308"/>
                <a:gd name="T105" fmla="*/ 230 h 323"/>
                <a:gd name="T106" fmla="*/ 86 w 308"/>
                <a:gd name="T107" fmla="*/ 107 h 323"/>
                <a:gd name="T108" fmla="*/ 67 w 308"/>
                <a:gd name="T109" fmla="*/ 126 h 323"/>
                <a:gd name="T110" fmla="*/ 86 w 308"/>
                <a:gd name="T111" fmla="*/ 141 h 323"/>
                <a:gd name="T112" fmla="*/ 58 w 308"/>
                <a:gd name="T113" fmla="*/ 83 h 323"/>
                <a:gd name="T114" fmla="*/ 86 w 308"/>
                <a:gd name="T115" fmla="*/ 190 h 323"/>
                <a:gd name="T116" fmla="*/ 2 w 308"/>
                <a:gd name="T117" fmla="*/ 226 h 323"/>
                <a:gd name="T118" fmla="*/ 58 w 308"/>
                <a:gd name="T119" fmla="*/ 147 h 323"/>
                <a:gd name="T120" fmla="*/ 50 w 308"/>
                <a:gd name="T121" fmla="*/ 172 h 323"/>
                <a:gd name="T122" fmla="*/ 42 w 308"/>
                <a:gd name="T123" fmla="*/ 186 h 323"/>
                <a:gd name="T124" fmla="*/ 29 w 308"/>
                <a:gd name="T125" fmla="*/ 21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23">
                  <a:moveTo>
                    <a:pt x="218" y="44"/>
                  </a:moveTo>
                  <a:lnTo>
                    <a:pt x="288" y="76"/>
                  </a:lnTo>
                  <a:lnTo>
                    <a:pt x="288" y="76"/>
                  </a:lnTo>
                  <a:lnTo>
                    <a:pt x="293" y="80"/>
                  </a:lnTo>
                  <a:lnTo>
                    <a:pt x="299" y="84"/>
                  </a:lnTo>
                  <a:lnTo>
                    <a:pt x="303" y="90"/>
                  </a:lnTo>
                  <a:lnTo>
                    <a:pt x="306" y="96"/>
                  </a:lnTo>
                  <a:lnTo>
                    <a:pt x="308" y="103"/>
                  </a:lnTo>
                  <a:lnTo>
                    <a:pt x="308" y="110"/>
                  </a:lnTo>
                  <a:lnTo>
                    <a:pt x="307" y="117"/>
                  </a:lnTo>
                  <a:lnTo>
                    <a:pt x="304" y="124"/>
                  </a:lnTo>
                  <a:lnTo>
                    <a:pt x="222" y="301"/>
                  </a:lnTo>
                  <a:lnTo>
                    <a:pt x="222" y="301"/>
                  </a:lnTo>
                  <a:lnTo>
                    <a:pt x="218" y="308"/>
                  </a:lnTo>
                  <a:lnTo>
                    <a:pt x="218" y="248"/>
                  </a:lnTo>
                  <a:lnTo>
                    <a:pt x="218" y="248"/>
                  </a:lnTo>
                  <a:lnTo>
                    <a:pt x="219" y="245"/>
                  </a:lnTo>
                  <a:lnTo>
                    <a:pt x="227" y="228"/>
                  </a:lnTo>
                  <a:lnTo>
                    <a:pt x="227" y="228"/>
                  </a:lnTo>
                  <a:lnTo>
                    <a:pt x="228" y="226"/>
                  </a:lnTo>
                  <a:lnTo>
                    <a:pt x="227" y="224"/>
                  </a:lnTo>
                  <a:lnTo>
                    <a:pt x="227" y="222"/>
                  </a:lnTo>
                  <a:lnTo>
                    <a:pt x="224" y="221"/>
                  </a:lnTo>
                  <a:lnTo>
                    <a:pt x="218" y="217"/>
                  </a:lnTo>
                  <a:lnTo>
                    <a:pt x="218" y="202"/>
                  </a:lnTo>
                  <a:lnTo>
                    <a:pt x="230" y="209"/>
                  </a:lnTo>
                  <a:lnTo>
                    <a:pt x="230" y="209"/>
                  </a:lnTo>
                  <a:lnTo>
                    <a:pt x="233" y="209"/>
                  </a:lnTo>
                  <a:lnTo>
                    <a:pt x="235" y="209"/>
                  </a:lnTo>
                  <a:lnTo>
                    <a:pt x="237" y="207"/>
                  </a:lnTo>
                  <a:lnTo>
                    <a:pt x="238" y="206"/>
                  </a:lnTo>
                  <a:lnTo>
                    <a:pt x="246" y="188"/>
                  </a:lnTo>
                  <a:lnTo>
                    <a:pt x="246" y="188"/>
                  </a:lnTo>
                  <a:lnTo>
                    <a:pt x="247" y="186"/>
                  </a:lnTo>
                  <a:lnTo>
                    <a:pt x="246" y="184"/>
                  </a:lnTo>
                  <a:lnTo>
                    <a:pt x="246" y="182"/>
                  </a:lnTo>
                  <a:lnTo>
                    <a:pt x="243" y="180"/>
                  </a:lnTo>
                  <a:lnTo>
                    <a:pt x="218" y="168"/>
                  </a:lnTo>
                  <a:lnTo>
                    <a:pt x="218" y="145"/>
                  </a:lnTo>
                  <a:lnTo>
                    <a:pt x="243" y="157"/>
                  </a:lnTo>
                  <a:lnTo>
                    <a:pt x="243" y="157"/>
                  </a:lnTo>
                  <a:lnTo>
                    <a:pt x="250" y="159"/>
                  </a:lnTo>
                  <a:lnTo>
                    <a:pt x="257" y="157"/>
                  </a:lnTo>
                  <a:lnTo>
                    <a:pt x="262" y="155"/>
                  </a:lnTo>
                  <a:lnTo>
                    <a:pt x="266" y="149"/>
                  </a:lnTo>
                  <a:lnTo>
                    <a:pt x="279" y="122"/>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lnTo>
                    <a:pt x="180" y="26"/>
                  </a:lnTo>
                  <a:close/>
                  <a:moveTo>
                    <a:pt x="218" y="308"/>
                  </a:moveTo>
                  <a:lnTo>
                    <a:pt x="218" y="308"/>
                  </a:lnTo>
                  <a:lnTo>
                    <a:pt x="211" y="316"/>
                  </a:lnTo>
                  <a:lnTo>
                    <a:pt x="201" y="320"/>
                  </a:lnTo>
                  <a:lnTo>
                    <a:pt x="191" y="323"/>
                  </a:lnTo>
                  <a:lnTo>
                    <a:pt x="180" y="321"/>
                  </a:lnTo>
                  <a:lnTo>
                    <a:pt x="180" y="283"/>
                  </a:lnTo>
                  <a:lnTo>
                    <a:pt x="193" y="289"/>
                  </a:lnTo>
                  <a:lnTo>
                    <a:pt x="193" y="289"/>
                  </a:lnTo>
                  <a:lnTo>
                    <a:pt x="195" y="289"/>
                  </a:lnTo>
                  <a:lnTo>
                    <a:pt x="197" y="289"/>
                  </a:lnTo>
                  <a:lnTo>
                    <a:pt x="199" y="287"/>
                  </a:lnTo>
                  <a:lnTo>
                    <a:pt x="200" y="286"/>
                  </a:lnTo>
                  <a:lnTo>
                    <a:pt x="208" y="268"/>
                  </a:lnTo>
                  <a:lnTo>
                    <a:pt x="208" y="268"/>
                  </a:lnTo>
                  <a:lnTo>
                    <a:pt x="209" y="266"/>
                  </a:lnTo>
                  <a:lnTo>
                    <a:pt x="209" y="264"/>
                  </a:lnTo>
                  <a:lnTo>
                    <a:pt x="208" y="262"/>
                  </a:lnTo>
                  <a:lnTo>
                    <a:pt x="205" y="260"/>
                  </a:lnTo>
                  <a:lnTo>
                    <a:pt x="180" y="249"/>
                  </a:lnTo>
                  <a:lnTo>
                    <a:pt x="180" y="235"/>
                  </a:lnTo>
                  <a:lnTo>
                    <a:pt x="212" y="248"/>
                  </a:lnTo>
                  <a:lnTo>
                    <a:pt x="212" y="248"/>
                  </a:lnTo>
                  <a:lnTo>
                    <a:pt x="215" y="249"/>
                  </a:lnTo>
                  <a:lnTo>
                    <a:pt x="218" y="248"/>
                  </a:lnTo>
                  <a:lnTo>
                    <a:pt x="218" y="308"/>
                  </a:lnTo>
                  <a:lnTo>
                    <a:pt x="218" y="308"/>
                  </a:lnTo>
                  <a:close/>
                  <a:moveTo>
                    <a:pt x="218" y="145"/>
                  </a:moveTo>
                  <a:lnTo>
                    <a:pt x="218" y="168"/>
                  </a:lnTo>
                  <a:lnTo>
                    <a:pt x="205" y="163"/>
                  </a:lnTo>
                  <a:lnTo>
                    <a:pt x="205" y="163"/>
                  </a:lnTo>
                  <a:lnTo>
                    <a:pt x="203" y="161"/>
                  </a:lnTo>
                  <a:lnTo>
                    <a:pt x="201" y="163"/>
                  </a:lnTo>
                  <a:lnTo>
                    <a:pt x="199" y="164"/>
                  </a:lnTo>
                  <a:lnTo>
                    <a:pt x="197" y="165"/>
                  </a:lnTo>
                  <a:lnTo>
                    <a:pt x="189" y="183"/>
                  </a:lnTo>
                  <a:lnTo>
                    <a:pt x="189" y="183"/>
                  </a:lnTo>
                  <a:lnTo>
                    <a:pt x="189" y="183"/>
                  </a:lnTo>
                  <a:lnTo>
                    <a:pt x="189" y="184"/>
                  </a:lnTo>
                  <a:lnTo>
                    <a:pt x="189" y="187"/>
                  </a:lnTo>
                  <a:lnTo>
                    <a:pt x="191" y="190"/>
                  </a:lnTo>
                  <a:lnTo>
                    <a:pt x="192" y="191"/>
                  </a:lnTo>
                  <a:lnTo>
                    <a:pt x="218" y="202"/>
                  </a:lnTo>
                  <a:lnTo>
                    <a:pt x="218" y="217"/>
                  </a:lnTo>
                  <a:lnTo>
                    <a:pt x="186" y="202"/>
                  </a:lnTo>
                  <a:lnTo>
                    <a:pt x="186" y="202"/>
                  </a:lnTo>
                  <a:lnTo>
                    <a:pt x="184" y="202"/>
                  </a:lnTo>
                  <a:lnTo>
                    <a:pt x="180" y="203"/>
                  </a:lnTo>
                  <a:lnTo>
                    <a:pt x="180" y="170"/>
                  </a:lnTo>
                  <a:lnTo>
                    <a:pt x="185" y="16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lnTo>
                    <a:pt x="147" y="10"/>
                  </a:lnTo>
                  <a:close/>
                  <a:moveTo>
                    <a:pt x="180" y="321"/>
                  </a:moveTo>
                  <a:lnTo>
                    <a:pt x="180" y="321"/>
                  </a:lnTo>
                  <a:lnTo>
                    <a:pt x="174" y="318"/>
                  </a:lnTo>
                  <a:lnTo>
                    <a:pt x="147" y="306"/>
                  </a:lnTo>
                  <a:lnTo>
                    <a:pt x="147" y="240"/>
                  </a:lnTo>
                  <a:lnTo>
                    <a:pt x="147" y="240"/>
                  </a:lnTo>
                  <a:lnTo>
                    <a:pt x="147" y="240"/>
                  </a:lnTo>
                  <a:lnTo>
                    <a:pt x="149" y="237"/>
                  </a:lnTo>
                  <a:lnTo>
                    <a:pt x="147" y="235"/>
                  </a:lnTo>
                  <a:lnTo>
                    <a:pt x="147" y="218"/>
                  </a:lnTo>
                  <a:lnTo>
                    <a:pt x="150" y="220"/>
                  </a:lnTo>
                  <a:lnTo>
                    <a:pt x="150" y="220"/>
                  </a:lnTo>
                  <a:lnTo>
                    <a:pt x="153" y="221"/>
                  </a:lnTo>
                  <a:lnTo>
                    <a:pt x="155" y="220"/>
                  </a:lnTo>
                  <a:lnTo>
                    <a:pt x="157" y="218"/>
                  </a:lnTo>
                  <a:lnTo>
                    <a:pt x="158" y="217"/>
                  </a:lnTo>
                  <a:lnTo>
                    <a:pt x="166" y="199"/>
                  </a:lnTo>
                  <a:lnTo>
                    <a:pt x="166" y="199"/>
                  </a:lnTo>
                  <a:lnTo>
                    <a:pt x="166" y="198"/>
                  </a:lnTo>
                  <a:lnTo>
                    <a:pt x="166" y="195"/>
                  </a:lnTo>
                  <a:lnTo>
                    <a:pt x="165" y="193"/>
                  </a:lnTo>
                  <a:lnTo>
                    <a:pt x="163" y="191"/>
                  </a:lnTo>
                  <a:lnTo>
                    <a:pt x="147" y="184"/>
                  </a:lnTo>
                  <a:lnTo>
                    <a:pt x="147" y="170"/>
                  </a:lnTo>
                  <a:lnTo>
                    <a:pt x="169" y="180"/>
                  </a:lnTo>
                  <a:lnTo>
                    <a:pt x="169" y="180"/>
                  </a:lnTo>
                  <a:lnTo>
                    <a:pt x="172" y="180"/>
                  </a:lnTo>
                  <a:lnTo>
                    <a:pt x="173" y="180"/>
                  </a:lnTo>
                  <a:lnTo>
                    <a:pt x="176" y="179"/>
                  </a:lnTo>
                  <a:lnTo>
                    <a:pt x="177" y="176"/>
                  </a:lnTo>
                  <a:lnTo>
                    <a:pt x="180" y="170"/>
                  </a:lnTo>
                  <a:lnTo>
                    <a:pt x="180" y="203"/>
                  </a:lnTo>
                  <a:lnTo>
                    <a:pt x="180" y="203"/>
                  </a:lnTo>
                  <a:lnTo>
                    <a:pt x="178" y="206"/>
                  </a:lnTo>
                  <a:lnTo>
                    <a:pt x="170" y="222"/>
                  </a:lnTo>
                  <a:lnTo>
                    <a:pt x="170" y="222"/>
                  </a:lnTo>
                  <a:lnTo>
                    <a:pt x="170" y="222"/>
                  </a:lnTo>
                  <a:lnTo>
                    <a:pt x="170" y="225"/>
                  </a:lnTo>
                  <a:lnTo>
                    <a:pt x="170" y="228"/>
                  </a:lnTo>
                  <a:lnTo>
                    <a:pt x="172" y="229"/>
                  </a:lnTo>
                  <a:lnTo>
                    <a:pt x="173" y="230"/>
                  </a:lnTo>
                  <a:lnTo>
                    <a:pt x="180" y="235"/>
                  </a:lnTo>
                  <a:lnTo>
                    <a:pt x="180" y="249"/>
                  </a:lnTo>
                  <a:lnTo>
                    <a:pt x="168" y="243"/>
                  </a:lnTo>
                  <a:lnTo>
                    <a:pt x="168" y="243"/>
                  </a:lnTo>
                  <a:lnTo>
                    <a:pt x="166" y="243"/>
                  </a:lnTo>
                  <a:lnTo>
                    <a:pt x="163" y="243"/>
                  </a:lnTo>
                  <a:lnTo>
                    <a:pt x="162" y="244"/>
                  </a:lnTo>
                  <a:lnTo>
                    <a:pt x="161" y="245"/>
                  </a:lnTo>
                  <a:lnTo>
                    <a:pt x="151" y="263"/>
                  </a:lnTo>
                  <a:lnTo>
                    <a:pt x="151" y="263"/>
                  </a:lnTo>
                  <a:lnTo>
                    <a:pt x="151" y="263"/>
                  </a:lnTo>
                  <a:lnTo>
                    <a:pt x="151" y="266"/>
                  </a:lnTo>
                  <a:lnTo>
                    <a:pt x="151" y="267"/>
                  </a:lnTo>
                  <a:lnTo>
                    <a:pt x="153" y="270"/>
                  </a:lnTo>
                  <a:lnTo>
                    <a:pt x="155" y="271"/>
                  </a:lnTo>
                  <a:lnTo>
                    <a:pt x="180" y="283"/>
                  </a:lnTo>
                  <a:lnTo>
                    <a:pt x="180" y="321"/>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8" y="33"/>
                  </a:lnTo>
                  <a:lnTo>
                    <a:pt x="124" y="31"/>
                  </a:lnTo>
                  <a:lnTo>
                    <a:pt x="119" y="31"/>
                  </a:lnTo>
                  <a:lnTo>
                    <a:pt x="119" y="0"/>
                  </a:lnTo>
                  <a:lnTo>
                    <a:pt x="119" y="0"/>
                  </a:lnTo>
                  <a:lnTo>
                    <a:pt x="127" y="2"/>
                  </a:lnTo>
                  <a:lnTo>
                    <a:pt x="135" y="4"/>
                  </a:lnTo>
                  <a:lnTo>
                    <a:pt x="135" y="4"/>
                  </a:lnTo>
                  <a:close/>
                  <a:moveTo>
                    <a:pt x="147" y="306"/>
                  </a:moveTo>
                  <a:lnTo>
                    <a:pt x="119" y="293"/>
                  </a:lnTo>
                  <a:lnTo>
                    <a:pt x="119" y="253"/>
                  </a:lnTo>
                  <a:lnTo>
                    <a:pt x="132" y="260"/>
                  </a:lnTo>
                  <a:lnTo>
                    <a:pt x="132" y="260"/>
                  </a:lnTo>
                  <a:lnTo>
                    <a:pt x="134" y="260"/>
                  </a:lnTo>
                  <a:lnTo>
                    <a:pt x="136" y="260"/>
                  </a:lnTo>
                  <a:lnTo>
                    <a:pt x="138" y="259"/>
                  </a:lnTo>
                  <a:lnTo>
                    <a:pt x="139" y="258"/>
                  </a:lnTo>
                  <a:lnTo>
                    <a:pt x="147" y="240"/>
                  </a:lnTo>
                  <a:lnTo>
                    <a:pt x="147" y="306"/>
                  </a:lnTo>
                  <a:lnTo>
                    <a:pt x="147" y="306"/>
                  </a:lnTo>
                  <a:close/>
                  <a:moveTo>
                    <a:pt x="147" y="113"/>
                  </a:moveTo>
                  <a:lnTo>
                    <a:pt x="147" y="136"/>
                  </a:lnTo>
                  <a:lnTo>
                    <a:pt x="144" y="134"/>
                  </a:lnTo>
                  <a:lnTo>
                    <a:pt x="144" y="134"/>
                  </a:lnTo>
                  <a:lnTo>
                    <a:pt x="142" y="133"/>
                  </a:lnTo>
                  <a:lnTo>
                    <a:pt x="139" y="134"/>
                  </a:lnTo>
                  <a:lnTo>
                    <a:pt x="138" y="134"/>
                  </a:lnTo>
                  <a:lnTo>
                    <a:pt x="136" y="137"/>
                  </a:lnTo>
                  <a:lnTo>
                    <a:pt x="128" y="155"/>
                  </a:lnTo>
                  <a:lnTo>
                    <a:pt x="128" y="155"/>
                  </a:lnTo>
                  <a:lnTo>
                    <a:pt x="128" y="155"/>
                  </a:lnTo>
                  <a:lnTo>
                    <a:pt x="128" y="156"/>
                  </a:lnTo>
                  <a:lnTo>
                    <a:pt x="128" y="159"/>
                  </a:lnTo>
                  <a:lnTo>
                    <a:pt x="130" y="160"/>
                  </a:lnTo>
                  <a:lnTo>
                    <a:pt x="131" y="161"/>
                  </a:lnTo>
                  <a:lnTo>
                    <a:pt x="147" y="170"/>
                  </a:lnTo>
                  <a:lnTo>
                    <a:pt x="147" y="184"/>
                  </a:lnTo>
                  <a:lnTo>
                    <a:pt x="126" y="174"/>
                  </a:lnTo>
                  <a:lnTo>
                    <a:pt x="126" y="174"/>
                  </a:lnTo>
                  <a:lnTo>
                    <a:pt x="121" y="174"/>
                  </a:lnTo>
                  <a:lnTo>
                    <a:pt x="119" y="175"/>
                  </a:lnTo>
                  <a:lnTo>
                    <a:pt x="119" y="141"/>
                  </a:lnTo>
                  <a:lnTo>
                    <a:pt x="124" y="130"/>
                  </a:lnTo>
                  <a:lnTo>
                    <a:pt x="124" y="130"/>
                  </a:lnTo>
                  <a:lnTo>
                    <a:pt x="124" y="129"/>
                  </a:lnTo>
                  <a:lnTo>
                    <a:pt x="124" y="126"/>
                  </a:lnTo>
                  <a:lnTo>
                    <a:pt x="123" y="125"/>
                  </a:lnTo>
                  <a:lnTo>
                    <a:pt x="121" y="124"/>
                  </a:lnTo>
                  <a:lnTo>
                    <a:pt x="119" y="122"/>
                  </a:lnTo>
                  <a:lnTo>
                    <a:pt x="119" y="99"/>
                  </a:lnTo>
                  <a:lnTo>
                    <a:pt x="147" y="113"/>
                  </a:lnTo>
                  <a:lnTo>
                    <a:pt x="147" y="113"/>
                  </a:lnTo>
                  <a:close/>
                  <a:moveTo>
                    <a:pt x="147" y="218"/>
                  </a:moveTo>
                  <a:lnTo>
                    <a:pt x="147" y="235"/>
                  </a:lnTo>
                  <a:lnTo>
                    <a:pt x="147" y="235"/>
                  </a:lnTo>
                  <a:lnTo>
                    <a:pt x="144" y="232"/>
                  </a:lnTo>
                  <a:lnTo>
                    <a:pt x="119" y="220"/>
                  </a:lnTo>
                  <a:lnTo>
                    <a:pt x="119" y="205"/>
                  </a:lnTo>
                  <a:lnTo>
                    <a:pt x="147" y="218"/>
                  </a:lnTo>
                  <a:close/>
                  <a:moveTo>
                    <a:pt x="119" y="293"/>
                  </a:moveTo>
                  <a:lnTo>
                    <a:pt x="98" y="283"/>
                  </a:lnTo>
                  <a:lnTo>
                    <a:pt x="98" y="244"/>
                  </a:lnTo>
                  <a:lnTo>
                    <a:pt x="119" y="253"/>
                  </a:lnTo>
                  <a:lnTo>
                    <a:pt x="119" y="293"/>
                  </a:lnTo>
                  <a:lnTo>
                    <a:pt x="119" y="293"/>
                  </a:lnTo>
                  <a:close/>
                  <a:moveTo>
                    <a:pt x="98" y="7"/>
                  </a:moveTo>
                  <a:lnTo>
                    <a:pt x="98" y="7"/>
                  </a:lnTo>
                  <a:lnTo>
                    <a:pt x="103" y="4"/>
                  </a:lnTo>
                  <a:lnTo>
                    <a:pt x="108" y="3"/>
                  </a:lnTo>
                  <a:lnTo>
                    <a:pt x="113" y="2"/>
                  </a:lnTo>
                  <a:lnTo>
                    <a:pt x="119" y="0"/>
                  </a:lnTo>
                  <a:lnTo>
                    <a:pt x="119" y="31"/>
                  </a:lnTo>
                  <a:lnTo>
                    <a:pt x="119" y="31"/>
                  </a:lnTo>
                  <a:lnTo>
                    <a:pt x="115" y="33"/>
                  </a:lnTo>
                  <a:lnTo>
                    <a:pt x="111" y="34"/>
                  </a:lnTo>
                  <a:lnTo>
                    <a:pt x="108" y="37"/>
                  </a:lnTo>
                  <a:lnTo>
                    <a:pt x="105" y="41"/>
                  </a:lnTo>
                  <a:lnTo>
                    <a:pt x="98" y="56"/>
                  </a:lnTo>
                  <a:lnTo>
                    <a:pt x="98" y="7"/>
                  </a:lnTo>
                  <a:lnTo>
                    <a:pt x="98" y="7"/>
                  </a:lnTo>
                  <a:close/>
                  <a:moveTo>
                    <a:pt x="119" y="99"/>
                  </a:moveTo>
                  <a:lnTo>
                    <a:pt x="119" y="122"/>
                  </a:lnTo>
                  <a:lnTo>
                    <a:pt x="98" y="113"/>
                  </a:lnTo>
                  <a:lnTo>
                    <a:pt x="98" y="90"/>
                  </a:lnTo>
                  <a:lnTo>
                    <a:pt x="98" y="90"/>
                  </a:lnTo>
                  <a:lnTo>
                    <a:pt x="101" y="91"/>
                  </a:lnTo>
                  <a:lnTo>
                    <a:pt x="119" y="99"/>
                  </a:lnTo>
                  <a:lnTo>
                    <a:pt x="119" y="99"/>
                  </a:lnTo>
                  <a:close/>
                  <a:moveTo>
                    <a:pt x="119" y="141"/>
                  </a:moveTo>
                  <a:lnTo>
                    <a:pt x="119" y="175"/>
                  </a:lnTo>
                  <a:lnTo>
                    <a:pt x="119" y="175"/>
                  </a:lnTo>
                  <a:lnTo>
                    <a:pt x="117" y="176"/>
                  </a:lnTo>
                  <a:lnTo>
                    <a:pt x="109" y="194"/>
                  </a:lnTo>
                  <a:lnTo>
                    <a:pt x="109" y="194"/>
                  </a:lnTo>
                  <a:lnTo>
                    <a:pt x="109" y="194"/>
                  </a:lnTo>
                  <a:lnTo>
                    <a:pt x="109" y="197"/>
                  </a:lnTo>
                  <a:lnTo>
                    <a:pt x="109" y="199"/>
                  </a:lnTo>
                  <a:lnTo>
                    <a:pt x="111" y="201"/>
                  </a:lnTo>
                  <a:lnTo>
                    <a:pt x="112" y="202"/>
                  </a:lnTo>
                  <a:lnTo>
                    <a:pt x="119" y="205"/>
                  </a:lnTo>
                  <a:lnTo>
                    <a:pt x="119" y="220"/>
                  </a:lnTo>
                  <a:lnTo>
                    <a:pt x="107" y="214"/>
                  </a:lnTo>
                  <a:lnTo>
                    <a:pt x="107" y="214"/>
                  </a:lnTo>
                  <a:lnTo>
                    <a:pt x="104" y="214"/>
                  </a:lnTo>
                  <a:lnTo>
                    <a:pt x="103" y="214"/>
                  </a:lnTo>
                  <a:lnTo>
                    <a:pt x="100" y="216"/>
                  </a:lnTo>
                  <a:lnTo>
                    <a:pt x="98" y="217"/>
                  </a:lnTo>
                  <a:lnTo>
                    <a:pt x="98" y="218"/>
                  </a:lnTo>
                  <a:lnTo>
                    <a:pt x="98" y="186"/>
                  </a:lnTo>
                  <a:lnTo>
                    <a:pt x="105" y="171"/>
                  </a:lnTo>
                  <a:lnTo>
                    <a:pt x="105" y="171"/>
                  </a:lnTo>
                  <a:lnTo>
                    <a:pt x="105" y="168"/>
                  </a:lnTo>
                  <a:lnTo>
                    <a:pt x="105" y="167"/>
                  </a:lnTo>
                  <a:lnTo>
                    <a:pt x="104" y="164"/>
                  </a:lnTo>
                  <a:lnTo>
                    <a:pt x="103" y="163"/>
                  </a:lnTo>
                  <a:lnTo>
                    <a:pt x="98" y="161"/>
                  </a:lnTo>
                  <a:lnTo>
                    <a:pt x="98" y="147"/>
                  </a:lnTo>
                  <a:lnTo>
                    <a:pt x="108" y="152"/>
                  </a:lnTo>
                  <a:lnTo>
                    <a:pt x="108" y="152"/>
                  </a:lnTo>
                  <a:lnTo>
                    <a:pt x="111" y="152"/>
                  </a:lnTo>
                  <a:lnTo>
                    <a:pt x="112" y="152"/>
                  </a:lnTo>
                  <a:lnTo>
                    <a:pt x="115" y="151"/>
                  </a:lnTo>
                  <a:lnTo>
                    <a:pt x="116" y="148"/>
                  </a:lnTo>
                  <a:lnTo>
                    <a:pt x="119" y="141"/>
                  </a:lnTo>
                  <a:close/>
                  <a:moveTo>
                    <a:pt x="98" y="283"/>
                  </a:moveTo>
                  <a:lnTo>
                    <a:pt x="86" y="278"/>
                  </a:lnTo>
                  <a:lnTo>
                    <a:pt x="86" y="212"/>
                  </a:lnTo>
                  <a:lnTo>
                    <a:pt x="86" y="212"/>
                  </a:lnTo>
                  <a:lnTo>
                    <a:pt x="86" y="212"/>
                  </a:lnTo>
                  <a:lnTo>
                    <a:pt x="86" y="209"/>
                  </a:lnTo>
                  <a:lnTo>
                    <a:pt x="86" y="206"/>
                  </a:lnTo>
                  <a:lnTo>
                    <a:pt x="86" y="190"/>
                  </a:lnTo>
                  <a:lnTo>
                    <a:pt x="89" y="191"/>
                  </a:lnTo>
                  <a:lnTo>
                    <a:pt x="89" y="191"/>
                  </a:lnTo>
                  <a:lnTo>
                    <a:pt x="92" y="191"/>
                  </a:lnTo>
                  <a:lnTo>
                    <a:pt x="93" y="191"/>
                  </a:lnTo>
                  <a:lnTo>
                    <a:pt x="96" y="190"/>
                  </a:lnTo>
                  <a:lnTo>
                    <a:pt x="97" y="188"/>
                  </a:lnTo>
                  <a:lnTo>
                    <a:pt x="98" y="186"/>
                  </a:lnTo>
                  <a:lnTo>
                    <a:pt x="98" y="218"/>
                  </a:lnTo>
                  <a:lnTo>
                    <a:pt x="90" y="235"/>
                  </a:lnTo>
                  <a:lnTo>
                    <a:pt x="90" y="235"/>
                  </a:lnTo>
                  <a:lnTo>
                    <a:pt x="90" y="235"/>
                  </a:lnTo>
                  <a:lnTo>
                    <a:pt x="90" y="237"/>
                  </a:lnTo>
                  <a:lnTo>
                    <a:pt x="90" y="239"/>
                  </a:lnTo>
                  <a:lnTo>
                    <a:pt x="92" y="241"/>
                  </a:lnTo>
                  <a:lnTo>
                    <a:pt x="93" y="243"/>
                  </a:lnTo>
                  <a:lnTo>
                    <a:pt x="98" y="244"/>
                  </a:lnTo>
                  <a:lnTo>
                    <a:pt x="98" y="283"/>
                  </a:lnTo>
                  <a:lnTo>
                    <a:pt x="98" y="283"/>
                  </a:lnTo>
                  <a:close/>
                  <a:moveTo>
                    <a:pt x="86" y="22"/>
                  </a:moveTo>
                  <a:lnTo>
                    <a:pt x="86" y="22"/>
                  </a:lnTo>
                  <a:lnTo>
                    <a:pt x="86" y="22"/>
                  </a:lnTo>
                  <a:lnTo>
                    <a:pt x="92" y="14"/>
                  </a:lnTo>
                  <a:lnTo>
                    <a:pt x="98" y="7"/>
                  </a:lnTo>
                  <a:lnTo>
                    <a:pt x="98" y="56"/>
                  </a:lnTo>
                  <a:lnTo>
                    <a:pt x="93" y="68"/>
                  </a:lnTo>
                  <a:lnTo>
                    <a:pt x="93" y="68"/>
                  </a:lnTo>
                  <a:lnTo>
                    <a:pt x="93" y="68"/>
                  </a:lnTo>
                  <a:lnTo>
                    <a:pt x="92" y="73"/>
                  </a:lnTo>
                  <a:lnTo>
                    <a:pt x="92" y="79"/>
                  </a:lnTo>
                  <a:lnTo>
                    <a:pt x="94" y="84"/>
                  </a:lnTo>
                  <a:lnTo>
                    <a:pt x="98" y="90"/>
                  </a:lnTo>
                  <a:lnTo>
                    <a:pt x="98" y="113"/>
                  </a:lnTo>
                  <a:lnTo>
                    <a:pt x="86" y="107"/>
                  </a:lnTo>
                  <a:lnTo>
                    <a:pt x="86" y="22"/>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0" y="232"/>
                  </a:lnTo>
                  <a:lnTo>
                    <a:pt x="73" y="232"/>
                  </a:lnTo>
                  <a:lnTo>
                    <a:pt x="75" y="232"/>
                  </a:lnTo>
                  <a:lnTo>
                    <a:pt x="77" y="230"/>
                  </a:lnTo>
                  <a:lnTo>
                    <a:pt x="78" y="229"/>
                  </a:lnTo>
                  <a:lnTo>
                    <a:pt x="86" y="212"/>
                  </a:lnTo>
                  <a:lnTo>
                    <a:pt x="86" y="278"/>
                  </a:lnTo>
                  <a:lnTo>
                    <a:pt x="86" y="278"/>
                  </a:lnTo>
                  <a:close/>
                  <a:moveTo>
                    <a:pt x="58" y="83"/>
                  </a:moveTo>
                  <a:lnTo>
                    <a:pt x="86" y="22"/>
                  </a:lnTo>
                  <a:lnTo>
                    <a:pt x="86" y="107"/>
                  </a:lnTo>
                  <a:lnTo>
                    <a:pt x="82" y="106"/>
                  </a:lnTo>
                  <a:lnTo>
                    <a:pt x="82" y="106"/>
                  </a:lnTo>
                  <a:lnTo>
                    <a:pt x="81" y="105"/>
                  </a:lnTo>
                  <a:lnTo>
                    <a:pt x="78" y="105"/>
                  </a:lnTo>
                  <a:lnTo>
                    <a:pt x="77" y="106"/>
                  </a:lnTo>
                  <a:lnTo>
                    <a:pt x="75" y="109"/>
                  </a:lnTo>
                  <a:lnTo>
                    <a:pt x="67" y="126"/>
                  </a:lnTo>
                  <a:lnTo>
                    <a:pt x="67" y="126"/>
                  </a:lnTo>
                  <a:lnTo>
                    <a:pt x="67" y="126"/>
                  </a:lnTo>
                  <a:lnTo>
                    <a:pt x="66" y="128"/>
                  </a:lnTo>
                  <a:lnTo>
                    <a:pt x="67" y="130"/>
                  </a:lnTo>
                  <a:lnTo>
                    <a:pt x="67" y="132"/>
                  </a:lnTo>
                  <a:lnTo>
                    <a:pt x="70" y="133"/>
                  </a:lnTo>
                  <a:lnTo>
                    <a:pt x="86" y="141"/>
                  </a:lnTo>
                  <a:lnTo>
                    <a:pt x="86" y="156"/>
                  </a:lnTo>
                  <a:lnTo>
                    <a:pt x="65" y="145"/>
                  </a:lnTo>
                  <a:lnTo>
                    <a:pt x="65" y="145"/>
                  </a:lnTo>
                  <a:lnTo>
                    <a:pt x="61" y="145"/>
                  </a:lnTo>
                  <a:lnTo>
                    <a:pt x="58" y="147"/>
                  </a:lnTo>
                  <a:lnTo>
                    <a:pt x="58" y="83"/>
                  </a:lnTo>
                  <a:lnTo>
                    <a:pt x="58" y="83"/>
                  </a:lnTo>
                  <a:close/>
                  <a:moveTo>
                    <a:pt x="86" y="190"/>
                  </a:moveTo>
                  <a:lnTo>
                    <a:pt x="86" y="206"/>
                  </a:lnTo>
                  <a:lnTo>
                    <a:pt x="86" y="206"/>
                  </a:lnTo>
                  <a:lnTo>
                    <a:pt x="84" y="203"/>
                  </a:lnTo>
                  <a:lnTo>
                    <a:pt x="58" y="191"/>
                  </a:lnTo>
                  <a:lnTo>
                    <a:pt x="58" y="176"/>
                  </a:lnTo>
                  <a:lnTo>
                    <a:pt x="86" y="190"/>
                  </a:lnTo>
                  <a:close/>
                  <a:moveTo>
                    <a:pt x="58" y="264"/>
                  </a:moveTo>
                  <a:lnTo>
                    <a:pt x="21" y="247"/>
                  </a:ln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8" y="147"/>
                  </a:lnTo>
                  <a:lnTo>
                    <a:pt x="56" y="148"/>
                  </a:lnTo>
                  <a:lnTo>
                    <a:pt x="48" y="165"/>
                  </a:lnTo>
                  <a:lnTo>
                    <a:pt x="48" y="165"/>
                  </a:lnTo>
                  <a:lnTo>
                    <a:pt x="48" y="165"/>
                  </a:lnTo>
                  <a:lnTo>
                    <a:pt x="48" y="168"/>
                  </a:lnTo>
                  <a:lnTo>
                    <a:pt x="48" y="170"/>
                  </a:lnTo>
                  <a:lnTo>
                    <a:pt x="50" y="172"/>
                  </a:lnTo>
                  <a:lnTo>
                    <a:pt x="51" y="174"/>
                  </a:lnTo>
                  <a:lnTo>
                    <a:pt x="58" y="176"/>
                  </a:lnTo>
                  <a:lnTo>
                    <a:pt x="58" y="191"/>
                  </a:lnTo>
                  <a:lnTo>
                    <a:pt x="46" y="186"/>
                  </a:lnTo>
                  <a:lnTo>
                    <a:pt x="46" y="186"/>
                  </a:lnTo>
                  <a:lnTo>
                    <a:pt x="43" y="184"/>
                  </a:lnTo>
                  <a:lnTo>
                    <a:pt x="42" y="186"/>
                  </a:lnTo>
                  <a:lnTo>
                    <a:pt x="39" y="187"/>
                  </a:lnTo>
                  <a:lnTo>
                    <a:pt x="38" y="188"/>
                  </a:lnTo>
                  <a:lnTo>
                    <a:pt x="29" y="206"/>
                  </a:lnTo>
                  <a:lnTo>
                    <a:pt x="29" y="206"/>
                  </a:lnTo>
                  <a:lnTo>
                    <a:pt x="29" y="206"/>
                  </a:lnTo>
                  <a:lnTo>
                    <a:pt x="29" y="207"/>
                  </a:lnTo>
                  <a:lnTo>
                    <a:pt x="29" y="210"/>
                  </a:lnTo>
                  <a:lnTo>
                    <a:pt x="31" y="212"/>
                  </a:lnTo>
                  <a:lnTo>
                    <a:pt x="32" y="213"/>
                  </a:lnTo>
                  <a:lnTo>
                    <a:pt x="58" y="225"/>
                  </a:lnTo>
                  <a:lnTo>
                    <a:pt x="58" y="264"/>
                  </a:lnTo>
                  <a:close/>
                </a:path>
              </a:pathLst>
            </a:custGeom>
            <a:solidFill>
              <a:srgbClr val="8CC63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0" name="ïS1îḍè">
              <a:extLst>
                <a:ext uri="{FF2B5EF4-FFF2-40B4-BE49-F238E27FC236}">
                  <a16:creationId xmlns:a16="http://schemas.microsoft.com/office/drawing/2014/main" id="{DAD3C27E-B1C1-4924-B336-EE70B3271403}"/>
                </a:ext>
              </a:extLst>
            </p:cNvPr>
            <p:cNvGrpSpPr/>
            <p:nvPr/>
          </p:nvGrpSpPr>
          <p:grpSpPr>
            <a:xfrm>
              <a:off x="5185152" y="2259298"/>
              <a:ext cx="559422" cy="588102"/>
              <a:chOff x="1704976" y="2255838"/>
              <a:chExt cx="619125" cy="650875"/>
            </a:xfrm>
            <a:solidFill>
              <a:srgbClr val="00A99D"/>
            </a:solidFill>
          </p:grpSpPr>
          <p:sp>
            <p:nvSpPr>
              <p:cNvPr id="283" name="iŝľiďé">
                <a:extLst>
                  <a:ext uri="{FF2B5EF4-FFF2-40B4-BE49-F238E27FC236}">
                    <a16:creationId xmlns:a16="http://schemas.microsoft.com/office/drawing/2014/main" id="{AFA2F060-A817-4400-A1BB-138C471FB04A}"/>
                  </a:ext>
                </a:extLst>
              </p:cNvPr>
              <p:cNvSpPr/>
              <p:nvPr/>
            </p:nvSpPr>
            <p:spPr bwMode="auto">
              <a:xfrm>
                <a:off x="1704976" y="2873375"/>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4" name="îs1ïḋé">
                <a:extLst>
                  <a:ext uri="{FF2B5EF4-FFF2-40B4-BE49-F238E27FC236}">
                    <a16:creationId xmlns:a16="http://schemas.microsoft.com/office/drawing/2014/main" id="{B4C61044-C761-4668-981A-004DCA4B8971}"/>
                  </a:ext>
                </a:extLst>
              </p:cNvPr>
              <p:cNvSpPr/>
              <p:nvPr/>
            </p:nvSpPr>
            <p:spPr bwMode="auto">
              <a:xfrm>
                <a:off x="1730376" y="2811463"/>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5" name="iṣḷíďe">
                <a:extLst>
                  <a:ext uri="{FF2B5EF4-FFF2-40B4-BE49-F238E27FC236}">
                    <a16:creationId xmlns:a16="http://schemas.microsoft.com/office/drawing/2014/main" id="{ACA1A0F3-C248-4F69-91D5-23247778187C}"/>
                  </a:ext>
                </a:extLst>
              </p:cNvPr>
              <p:cNvSpPr/>
              <p:nvPr/>
            </p:nvSpPr>
            <p:spPr bwMode="auto">
              <a:xfrm>
                <a:off x="1954213"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6" name="ïṣļiḓê">
                <a:extLst>
                  <a:ext uri="{FF2B5EF4-FFF2-40B4-BE49-F238E27FC236}">
                    <a16:creationId xmlns:a16="http://schemas.microsoft.com/office/drawing/2014/main" id="{A5C85A54-7CC5-4878-9A4A-61A2AEEB211F}"/>
                  </a:ext>
                </a:extLst>
              </p:cNvPr>
              <p:cNvSpPr/>
              <p:nvPr/>
            </p:nvSpPr>
            <p:spPr bwMode="auto">
              <a:xfrm>
                <a:off x="1976438"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7" name="îṣḻïďe">
                <a:extLst>
                  <a:ext uri="{FF2B5EF4-FFF2-40B4-BE49-F238E27FC236}">
                    <a16:creationId xmlns:a16="http://schemas.microsoft.com/office/drawing/2014/main" id="{5B0A6CD5-0788-4DDC-A01A-4EF581B0AD1C}"/>
                  </a:ext>
                </a:extLst>
              </p:cNvPr>
              <p:cNvSpPr/>
              <p:nvPr/>
            </p:nvSpPr>
            <p:spPr bwMode="auto">
              <a:xfrm>
                <a:off x="1954213"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8" name="ïṥḻïḋè">
                <a:extLst>
                  <a:ext uri="{FF2B5EF4-FFF2-40B4-BE49-F238E27FC236}">
                    <a16:creationId xmlns:a16="http://schemas.microsoft.com/office/drawing/2014/main" id="{06F7ED65-0E0A-40E3-B91C-D7DE3A8B9946}"/>
                  </a:ext>
                </a:extLst>
              </p:cNvPr>
              <p:cNvSpPr/>
              <p:nvPr/>
            </p:nvSpPr>
            <p:spPr bwMode="auto">
              <a:xfrm>
                <a:off x="1774826" y="2747963"/>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9" name="iSļîďè">
                <a:extLst>
                  <a:ext uri="{FF2B5EF4-FFF2-40B4-BE49-F238E27FC236}">
                    <a16:creationId xmlns:a16="http://schemas.microsoft.com/office/drawing/2014/main" id="{58BE476B-E1A3-43CB-A98F-CDCB149EAA05}"/>
                  </a:ext>
                </a:extLst>
              </p:cNvPr>
              <p:cNvSpPr/>
              <p:nvPr/>
            </p:nvSpPr>
            <p:spPr bwMode="auto">
              <a:xfrm>
                <a:off x="1795463"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0" name="isḻïdé">
                <a:extLst>
                  <a:ext uri="{FF2B5EF4-FFF2-40B4-BE49-F238E27FC236}">
                    <a16:creationId xmlns:a16="http://schemas.microsoft.com/office/drawing/2014/main" id="{7992C168-3E61-42CC-A4AB-4CA22270CE17}"/>
                  </a:ext>
                </a:extLst>
              </p:cNvPr>
              <p:cNvSpPr/>
              <p:nvPr/>
            </p:nvSpPr>
            <p:spPr bwMode="auto">
              <a:xfrm>
                <a:off x="1774826" y="250507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1" name="íṣḷîḋê">
                <a:extLst>
                  <a:ext uri="{FF2B5EF4-FFF2-40B4-BE49-F238E27FC236}">
                    <a16:creationId xmlns:a16="http://schemas.microsoft.com/office/drawing/2014/main" id="{F604B230-442E-4586-A64D-2AC053FD9854}"/>
                  </a:ext>
                </a:extLst>
              </p:cNvPr>
              <p:cNvSpPr/>
              <p:nvPr/>
            </p:nvSpPr>
            <p:spPr bwMode="auto">
              <a:xfrm>
                <a:off x="2135188"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2" name="íşḻîḑe">
                <a:extLst>
                  <a:ext uri="{FF2B5EF4-FFF2-40B4-BE49-F238E27FC236}">
                    <a16:creationId xmlns:a16="http://schemas.microsoft.com/office/drawing/2014/main" id="{DFC98A18-B36C-43E8-95CE-32AEB4680303}"/>
                  </a:ext>
                </a:extLst>
              </p:cNvPr>
              <p:cNvSpPr/>
              <p:nvPr/>
            </p:nvSpPr>
            <p:spPr bwMode="auto">
              <a:xfrm>
                <a:off x="2157413" y="2517775"/>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3" name="ïṥlïďé">
                <a:extLst>
                  <a:ext uri="{FF2B5EF4-FFF2-40B4-BE49-F238E27FC236}">
                    <a16:creationId xmlns:a16="http://schemas.microsoft.com/office/drawing/2014/main" id="{5BB1A267-894C-441C-8339-C14F417C832B}"/>
                  </a:ext>
                </a:extLst>
              </p:cNvPr>
              <p:cNvSpPr/>
              <p:nvPr/>
            </p:nvSpPr>
            <p:spPr bwMode="auto">
              <a:xfrm>
                <a:off x="2135188"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4" name="î$líḋê">
                <a:extLst>
                  <a:ext uri="{FF2B5EF4-FFF2-40B4-BE49-F238E27FC236}">
                    <a16:creationId xmlns:a16="http://schemas.microsoft.com/office/drawing/2014/main" id="{05EFCAA7-786F-4FD2-B2E1-BFE0D8B282FB}"/>
                  </a:ext>
                </a:extLst>
              </p:cNvPr>
              <p:cNvSpPr/>
              <p:nvPr/>
            </p:nvSpPr>
            <p:spPr bwMode="auto">
              <a:xfrm>
                <a:off x="1730376" y="24352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5" name="íśḷídé">
                <a:extLst>
                  <a:ext uri="{FF2B5EF4-FFF2-40B4-BE49-F238E27FC236}">
                    <a16:creationId xmlns:a16="http://schemas.microsoft.com/office/drawing/2014/main" id="{B0E4FE89-E906-4167-B72A-6057D89C2A70}"/>
                  </a:ext>
                </a:extLst>
              </p:cNvPr>
              <p:cNvSpPr/>
              <p:nvPr/>
            </p:nvSpPr>
            <p:spPr bwMode="auto">
              <a:xfrm>
                <a:off x="1730376" y="2255838"/>
                <a:ext cx="568325" cy="179388"/>
              </a:xfrm>
              <a:custGeom>
                <a:avLst/>
                <a:gdLst>
                  <a:gd name="T0" fmla="*/ 179 w 358"/>
                  <a:gd name="T1" fmla="*/ 0 h 113"/>
                  <a:gd name="T2" fmla="*/ 0 w 358"/>
                  <a:gd name="T3" fmla="*/ 113 h 113"/>
                  <a:gd name="T4" fmla="*/ 358 w 358"/>
                  <a:gd name="T5" fmla="*/ 113 h 113"/>
                  <a:gd name="T6" fmla="*/ 179 w 358"/>
                  <a:gd name="T7" fmla="*/ 0 h 113"/>
                </a:gdLst>
                <a:ahLst/>
                <a:cxnLst>
                  <a:cxn ang="0">
                    <a:pos x="T0" y="T1"/>
                  </a:cxn>
                  <a:cxn ang="0">
                    <a:pos x="T2" y="T3"/>
                  </a:cxn>
                  <a:cxn ang="0">
                    <a:pos x="T4" y="T5"/>
                  </a:cxn>
                  <a:cxn ang="0">
                    <a:pos x="T6" y="T7"/>
                  </a:cxn>
                </a:cxnLst>
                <a:rect l="0" t="0" r="r" b="b"/>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1" name="ïŝļiḓè">
              <a:extLst>
                <a:ext uri="{FF2B5EF4-FFF2-40B4-BE49-F238E27FC236}">
                  <a16:creationId xmlns:a16="http://schemas.microsoft.com/office/drawing/2014/main" id="{7058051C-7166-479D-A11A-5682C6CE033A}"/>
                </a:ext>
              </a:extLst>
            </p:cNvPr>
            <p:cNvSpPr/>
            <p:nvPr/>
          </p:nvSpPr>
          <p:spPr bwMode="auto">
            <a:xfrm>
              <a:off x="6420186" y="2406253"/>
              <a:ext cx="712906" cy="466185"/>
            </a:xfrm>
            <a:custGeom>
              <a:avLst/>
              <a:gdLst>
                <a:gd name="T0" fmla="*/ 497 w 497"/>
                <a:gd name="T1" fmla="*/ 0 h 325"/>
                <a:gd name="T2" fmla="*/ 386 w 497"/>
                <a:gd name="T3" fmla="*/ 37 h 325"/>
                <a:gd name="T4" fmla="*/ 386 w 497"/>
                <a:gd name="T5" fmla="*/ 210 h 325"/>
                <a:gd name="T6" fmla="*/ 386 w 497"/>
                <a:gd name="T7" fmla="*/ 210 h 325"/>
                <a:gd name="T8" fmla="*/ 397 w 497"/>
                <a:gd name="T9" fmla="*/ 209 h 325"/>
                <a:gd name="T10" fmla="*/ 405 w 497"/>
                <a:gd name="T11" fmla="*/ 206 h 325"/>
                <a:gd name="T12" fmla="*/ 409 w 497"/>
                <a:gd name="T13" fmla="*/ 204 h 325"/>
                <a:gd name="T14" fmla="*/ 411 w 497"/>
                <a:gd name="T15" fmla="*/ 201 h 325"/>
                <a:gd name="T16" fmla="*/ 413 w 497"/>
                <a:gd name="T17" fmla="*/ 197 h 325"/>
                <a:gd name="T18" fmla="*/ 413 w 497"/>
                <a:gd name="T19" fmla="*/ 194 h 325"/>
                <a:gd name="T20" fmla="*/ 413 w 497"/>
                <a:gd name="T21" fmla="*/ 118 h 325"/>
                <a:gd name="T22" fmla="*/ 399 w 497"/>
                <a:gd name="T23" fmla="*/ 118 h 325"/>
                <a:gd name="T24" fmla="*/ 399 w 497"/>
                <a:gd name="T25" fmla="*/ 86 h 325"/>
                <a:gd name="T26" fmla="*/ 413 w 497"/>
                <a:gd name="T27" fmla="*/ 86 h 325"/>
                <a:gd name="T28" fmla="*/ 447 w 497"/>
                <a:gd name="T29" fmla="*/ 86 h 325"/>
                <a:gd name="T30" fmla="*/ 462 w 497"/>
                <a:gd name="T31" fmla="*/ 86 h 325"/>
                <a:gd name="T32" fmla="*/ 462 w 497"/>
                <a:gd name="T33" fmla="*/ 118 h 325"/>
                <a:gd name="T34" fmla="*/ 447 w 497"/>
                <a:gd name="T35" fmla="*/ 118 h 325"/>
                <a:gd name="T36" fmla="*/ 447 w 497"/>
                <a:gd name="T37" fmla="*/ 194 h 325"/>
                <a:gd name="T38" fmla="*/ 447 w 497"/>
                <a:gd name="T39" fmla="*/ 194 h 325"/>
                <a:gd name="T40" fmla="*/ 446 w 497"/>
                <a:gd name="T41" fmla="*/ 204 h 325"/>
                <a:gd name="T42" fmla="*/ 442 w 497"/>
                <a:gd name="T43" fmla="*/ 212 h 325"/>
                <a:gd name="T44" fmla="*/ 436 w 497"/>
                <a:gd name="T45" fmla="*/ 220 h 325"/>
                <a:gd name="T46" fmla="*/ 430 w 497"/>
                <a:gd name="T47" fmla="*/ 227 h 325"/>
                <a:gd name="T48" fmla="*/ 420 w 497"/>
                <a:gd name="T49" fmla="*/ 232 h 325"/>
                <a:gd name="T50" fmla="*/ 411 w 497"/>
                <a:gd name="T51" fmla="*/ 236 h 325"/>
                <a:gd name="T52" fmla="*/ 399 w 497"/>
                <a:gd name="T53" fmla="*/ 239 h 325"/>
                <a:gd name="T54" fmla="*/ 386 w 497"/>
                <a:gd name="T55" fmla="*/ 239 h 325"/>
                <a:gd name="T56" fmla="*/ 386 w 497"/>
                <a:gd name="T57" fmla="*/ 289 h 325"/>
                <a:gd name="T58" fmla="*/ 497 w 497"/>
                <a:gd name="T59" fmla="*/ 325 h 325"/>
                <a:gd name="T60" fmla="*/ 497 w 497"/>
                <a:gd name="T61" fmla="*/ 0 h 325"/>
                <a:gd name="T62" fmla="*/ 386 w 497"/>
                <a:gd name="T63" fmla="*/ 37 h 325"/>
                <a:gd name="T64" fmla="*/ 0 w 497"/>
                <a:gd name="T65" fmla="*/ 163 h 325"/>
                <a:gd name="T66" fmla="*/ 386 w 497"/>
                <a:gd name="T67" fmla="*/ 289 h 325"/>
                <a:gd name="T68" fmla="*/ 386 w 497"/>
                <a:gd name="T69" fmla="*/ 239 h 325"/>
                <a:gd name="T70" fmla="*/ 386 w 497"/>
                <a:gd name="T71" fmla="*/ 239 h 325"/>
                <a:gd name="T72" fmla="*/ 374 w 497"/>
                <a:gd name="T73" fmla="*/ 239 h 325"/>
                <a:gd name="T74" fmla="*/ 363 w 497"/>
                <a:gd name="T75" fmla="*/ 236 h 325"/>
                <a:gd name="T76" fmla="*/ 353 w 497"/>
                <a:gd name="T77" fmla="*/ 232 h 325"/>
                <a:gd name="T78" fmla="*/ 343 w 497"/>
                <a:gd name="T79" fmla="*/ 227 h 325"/>
                <a:gd name="T80" fmla="*/ 336 w 497"/>
                <a:gd name="T81" fmla="*/ 220 h 325"/>
                <a:gd name="T82" fmla="*/ 331 w 497"/>
                <a:gd name="T83" fmla="*/ 212 h 325"/>
                <a:gd name="T84" fmla="*/ 327 w 497"/>
                <a:gd name="T85" fmla="*/ 204 h 325"/>
                <a:gd name="T86" fmla="*/ 325 w 497"/>
                <a:gd name="T87" fmla="*/ 194 h 325"/>
                <a:gd name="T88" fmla="*/ 325 w 497"/>
                <a:gd name="T89" fmla="*/ 118 h 325"/>
                <a:gd name="T90" fmla="*/ 311 w 497"/>
                <a:gd name="T91" fmla="*/ 118 h 325"/>
                <a:gd name="T92" fmla="*/ 311 w 497"/>
                <a:gd name="T93" fmla="*/ 86 h 325"/>
                <a:gd name="T94" fmla="*/ 325 w 497"/>
                <a:gd name="T95" fmla="*/ 86 h 325"/>
                <a:gd name="T96" fmla="*/ 359 w 497"/>
                <a:gd name="T97" fmla="*/ 86 h 325"/>
                <a:gd name="T98" fmla="*/ 376 w 497"/>
                <a:gd name="T99" fmla="*/ 86 h 325"/>
                <a:gd name="T100" fmla="*/ 376 w 497"/>
                <a:gd name="T101" fmla="*/ 118 h 325"/>
                <a:gd name="T102" fmla="*/ 359 w 497"/>
                <a:gd name="T103" fmla="*/ 118 h 325"/>
                <a:gd name="T104" fmla="*/ 359 w 497"/>
                <a:gd name="T105" fmla="*/ 194 h 325"/>
                <a:gd name="T106" fmla="*/ 359 w 497"/>
                <a:gd name="T107" fmla="*/ 194 h 325"/>
                <a:gd name="T108" fmla="*/ 361 w 497"/>
                <a:gd name="T109" fmla="*/ 197 h 325"/>
                <a:gd name="T110" fmla="*/ 362 w 497"/>
                <a:gd name="T111" fmla="*/ 201 h 325"/>
                <a:gd name="T112" fmla="*/ 365 w 497"/>
                <a:gd name="T113" fmla="*/ 204 h 325"/>
                <a:gd name="T114" fmla="*/ 367 w 497"/>
                <a:gd name="T115" fmla="*/ 206 h 325"/>
                <a:gd name="T116" fmla="*/ 376 w 497"/>
                <a:gd name="T117" fmla="*/ 209 h 325"/>
                <a:gd name="T118" fmla="*/ 386 w 497"/>
                <a:gd name="T119" fmla="*/ 210 h 325"/>
                <a:gd name="T120" fmla="*/ 386 w 497"/>
                <a:gd name="T121" fmla="*/ 3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325">
                  <a:moveTo>
                    <a:pt x="497" y="0"/>
                  </a:moveTo>
                  <a:lnTo>
                    <a:pt x="386" y="37"/>
                  </a:lnTo>
                  <a:lnTo>
                    <a:pt x="386" y="210"/>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59" y="194"/>
                  </a:lnTo>
                  <a:lnTo>
                    <a:pt x="361" y="197"/>
                  </a:lnTo>
                  <a:lnTo>
                    <a:pt x="362" y="201"/>
                  </a:lnTo>
                  <a:lnTo>
                    <a:pt x="365" y="204"/>
                  </a:lnTo>
                  <a:lnTo>
                    <a:pt x="367" y="206"/>
                  </a:lnTo>
                  <a:lnTo>
                    <a:pt x="376" y="209"/>
                  </a:lnTo>
                  <a:lnTo>
                    <a:pt x="386" y="210"/>
                  </a:lnTo>
                  <a:lnTo>
                    <a:pt x="386" y="37"/>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2" name="íślïḑè">
              <a:extLst>
                <a:ext uri="{FF2B5EF4-FFF2-40B4-BE49-F238E27FC236}">
                  <a16:creationId xmlns:a16="http://schemas.microsoft.com/office/drawing/2014/main" id="{FEBDF605-3950-453B-B2B1-16BB27D14F17}"/>
                </a:ext>
              </a:extLst>
            </p:cNvPr>
            <p:cNvSpPr/>
            <p:nvPr/>
          </p:nvSpPr>
          <p:spPr bwMode="auto">
            <a:xfrm>
              <a:off x="5393142" y="2919775"/>
              <a:ext cx="167827" cy="289752"/>
            </a:xfrm>
            <a:custGeom>
              <a:avLst/>
              <a:gdLst>
                <a:gd name="T0" fmla="*/ 112713 w 117"/>
                <a:gd name="T1" fmla="*/ 269875 h 202"/>
                <a:gd name="T2" fmla="*/ 127000 w 117"/>
                <a:gd name="T3" fmla="*/ 274638 h 202"/>
                <a:gd name="T4" fmla="*/ 134938 w 117"/>
                <a:gd name="T5" fmla="*/ 287338 h 202"/>
                <a:gd name="T6" fmla="*/ 134938 w 117"/>
                <a:gd name="T7" fmla="*/ 298450 h 202"/>
                <a:gd name="T8" fmla="*/ 127000 w 117"/>
                <a:gd name="T9" fmla="*/ 315913 h 202"/>
                <a:gd name="T10" fmla="*/ 119063 w 117"/>
                <a:gd name="T11" fmla="*/ 320675 h 202"/>
                <a:gd name="T12" fmla="*/ 112713 w 117"/>
                <a:gd name="T13" fmla="*/ 269875 h 202"/>
                <a:gd name="T14" fmla="*/ 112713 w 117"/>
                <a:gd name="T15" fmla="*/ 249238 h 202"/>
                <a:gd name="T16" fmla="*/ 112713 w 117"/>
                <a:gd name="T17" fmla="*/ 107950 h 202"/>
                <a:gd name="T18" fmla="*/ 127000 w 117"/>
                <a:gd name="T19" fmla="*/ 122238 h 202"/>
                <a:gd name="T20" fmla="*/ 134938 w 117"/>
                <a:gd name="T21" fmla="*/ 144463 h 202"/>
                <a:gd name="T22" fmla="*/ 146050 w 117"/>
                <a:gd name="T23" fmla="*/ 184150 h 202"/>
                <a:gd name="T24" fmla="*/ 149225 w 117"/>
                <a:gd name="T25" fmla="*/ 190500 h 202"/>
                <a:gd name="T26" fmla="*/ 158750 w 117"/>
                <a:gd name="T27" fmla="*/ 200025 h 202"/>
                <a:gd name="T28" fmla="*/ 174625 w 117"/>
                <a:gd name="T29" fmla="*/ 201613 h 202"/>
                <a:gd name="T30" fmla="*/ 185738 w 117"/>
                <a:gd name="T31" fmla="*/ 230188 h 202"/>
                <a:gd name="T32" fmla="*/ 104775 w 117"/>
                <a:gd name="T33" fmla="*/ 269875 h 202"/>
                <a:gd name="T34" fmla="*/ 112713 w 117"/>
                <a:gd name="T35" fmla="*/ 269875 h 202"/>
                <a:gd name="T36" fmla="*/ 112713 w 117"/>
                <a:gd name="T37" fmla="*/ 320675 h 202"/>
                <a:gd name="T38" fmla="*/ 96838 w 117"/>
                <a:gd name="T39" fmla="*/ 315913 h 202"/>
                <a:gd name="T40" fmla="*/ 88900 w 117"/>
                <a:gd name="T41" fmla="*/ 300038 h 202"/>
                <a:gd name="T42" fmla="*/ 88900 w 117"/>
                <a:gd name="T43" fmla="*/ 292100 h 202"/>
                <a:gd name="T44" fmla="*/ 96838 w 117"/>
                <a:gd name="T45" fmla="*/ 274638 h 202"/>
                <a:gd name="T46" fmla="*/ 104775 w 117"/>
                <a:gd name="T47" fmla="*/ 269875 h 202"/>
                <a:gd name="T48" fmla="*/ 112713 w 117"/>
                <a:gd name="T49" fmla="*/ 107950 h 202"/>
                <a:gd name="T50" fmla="*/ 95250 w 117"/>
                <a:gd name="T51" fmla="*/ 98425 h 202"/>
                <a:gd name="T52" fmla="*/ 74613 w 117"/>
                <a:gd name="T53" fmla="*/ 96838 h 202"/>
                <a:gd name="T54" fmla="*/ 53975 w 117"/>
                <a:gd name="T55" fmla="*/ 12700 h 202"/>
                <a:gd name="T56" fmla="*/ 46038 w 117"/>
                <a:gd name="T57" fmla="*/ 1588 h 202"/>
                <a:gd name="T58" fmla="*/ 30163 w 117"/>
                <a:gd name="T59" fmla="*/ 0 h 202"/>
                <a:gd name="T60" fmla="*/ 23813 w 117"/>
                <a:gd name="T61" fmla="*/ 1588 h 202"/>
                <a:gd name="T62" fmla="*/ 15875 w 117"/>
                <a:gd name="T63" fmla="*/ 14288 h 202"/>
                <a:gd name="T64" fmla="*/ 38100 w 117"/>
                <a:gd name="T65" fmla="*/ 104775 h 202"/>
                <a:gd name="T66" fmla="*/ 30163 w 117"/>
                <a:gd name="T67" fmla="*/ 111125 h 202"/>
                <a:gd name="T68" fmla="*/ 17463 w 117"/>
                <a:gd name="T69" fmla="*/ 123825 h 202"/>
                <a:gd name="T70" fmla="*/ 9525 w 117"/>
                <a:gd name="T71" fmla="*/ 144463 h 202"/>
                <a:gd name="T72" fmla="*/ 6350 w 117"/>
                <a:gd name="T73" fmla="*/ 165100 h 202"/>
                <a:gd name="T74" fmla="*/ 9525 w 117"/>
                <a:gd name="T75" fmla="*/ 176213 h 202"/>
                <a:gd name="T76" fmla="*/ 19050 w 117"/>
                <a:gd name="T77" fmla="*/ 219075 h 202"/>
                <a:gd name="T78" fmla="*/ 19050 w 117"/>
                <a:gd name="T79" fmla="*/ 225425 h 202"/>
                <a:gd name="T80" fmla="*/ 15875 w 117"/>
                <a:gd name="T81" fmla="*/ 236538 h 202"/>
                <a:gd name="T82" fmla="*/ 4763 w 117"/>
                <a:gd name="T83" fmla="*/ 247650 h 202"/>
                <a:gd name="T84" fmla="*/ 9525 w 117"/>
                <a:gd name="T85" fmla="*/ 277813 h 202"/>
                <a:gd name="T86" fmla="*/ 112713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3" name="íṥļíďè">
              <a:extLst>
                <a:ext uri="{FF2B5EF4-FFF2-40B4-BE49-F238E27FC236}">
                  <a16:creationId xmlns:a16="http://schemas.microsoft.com/office/drawing/2014/main" id="{E52C19B0-9846-44C3-AE42-1F528A1E499A}"/>
                </a:ext>
              </a:extLst>
            </p:cNvPr>
            <p:cNvSpPr/>
            <p:nvPr/>
          </p:nvSpPr>
          <p:spPr bwMode="auto">
            <a:xfrm>
              <a:off x="6688422" y="1917116"/>
              <a:ext cx="334219" cy="411679"/>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3 h 287"/>
                <a:gd name="T12" fmla="*/ 307975 w 233"/>
                <a:gd name="T13" fmla="*/ 249238 h 287"/>
                <a:gd name="T14" fmla="*/ 282575 w 233"/>
                <a:gd name="T15" fmla="*/ 234950 h 287"/>
                <a:gd name="T16" fmla="*/ 260350 w 233"/>
                <a:gd name="T17" fmla="*/ 187325 h 287"/>
                <a:gd name="T18" fmla="*/ 265113 w 233"/>
                <a:gd name="T19" fmla="*/ 333375 h 287"/>
                <a:gd name="T20" fmla="*/ 285750 w 233"/>
                <a:gd name="T21" fmla="*/ 277813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3 h 287"/>
                <a:gd name="T32" fmla="*/ 211138 w 233"/>
                <a:gd name="T33" fmla="*/ 455613 h 287"/>
                <a:gd name="T34" fmla="*/ 222250 w 233"/>
                <a:gd name="T35" fmla="*/ 355600 h 287"/>
                <a:gd name="T36" fmla="*/ 260350 w 233"/>
                <a:gd name="T37" fmla="*/ 455613 h 287"/>
                <a:gd name="T38" fmla="*/ 242888 w 233"/>
                <a:gd name="T39" fmla="*/ 319088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3 h 287"/>
                <a:gd name="T50" fmla="*/ 152400 w 233"/>
                <a:gd name="T51" fmla="*/ 455613 h 287"/>
                <a:gd name="T52" fmla="*/ 209550 w 233"/>
                <a:gd name="T53" fmla="*/ 314325 h 287"/>
                <a:gd name="T54" fmla="*/ 211138 w 233"/>
                <a:gd name="T55" fmla="*/ 346075 h 287"/>
                <a:gd name="T56" fmla="*/ 160338 w 233"/>
                <a:gd name="T57" fmla="*/ 268288 h 287"/>
                <a:gd name="T58" fmla="*/ 152400 w 233"/>
                <a:gd name="T59" fmla="*/ 254000 h 287"/>
                <a:gd name="T60" fmla="*/ 152400 w 233"/>
                <a:gd name="T61" fmla="*/ 211138 h 287"/>
                <a:gd name="T62" fmla="*/ 130175 w 233"/>
                <a:gd name="T63" fmla="*/ 22225 h 287"/>
                <a:gd name="T64" fmla="*/ 152400 w 233"/>
                <a:gd name="T65" fmla="*/ 192088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3 h 287"/>
                <a:gd name="T78" fmla="*/ 26988 w 233"/>
                <a:gd name="T79" fmla="*/ 49213 h 287"/>
                <a:gd name="T80" fmla="*/ 130175 w 233"/>
                <a:gd name="T81" fmla="*/ 79375 h 287"/>
                <a:gd name="T82" fmla="*/ 96838 w 233"/>
                <a:gd name="T83" fmla="*/ 246063 h 287"/>
                <a:gd name="T84" fmla="*/ 60325 w 233"/>
                <a:gd name="T85" fmla="*/ 254000 h 287"/>
                <a:gd name="T86" fmla="*/ 46038 w 233"/>
                <a:gd name="T87" fmla="*/ 276225 h 287"/>
                <a:gd name="T88" fmla="*/ 63500 w 233"/>
                <a:gd name="T89" fmla="*/ 290513 h 287"/>
                <a:gd name="T90" fmla="*/ 73025 w 233"/>
                <a:gd name="T91" fmla="*/ 284163 h 287"/>
                <a:gd name="T92" fmla="*/ 71438 w 233"/>
                <a:gd name="T93" fmla="*/ 273050 h 287"/>
                <a:gd name="T94" fmla="*/ 90488 w 233"/>
                <a:gd name="T95" fmla="*/ 260350 h 287"/>
                <a:gd name="T96" fmla="*/ 76200 w 233"/>
                <a:gd name="T97" fmla="*/ 309563 h 287"/>
                <a:gd name="T98" fmla="*/ 65088 w 233"/>
                <a:gd name="T99" fmla="*/ 369888 h 287"/>
                <a:gd name="T100" fmla="*/ 84138 w 233"/>
                <a:gd name="T101" fmla="*/ 387350 h 287"/>
                <a:gd name="T102" fmla="*/ 95250 w 233"/>
                <a:gd name="T103" fmla="*/ 374650 h 287"/>
                <a:gd name="T104" fmla="*/ 115888 w 233"/>
                <a:gd name="T105" fmla="*/ 284163 h 287"/>
                <a:gd name="T106" fmla="*/ 63500 w 233"/>
                <a:gd name="T107" fmla="*/ 455613 h 287"/>
                <a:gd name="T108" fmla="*/ 20638 w 233"/>
                <a:gd name="T109" fmla="*/ 436563 h 287"/>
                <a:gd name="T110" fmla="*/ 0 w 233"/>
                <a:gd name="T111" fmla="*/ 61913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4" name="i$1ídê">
              <a:extLst>
                <a:ext uri="{FF2B5EF4-FFF2-40B4-BE49-F238E27FC236}">
                  <a16:creationId xmlns:a16="http://schemas.microsoft.com/office/drawing/2014/main" id="{1328DC28-2D9F-49E8-90EB-B50DED04B8F0}"/>
                </a:ext>
              </a:extLst>
            </p:cNvPr>
            <p:cNvSpPr/>
            <p:nvPr/>
          </p:nvSpPr>
          <p:spPr bwMode="auto">
            <a:xfrm>
              <a:off x="5865066" y="2348877"/>
              <a:ext cx="507784" cy="510652"/>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5" name="íšlïde">
              <a:extLst>
                <a:ext uri="{FF2B5EF4-FFF2-40B4-BE49-F238E27FC236}">
                  <a16:creationId xmlns:a16="http://schemas.microsoft.com/office/drawing/2014/main" id="{FA5AA51C-1737-41D0-87D4-946FEE1195CB}"/>
                </a:ext>
              </a:extLst>
            </p:cNvPr>
            <p:cNvSpPr/>
            <p:nvPr/>
          </p:nvSpPr>
          <p:spPr bwMode="auto">
            <a:xfrm>
              <a:off x="6240884" y="3004404"/>
              <a:ext cx="572333" cy="436063"/>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6" name="ísḻîḓe">
              <a:extLst>
                <a:ext uri="{FF2B5EF4-FFF2-40B4-BE49-F238E27FC236}">
                  <a16:creationId xmlns:a16="http://schemas.microsoft.com/office/drawing/2014/main" id="{AD97A98C-6809-4501-982B-3F05F7F32071}"/>
                </a:ext>
              </a:extLst>
            </p:cNvPr>
            <p:cNvGrpSpPr/>
            <p:nvPr/>
          </p:nvGrpSpPr>
          <p:grpSpPr>
            <a:xfrm>
              <a:off x="6438833" y="2332481"/>
              <a:ext cx="189343" cy="180736"/>
              <a:chOff x="3092451" y="2336800"/>
              <a:chExt cx="209550" cy="200025"/>
            </a:xfrm>
            <a:solidFill>
              <a:srgbClr val="FF8F29"/>
            </a:solidFill>
          </p:grpSpPr>
          <p:sp>
            <p:nvSpPr>
              <p:cNvPr id="281" name="isḻíḑê">
                <a:extLst>
                  <a:ext uri="{FF2B5EF4-FFF2-40B4-BE49-F238E27FC236}">
                    <a16:creationId xmlns:a16="http://schemas.microsoft.com/office/drawing/2014/main" id="{6E537929-7714-449E-9A65-DD2B15C956F1}"/>
                  </a:ext>
                </a:extLst>
              </p:cNvPr>
              <p:cNvSpPr/>
              <p:nvPr/>
            </p:nvSpPr>
            <p:spPr bwMode="auto">
              <a:xfrm>
                <a:off x="3092451" y="2378075"/>
                <a:ext cx="209550" cy="158750"/>
              </a:xfrm>
              <a:custGeom>
                <a:avLst/>
                <a:gdLst>
                  <a:gd name="T0" fmla="*/ 39 w 132"/>
                  <a:gd name="T1" fmla="*/ 0 h 100"/>
                  <a:gd name="T2" fmla="*/ 39 w 132"/>
                  <a:gd name="T3" fmla="*/ 0 h 100"/>
                  <a:gd name="T4" fmla="*/ 47 w 132"/>
                  <a:gd name="T5" fmla="*/ 0 h 100"/>
                  <a:gd name="T6" fmla="*/ 54 w 132"/>
                  <a:gd name="T7" fmla="*/ 2 h 100"/>
                  <a:gd name="T8" fmla="*/ 61 w 132"/>
                  <a:gd name="T9" fmla="*/ 5 h 100"/>
                  <a:gd name="T10" fmla="*/ 66 w 132"/>
                  <a:gd name="T11" fmla="*/ 9 h 100"/>
                  <a:gd name="T12" fmla="*/ 66 w 132"/>
                  <a:gd name="T13" fmla="*/ 9 h 100"/>
                  <a:gd name="T14" fmla="*/ 71 w 132"/>
                  <a:gd name="T15" fmla="*/ 5 h 100"/>
                  <a:gd name="T16" fmla="*/ 78 w 132"/>
                  <a:gd name="T17" fmla="*/ 2 h 100"/>
                  <a:gd name="T18" fmla="*/ 85 w 132"/>
                  <a:gd name="T19" fmla="*/ 0 h 100"/>
                  <a:gd name="T20" fmla="*/ 93 w 132"/>
                  <a:gd name="T21" fmla="*/ 0 h 100"/>
                  <a:gd name="T22" fmla="*/ 93 w 132"/>
                  <a:gd name="T23" fmla="*/ 0 h 100"/>
                  <a:gd name="T24" fmla="*/ 101 w 132"/>
                  <a:gd name="T25" fmla="*/ 0 h 100"/>
                  <a:gd name="T26" fmla="*/ 108 w 132"/>
                  <a:gd name="T27" fmla="*/ 2 h 100"/>
                  <a:gd name="T28" fmla="*/ 115 w 132"/>
                  <a:gd name="T29" fmla="*/ 6 h 100"/>
                  <a:gd name="T30" fmla="*/ 120 w 132"/>
                  <a:gd name="T31" fmla="*/ 11 h 100"/>
                  <a:gd name="T32" fmla="*/ 126 w 132"/>
                  <a:gd name="T33" fmla="*/ 16 h 100"/>
                  <a:gd name="T34" fmla="*/ 130 w 132"/>
                  <a:gd name="T35" fmla="*/ 23 h 100"/>
                  <a:gd name="T36" fmla="*/ 131 w 132"/>
                  <a:gd name="T37" fmla="*/ 31 h 100"/>
                  <a:gd name="T38" fmla="*/ 132 w 132"/>
                  <a:gd name="T39" fmla="*/ 38 h 100"/>
                  <a:gd name="T40" fmla="*/ 132 w 132"/>
                  <a:gd name="T41" fmla="*/ 38 h 100"/>
                  <a:gd name="T42" fmla="*/ 131 w 132"/>
                  <a:gd name="T43" fmla="*/ 47 h 100"/>
                  <a:gd name="T44" fmla="*/ 128 w 132"/>
                  <a:gd name="T45" fmla="*/ 58 h 100"/>
                  <a:gd name="T46" fmla="*/ 123 w 132"/>
                  <a:gd name="T47" fmla="*/ 69 h 100"/>
                  <a:gd name="T48" fmla="*/ 116 w 132"/>
                  <a:gd name="T49" fmla="*/ 78 h 100"/>
                  <a:gd name="T50" fmla="*/ 107 w 132"/>
                  <a:gd name="T51" fmla="*/ 86 h 100"/>
                  <a:gd name="T52" fmla="*/ 94 w 132"/>
                  <a:gd name="T53" fmla="*/ 93 h 100"/>
                  <a:gd name="T54" fmla="*/ 88 w 132"/>
                  <a:gd name="T55" fmla="*/ 96 h 100"/>
                  <a:gd name="T56" fmla="*/ 81 w 132"/>
                  <a:gd name="T57" fmla="*/ 99 h 100"/>
                  <a:gd name="T58" fmla="*/ 73 w 132"/>
                  <a:gd name="T59" fmla="*/ 99 h 100"/>
                  <a:gd name="T60" fmla="*/ 63 w 132"/>
                  <a:gd name="T61" fmla="*/ 100 h 100"/>
                  <a:gd name="T62" fmla="*/ 63 w 132"/>
                  <a:gd name="T63" fmla="*/ 100 h 100"/>
                  <a:gd name="T64" fmla="*/ 55 w 132"/>
                  <a:gd name="T65" fmla="*/ 99 h 100"/>
                  <a:gd name="T66" fmla="*/ 47 w 132"/>
                  <a:gd name="T67" fmla="*/ 97 h 100"/>
                  <a:gd name="T68" fmla="*/ 39 w 132"/>
                  <a:gd name="T69" fmla="*/ 96 h 100"/>
                  <a:gd name="T70" fmla="*/ 32 w 132"/>
                  <a:gd name="T71" fmla="*/ 93 h 100"/>
                  <a:gd name="T72" fmla="*/ 27 w 132"/>
                  <a:gd name="T73" fmla="*/ 90 h 100"/>
                  <a:gd name="T74" fmla="*/ 21 w 132"/>
                  <a:gd name="T75" fmla="*/ 86 h 100"/>
                  <a:gd name="T76" fmla="*/ 13 w 132"/>
                  <a:gd name="T77" fmla="*/ 77 h 100"/>
                  <a:gd name="T78" fmla="*/ 6 w 132"/>
                  <a:gd name="T79" fmla="*/ 67 h 100"/>
                  <a:gd name="T80" fmla="*/ 2 w 132"/>
                  <a:gd name="T81" fmla="*/ 57 h 100"/>
                  <a:gd name="T82" fmla="*/ 0 w 132"/>
                  <a:gd name="T83" fmla="*/ 47 h 100"/>
                  <a:gd name="T84" fmla="*/ 0 w 132"/>
                  <a:gd name="T85" fmla="*/ 38 h 100"/>
                  <a:gd name="T86" fmla="*/ 0 w 132"/>
                  <a:gd name="T87" fmla="*/ 38 h 100"/>
                  <a:gd name="T88" fmla="*/ 0 w 132"/>
                  <a:gd name="T89" fmla="*/ 31 h 100"/>
                  <a:gd name="T90" fmla="*/ 2 w 132"/>
                  <a:gd name="T91" fmla="*/ 23 h 100"/>
                  <a:gd name="T92" fmla="*/ 6 w 132"/>
                  <a:gd name="T93" fmla="*/ 16 h 100"/>
                  <a:gd name="T94" fmla="*/ 12 w 132"/>
                  <a:gd name="T95" fmla="*/ 11 h 100"/>
                  <a:gd name="T96" fmla="*/ 17 w 132"/>
                  <a:gd name="T97" fmla="*/ 6 h 100"/>
                  <a:gd name="T98" fmla="*/ 24 w 132"/>
                  <a:gd name="T99" fmla="*/ 2 h 100"/>
                  <a:gd name="T100" fmla="*/ 31 w 132"/>
                  <a:gd name="T101" fmla="*/ 0 h 100"/>
                  <a:gd name="T102" fmla="*/ 39 w 132"/>
                  <a:gd name="T103" fmla="*/ 0 h 100"/>
                  <a:gd name="T104" fmla="*/ 39 w 132"/>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2" h="100">
                    <a:moveTo>
                      <a:pt x="39" y="0"/>
                    </a:moveTo>
                    <a:lnTo>
                      <a:pt x="39" y="0"/>
                    </a:lnTo>
                    <a:lnTo>
                      <a:pt x="47" y="0"/>
                    </a:lnTo>
                    <a:lnTo>
                      <a:pt x="54" y="2"/>
                    </a:lnTo>
                    <a:lnTo>
                      <a:pt x="61" y="5"/>
                    </a:lnTo>
                    <a:lnTo>
                      <a:pt x="66" y="9"/>
                    </a:lnTo>
                    <a:lnTo>
                      <a:pt x="66" y="9"/>
                    </a:lnTo>
                    <a:lnTo>
                      <a:pt x="71" y="5"/>
                    </a:lnTo>
                    <a:lnTo>
                      <a:pt x="78" y="2"/>
                    </a:lnTo>
                    <a:lnTo>
                      <a:pt x="85" y="0"/>
                    </a:lnTo>
                    <a:lnTo>
                      <a:pt x="93" y="0"/>
                    </a:lnTo>
                    <a:lnTo>
                      <a:pt x="93" y="0"/>
                    </a:lnTo>
                    <a:lnTo>
                      <a:pt x="101" y="0"/>
                    </a:lnTo>
                    <a:lnTo>
                      <a:pt x="108" y="2"/>
                    </a:lnTo>
                    <a:lnTo>
                      <a:pt x="115" y="6"/>
                    </a:lnTo>
                    <a:lnTo>
                      <a:pt x="120" y="11"/>
                    </a:lnTo>
                    <a:lnTo>
                      <a:pt x="126" y="16"/>
                    </a:lnTo>
                    <a:lnTo>
                      <a:pt x="130" y="23"/>
                    </a:lnTo>
                    <a:lnTo>
                      <a:pt x="131" y="31"/>
                    </a:lnTo>
                    <a:lnTo>
                      <a:pt x="132" y="38"/>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8"/>
                    </a:lnTo>
                    <a:lnTo>
                      <a:pt x="0" y="31"/>
                    </a:lnTo>
                    <a:lnTo>
                      <a:pt x="2" y="23"/>
                    </a:lnTo>
                    <a:lnTo>
                      <a:pt x="6" y="16"/>
                    </a:lnTo>
                    <a:lnTo>
                      <a:pt x="12" y="11"/>
                    </a:lnTo>
                    <a:lnTo>
                      <a:pt x="17" y="6"/>
                    </a:lnTo>
                    <a:lnTo>
                      <a:pt x="24" y="2"/>
                    </a:lnTo>
                    <a:lnTo>
                      <a:pt x="31" y="0"/>
                    </a:lnTo>
                    <a:lnTo>
                      <a:pt x="39" y="0"/>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2" name="îṥḻïḑé">
                <a:extLst>
                  <a:ext uri="{FF2B5EF4-FFF2-40B4-BE49-F238E27FC236}">
                    <a16:creationId xmlns:a16="http://schemas.microsoft.com/office/drawing/2014/main" id="{857311C5-E966-4E91-B68D-A1FA1ED5610F}"/>
                  </a:ext>
                </a:extLst>
              </p:cNvPr>
              <p:cNvSpPr/>
              <p:nvPr/>
            </p:nvSpPr>
            <p:spPr bwMode="auto">
              <a:xfrm>
                <a:off x="3149601" y="2336800"/>
                <a:ext cx="52388" cy="73025"/>
              </a:xfrm>
              <a:custGeom>
                <a:avLst/>
                <a:gdLst>
                  <a:gd name="T0" fmla="*/ 29 w 33"/>
                  <a:gd name="T1" fmla="*/ 46 h 46"/>
                  <a:gd name="T2" fmla="*/ 29 w 33"/>
                  <a:gd name="T3" fmla="*/ 46 h 46"/>
                  <a:gd name="T4" fmla="*/ 31 w 33"/>
                  <a:gd name="T5" fmla="*/ 39 h 46"/>
                  <a:gd name="T6" fmla="*/ 33 w 33"/>
                  <a:gd name="T7" fmla="*/ 34 h 46"/>
                  <a:gd name="T8" fmla="*/ 33 w 33"/>
                  <a:gd name="T9" fmla="*/ 27 h 46"/>
                  <a:gd name="T10" fmla="*/ 33 w 33"/>
                  <a:gd name="T11" fmla="*/ 22 h 46"/>
                  <a:gd name="T12" fmla="*/ 30 w 33"/>
                  <a:gd name="T13" fmla="*/ 15 h 46"/>
                  <a:gd name="T14" fmla="*/ 27 w 33"/>
                  <a:gd name="T15" fmla="*/ 9 h 46"/>
                  <a:gd name="T16" fmla="*/ 25 w 33"/>
                  <a:gd name="T17" fmla="*/ 4 h 46"/>
                  <a:gd name="T18" fmla="*/ 19 w 33"/>
                  <a:gd name="T19" fmla="*/ 0 h 46"/>
                  <a:gd name="T20" fmla="*/ 0 w 33"/>
                  <a:gd name="T21" fmla="*/ 3 h 46"/>
                  <a:gd name="T22" fmla="*/ 0 w 33"/>
                  <a:gd name="T23" fmla="*/ 3 h 46"/>
                  <a:gd name="T24" fmla="*/ 12 w 33"/>
                  <a:gd name="T25" fmla="*/ 11 h 46"/>
                  <a:gd name="T26" fmla="*/ 18 w 33"/>
                  <a:gd name="T27" fmla="*/ 15 h 46"/>
                  <a:gd name="T28" fmla="*/ 22 w 33"/>
                  <a:gd name="T29" fmla="*/ 19 h 46"/>
                  <a:gd name="T30" fmla="*/ 25 w 33"/>
                  <a:gd name="T31" fmla="*/ 24 h 46"/>
                  <a:gd name="T32" fmla="*/ 27 w 33"/>
                  <a:gd name="T33" fmla="*/ 31 h 46"/>
                  <a:gd name="T34" fmla="*/ 29 w 33"/>
                  <a:gd name="T35" fmla="*/ 38 h 46"/>
                  <a:gd name="T36" fmla="*/ 29 w 33"/>
                  <a:gd name="T37" fmla="*/ 46 h 46"/>
                  <a:gd name="T38" fmla="*/ 29 w 33"/>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0" y="3"/>
                    </a:lnTo>
                    <a:lnTo>
                      <a:pt x="12" y="11"/>
                    </a:lnTo>
                    <a:lnTo>
                      <a:pt x="18" y="15"/>
                    </a:lnTo>
                    <a:lnTo>
                      <a:pt x="22" y="19"/>
                    </a:lnTo>
                    <a:lnTo>
                      <a:pt x="25" y="24"/>
                    </a:lnTo>
                    <a:lnTo>
                      <a:pt x="27" y="31"/>
                    </a:lnTo>
                    <a:lnTo>
                      <a:pt x="29" y="38"/>
                    </a:lnTo>
                    <a:lnTo>
                      <a:pt x="29" y="46"/>
                    </a:lnTo>
                    <a:lnTo>
                      <a:pt x="29"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7" name="íṧļïdê">
              <a:extLst>
                <a:ext uri="{FF2B5EF4-FFF2-40B4-BE49-F238E27FC236}">
                  <a16:creationId xmlns:a16="http://schemas.microsoft.com/office/drawing/2014/main" id="{E88C809C-8D1C-4A50-88E4-D1B265D46DE9}"/>
                </a:ext>
              </a:extLst>
            </p:cNvPr>
            <p:cNvSpPr/>
            <p:nvPr/>
          </p:nvSpPr>
          <p:spPr bwMode="auto">
            <a:xfrm>
              <a:off x="6639652" y="3527967"/>
              <a:ext cx="196515" cy="273973"/>
            </a:xfrm>
            <a:custGeom>
              <a:avLst/>
              <a:gdLst>
                <a:gd name="T0" fmla="*/ 125 w 137"/>
                <a:gd name="T1" fmla="*/ 55 h 191"/>
                <a:gd name="T2" fmla="*/ 126 w 137"/>
                <a:gd name="T3" fmla="*/ 51 h 191"/>
                <a:gd name="T4" fmla="*/ 133 w 137"/>
                <a:gd name="T5" fmla="*/ 34 h 191"/>
                <a:gd name="T6" fmla="*/ 136 w 137"/>
                <a:gd name="T7" fmla="*/ 29 h 191"/>
                <a:gd name="T8" fmla="*/ 137 w 137"/>
                <a:gd name="T9" fmla="*/ 21 h 191"/>
                <a:gd name="T10" fmla="*/ 136 w 137"/>
                <a:gd name="T11" fmla="*/ 13 h 191"/>
                <a:gd name="T12" fmla="*/ 132 w 137"/>
                <a:gd name="T13" fmla="*/ 6 h 191"/>
                <a:gd name="T14" fmla="*/ 128 w 137"/>
                <a:gd name="T15" fmla="*/ 4 h 191"/>
                <a:gd name="T16" fmla="*/ 116 w 137"/>
                <a:gd name="T17" fmla="*/ 0 h 191"/>
                <a:gd name="T18" fmla="*/ 103 w 137"/>
                <a:gd name="T19" fmla="*/ 4 h 191"/>
                <a:gd name="T20" fmla="*/ 113 w 137"/>
                <a:gd name="T21" fmla="*/ 39 h 191"/>
                <a:gd name="T22" fmla="*/ 103 w 137"/>
                <a:gd name="T23" fmla="*/ 59 h 191"/>
                <a:gd name="T24" fmla="*/ 110 w 137"/>
                <a:gd name="T25" fmla="*/ 48 h 191"/>
                <a:gd name="T26" fmla="*/ 110 w 137"/>
                <a:gd name="T27" fmla="*/ 42 h 191"/>
                <a:gd name="T28" fmla="*/ 120 w 137"/>
                <a:gd name="T29" fmla="*/ 48 h 191"/>
                <a:gd name="T30" fmla="*/ 121 w 137"/>
                <a:gd name="T31" fmla="*/ 52 h 191"/>
                <a:gd name="T32" fmla="*/ 121 w 137"/>
                <a:gd name="T33" fmla="*/ 57 h 191"/>
                <a:gd name="T34" fmla="*/ 103 w 137"/>
                <a:gd name="T35" fmla="*/ 89 h 191"/>
                <a:gd name="T36" fmla="*/ 97 w 137"/>
                <a:gd name="T37" fmla="*/ 93 h 191"/>
                <a:gd name="T38" fmla="*/ 99 w 137"/>
                <a:gd name="T39" fmla="*/ 92 h 191"/>
                <a:gd name="T40" fmla="*/ 103 w 137"/>
                <a:gd name="T41" fmla="*/ 89 h 191"/>
                <a:gd name="T42" fmla="*/ 101 w 137"/>
                <a:gd name="T43" fmla="*/ 85 h 191"/>
                <a:gd name="T44" fmla="*/ 99 w 137"/>
                <a:gd name="T45" fmla="*/ 86 h 191"/>
                <a:gd name="T46" fmla="*/ 95 w 137"/>
                <a:gd name="T47" fmla="*/ 88 h 191"/>
                <a:gd name="T48" fmla="*/ 84 w 137"/>
                <a:gd name="T49" fmla="*/ 81 h 191"/>
                <a:gd name="T50" fmla="*/ 84 w 137"/>
                <a:gd name="T51" fmla="*/ 81 h 191"/>
                <a:gd name="T52" fmla="*/ 90 w 137"/>
                <a:gd name="T53" fmla="*/ 78 h 191"/>
                <a:gd name="T54" fmla="*/ 103 w 137"/>
                <a:gd name="T55" fmla="*/ 34 h 191"/>
                <a:gd name="T56" fmla="*/ 88 w 137"/>
                <a:gd name="T57" fmla="*/ 23 h 191"/>
                <a:gd name="T58" fmla="*/ 80 w 137"/>
                <a:gd name="T59" fmla="*/ 25 h 191"/>
                <a:gd name="T60" fmla="*/ 57 w 137"/>
                <a:gd name="T61" fmla="*/ 59 h 191"/>
                <a:gd name="T62" fmla="*/ 57 w 137"/>
                <a:gd name="T63" fmla="*/ 66 h 191"/>
                <a:gd name="T64" fmla="*/ 22 w 137"/>
                <a:gd name="T65" fmla="*/ 153 h 191"/>
                <a:gd name="T66" fmla="*/ 26 w 137"/>
                <a:gd name="T67" fmla="*/ 154 h 191"/>
                <a:gd name="T68" fmla="*/ 29 w 137"/>
                <a:gd name="T69" fmla="*/ 155 h 191"/>
                <a:gd name="T70" fmla="*/ 29 w 137"/>
                <a:gd name="T71" fmla="*/ 162 h 191"/>
                <a:gd name="T72" fmla="*/ 33 w 137"/>
                <a:gd name="T73" fmla="*/ 161 h 191"/>
                <a:gd name="T74" fmla="*/ 38 w 137"/>
                <a:gd name="T75" fmla="*/ 162 h 191"/>
                <a:gd name="T76" fmla="*/ 40 w 137"/>
                <a:gd name="T77" fmla="*/ 163 h 191"/>
                <a:gd name="T78" fmla="*/ 41 w 137"/>
                <a:gd name="T79" fmla="*/ 169 h 191"/>
                <a:gd name="T80" fmla="*/ 38 w 137"/>
                <a:gd name="T81" fmla="*/ 173 h 191"/>
                <a:gd name="T82" fmla="*/ 22 w 137"/>
                <a:gd name="T83" fmla="*/ 182 h 191"/>
                <a:gd name="T84" fmla="*/ 41 w 137"/>
                <a:gd name="T85" fmla="*/ 176 h 191"/>
                <a:gd name="T86" fmla="*/ 103 w 137"/>
                <a:gd name="T87" fmla="*/ 29 h 191"/>
                <a:gd name="T88" fmla="*/ 97 w 137"/>
                <a:gd name="T89" fmla="*/ 9 h 191"/>
                <a:gd name="T90" fmla="*/ 103 w 137"/>
                <a:gd name="T91" fmla="*/ 4 h 191"/>
                <a:gd name="T92" fmla="*/ 22 w 137"/>
                <a:gd name="T93" fmla="*/ 117 h 191"/>
                <a:gd name="T94" fmla="*/ 2 w 137"/>
                <a:gd name="T95" fmla="*/ 191 h 191"/>
                <a:gd name="T96" fmla="*/ 22 w 137"/>
                <a:gd name="T97" fmla="*/ 180 h 191"/>
                <a:gd name="T98" fmla="*/ 5 w 137"/>
                <a:gd name="T99" fmla="*/ 174 h 191"/>
                <a:gd name="T100" fmla="*/ 5 w 137"/>
                <a:gd name="T101" fmla="*/ 150 h 191"/>
                <a:gd name="T102" fmla="*/ 6 w 137"/>
                <a:gd name="T103" fmla="*/ 149 h 191"/>
                <a:gd name="T104" fmla="*/ 10 w 137"/>
                <a:gd name="T105" fmla="*/ 146 h 191"/>
                <a:gd name="T106" fmla="*/ 15 w 137"/>
                <a:gd name="T107" fmla="*/ 146 h 191"/>
                <a:gd name="T108" fmla="*/ 17 w 137"/>
                <a:gd name="T109" fmla="*/ 149 h 191"/>
                <a:gd name="T110" fmla="*/ 18 w 137"/>
                <a:gd name="T111" fmla="*/ 155 h 191"/>
                <a:gd name="T112" fmla="*/ 19 w 137"/>
                <a:gd name="T113" fmla="*/ 154 h 191"/>
                <a:gd name="T114" fmla="*/ 22 w 137"/>
                <a:gd name="T115" fmla="*/ 117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 h="191">
                  <a:moveTo>
                    <a:pt x="103" y="89"/>
                  </a:moveTo>
                  <a:lnTo>
                    <a:pt x="125" y="55"/>
                  </a:lnTo>
                  <a:lnTo>
                    <a:pt x="125" y="55"/>
                  </a:lnTo>
                  <a:lnTo>
                    <a:pt x="126" y="51"/>
                  </a:lnTo>
                  <a:lnTo>
                    <a:pt x="125" y="47"/>
                  </a:lnTo>
                  <a:lnTo>
                    <a:pt x="133" y="34"/>
                  </a:lnTo>
                  <a:lnTo>
                    <a:pt x="133" y="34"/>
                  </a:lnTo>
                  <a:lnTo>
                    <a:pt x="136" y="29"/>
                  </a:lnTo>
                  <a:lnTo>
                    <a:pt x="137" y="25"/>
                  </a:lnTo>
                  <a:lnTo>
                    <a:pt x="137" y="21"/>
                  </a:lnTo>
                  <a:lnTo>
                    <a:pt x="137" y="17"/>
                  </a:lnTo>
                  <a:lnTo>
                    <a:pt x="136" y="13"/>
                  </a:lnTo>
                  <a:lnTo>
                    <a:pt x="135" y="9"/>
                  </a:lnTo>
                  <a:lnTo>
                    <a:pt x="132" y="6"/>
                  </a:lnTo>
                  <a:lnTo>
                    <a:pt x="128" y="4"/>
                  </a:lnTo>
                  <a:lnTo>
                    <a:pt x="128" y="4"/>
                  </a:lnTo>
                  <a:lnTo>
                    <a:pt x="121" y="0"/>
                  </a:lnTo>
                  <a:lnTo>
                    <a:pt x="116" y="0"/>
                  </a:lnTo>
                  <a:lnTo>
                    <a:pt x="109" y="1"/>
                  </a:lnTo>
                  <a:lnTo>
                    <a:pt x="103" y="4"/>
                  </a:lnTo>
                  <a:lnTo>
                    <a:pt x="103" y="29"/>
                  </a:lnTo>
                  <a:lnTo>
                    <a:pt x="113" y="39"/>
                  </a:lnTo>
                  <a:lnTo>
                    <a:pt x="103" y="34"/>
                  </a:lnTo>
                  <a:lnTo>
                    <a:pt x="103" y="59"/>
                  </a:lnTo>
                  <a:lnTo>
                    <a:pt x="110" y="48"/>
                  </a:lnTo>
                  <a:lnTo>
                    <a:pt x="110" y="48"/>
                  </a:lnTo>
                  <a:lnTo>
                    <a:pt x="110" y="46"/>
                  </a:lnTo>
                  <a:lnTo>
                    <a:pt x="110" y="42"/>
                  </a:lnTo>
                  <a:lnTo>
                    <a:pt x="120" y="48"/>
                  </a:lnTo>
                  <a:lnTo>
                    <a:pt x="120" y="48"/>
                  </a:lnTo>
                  <a:lnTo>
                    <a:pt x="121" y="50"/>
                  </a:lnTo>
                  <a:lnTo>
                    <a:pt x="121" y="52"/>
                  </a:lnTo>
                  <a:lnTo>
                    <a:pt x="121" y="54"/>
                  </a:lnTo>
                  <a:lnTo>
                    <a:pt x="121" y="57"/>
                  </a:lnTo>
                  <a:lnTo>
                    <a:pt x="103" y="82"/>
                  </a:lnTo>
                  <a:lnTo>
                    <a:pt x="103" y="89"/>
                  </a:lnTo>
                  <a:close/>
                  <a:moveTo>
                    <a:pt x="41" y="176"/>
                  </a:moveTo>
                  <a:lnTo>
                    <a:pt x="97" y="93"/>
                  </a:lnTo>
                  <a:lnTo>
                    <a:pt x="97" y="93"/>
                  </a:lnTo>
                  <a:lnTo>
                    <a:pt x="99" y="92"/>
                  </a:lnTo>
                  <a:lnTo>
                    <a:pt x="102" y="89"/>
                  </a:lnTo>
                  <a:lnTo>
                    <a:pt x="103" y="89"/>
                  </a:lnTo>
                  <a:lnTo>
                    <a:pt x="103" y="82"/>
                  </a:lnTo>
                  <a:lnTo>
                    <a:pt x="101" y="85"/>
                  </a:lnTo>
                  <a:lnTo>
                    <a:pt x="101" y="85"/>
                  </a:lnTo>
                  <a:lnTo>
                    <a:pt x="99" y="86"/>
                  </a:lnTo>
                  <a:lnTo>
                    <a:pt x="98" y="88"/>
                  </a:lnTo>
                  <a:lnTo>
                    <a:pt x="95" y="88"/>
                  </a:lnTo>
                  <a:lnTo>
                    <a:pt x="94" y="86"/>
                  </a:lnTo>
                  <a:lnTo>
                    <a:pt x="84" y="81"/>
                  </a:lnTo>
                  <a:lnTo>
                    <a:pt x="84" y="81"/>
                  </a:lnTo>
                  <a:lnTo>
                    <a:pt x="84" y="81"/>
                  </a:lnTo>
                  <a:lnTo>
                    <a:pt x="87" y="80"/>
                  </a:lnTo>
                  <a:lnTo>
                    <a:pt x="90" y="78"/>
                  </a:lnTo>
                  <a:lnTo>
                    <a:pt x="103" y="59"/>
                  </a:lnTo>
                  <a:lnTo>
                    <a:pt x="103" y="34"/>
                  </a:lnTo>
                  <a:lnTo>
                    <a:pt x="88" y="23"/>
                  </a:lnTo>
                  <a:lnTo>
                    <a:pt x="88" y="23"/>
                  </a:lnTo>
                  <a:lnTo>
                    <a:pt x="83" y="23"/>
                  </a:lnTo>
                  <a:lnTo>
                    <a:pt x="80" y="25"/>
                  </a:lnTo>
                  <a:lnTo>
                    <a:pt x="57" y="59"/>
                  </a:lnTo>
                  <a:lnTo>
                    <a:pt x="57" y="59"/>
                  </a:lnTo>
                  <a:lnTo>
                    <a:pt x="56" y="63"/>
                  </a:lnTo>
                  <a:lnTo>
                    <a:pt x="57" y="66"/>
                  </a:lnTo>
                  <a:lnTo>
                    <a:pt x="22" y="117"/>
                  </a:lnTo>
                  <a:lnTo>
                    <a:pt x="22" y="153"/>
                  </a:lnTo>
                  <a:lnTo>
                    <a:pt x="22" y="153"/>
                  </a:lnTo>
                  <a:lnTo>
                    <a:pt x="26" y="154"/>
                  </a:lnTo>
                  <a:lnTo>
                    <a:pt x="26" y="154"/>
                  </a:lnTo>
                  <a:lnTo>
                    <a:pt x="29" y="155"/>
                  </a:lnTo>
                  <a:lnTo>
                    <a:pt x="29" y="158"/>
                  </a:lnTo>
                  <a:lnTo>
                    <a:pt x="29" y="162"/>
                  </a:lnTo>
                  <a:lnTo>
                    <a:pt x="29" y="162"/>
                  </a:lnTo>
                  <a:lnTo>
                    <a:pt x="33" y="161"/>
                  </a:lnTo>
                  <a:lnTo>
                    <a:pt x="36" y="161"/>
                  </a:lnTo>
                  <a:lnTo>
                    <a:pt x="38" y="162"/>
                  </a:lnTo>
                  <a:lnTo>
                    <a:pt x="38" y="162"/>
                  </a:lnTo>
                  <a:lnTo>
                    <a:pt x="40" y="163"/>
                  </a:lnTo>
                  <a:lnTo>
                    <a:pt x="41" y="166"/>
                  </a:lnTo>
                  <a:lnTo>
                    <a:pt x="41" y="169"/>
                  </a:lnTo>
                  <a:lnTo>
                    <a:pt x="40" y="172"/>
                  </a:lnTo>
                  <a:lnTo>
                    <a:pt x="38" y="173"/>
                  </a:lnTo>
                  <a:lnTo>
                    <a:pt x="22" y="180"/>
                  </a:lnTo>
                  <a:lnTo>
                    <a:pt x="22" y="182"/>
                  </a:lnTo>
                  <a:lnTo>
                    <a:pt x="41" y="176"/>
                  </a:lnTo>
                  <a:lnTo>
                    <a:pt x="41" y="176"/>
                  </a:lnTo>
                  <a:close/>
                  <a:moveTo>
                    <a:pt x="103" y="4"/>
                  </a:moveTo>
                  <a:lnTo>
                    <a:pt x="103" y="29"/>
                  </a:lnTo>
                  <a:lnTo>
                    <a:pt x="91" y="17"/>
                  </a:lnTo>
                  <a:lnTo>
                    <a:pt x="97" y="9"/>
                  </a:lnTo>
                  <a:lnTo>
                    <a:pt x="97" y="9"/>
                  </a:lnTo>
                  <a:lnTo>
                    <a:pt x="103" y="4"/>
                  </a:lnTo>
                  <a:lnTo>
                    <a:pt x="103" y="4"/>
                  </a:lnTo>
                  <a:close/>
                  <a:moveTo>
                    <a:pt x="22" y="117"/>
                  </a:moveTo>
                  <a:lnTo>
                    <a:pt x="0" y="150"/>
                  </a:lnTo>
                  <a:lnTo>
                    <a:pt x="2" y="191"/>
                  </a:lnTo>
                  <a:lnTo>
                    <a:pt x="22" y="182"/>
                  </a:lnTo>
                  <a:lnTo>
                    <a:pt x="22" y="180"/>
                  </a:lnTo>
                  <a:lnTo>
                    <a:pt x="17" y="182"/>
                  </a:lnTo>
                  <a:lnTo>
                    <a:pt x="5" y="174"/>
                  </a:lnTo>
                  <a:lnTo>
                    <a:pt x="5" y="150"/>
                  </a:lnTo>
                  <a:lnTo>
                    <a:pt x="5" y="150"/>
                  </a:lnTo>
                  <a:lnTo>
                    <a:pt x="6" y="149"/>
                  </a:lnTo>
                  <a:lnTo>
                    <a:pt x="6" y="149"/>
                  </a:lnTo>
                  <a:lnTo>
                    <a:pt x="7" y="146"/>
                  </a:lnTo>
                  <a:lnTo>
                    <a:pt x="10" y="146"/>
                  </a:lnTo>
                  <a:lnTo>
                    <a:pt x="13" y="146"/>
                  </a:lnTo>
                  <a:lnTo>
                    <a:pt x="15" y="146"/>
                  </a:lnTo>
                  <a:lnTo>
                    <a:pt x="15" y="146"/>
                  </a:lnTo>
                  <a:lnTo>
                    <a:pt x="17" y="149"/>
                  </a:lnTo>
                  <a:lnTo>
                    <a:pt x="18" y="150"/>
                  </a:lnTo>
                  <a:lnTo>
                    <a:pt x="18" y="155"/>
                  </a:lnTo>
                  <a:lnTo>
                    <a:pt x="18" y="155"/>
                  </a:lnTo>
                  <a:lnTo>
                    <a:pt x="19" y="154"/>
                  </a:lnTo>
                  <a:lnTo>
                    <a:pt x="22" y="153"/>
                  </a:lnTo>
                  <a:lnTo>
                    <a:pt x="22" y="11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8" name="islíḋê">
              <a:extLst>
                <a:ext uri="{FF2B5EF4-FFF2-40B4-BE49-F238E27FC236}">
                  <a16:creationId xmlns:a16="http://schemas.microsoft.com/office/drawing/2014/main" id="{3875AA31-E898-4502-B125-99C84F8A117E}"/>
                </a:ext>
              </a:extLst>
            </p:cNvPr>
            <p:cNvSpPr/>
            <p:nvPr/>
          </p:nvSpPr>
          <p:spPr bwMode="auto">
            <a:xfrm>
              <a:off x="5046013" y="2096419"/>
              <a:ext cx="252457" cy="273973"/>
            </a:xfrm>
            <a:custGeom>
              <a:avLst/>
              <a:gdLst>
                <a:gd name="T0" fmla="*/ 138 w 176"/>
                <a:gd name="T1" fmla="*/ 88 h 191"/>
                <a:gd name="T2" fmla="*/ 132 w 176"/>
                <a:gd name="T3" fmla="*/ 138 h 191"/>
                <a:gd name="T4" fmla="*/ 150 w 176"/>
                <a:gd name="T5" fmla="*/ 143 h 191"/>
                <a:gd name="T6" fmla="*/ 147 w 176"/>
                <a:gd name="T7" fmla="*/ 151 h 191"/>
                <a:gd name="T8" fmla="*/ 132 w 176"/>
                <a:gd name="T9" fmla="*/ 36 h 191"/>
                <a:gd name="T10" fmla="*/ 150 w 176"/>
                <a:gd name="T11" fmla="*/ 26 h 191"/>
                <a:gd name="T12" fmla="*/ 135 w 176"/>
                <a:gd name="T13" fmla="*/ 47 h 191"/>
                <a:gd name="T14" fmla="*/ 146 w 176"/>
                <a:gd name="T15" fmla="*/ 88 h 191"/>
                <a:gd name="T16" fmla="*/ 174 w 176"/>
                <a:gd name="T17" fmla="*/ 85 h 191"/>
                <a:gd name="T18" fmla="*/ 150 w 176"/>
                <a:gd name="T19" fmla="*/ 92 h 191"/>
                <a:gd name="T20" fmla="*/ 88 w 176"/>
                <a:gd name="T21" fmla="*/ 39 h 191"/>
                <a:gd name="T22" fmla="*/ 115 w 176"/>
                <a:gd name="T23" fmla="*/ 46 h 191"/>
                <a:gd name="T24" fmla="*/ 132 w 176"/>
                <a:gd name="T25" fmla="*/ 109 h 191"/>
                <a:gd name="T26" fmla="*/ 115 w 176"/>
                <a:gd name="T27" fmla="*/ 128 h 191"/>
                <a:gd name="T28" fmla="*/ 111 w 176"/>
                <a:gd name="T29" fmla="*/ 180 h 191"/>
                <a:gd name="T30" fmla="*/ 90 w 176"/>
                <a:gd name="T31" fmla="*/ 191 h 191"/>
                <a:gd name="T32" fmla="*/ 105 w 176"/>
                <a:gd name="T33" fmla="*/ 126 h 191"/>
                <a:gd name="T34" fmla="*/ 122 w 176"/>
                <a:gd name="T35" fmla="*/ 107 h 191"/>
                <a:gd name="T36" fmla="*/ 124 w 176"/>
                <a:gd name="T37" fmla="*/ 73 h 191"/>
                <a:gd name="T38" fmla="*/ 104 w 176"/>
                <a:gd name="T39" fmla="*/ 51 h 191"/>
                <a:gd name="T40" fmla="*/ 88 w 176"/>
                <a:gd name="T41" fmla="*/ 39 h 191"/>
                <a:gd name="T42" fmla="*/ 127 w 176"/>
                <a:gd name="T43" fmla="*/ 43 h 191"/>
                <a:gd name="T44" fmla="*/ 132 w 176"/>
                <a:gd name="T45" fmla="*/ 36 h 191"/>
                <a:gd name="T46" fmla="*/ 128 w 176"/>
                <a:gd name="T47" fmla="*/ 128 h 191"/>
                <a:gd name="T48" fmla="*/ 132 w 176"/>
                <a:gd name="T49" fmla="*/ 127 h 191"/>
                <a:gd name="T50" fmla="*/ 92 w 176"/>
                <a:gd name="T51" fmla="*/ 1 h 191"/>
                <a:gd name="T52" fmla="*/ 88 w 176"/>
                <a:gd name="T53" fmla="*/ 30 h 191"/>
                <a:gd name="T54" fmla="*/ 80 w 176"/>
                <a:gd name="T55" fmla="*/ 191 h 191"/>
                <a:gd name="T56" fmla="*/ 62 w 176"/>
                <a:gd name="T57" fmla="*/ 176 h 191"/>
                <a:gd name="T58" fmla="*/ 55 w 176"/>
                <a:gd name="T59" fmla="*/ 124 h 191"/>
                <a:gd name="T60" fmla="*/ 44 w 176"/>
                <a:gd name="T61" fmla="*/ 67 h 191"/>
                <a:gd name="T62" fmla="*/ 67 w 176"/>
                <a:gd name="T63" fmla="*/ 43 h 191"/>
                <a:gd name="T64" fmla="*/ 88 w 176"/>
                <a:gd name="T65" fmla="*/ 49 h 191"/>
                <a:gd name="T66" fmla="*/ 61 w 176"/>
                <a:gd name="T67" fmla="*/ 61 h 191"/>
                <a:gd name="T68" fmla="*/ 50 w 176"/>
                <a:gd name="T69" fmla="*/ 88 h 191"/>
                <a:gd name="T70" fmla="*/ 69 w 176"/>
                <a:gd name="T71" fmla="*/ 120 h 191"/>
                <a:gd name="T72" fmla="*/ 88 w 176"/>
                <a:gd name="T73" fmla="*/ 147 h 191"/>
                <a:gd name="T74" fmla="*/ 88 w 176"/>
                <a:gd name="T75" fmla="*/ 30 h 191"/>
                <a:gd name="T76" fmla="*/ 84 w 176"/>
                <a:gd name="T77" fmla="*/ 26 h 191"/>
                <a:gd name="T78" fmla="*/ 88 w 176"/>
                <a:gd name="T79" fmla="*/ 0 h 191"/>
                <a:gd name="T80" fmla="*/ 47 w 176"/>
                <a:gd name="T81" fmla="*/ 135 h 191"/>
                <a:gd name="T82" fmla="*/ 44 w 176"/>
                <a:gd name="T83" fmla="*/ 138 h 191"/>
                <a:gd name="T84" fmla="*/ 47 w 176"/>
                <a:gd name="T85" fmla="*/ 47 h 191"/>
                <a:gd name="T86" fmla="*/ 44 w 176"/>
                <a:gd name="T87" fmla="*/ 108 h 191"/>
                <a:gd name="T88" fmla="*/ 40 w 176"/>
                <a:gd name="T89" fmla="*/ 77 h 191"/>
                <a:gd name="T90" fmla="*/ 44 w 176"/>
                <a:gd name="T91" fmla="*/ 49 h 191"/>
                <a:gd name="T92" fmla="*/ 25 w 176"/>
                <a:gd name="T93" fmla="*/ 31 h 191"/>
                <a:gd name="T94" fmla="*/ 32 w 176"/>
                <a:gd name="T95" fmla="*/ 26 h 191"/>
                <a:gd name="T96" fmla="*/ 32 w 176"/>
                <a:gd name="T97" fmla="*/ 150 h 191"/>
                <a:gd name="T98" fmla="*/ 24 w 176"/>
                <a:gd name="T99" fmla="*/ 147 h 191"/>
                <a:gd name="T100" fmla="*/ 44 w 176"/>
                <a:gd name="T101" fmla="*/ 127 h 191"/>
                <a:gd name="T102" fmla="*/ 25 w 176"/>
                <a:gd name="T103" fmla="*/ 84 h 191"/>
                <a:gd name="T104" fmla="*/ 25 w 176"/>
                <a:gd name="T105" fmla="*/ 92 h 191"/>
                <a:gd name="T106" fmla="*/ 0 w 176"/>
                <a:gd name="T107" fmla="*/ 8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1">
                  <a:moveTo>
                    <a:pt x="132" y="66"/>
                  </a:moveTo>
                  <a:lnTo>
                    <a:pt x="132" y="66"/>
                  </a:lnTo>
                  <a:lnTo>
                    <a:pt x="136" y="77"/>
                  </a:lnTo>
                  <a:lnTo>
                    <a:pt x="138" y="88"/>
                  </a:lnTo>
                  <a:lnTo>
                    <a:pt x="138" y="88"/>
                  </a:lnTo>
                  <a:lnTo>
                    <a:pt x="136" y="99"/>
                  </a:lnTo>
                  <a:lnTo>
                    <a:pt x="132" y="109"/>
                  </a:lnTo>
                  <a:lnTo>
                    <a:pt x="132" y="66"/>
                  </a:lnTo>
                  <a:lnTo>
                    <a:pt x="132" y="66"/>
                  </a:lnTo>
                  <a:close/>
                  <a:moveTo>
                    <a:pt x="132" y="138"/>
                  </a:moveTo>
                  <a:lnTo>
                    <a:pt x="132" y="127"/>
                  </a:lnTo>
                  <a:lnTo>
                    <a:pt x="132" y="127"/>
                  </a:lnTo>
                  <a:lnTo>
                    <a:pt x="135" y="128"/>
                  </a:lnTo>
                  <a:lnTo>
                    <a:pt x="135" y="128"/>
                  </a:lnTo>
                  <a:lnTo>
                    <a:pt x="150" y="143"/>
                  </a:lnTo>
                  <a:lnTo>
                    <a:pt x="150" y="143"/>
                  </a:lnTo>
                  <a:lnTo>
                    <a:pt x="151" y="147"/>
                  </a:lnTo>
                  <a:lnTo>
                    <a:pt x="150" y="150"/>
                  </a:lnTo>
                  <a:lnTo>
                    <a:pt x="150" y="150"/>
                  </a:lnTo>
                  <a:lnTo>
                    <a:pt x="147" y="151"/>
                  </a:lnTo>
                  <a:lnTo>
                    <a:pt x="145" y="150"/>
                  </a:lnTo>
                  <a:lnTo>
                    <a:pt x="132" y="138"/>
                  </a:lnTo>
                  <a:lnTo>
                    <a:pt x="132" y="138"/>
                  </a:lnTo>
                  <a:close/>
                  <a:moveTo>
                    <a:pt x="132" y="49"/>
                  </a:moveTo>
                  <a:lnTo>
                    <a:pt x="132" y="36"/>
                  </a:lnTo>
                  <a:lnTo>
                    <a:pt x="145" y="26"/>
                  </a:lnTo>
                  <a:lnTo>
                    <a:pt x="145" y="26"/>
                  </a:lnTo>
                  <a:lnTo>
                    <a:pt x="147" y="24"/>
                  </a:lnTo>
                  <a:lnTo>
                    <a:pt x="150" y="26"/>
                  </a:lnTo>
                  <a:lnTo>
                    <a:pt x="150" y="26"/>
                  </a:lnTo>
                  <a:lnTo>
                    <a:pt x="151" y="28"/>
                  </a:lnTo>
                  <a:lnTo>
                    <a:pt x="150" y="31"/>
                  </a:lnTo>
                  <a:lnTo>
                    <a:pt x="135" y="47"/>
                  </a:lnTo>
                  <a:lnTo>
                    <a:pt x="135" y="47"/>
                  </a:lnTo>
                  <a:lnTo>
                    <a:pt x="135" y="47"/>
                  </a:lnTo>
                  <a:lnTo>
                    <a:pt x="132" y="49"/>
                  </a:lnTo>
                  <a:lnTo>
                    <a:pt x="132" y="49"/>
                  </a:lnTo>
                  <a:close/>
                  <a:moveTo>
                    <a:pt x="146" y="88"/>
                  </a:moveTo>
                  <a:lnTo>
                    <a:pt x="146" y="88"/>
                  </a:lnTo>
                  <a:lnTo>
                    <a:pt x="146" y="88"/>
                  </a:lnTo>
                  <a:lnTo>
                    <a:pt x="147" y="85"/>
                  </a:lnTo>
                  <a:lnTo>
                    <a:pt x="150" y="84"/>
                  </a:lnTo>
                  <a:lnTo>
                    <a:pt x="172" y="84"/>
                  </a:lnTo>
                  <a:lnTo>
                    <a:pt x="172" y="84"/>
                  </a:lnTo>
                  <a:lnTo>
                    <a:pt x="174" y="85"/>
                  </a:lnTo>
                  <a:lnTo>
                    <a:pt x="176" y="88"/>
                  </a:lnTo>
                  <a:lnTo>
                    <a:pt x="176" y="88"/>
                  </a:lnTo>
                  <a:lnTo>
                    <a:pt x="174" y="91"/>
                  </a:lnTo>
                  <a:lnTo>
                    <a:pt x="172" y="92"/>
                  </a:lnTo>
                  <a:lnTo>
                    <a:pt x="150" y="92"/>
                  </a:lnTo>
                  <a:lnTo>
                    <a:pt x="150" y="92"/>
                  </a:lnTo>
                  <a:lnTo>
                    <a:pt x="147" y="91"/>
                  </a:lnTo>
                  <a:lnTo>
                    <a:pt x="146" y="88"/>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32" y="109"/>
                  </a:lnTo>
                  <a:lnTo>
                    <a:pt x="128" y="115"/>
                  </a:lnTo>
                  <a:lnTo>
                    <a:pt x="124" y="120"/>
                  </a:lnTo>
                  <a:lnTo>
                    <a:pt x="120" y="124"/>
                  </a:lnTo>
                  <a:lnTo>
                    <a:pt x="115" y="128"/>
                  </a:lnTo>
                  <a:lnTo>
                    <a:pt x="115" y="166"/>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6"/>
                  </a:lnTo>
                  <a:lnTo>
                    <a:pt x="105" y="123"/>
                  </a:lnTo>
                  <a:lnTo>
                    <a:pt x="108" y="122"/>
                  </a:lnTo>
                  <a:lnTo>
                    <a:pt x="108" y="122"/>
                  </a:lnTo>
                  <a:lnTo>
                    <a:pt x="115" y="115"/>
                  </a:lnTo>
                  <a:lnTo>
                    <a:pt x="122" y="107"/>
                  </a:lnTo>
                  <a:lnTo>
                    <a:pt x="126" y="99"/>
                  </a:lnTo>
                  <a:lnTo>
                    <a:pt x="127" y="88"/>
                  </a:lnTo>
                  <a:lnTo>
                    <a:pt x="127" y="88"/>
                  </a:lnTo>
                  <a:lnTo>
                    <a:pt x="126" y="80"/>
                  </a:lnTo>
                  <a:lnTo>
                    <a:pt x="124" y="73"/>
                  </a:lnTo>
                  <a:lnTo>
                    <a:pt x="120" y="66"/>
                  </a:lnTo>
                  <a:lnTo>
                    <a:pt x="116" y="61"/>
                  </a:lnTo>
                  <a:lnTo>
                    <a:pt x="116" y="61"/>
                  </a:lnTo>
                  <a:lnTo>
                    <a:pt x="109" y="55"/>
                  </a:lnTo>
                  <a:lnTo>
                    <a:pt x="104" y="51"/>
                  </a:lnTo>
                  <a:lnTo>
                    <a:pt x="96" y="50"/>
                  </a:lnTo>
                  <a:lnTo>
                    <a:pt x="88" y="49"/>
                  </a:lnTo>
                  <a:lnTo>
                    <a:pt x="88" y="49"/>
                  </a:lnTo>
                  <a:lnTo>
                    <a:pt x="88" y="39"/>
                  </a:lnTo>
                  <a:lnTo>
                    <a:pt x="88" y="39"/>
                  </a:lnTo>
                  <a:lnTo>
                    <a:pt x="88" y="39"/>
                  </a:lnTo>
                  <a:close/>
                  <a:moveTo>
                    <a:pt x="132" y="36"/>
                  </a:moveTo>
                  <a:lnTo>
                    <a:pt x="128" y="40"/>
                  </a:lnTo>
                  <a:lnTo>
                    <a:pt x="128" y="40"/>
                  </a:lnTo>
                  <a:lnTo>
                    <a:pt x="127" y="43"/>
                  </a:lnTo>
                  <a:lnTo>
                    <a:pt x="128" y="47"/>
                  </a:lnTo>
                  <a:lnTo>
                    <a:pt x="128" y="47"/>
                  </a:lnTo>
                  <a:lnTo>
                    <a:pt x="130" y="49"/>
                  </a:lnTo>
                  <a:lnTo>
                    <a:pt x="132" y="49"/>
                  </a:lnTo>
                  <a:lnTo>
                    <a:pt x="132" y="36"/>
                  </a:lnTo>
                  <a:lnTo>
                    <a:pt x="132" y="36"/>
                  </a:lnTo>
                  <a:close/>
                  <a:moveTo>
                    <a:pt x="132" y="127"/>
                  </a:moveTo>
                  <a:lnTo>
                    <a:pt x="132" y="127"/>
                  </a:lnTo>
                  <a:lnTo>
                    <a:pt x="130" y="127"/>
                  </a:lnTo>
                  <a:lnTo>
                    <a:pt x="128" y="128"/>
                  </a:lnTo>
                  <a:lnTo>
                    <a:pt x="128" y="128"/>
                  </a:lnTo>
                  <a:lnTo>
                    <a:pt x="127" y="131"/>
                  </a:lnTo>
                  <a:lnTo>
                    <a:pt x="128" y="135"/>
                  </a:lnTo>
                  <a:lnTo>
                    <a:pt x="132" y="138"/>
                  </a:lnTo>
                  <a:lnTo>
                    <a:pt x="132" y="127"/>
                  </a:lnTo>
                  <a:lnTo>
                    <a:pt x="132" y="127"/>
                  </a:lnTo>
                  <a:close/>
                  <a:moveTo>
                    <a:pt x="88" y="30"/>
                  </a:moveTo>
                  <a:lnTo>
                    <a:pt x="88" y="0"/>
                  </a:lnTo>
                  <a:lnTo>
                    <a:pt x="88" y="0"/>
                  </a:lnTo>
                  <a:lnTo>
                    <a:pt x="92" y="1"/>
                  </a:lnTo>
                  <a:lnTo>
                    <a:pt x="92" y="4"/>
                  </a:lnTo>
                  <a:lnTo>
                    <a:pt x="92" y="26"/>
                  </a:lnTo>
                  <a:lnTo>
                    <a:pt x="92" y="26"/>
                  </a:lnTo>
                  <a:lnTo>
                    <a:pt x="92" y="28"/>
                  </a:lnTo>
                  <a:lnTo>
                    <a:pt x="88" y="30"/>
                  </a:lnTo>
                  <a:lnTo>
                    <a:pt x="88" y="30"/>
                  </a:lnTo>
                  <a:close/>
                  <a:moveTo>
                    <a:pt x="88" y="191"/>
                  </a:moveTo>
                  <a:lnTo>
                    <a:pt x="85" y="191"/>
                  </a:lnTo>
                  <a:lnTo>
                    <a:pt x="85" y="191"/>
                  </a:lnTo>
                  <a:lnTo>
                    <a:pt x="80" y="191"/>
                  </a:lnTo>
                  <a:lnTo>
                    <a:pt x="76" y="189"/>
                  </a:lnTo>
                  <a:lnTo>
                    <a:pt x="71" y="187"/>
                  </a:lnTo>
                  <a:lnTo>
                    <a:pt x="67" y="184"/>
                  </a:lnTo>
                  <a:lnTo>
                    <a:pt x="65" y="180"/>
                  </a:lnTo>
                  <a:lnTo>
                    <a:pt x="62" y="176"/>
                  </a:lnTo>
                  <a:lnTo>
                    <a:pt x="61" y="172"/>
                  </a:lnTo>
                  <a:lnTo>
                    <a:pt x="61" y="166"/>
                  </a:lnTo>
                  <a:lnTo>
                    <a:pt x="61" y="128"/>
                  </a:lnTo>
                  <a:lnTo>
                    <a:pt x="61" y="128"/>
                  </a:lnTo>
                  <a:lnTo>
                    <a:pt x="55" y="124"/>
                  </a:lnTo>
                  <a:lnTo>
                    <a:pt x="51" y="119"/>
                  </a:lnTo>
                  <a:lnTo>
                    <a:pt x="47" y="114"/>
                  </a:lnTo>
                  <a:lnTo>
                    <a:pt x="44" y="108"/>
                  </a:lnTo>
                  <a:lnTo>
                    <a:pt x="44" y="67"/>
                  </a:lnTo>
                  <a:lnTo>
                    <a:pt x="44" y="67"/>
                  </a:lnTo>
                  <a:lnTo>
                    <a:pt x="47" y="61"/>
                  </a:lnTo>
                  <a:lnTo>
                    <a:pt x="51" y="55"/>
                  </a:lnTo>
                  <a:lnTo>
                    <a:pt x="57" y="51"/>
                  </a:lnTo>
                  <a:lnTo>
                    <a:pt x="62" y="47"/>
                  </a:lnTo>
                  <a:lnTo>
                    <a:pt x="67" y="43"/>
                  </a:lnTo>
                  <a:lnTo>
                    <a:pt x="74" y="40"/>
                  </a:lnTo>
                  <a:lnTo>
                    <a:pt x="81" y="39"/>
                  </a:lnTo>
                  <a:lnTo>
                    <a:pt x="88" y="39"/>
                  </a:lnTo>
                  <a:lnTo>
                    <a:pt x="88" y="49"/>
                  </a:lnTo>
                  <a:lnTo>
                    <a:pt x="88" y="49"/>
                  </a:lnTo>
                  <a:lnTo>
                    <a:pt x="81" y="50"/>
                  </a:lnTo>
                  <a:lnTo>
                    <a:pt x="73" y="51"/>
                  </a:lnTo>
                  <a:lnTo>
                    <a:pt x="66" y="55"/>
                  </a:lnTo>
                  <a:lnTo>
                    <a:pt x="61" y="61"/>
                  </a:lnTo>
                  <a:lnTo>
                    <a:pt x="61" y="61"/>
                  </a:lnTo>
                  <a:lnTo>
                    <a:pt x="57" y="66"/>
                  </a:lnTo>
                  <a:lnTo>
                    <a:pt x="53" y="73"/>
                  </a:lnTo>
                  <a:lnTo>
                    <a:pt x="50" y="80"/>
                  </a:lnTo>
                  <a:lnTo>
                    <a:pt x="50" y="88"/>
                  </a:lnTo>
                  <a:lnTo>
                    <a:pt x="50" y="88"/>
                  </a:lnTo>
                  <a:lnTo>
                    <a:pt x="51" y="97"/>
                  </a:lnTo>
                  <a:lnTo>
                    <a:pt x="55" y="107"/>
                  </a:lnTo>
                  <a:lnTo>
                    <a:pt x="61" y="115"/>
                  </a:lnTo>
                  <a:lnTo>
                    <a:pt x="69" y="120"/>
                  </a:lnTo>
                  <a:lnTo>
                    <a:pt x="69" y="120"/>
                  </a:lnTo>
                  <a:lnTo>
                    <a:pt x="69" y="120"/>
                  </a:lnTo>
                  <a:lnTo>
                    <a:pt x="70" y="123"/>
                  </a:lnTo>
                  <a:lnTo>
                    <a:pt x="70" y="126"/>
                  </a:lnTo>
                  <a:lnTo>
                    <a:pt x="70" y="147"/>
                  </a:lnTo>
                  <a:lnTo>
                    <a:pt x="88" y="147"/>
                  </a:lnTo>
                  <a:lnTo>
                    <a:pt x="88" y="191"/>
                  </a:lnTo>
                  <a:lnTo>
                    <a:pt x="88" y="191"/>
                  </a:lnTo>
                  <a:close/>
                  <a:moveTo>
                    <a:pt x="88" y="0"/>
                  </a:moveTo>
                  <a:lnTo>
                    <a:pt x="88" y="30"/>
                  </a:lnTo>
                  <a:lnTo>
                    <a:pt x="88" y="30"/>
                  </a:lnTo>
                  <a:lnTo>
                    <a:pt x="88" y="30"/>
                  </a:lnTo>
                  <a:lnTo>
                    <a:pt x="88" y="30"/>
                  </a:lnTo>
                  <a:lnTo>
                    <a:pt x="88" y="30"/>
                  </a:lnTo>
                  <a:lnTo>
                    <a:pt x="85" y="28"/>
                  </a:lnTo>
                  <a:lnTo>
                    <a:pt x="84" y="26"/>
                  </a:lnTo>
                  <a:lnTo>
                    <a:pt x="84" y="4"/>
                  </a:lnTo>
                  <a:lnTo>
                    <a:pt x="84" y="4"/>
                  </a:lnTo>
                  <a:lnTo>
                    <a:pt x="85" y="1"/>
                  </a:lnTo>
                  <a:lnTo>
                    <a:pt x="88" y="0"/>
                  </a:lnTo>
                  <a:lnTo>
                    <a:pt x="88" y="0"/>
                  </a:lnTo>
                  <a:lnTo>
                    <a:pt x="88" y="0"/>
                  </a:lnTo>
                  <a:lnTo>
                    <a:pt x="88" y="0"/>
                  </a:lnTo>
                  <a:close/>
                  <a:moveTo>
                    <a:pt x="44" y="138"/>
                  </a:moveTo>
                  <a:lnTo>
                    <a:pt x="47" y="135"/>
                  </a:lnTo>
                  <a:lnTo>
                    <a:pt x="47" y="135"/>
                  </a:lnTo>
                  <a:lnTo>
                    <a:pt x="48" y="131"/>
                  </a:lnTo>
                  <a:lnTo>
                    <a:pt x="47" y="128"/>
                  </a:lnTo>
                  <a:lnTo>
                    <a:pt x="47" y="128"/>
                  </a:lnTo>
                  <a:lnTo>
                    <a:pt x="44" y="127"/>
                  </a:lnTo>
                  <a:lnTo>
                    <a:pt x="44" y="138"/>
                  </a:lnTo>
                  <a:lnTo>
                    <a:pt x="44" y="138"/>
                  </a:lnTo>
                  <a:close/>
                  <a:moveTo>
                    <a:pt x="44" y="49"/>
                  </a:moveTo>
                  <a:lnTo>
                    <a:pt x="44" y="49"/>
                  </a:lnTo>
                  <a:lnTo>
                    <a:pt x="47" y="47"/>
                  </a:lnTo>
                  <a:lnTo>
                    <a:pt x="47" y="47"/>
                  </a:lnTo>
                  <a:lnTo>
                    <a:pt x="48" y="43"/>
                  </a:lnTo>
                  <a:lnTo>
                    <a:pt x="47" y="40"/>
                  </a:lnTo>
                  <a:lnTo>
                    <a:pt x="44" y="38"/>
                  </a:lnTo>
                  <a:lnTo>
                    <a:pt x="44" y="49"/>
                  </a:lnTo>
                  <a:close/>
                  <a:moveTo>
                    <a:pt x="44" y="108"/>
                  </a:moveTo>
                  <a:lnTo>
                    <a:pt x="44" y="108"/>
                  </a:lnTo>
                  <a:lnTo>
                    <a:pt x="40" y="99"/>
                  </a:lnTo>
                  <a:lnTo>
                    <a:pt x="39" y="88"/>
                  </a:lnTo>
                  <a:lnTo>
                    <a:pt x="39" y="88"/>
                  </a:lnTo>
                  <a:lnTo>
                    <a:pt x="40" y="77"/>
                  </a:lnTo>
                  <a:lnTo>
                    <a:pt x="44" y="67"/>
                  </a:lnTo>
                  <a:lnTo>
                    <a:pt x="44" y="108"/>
                  </a:lnTo>
                  <a:lnTo>
                    <a:pt x="44" y="108"/>
                  </a:lnTo>
                  <a:close/>
                  <a:moveTo>
                    <a:pt x="44" y="38"/>
                  </a:moveTo>
                  <a:lnTo>
                    <a:pt x="44" y="49"/>
                  </a:lnTo>
                  <a:lnTo>
                    <a:pt x="44" y="49"/>
                  </a:lnTo>
                  <a:lnTo>
                    <a:pt x="40" y="47"/>
                  </a:lnTo>
                  <a:lnTo>
                    <a:pt x="40" y="47"/>
                  </a:lnTo>
                  <a:lnTo>
                    <a:pt x="25" y="31"/>
                  </a:lnTo>
                  <a:lnTo>
                    <a:pt x="25" y="31"/>
                  </a:lnTo>
                  <a:lnTo>
                    <a:pt x="24" y="28"/>
                  </a:lnTo>
                  <a:lnTo>
                    <a:pt x="25" y="26"/>
                  </a:lnTo>
                  <a:lnTo>
                    <a:pt x="25" y="26"/>
                  </a:lnTo>
                  <a:lnTo>
                    <a:pt x="28" y="24"/>
                  </a:lnTo>
                  <a:lnTo>
                    <a:pt x="32" y="26"/>
                  </a:lnTo>
                  <a:lnTo>
                    <a:pt x="44" y="38"/>
                  </a:lnTo>
                  <a:lnTo>
                    <a:pt x="44" y="38"/>
                  </a:lnTo>
                  <a:close/>
                  <a:moveTo>
                    <a:pt x="44" y="127"/>
                  </a:moveTo>
                  <a:lnTo>
                    <a:pt x="44" y="138"/>
                  </a:lnTo>
                  <a:lnTo>
                    <a:pt x="32" y="150"/>
                  </a:lnTo>
                  <a:lnTo>
                    <a:pt x="32" y="150"/>
                  </a:lnTo>
                  <a:lnTo>
                    <a:pt x="28" y="151"/>
                  </a:lnTo>
                  <a:lnTo>
                    <a:pt x="25" y="150"/>
                  </a:lnTo>
                  <a:lnTo>
                    <a:pt x="25" y="150"/>
                  </a:lnTo>
                  <a:lnTo>
                    <a:pt x="24" y="147"/>
                  </a:lnTo>
                  <a:lnTo>
                    <a:pt x="25" y="143"/>
                  </a:lnTo>
                  <a:lnTo>
                    <a:pt x="40" y="128"/>
                  </a:lnTo>
                  <a:lnTo>
                    <a:pt x="40" y="128"/>
                  </a:lnTo>
                  <a:lnTo>
                    <a:pt x="40" y="128"/>
                  </a:lnTo>
                  <a:lnTo>
                    <a:pt x="44" y="127"/>
                  </a:lnTo>
                  <a:lnTo>
                    <a:pt x="44" y="127"/>
                  </a:lnTo>
                  <a:close/>
                  <a:moveTo>
                    <a:pt x="4" y="84"/>
                  </a:moveTo>
                  <a:lnTo>
                    <a:pt x="4" y="84"/>
                  </a:lnTo>
                  <a:lnTo>
                    <a:pt x="25" y="84"/>
                  </a:lnTo>
                  <a:lnTo>
                    <a:pt x="25" y="84"/>
                  </a:lnTo>
                  <a:lnTo>
                    <a:pt x="29" y="85"/>
                  </a:lnTo>
                  <a:lnTo>
                    <a:pt x="31" y="88"/>
                  </a:lnTo>
                  <a:lnTo>
                    <a:pt x="31" y="88"/>
                  </a:lnTo>
                  <a:lnTo>
                    <a:pt x="29" y="91"/>
                  </a:lnTo>
                  <a:lnTo>
                    <a:pt x="25" y="92"/>
                  </a:lnTo>
                  <a:lnTo>
                    <a:pt x="4" y="92"/>
                  </a:lnTo>
                  <a:lnTo>
                    <a:pt x="4" y="92"/>
                  </a:lnTo>
                  <a:lnTo>
                    <a:pt x="1" y="91"/>
                  </a:lnTo>
                  <a:lnTo>
                    <a:pt x="0" y="88"/>
                  </a:lnTo>
                  <a:lnTo>
                    <a:pt x="0" y="88"/>
                  </a:lnTo>
                  <a:lnTo>
                    <a:pt x="1" y="85"/>
                  </a:lnTo>
                  <a:lnTo>
                    <a:pt x="4" y="84"/>
                  </a:lnTo>
                  <a:lnTo>
                    <a:pt x="4" y="84"/>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9" name="íṣļîďê">
              <a:extLst>
                <a:ext uri="{FF2B5EF4-FFF2-40B4-BE49-F238E27FC236}">
                  <a16:creationId xmlns:a16="http://schemas.microsoft.com/office/drawing/2014/main" id="{C2E57307-7BDB-4C9F-A1D7-7472C8E63E81}"/>
                </a:ext>
              </a:extLst>
            </p:cNvPr>
            <p:cNvSpPr/>
            <p:nvPr/>
          </p:nvSpPr>
          <p:spPr bwMode="auto">
            <a:xfrm>
              <a:off x="6177769" y="1723471"/>
              <a:ext cx="378687" cy="547948"/>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0" name="ïṡľïḋé">
              <a:extLst>
                <a:ext uri="{FF2B5EF4-FFF2-40B4-BE49-F238E27FC236}">
                  <a16:creationId xmlns:a16="http://schemas.microsoft.com/office/drawing/2014/main" id="{6149B9A7-B0B2-4801-9D7A-4DFF9808FA51}"/>
                </a:ext>
              </a:extLst>
            </p:cNvPr>
            <p:cNvGrpSpPr/>
            <p:nvPr/>
          </p:nvGrpSpPr>
          <p:grpSpPr>
            <a:xfrm>
              <a:off x="6484743" y="1646830"/>
              <a:ext cx="328484" cy="199384"/>
              <a:chOff x="3143251" y="1577975"/>
              <a:chExt cx="363538" cy="220663"/>
            </a:xfrm>
            <a:solidFill>
              <a:srgbClr val="FF8F29"/>
            </a:solidFill>
          </p:grpSpPr>
          <p:sp>
            <p:nvSpPr>
              <p:cNvPr id="278" name="ïṩliḓè">
                <a:extLst>
                  <a:ext uri="{FF2B5EF4-FFF2-40B4-BE49-F238E27FC236}">
                    <a16:creationId xmlns:a16="http://schemas.microsoft.com/office/drawing/2014/main" id="{A27FDAFE-043A-4351-A4CF-DB15274E94D0}"/>
                  </a:ext>
                </a:extLst>
              </p:cNvPr>
              <p:cNvSpPr/>
              <p:nvPr/>
            </p:nvSpPr>
            <p:spPr bwMode="auto">
              <a:xfrm>
                <a:off x="3143251" y="1577975"/>
                <a:ext cx="215900" cy="212725"/>
              </a:xfrm>
              <a:custGeom>
                <a:avLst/>
                <a:gdLst>
                  <a:gd name="T0" fmla="*/ 68 w 136"/>
                  <a:gd name="T1" fmla="*/ 0 h 134"/>
                  <a:gd name="T2" fmla="*/ 94 w 136"/>
                  <a:gd name="T3" fmla="*/ 4 h 134"/>
                  <a:gd name="T4" fmla="*/ 106 w 136"/>
                  <a:gd name="T5" fmla="*/ 11 h 134"/>
                  <a:gd name="T6" fmla="*/ 125 w 136"/>
                  <a:gd name="T7" fmla="*/ 28 h 134"/>
                  <a:gd name="T8" fmla="*/ 134 w 136"/>
                  <a:gd name="T9" fmla="*/ 53 h 134"/>
                  <a:gd name="T10" fmla="*/ 134 w 136"/>
                  <a:gd name="T11" fmla="*/ 79 h 134"/>
                  <a:gd name="T12" fmla="*/ 131 w 136"/>
                  <a:gd name="T13" fmla="*/ 92 h 134"/>
                  <a:gd name="T14" fmla="*/ 121 w 136"/>
                  <a:gd name="T15" fmla="*/ 110 h 134"/>
                  <a:gd name="T16" fmla="*/ 106 w 136"/>
                  <a:gd name="T17" fmla="*/ 123 h 134"/>
                  <a:gd name="T18" fmla="*/ 88 w 136"/>
                  <a:gd name="T19" fmla="*/ 131 h 134"/>
                  <a:gd name="T20" fmla="*/ 68 w 136"/>
                  <a:gd name="T21" fmla="*/ 134 h 134"/>
                  <a:gd name="T22" fmla="*/ 68 w 136"/>
                  <a:gd name="T23" fmla="*/ 122 h 134"/>
                  <a:gd name="T24" fmla="*/ 84 w 136"/>
                  <a:gd name="T25" fmla="*/ 119 h 134"/>
                  <a:gd name="T26" fmla="*/ 99 w 136"/>
                  <a:gd name="T27" fmla="*/ 112 h 134"/>
                  <a:gd name="T28" fmla="*/ 111 w 136"/>
                  <a:gd name="T29" fmla="*/ 102 h 134"/>
                  <a:gd name="T30" fmla="*/ 119 w 136"/>
                  <a:gd name="T31" fmla="*/ 87 h 134"/>
                  <a:gd name="T32" fmla="*/ 119 w 136"/>
                  <a:gd name="T33" fmla="*/ 87 h 134"/>
                  <a:gd name="T34" fmla="*/ 123 w 136"/>
                  <a:gd name="T35" fmla="*/ 66 h 134"/>
                  <a:gd name="T36" fmla="*/ 119 w 136"/>
                  <a:gd name="T37" fmla="*/ 45 h 134"/>
                  <a:gd name="T38" fmla="*/ 107 w 136"/>
                  <a:gd name="T39" fmla="*/ 28 h 134"/>
                  <a:gd name="T40" fmla="*/ 88 w 136"/>
                  <a:gd name="T41" fmla="*/ 16 h 134"/>
                  <a:gd name="T42" fmla="*/ 79 w 136"/>
                  <a:gd name="T43" fmla="*/ 14 h 134"/>
                  <a:gd name="T44" fmla="*/ 68 w 136"/>
                  <a:gd name="T45" fmla="*/ 0 h 134"/>
                  <a:gd name="T46" fmla="*/ 6 w 136"/>
                  <a:gd name="T47" fmla="*/ 42 h 134"/>
                  <a:gd name="T48" fmla="*/ 16 w 136"/>
                  <a:gd name="T49" fmla="*/ 24 h 134"/>
                  <a:gd name="T50" fmla="*/ 31 w 136"/>
                  <a:gd name="T51" fmla="*/ 11 h 134"/>
                  <a:gd name="T52" fmla="*/ 49 w 136"/>
                  <a:gd name="T53" fmla="*/ 3 h 134"/>
                  <a:gd name="T54" fmla="*/ 68 w 136"/>
                  <a:gd name="T55" fmla="*/ 0 h 134"/>
                  <a:gd name="T56" fmla="*/ 68 w 136"/>
                  <a:gd name="T57" fmla="*/ 12 h 134"/>
                  <a:gd name="T58" fmla="*/ 52 w 136"/>
                  <a:gd name="T59" fmla="*/ 15 h 134"/>
                  <a:gd name="T60" fmla="*/ 38 w 136"/>
                  <a:gd name="T61" fmla="*/ 22 h 134"/>
                  <a:gd name="T62" fmla="*/ 26 w 136"/>
                  <a:gd name="T63" fmla="*/ 33 h 134"/>
                  <a:gd name="T64" fmla="*/ 18 w 136"/>
                  <a:gd name="T65" fmla="*/ 46 h 134"/>
                  <a:gd name="T66" fmla="*/ 14 w 136"/>
                  <a:gd name="T67" fmla="*/ 57 h 134"/>
                  <a:gd name="T68" fmla="*/ 15 w 136"/>
                  <a:gd name="T69" fmla="*/ 79 h 134"/>
                  <a:gd name="T70" fmla="*/ 23 w 136"/>
                  <a:gd name="T71" fmla="*/ 98 h 134"/>
                  <a:gd name="T72" fmla="*/ 38 w 136"/>
                  <a:gd name="T73" fmla="*/ 112 h 134"/>
                  <a:gd name="T74" fmla="*/ 48 w 136"/>
                  <a:gd name="T75" fmla="*/ 118 h 134"/>
                  <a:gd name="T76" fmla="*/ 68 w 136"/>
                  <a:gd name="T77" fmla="*/ 122 h 134"/>
                  <a:gd name="T78" fmla="*/ 68 w 136"/>
                  <a:gd name="T79" fmla="*/ 134 h 134"/>
                  <a:gd name="T80" fmla="*/ 43 w 136"/>
                  <a:gd name="T81" fmla="*/ 130 h 134"/>
                  <a:gd name="T82" fmla="*/ 31 w 136"/>
                  <a:gd name="T83" fmla="*/ 123 h 134"/>
                  <a:gd name="T84" fmla="*/ 12 w 136"/>
                  <a:gd name="T85" fmla="*/ 104 h 134"/>
                  <a:gd name="T86" fmla="*/ 3 w 136"/>
                  <a:gd name="T87" fmla="*/ 81 h 134"/>
                  <a:gd name="T88" fmla="*/ 1 w 136"/>
                  <a:gd name="T89" fmla="*/ 56 h 134"/>
                  <a:gd name="T90" fmla="*/ 6 w 136"/>
                  <a:gd name="T91" fmla="*/ 4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134">
                    <a:moveTo>
                      <a:pt x="68" y="0"/>
                    </a:moveTo>
                    <a:lnTo>
                      <a:pt x="68" y="0"/>
                    </a:lnTo>
                    <a:lnTo>
                      <a:pt x="81" y="0"/>
                    </a:lnTo>
                    <a:lnTo>
                      <a:pt x="94" y="4"/>
                    </a:lnTo>
                    <a:lnTo>
                      <a:pt x="94" y="4"/>
                    </a:lnTo>
                    <a:lnTo>
                      <a:pt x="106" y="11"/>
                    </a:lnTo>
                    <a:lnTo>
                      <a:pt x="115" y="19"/>
                    </a:lnTo>
                    <a:lnTo>
                      <a:pt x="125" y="28"/>
                    </a:lnTo>
                    <a:lnTo>
                      <a:pt x="130" y="41"/>
                    </a:lnTo>
                    <a:lnTo>
                      <a:pt x="134" y="53"/>
                    </a:lnTo>
                    <a:lnTo>
                      <a:pt x="136" y="65"/>
                    </a:lnTo>
                    <a:lnTo>
                      <a:pt x="134" y="79"/>
                    </a:lnTo>
                    <a:lnTo>
                      <a:pt x="131" y="92"/>
                    </a:lnTo>
                    <a:lnTo>
                      <a:pt x="131" y="92"/>
                    </a:lnTo>
                    <a:lnTo>
                      <a:pt x="126" y="102"/>
                    </a:lnTo>
                    <a:lnTo>
                      <a:pt x="121" y="110"/>
                    </a:lnTo>
                    <a:lnTo>
                      <a:pt x="114" y="116"/>
                    </a:lnTo>
                    <a:lnTo>
                      <a:pt x="106" y="123"/>
                    </a:lnTo>
                    <a:lnTo>
                      <a:pt x="98" y="129"/>
                    </a:lnTo>
                    <a:lnTo>
                      <a:pt x="88" y="131"/>
                    </a:lnTo>
                    <a:lnTo>
                      <a:pt x="79" y="134"/>
                    </a:lnTo>
                    <a:lnTo>
                      <a:pt x="68" y="134"/>
                    </a:lnTo>
                    <a:lnTo>
                      <a:pt x="68" y="122"/>
                    </a:lnTo>
                    <a:lnTo>
                      <a:pt x="68" y="122"/>
                    </a:lnTo>
                    <a:lnTo>
                      <a:pt x="76" y="122"/>
                    </a:lnTo>
                    <a:lnTo>
                      <a:pt x="84" y="119"/>
                    </a:lnTo>
                    <a:lnTo>
                      <a:pt x="92" y="116"/>
                    </a:lnTo>
                    <a:lnTo>
                      <a:pt x="99" y="112"/>
                    </a:lnTo>
                    <a:lnTo>
                      <a:pt x="104" y="108"/>
                    </a:lnTo>
                    <a:lnTo>
                      <a:pt x="111" y="102"/>
                    </a:lnTo>
                    <a:lnTo>
                      <a:pt x="115" y="95"/>
                    </a:lnTo>
                    <a:lnTo>
                      <a:pt x="119" y="87"/>
                    </a:lnTo>
                    <a:lnTo>
                      <a:pt x="119" y="87"/>
                    </a:lnTo>
                    <a:lnTo>
                      <a:pt x="119" y="87"/>
                    </a:lnTo>
                    <a:lnTo>
                      <a:pt x="122" y="77"/>
                    </a:lnTo>
                    <a:lnTo>
                      <a:pt x="123" y="66"/>
                    </a:lnTo>
                    <a:lnTo>
                      <a:pt x="122" y="56"/>
                    </a:lnTo>
                    <a:lnTo>
                      <a:pt x="119" y="45"/>
                    </a:lnTo>
                    <a:lnTo>
                      <a:pt x="114" y="37"/>
                    </a:lnTo>
                    <a:lnTo>
                      <a:pt x="107" y="28"/>
                    </a:lnTo>
                    <a:lnTo>
                      <a:pt x="99" y="22"/>
                    </a:lnTo>
                    <a:lnTo>
                      <a:pt x="88" y="16"/>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8" y="12"/>
                    </a:lnTo>
                    <a:lnTo>
                      <a:pt x="60" y="12"/>
                    </a:lnTo>
                    <a:lnTo>
                      <a:pt x="52" y="15"/>
                    </a:lnTo>
                    <a:lnTo>
                      <a:pt x="45" y="18"/>
                    </a:lnTo>
                    <a:lnTo>
                      <a:pt x="38" y="22"/>
                    </a:lnTo>
                    <a:lnTo>
                      <a:pt x="31" y="26"/>
                    </a:lnTo>
                    <a:lnTo>
                      <a:pt x="26" y="33"/>
                    </a:lnTo>
                    <a:lnTo>
                      <a:pt x="20" y="39"/>
                    </a:lnTo>
                    <a:lnTo>
                      <a:pt x="18" y="46"/>
                    </a:lnTo>
                    <a:lnTo>
                      <a:pt x="18" y="46"/>
                    </a:lnTo>
                    <a:lnTo>
                      <a:pt x="14" y="57"/>
                    </a:lnTo>
                    <a:lnTo>
                      <a:pt x="14" y="68"/>
                    </a:lnTo>
                    <a:lnTo>
                      <a:pt x="15" y="79"/>
                    </a:lnTo>
                    <a:lnTo>
                      <a:pt x="18" y="88"/>
                    </a:lnTo>
                    <a:lnTo>
                      <a:pt x="23" y="98"/>
                    </a:lnTo>
                    <a:lnTo>
                      <a:pt x="30" y="106"/>
                    </a:lnTo>
                    <a:lnTo>
                      <a:pt x="38" y="112"/>
                    </a:lnTo>
                    <a:lnTo>
                      <a:pt x="48" y="118"/>
                    </a:lnTo>
                    <a:lnTo>
                      <a:pt x="48" y="118"/>
                    </a:lnTo>
                    <a:lnTo>
                      <a:pt x="58" y="121"/>
                    </a:lnTo>
                    <a:lnTo>
                      <a:pt x="68" y="122"/>
                    </a:lnTo>
                    <a:lnTo>
                      <a:pt x="68" y="134"/>
                    </a:lnTo>
                    <a:lnTo>
                      <a:pt x="68" y="134"/>
                    </a:lnTo>
                    <a:lnTo>
                      <a:pt x="56" y="133"/>
                    </a:lnTo>
                    <a:lnTo>
                      <a:pt x="43" y="130"/>
                    </a:lnTo>
                    <a:lnTo>
                      <a:pt x="43" y="130"/>
                    </a:lnTo>
                    <a:lnTo>
                      <a:pt x="31" y="123"/>
                    </a:lnTo>
                    <a:lnTo>
                      <a:pt x="20" y="115"/>
                    </a:lnTo>
                    <a:lnTo>
                      <a:pt x="12" y="104"/>
                    </a:lnTo>
                    <a:lnTo>
                      <a:pt x="6" y="93"/>
                    </a:lnTo>
                    <a:lnTo>
                      <a:pt x="3" y="81"/>
                    </a:lnTo>
                    <a:lnTo>
                      <a:pt x="0" y="68"/>
                    </a:lnTo>
                    <a:lnTo>
                      <a:pt x="1" y="56"/>
                    </a:lnTo>
                    <a:lnTo>
                      <a:pt x="6" y="42"/>
                    </a:lnTo>
                    <a:lnTo>
                      <a:pt x="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9" name="íşḻîḓè">
                <a:extLst>
                  <a:ext uri="{FF2B5EF4-FFF2-40B4-BE49-F238E27FC236}">
                    <a16:creationId xmlns:a16="http://schemas.microsoft.com/office/drawing/2014/main" id="{CC3E0A16-A93D-4B76-BA0D-F6FE669AFD4D}"/>
                  </a:ext>
                </a:extLst>
              </p:cNvPr>
              <p:cNvSpPr/>
              <p:nvPr/>
            </p:nvSpPr>
            <p:spPr bwMode="auto">
              <a:xfrm>
                <a:off x="3335338" y="1706563"/>
                <a:ext cx="106363" cy="65088"/>
              </a:xfrm>
              <a:custGeom>
                <a:avLst/>
                <a:gdLst>
                  <a:gd name="T0" fmla="*/ 61 w 67"/>
                  <a:gd name="T1" fmla="*/ 41 h 41"/>
                  <a:gd name="T2" fmla="*/ 67 w 67"/>
                  <a:gd name="T3" fmla="*/ 25 h 41"/>
                  <a:gd name="T4" fmla="*/ 6 w 67"/>
                  <a:gd name="T5" fmla="*/ 0 h 41"/>
                  <a:gd name="T6" fmla="*/ 0 w 67"/>
                  <a:gd name="T7" fmla="*/ 17 h 41"/>
                  <a:gd name="T8" fmla="*/ 61 w 67"/>
                  <a:gd name="T9" fmla="*/ 41 h 41"/>
                </a:gdLst>
                <a:ahLst/>
                <a:cxnLst>
                  <a:cxn ang="0">
                    <a:pos x="T0" y="T1"/>
                  </a:cxn>
                  <a:cxn ang="0">
                    <a:pos x="T2" y="T3"/>
                  </a:cxn>
                  <a:cxn ang="0">
                    <a:pos x="T4" y="T5"/>
                  </a:cxn>
                  <a:cxn ang="0">
                    <a:pos x="T6" y="T7"/>
                  </a:cxn>
                  <a:cxn ang="0">
                    <a:pos x="T8" y="T9"/>
                  </a:cxn>
                </a:cxnLst>
                <a:rect l="0" t="0" r="r" b="b"/>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0" name="ísḷíḓè">
                <a:extLst>
                  <a:ext uri="{FF2B5EF4-FFF2-40B4-BE49-F238E27FC236}">
                    <a16:creationId xmlns:a16="http://schemas.microsoft.com/office/drawing/2014/main" id="{F45F658E-DFDB-44B9-94B3-E215D870130C}"/>
                  </a:ext>
                </a:extLst>
              </p:cNvPr>
              <p:cNvSpPr/>
              <p:nvPr/>
            </p:nvSpPr>
            <p:spPr bwMode="auto">
              <a:xfrm>
                <a:off x="3368676" y="1717675"/>
                <a:ext cx="138113" cy="80963"/>
              </a:xfrm>
              <a:custGeom>
                <a:avLst/>
                <a:gdLst>
                  <a:gd name="T0" fmla="*/ 67 w 87"/>
                  <a:gd name="T1" fmla="*/ 51 h 51"/>
                  <a:gd name="T2" fmla="*/ 67 w 87"/>
                  <a:gd name="T3" fmla="*/ 51 h 51"/>
                  <a:gd name="T4" fmla="*/ 73 w 87"/>
                  <a:gd name="T5" fmla="*/ 51 h 51"/>
                  <a:gd name="T6" fmla="*/ 79 w 87"/>
                  <a:gd name="T7" fmla="*/ 51 h 51"/>
                  <a:gd name="T8" fmla="*/ 83 w 87"/>
                  <a:gd name="T9" fmla="*/ 47 h 51"/>
                  <a:gd name="T10" fmla="*/ 86 w 87"/>
                  <a:gd name="T11" fmla="*/ 43 h 51"/>
                  <a:gd name="T12" fmla="*/ 86 w 87"/>
                  <a:gd name="T13" fmla="*/ 43 h 51"/>
                  <a:gd name="T14" fmla="*/ 87 w 87"/>
                  <a:gd name="T15" fmla="*/ 37 h 51"/>
                  <a:gd name="T16" fmla="*/ 86 w 87"/>
                  <a:gd name="T17" fmla="*/ 31 h 51"/>
                  <a:gd name="T18" fmla="*/ 83 w 87"/>
                  <a:gd name="T19" fmla="*/ 27 h 51"/>
                  <a:gd name="T20" fmla="*/ 78 w 87"/>
                  <a:gd name="T21" fmla="*/ 24 h 51"/>
                  <a:gd name="T22" fmla="*/ 21 w 87"/>
                  <a:gd name="T23" fmla="*/ 1 h 51"/>
                  <a:gd name="T24" fmla="*/ 21 w 87"/>
                  <a:gd name="T25" fmla="*/ 1 h 51"/>
                  <a:gd name="T26" fmla="*/ 15 w 87"/>
                  <a:gd name="T27" fmla="*/ 0 h 51"/>
                  <a:gd name="T28" fmla="*/ 10 w 87"/>
                  <a:gd name="T29" fmla="*/ 1 h 51"/>
                  <a:gd name="T30" fmla="*/ 4 w 87"/>
                  <a:gd name="T31" fmla="*/ 4 h 51"/>
                  <a:gd name="T32" fmla="*/ 2 w 87"/>
                  <a:gd name="T33" fmla="*/ 10 h 51"/>
                  <a:gd name="T34" fmla="*/ 2 w 87"/>
                  <a:gd name="T35" fmla="*/ 10 h 51"/>
                  <a:gd name="T36" fmla="*/ 0 w 87"/>
                  <a:gd name="T37" fmla="*/ 15 h 51"/>
                  <a:gd name="T38" fmla="*/ 2 w 87"/>
                  <a:gd name="T39" fmla="*/ 20 h 51"/>
                  <a:gd name="T40" fmla="*/ 4 w 87"/>
                  <a:gd name="T41" fmla="*/ 24 h 51"/>
                  <a:gd name="T42" fmla="*/ 10 w 87"/>
                  <a:gd name="T43" fmla="*/ 28 h 51"/>
                  <a:gd name="T44" fmla="*/ 67 w 87"/>
                  <a:gd name="T45"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 h="51">
                    <a:moveTo>
                      <a:pt x="67" y="51"/>
                    </a:moveTo>
                    <a:lnTo>
                      <a:pt x="67" y="51"/>
                    </a:lnTo>
                    <a:lnTo>
                      <a:pt x="73" y="51"/>
                    </a:lnTo>
                    <a:lnTo>
                      <a:pt x="79" y="51"/>
                    </a:lnTo>
                    <a:lnTo>
                      <a:pt x="83" y="47"/>
                    </a:lnTo>
                    <a:lnTo>
                      <a:pt x="86" y="43"/>
                    </a:lnTo>
                    <a:lnTo>
                      <a:pt x="86" y="43"/>
                    </a:lnTo>
                    <a:lnTo>
                      <a:pt x="87" y="37"/>
                    </a:lnTo>
                    <a:lnTo>
                      <a:pt x="86" y="31"/>
                    </a:lnTo>
                    <a:lnTo>
                      <a:pt x="83" y="27"/>
                    </a:lnTo>
                    <a:lnTo>
                      <a:pt x="78" y="24"/>
                    </a:lnTo>
                    <a:lnTo>
                      <a:pt x="21" y="1"/>
                    </a:lnTo>
                    <a:lnTo>
                      <a:pt x="21" y="1"/>
                    </a:lnTo>
                    <a:lnTo>
                      <a:pt x="15" y="0"/>
                    </a:lnTo>
                    <a:lnTo>
                      <a:pt x="10" y="1"/>
                    </a:lnTo>
                    <a:lnTo>
                      <a:pt x="4" y="4"/>
                    </a:lnTo>
                    <a:lnTo>
                      <a:pt x="2" y="10"/>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1" name="íṡḻîḓê">
              <a:extLst>
                <a:ext uri="{FF2B5EF4-FFF2-40B4-BE49-F238E27FC236}">
                  <a16:creationId xmlns:a16="http://schemas.microsoft.com/office/drawing/2014/main" id="{68F7398C-67A5-4239-929B-6BF00E11ABA7}"/>
                </a:ext>
              </a:extLst>
            </p:cNvPr>
            <p:cNvSpPr/>
            <p:nvPr/>
          </p:nvSpPr>
          <p:spPr bwMode="auto">
            <a:xfrm>
              <a:off x="6496210" y="2806456"/>
              <a:ext cx="394464" cy="140574"/>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2" name="işľïḋe">
              <a:extLst>
                <a:ext uri="{FF2B5EF4-FFF2-40B4-BE49-F238E27FC236}">
                  <a16:creationId xmlns:a16="http://schemas.microsoft.com/office/drawing/2014/main" id="{16E72C02-2158-43BF-8903-C7184B867EAB}"/>
                </a:ext>
              </a:extLst>
            </p:cNvPr>
            <p:cNvGrpSpPr/>
            <p:nvPr/>
          </p:nvGrpSpPr>
          <p:grpSpPr>
            <a:xfrm>
              <a:off x="5014456" y="3160141"/>
              <a:ext cx="223770" cy="282580"/>
              <a:chOff x="1516063" y="3252788"/>
              <a:chExt cx="247651" cy="312737"/>
            </a:xfrm>
            <a:solidFill>
              <a:srgbClr val="00A99D"/>
            </a:solidFill>
          </p:grpSpPr>
          <p:sp>
            <p:nvSpPr>
              <p:cNvPr id="275" name="îṧḻiďê">
                <a:extLst>
                  <a:ext uri="{FF2B5EF4-FFF2-40B4-BE49-F238E27FC236}">
                    <a16:creationId xmlns:a16="http://schemas.microsoft.com/office/drawing/2014/main" id="{0A54A4D5-43D4-4216-B520-50E08B768F99}"/>
                  </a:ext>
                </a:extLst>
              </p:cNvPr>
              <p:cNvSpPr/>
              <p:nvPr/>
            </p:nvSpPr>
            <p:spPr bwMode="auto">
              <a:xfrm>
                <a:off x="1527176" y="3263900"/>
                <a:ext cx="236538" cy="301625"/>
              </a:xfrm>
              <a:custGeom>
                <a:avLst/>
                <a:gdLst>
                  <a:gd name="T0" fmla="*/ 0 w 149"/>
                  <a:gd name="T1" fmla="*/ 33 h 190"/>
                  <a:gd name="T2" fmla="*/ 7 w 149"/>
                  <a:gd name="T3" fmla="*/ 28 h 190"/>
                  <a:gd name="T4" fmla="*/ 96 w 149"/>
                  <a:gd name="T5" fmla="*/ 171 h 190"/>
                  <a:gd name="T6" fmla="*/ 96 w 149"/>
                  <a:gd name="T7" fmla="*/ 171 h 190"/>
                  <a:gd name="T8" fmla="*/ 99 w 149"/>
                  <a:gd name="T9" fmla="*/ 176 h 190"/>
                  <a:gd name="T10" fmla="*/ 101 w 149"/>
                  <a:gd name="T11" fmla="*/ 178 h 190"/>
                  <a:gd name="T12" fmla="*/ 105 w 149"/>
                  <a:gd name="T13" fmla="*/ 180 h 190"/>
                  <a:gd name="T14" fmla="*/ 109 w 149"/>
                  <a:gd name="T15" fmla="*/ 181 h 190"/>
                  <a:gd name="T16" fmla="*/ 114 w 149"/>
                  <a:gd name="T17" fmla="*/ 181 h 190"/>
                  <a:gd name="T18" fmla="*/ 119 w 149"/>
                  <a:gd name="T19" fmla="*/ 181 h 190"/>
                  <a:gd name="T20" fmla="*/ 123 w 149"/>
                  <a:gd name="T21" fmla="*/ 180 h 190"/>
                  <a:gd name="T22" fmla="*/ 127 w 149"/>
                  <a:gd name="T23" fmla="*/ 177 h 190"/>
                  <a:gd name="T24" fmla="*/ 127 w 149"/>
                  <a:gd name="T25" fmla="*/ 177 h 190"/>
                  <a:gd name="T26" fmla="*/ 131 w 149"/>
                  <a:gd name="T27" fmla="*/ 174 h 190"/>
                  <a:gd name="T28" fmla="*/ 135 w 149"/>
                  <a:gd name="T29" fmla="*/ 171 h 190"/>
                  <a:gd name="T30" fmla="*/ 137 w 149"/>
                  <a:gd name="T31" fmla="*/ 167 h 190"/>
                  <a:gd name="T32" fmla="*/ 138 w 149"/>
                  <a:gd name="T33" fmla="*/ 163 h 190"/>
                  <a:gd name="T34" fmla="*/ 139 w 149"/>
                  <a:gd name="T35" fmla="*/ 159 h 190"/>
                  <a:gd name="T36" fmla="*/ 139 w 149"/>
                  <a:gd name="T37" fmla="*/ 155 h 190"/>
                  <a:gd name="T38" fmla="*/ 138 w 149"/>
                  <a:gd name="T39" fmla="*/ 150 h 190"/>
                  <a:gd name="T40" fmla="*/ 137 w 149"/>
                  <a:gd name="T41" fmla="*/ 146 h 190"/>
                  <a:gd name="T42" fmla="*/ 49 w 149"/>
                  <a:gd name="T43" fmla="*/ 4 h 190"/>
                  <a:gd name="T44" fmla="*/ 54 w 149"/>
                  <a:gd name="T45" fmla="*/ 0 h 190"/>
                  <a:gd name="T46" fmla="*/ 145 w 149"/>
                  <a:gd name="T47" fmla="*/ 144 h 190"/>
                  <a:gd name="T48" fmla="*/ 145 w 149"/>
                  <a:gd name="T49" fmla="*/ 144 h 190"/>
                  <a:gd name="T50" fmla="*/ 147 w 149"/>
                  <a:gd name="T51" fmla="*/ 150 h 190"/>
                  <a:gd name="T52" fmla="*/ 149 w 149"/>
                  <a:gd name="T53" fmla="*/ 155 h 190"/>
                  <a:gd name="T54" fmla="*/ 149 w 149"/>
                  <a:gd name="T55" fmla="*/ 161 h 190"/>
                  <a:gd name="T56" fmla="*/ 147 w 149"/>
                  <a:gd name="T57" fmla="*/ 166 h 190"/>
                  <a:gd name="T58" fmla="*/ 145 w 149"/>
                  <a:gd name="T59" fmla="*/ 171 h 190"/>
                  <a:gd name="T60" fmla="*/ 142 w 149"/>
                  <a:gd name="T61" fmla="*/ 177 h 190"/>
                  <a:gd name="T62" fmla="*/ 138 w 149"/>
                  <a:gd name="T63" fmla="*/ 181 h 190"/>
                  <a:gd name="T64" fmla="*/ 133 w 149"/>
                  <a:gd name="T65" fmla="*/ 185 h 190"/>
                  <a:gd name="T66" fmla="*/ 133 w 149"/>
                  <a:gd name="T67" fmla="*/ 185 h 190"/>
                  <a:gd name="T68" fmla="*/ 127 w 149"/>
                  <a:gd name="T69" fmla="*/ 188 h 190"/>
                  <a:gd name="T70" fmla="*/ 120 w 149"/>
                  <a:gd name="T71" fmla="*/ 190 h 190"/>
                  <a:gd name="T72" fmla="*/ 115 w 149"/>
                  <a:gd name="T73" fmla="*/ 190 h 190"/>
                  <a:gd name="T74" fmla="*/ 108 w 149"/>
                  <a:gd name="T75" fmla="*/ 190 h 190"/>
                  <a:gd name="T76" fmla="*/ 103 w 149"/>
                  <a:gd name="T77" fmla="*/ 189 h 190"/>
                  <a:gd name="T78" fmla="*/ 97 w 149"/>
                  <a:gd name="T79" fmla="*/ 186 h 190"/>
                  <a:gd name="T80" fmla="*/ 93 w 149"/>
                  <a:gd name="T81" fmla="*/ 182 h 190"/>
                  <a:gd name="T82" fmla="*/ 91 w 149"/>
                  <a:gd name="T83" fmla="*/ 178 h 190"/>
                  <a:gd name="T84" fmla="*/ 0 w 149"/>
                  <a:gd name="T8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9" h="190">
                    <a:moveTo>
                      <a:pt x="0" y="33"/>
                    </a:moveTo>
                    <a:lnTo>
                      <a:pt x="7" y="28"/>
                    </a:lnTo>
                    <a:lnTo>
                      <a:pt x="96" y="171"/>
                    </a:lnTo>
                    <a:lnTo>
                      <a:pt x="96" y="171"/>
                    </a:lnTo>
                    <a:lnTo>
                      <a:pt x="99" y="176"/>
                    </a:lnTo>
                    <a:lnTo>
                      <a:pt x="101" y="178"/>
                    </a:lnTo>
                    <a:lnTo>
                      <a:pt x="105" y="180"/>
                    </a:lnTo>
                    <a:lnTo>
                      <a:pt x="109" y="181"/>
                    </a:lnTo>
                    <a:lnTo>
                      <a:pt x="114" y="181"/>
                    </a:lnTo>
                    <a:lnTo>
                      <a:pt x="119" y="181"/>
                    </a:lnTo>
                    <a:lnTo>
                      <a:pt x="123" y="180"/>
                    </a:lnTo>
                    <a:lnTo>
                      <a:pt x="127" y="177"/>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5" y="144"/>
                    </a:lnTo>
                    <a:lnTo>
                      <a:pt x="147" y="150"/>
                    </a:lnTo>
                    <a:lnTo>
                      <a:pt x="149" y="155"/>
                    </a:lnTo>
                    <a:lnTo>
                      <a:pt x="149" y="161"/>
                    </a:lnTo>
                    <a:lnTo>
                      <a:pt x="147" y="166"/>
                    </a:lnTo>
                    <a:lnTo>
                      <a:pt x="145" y="171"/>
                    </a:lnTo>
                    <a:lnTo>
                      <a:pt x="142" y="177"/>
                    </a:lnTo>
                    <a:lnTo>
                      <a:pt x="138" y="181"/>
                    </a:lnTo>
                    <a:lnTo>
                      <a:pt x="133" y="185"/>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6" name="íSḷide">
                <a:extLst>
                  <a:ext uri="{FF2B5EF4-FFF2-40B4-BE49-F238E27FC236}">
                    <a16:creationId xmlns:a16="http://schemas.microsoft.com/office/drawing/2014/main" id="{3B7B818B-2B52-4A2C-8BBC-B0A85A3BDF9B}"/>
                  </a:ext>
                </a:extLst>
              </p:cNvPr>
              <p:cNvSpPr/>
              <p:nvPr/>
            </p:nvSpPr>
            <p:spPr bwMode="auto">
              <a:xfrm>
                <a:off x="1516063" y="3252788"/>
                <a:ext cx="114300" cy="79375"/>
              </a:xfrm>
              <a:custGeom>
                <a:avLst/>
                <a:gdLst>
                  <a:gd name="T0" fmla="*/ 0 w 72"/>
                  <a:gd name="T1" fmla="*/ 47 h 50"/>
                  <a:gd name="T2" fmla="*/ 0 w 72"/>
                  <a:gd name="T3" fmla="*/ 47 h 50"/>
                  <a:gd name="T4" fmla="*/ 1 w 72"/>
                  <a:gd name="T5" fmla="*/ 49 h 50"/>
                  <a:gd name="T6" fmla="*/ 4 w 72"/>
                  <a:gd name="T7" fmla="*/ 50 h 50"/>
                  <a:gd name="T8" fmla="*/ 5 w 72"/>
                  <a:gd name="T9" fmla="*/ 50 h 50"/>
                  <a:gd name="T10" fmla="*/ 8 w 72"/>
                  <a:gd name="T11" fmla="*/ 49 h 50"/>
                  <a:gd name="T12" fmla="*/ 69 w 72"/>
                  <a:gd name="T13" fmla="*/ 11 h 50"/>
                  <a:gd name="T14" fmla="*/ 69 w 72"/>
                  <a:gd name="T15" fmla="*/ 11 h 50"/>
                  <a:gd name="T16" fmla="*/ 70 w 72"/>
                  <a:gd name="T17" fmla="*/ 9 h 50"/>
                  <a:gd name="T18" fmla="*/ 72 w 72"/>
                  <a:gd name="T19" fmla="*/ 8 h 50"/>
                  <a:gd name="T20" fmla="*/ 72 w 72"/>
                  <a:gd name="T21" fmla="*/ 5 h 50"/>
                  <a:gd name="T22" fmla="*/ 70 w 72"/>
                  <a:gd name="T23" fmla="*/ 2 h 50"/>
                  <a:gd name="T24" fmla="*/ 70 w 72"/>
                  <a:gd name="T25" fmla="*/ 2 h 50"/>
                  <a:gd name="T26" fmla="*/ 69 w 72"/>
                  <a:gd name="T27" fmla="*/ 1 h 50"/>
                  <a:gd name="T28" fmla="*/ 68 w 72"/>
                  <a:gd name="T29" fmla="*/ 0 h 50"/>
                  <a:gd name="T30" fmla="*/ 65 w 72"/>
                  <a:gd name="T31" fmla="*/ 0 h 50"/>
                  <a:gd name="T32" fmla="*/ 64 w 72"/>
                  <a:gd name="T33" fmla="*/ 1 h 50"/>
                  <a:gd name="T34" fmla="*/ 1 w 72"/>
                  <a:gd name="T35" fmla="*/ 39 h 50"/>
                  <a:gd name="T36" fmla="*/ 1 w 72"/>
                  <a:gd name="T37" fmla="*/ 39 h 50"/>
                  <a:gd name="T38" fmla="*/ 0 w 72"/>
                  <a:gd name="T39" fmla="*/ 40 h 50"/>
                  <a:gd name="T40" fmla="*/ 0 w 72"/>
                  <a:gd name="T41" fmla="*/ 43 h 50"/>
                  <a:gd name="T42" fmla="*/ 0 w 72"/>
                  <a:gd name="T43" fmla="*/ 44 h 50"/>
                  <a:gd name="T44" fmla="*/ 0 w 72"/>
                  <a:gd name="T45" fmla="*/ 47 h 50"/>
                  <a:gd name="T46" fmla="*/ 0 w 72"/>
                  <a:gd name="T4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50">
                    <a:moveTo>
                      <a:pt x="0" y="47"/>
                    </a:moveTo>
                    <a:lnTo>
                      <a:pt x="0" y="47"/>
                    </a:lnTo>
                    <a:lnTo>
                      <a:pt x="1" y="49"/>
                    </a:lnTo>
                    <a:lnTo>
                      <a:pt x="4" y="50"/>
                    </a:lnTo>
                    <a:lnTo>
                      <a:pt x="5" y="50"/>
                    </a:lnTo>
                    <a:lnTo>
                      <a:pt x="8" y="49"/>
                    </a:lnTo>
                    <a:lnTo>
                      <a:pt x="69" y="11"/>
                    </a:lnTo>
                    <a:lnTo>
                      <a:pt x="69" y="11"/>
                    </a:lnTo>
                    <a:lnTo>
                      <a:pt x="70" y="9"/>
                    </a:lnTo>
                    <a:lnTo>
                      <a:pt x="72" y="8"/>
                    </a:lnTo>
                    <a:lnTo>
                      <a:pt x="72" y="5"/>
                    </a:lnTo>
                    <a:lnTo>
                      <a:pt x="70" y="2"/>
                    </a:lnTo>
                    <a:lnTo>
                      <a:pt x="70" y="2"/>
                    </a:lnTo>
                    <a:lnTo>
                      <a:pt x="69" y="1"/>
                    </a:lnTo>
                    <a:lnTo>
                      <a:pt x="68" y="0"/>
                    </a:lnTo>
                    <a:lnTo>
                      <a:pt x="65" y="0"/>
                    </a:lnTo>
                    <a:lnTo>
                      <a:pt x="64" y="1"/>
                    </a:lnTo>
                    <a:lnTo>
                      <a:pt x="1" y="39"/>
                    </a:lnTo>
                    <a:lnTo>
                      <a:pt x="1" y="39"/>
                    </a:lnTo>
                    <a:lnTo>
                      <a:pt x="0" y="40"/>
                    </a:lnTo>
                    <a:lnTo>
                      <a:pt x="0" y="43"/>
                    </a:lnTo>
                    <a:lnTo>
                      <a:pt x="0" y="44"/>
                    </a:lnTo>
                    <a:lnTo>
                      <a:pt x="0" y="47"/>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7" name="í$1íḑe">
                <a:extLst>
                  <a:ext uri="{FF2B5EF4-FFF2-40B4-BE49-F238E27FC236}">
                    <a16:creationId xmlns:a16="http://schemas.microsoft.com/office/drawing/2014/main" id="{C69CB85E-0C3C-46ED-8549-9ED8AD453E47}"/>
                  </a:ext>
                </a:extLst>
              </p:cNvPr>
              <p:cNvSpPr/>
              <p:nvPr/>
            </p:nvSpPr>
            <p:spPr bwMode="auto">
              <a:xfrm>
                <a:off x="1560513" y="3316288"/>
                <a:ext cx="161925" cy="219075"/>
              </a:xfrm>
              <a:custGeom>
                <a:avLst/>
                <a:gdLst>
                  <a:gd name="T0" fmla="*/ 0 w 102"/>
                  <a:gd name="T1" fmla="*/ 6 h 138"/>
                  <a:gd name="T2" fmla="*/ 9 w 102"/>
                  <a:gd name="T3" fmla="*/ 0 h 138"/>
                  <a:gd name="T4" fmla="*/ 88 w 102"/>
                  <a:gd name="T5" fmla="*/ 128 h 138"/>
                  <a:gd name="T6" fmla="*/ 88 w 102"/>
                  <a:gd name="T7" fmla="*/ 128 h 138"/>
                  <a:gd name="T8" fmla="*/ 91 w 102"/>
                  <a:gd name="T9" fmla="*/ 132 h 138"/>
                  <a:gd name="T10" fmla="*/ 94 w 102"/>
                  <a:gd name="T11" fmla="*/ 133 h 138"/>
                  <a:gd name="T12" fmla="*/ 98 w 102"/>
                  <a:gd name="T13" fmla="*/ 134 h 138"/>
                  <a:gd name="T14" fmla="*/ 102 w 102"/>
                  <a:gd name="T15" fmla="*/ 136 h 138"/>
                  <a:gd name="T16" fmla="*/ 102 w 102"/>
                  <a:gd name="T17" fmla="*/ 136 h 138"/>
                  <a:gd name="T18" fmla="*/ 101 w 102"/>
                  <a:gd name="T19" fmla="*/ 136 h 138"/>
                  <a:gd name="T20" fmla="*/ 101 w 102"/>
                  <a:gd name="T21" fmla="*/ 136 h 138"/>
                  <a:gd name="T22" fmla="*/ 95 w 102"/>
                  <a:gd name="T23" fmla="*/ 138 h 138"/>
                  <a:gd name="T24" fmla="*/ 88 w 102"/>
                  <a:gd name="T25" fmla="*/ 138 h 138"/>
                  <a:gd name="T26" fmla="*/ 83 w 102"/>
                  <a:gd name="T27" fmla="*/ 136 h 138"/>
                  <a:gd name="T28" fmla="*/ 79 w 102"/>
                  <a:gd name="T29" fmla="*/ 132 h 138"/>
                  <a:gd name="T30" fmla="*/ 0 w 102"/>
                  <a:gd name="T31" fmla="*/ 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38">
                    <a:moveTo>
                      <a:pt x="0" y="6"/>
                    </a:moveTo>
                    <a:lnTo>
                      <a:pt x="9" y="0"/>
                    </a:lnTo>
                    <a:lnTo>
                      <a:pt x="88" y="128"/>
                    </a:lnTo>
                    <a:lnTo>
                      <a:pt x="88" y="128"/>
                    </a:lnTo>
                    <a:lnTo>
                      <a:pt x="91" y="132"/>
                    </a:lnTo>
                    <a:lnTo>
                      <a:pt x="94" y="133"/>
                    </a:lnTo>
                    <a:lnTo>
                      <a:pt x="98" y="134"/>
                    </a:lnTo>
                    <a:lnTo>
                      <a:pt x="102" y="136"/>
                    </a:lnTo>
                    <a:lnTo>
                      <a:pt x="102" y="136"/>
                    </a:lnTo>
                    <a:lnTo>
                      <a:pt x="101"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3" name="ïṥľïďe">
              <a:extLst>
                <a:ext uri="{FF2B5EF4-FFF2-40B4-BE49-F238E27FC236}">
                  <a16:creationId xmlns:a16="http://schemas.microsoft.com/office/drawing/2014/main" id="{9068C5D9-3E4C-421E-8585-7985568BF31B}"/>
                </a:ext>
              </a:extLst>
            </p:cNvPr>
            <p:cNvSpPr/>
            <p:nvPr/>
          </p:nvSpPr>
          <p:spPr bwMode="auto">
            <a:xfrm>
              <a:off x="5355846" y="2069165"/>
              <a:ext cx="180737" cy="139139"/>
            </a:xfrm>
            <a:custGeom>
              <a:avLst/>
              <a:gdLst>
                <a:gd name="T0" fmla="*/ 124 w 126"/>
                <a:gd name="T1" fmla="*/ 38 h 97"/>
                <a:gd name="T2" fmla="*/ 105 w 126"/>
                <a:gd name="T3" fmla="*/ 15 h 97"/>
                <a:gd name="T4" fmla="*/ 99 w 126"/>
                <a:gd name="T5" fmla="*/ 34 h 97"/>
                <a:gd name="T6" fmla="*/ 111 w 126"/>
                <a:gd name="T7" fmla="*/ 39 h 97"/>
                <a:gd name="T8" fmla="*/ 113 w 126"/>
                <a:gd name="T9" fmla="*/ 55 h 97"/>
                <a:gd name="T10" fmla="*/ 99 w 126"/>
                <a:gd name="T11" fmla="*/ 63 h 97"/>
                <a:gd name="T12" fmla="*/ 113 w 126"/>
                <a:gd name="T13" fmla="*/ 72 h 97"/>
                <a:gd name="T14" fmla="*/ 125 w 126"/>
                <a:gd name="T15" fmla="*/ 58 h 97"/>
                <a:gd name="T16" fmla="*/ 99 w 126"/>
                <a:gd name="T17" fmla="*/ 12 h 97"/>
                <a:gd name="T18" fmla="*/ 40 w 126"/>
                <a:gd name="T19" fmla="*/ 1 h 97"/>
                <a:gd name="T20" fmla="*/ 42 w 126"/>
                <a:gd name="T21" fmla="*/ 5 h 97"/>
                <a:gd name="T22" fmla="*/ 46 w 126"/>
                <a:gd name="T23" fmla="*/ 13 h 97"/>
                <a:gd name="T24" fmla="*/ 40 w 126"/>
                <a:gd name="T25" fmla="*/ 20 h 97"/>
                <a:gd name="T26" fmla="*/ 40 w 126"/>
                <a:gd name="T27" fmla="*/ 84 h 97"/>
                <a:gd name="T28" fmla="*/ 59 w 126"/>
                <a:gd name="T29" fmla="*/ 82 h 97"/>
                <a:gd name="T30" fmla="*/ 79 w 126"/>
                <a:gd name="T31" fmla="*/ 76 h 97"/>
                <a:gd name="T32" fmla="*/ 99 w 126"/>
                <a:gd name="T33" fmla="*/ 63 h 97"/>
                <a:gd name="T34" fmla="*/ 92 w 126"/>
                <a:gd name="T35" fmla="*/ 62 h 97"/>
                <a:gd name="T36" fmla="*/ 86 w 126"/>
                <a:gd name="T37" fmla="*/ 42 h 97"/>
                <a:gd name="T38" fmla="*/ 95 w 126"/>
                <a:gd name="T39" fmla="*/ 35 h 97"/>
                <a:gd name="T40" fmla="*/ 40 w 126"/>
                <a:gd name="T41" fmla="*/ 1 h 97"/>
                <a:gd name="T42" fmla="*/ 33 w 126"/>
                <a:gd name="T43" fmla="*/ 9 h 97"/>
                <a:gd name="T44" fmla="*/ 40 w 126"/>
                <a:gd name="T45" fmla="*/ 1 h 97"/>
                <a:gd name="T46" fmla="*/ 40 w 126"/>
                <a:gd name="T47" fmla="*/ 96 h 97"/>
                <a:gd name="T48" fmla="*/ 38 w 126"/>
                <a:gd name="T49" fmla="*/ 85 h 97"/>
                <a:gd name="T50" fmla="*/ 33 w 126"/>
                <a:gd name="T51" fmla="*/ 97 h 97"/>
                <a:gd name="T52" fmla="*/ 37 w 126"/>
                <a:gd name="T53" fmla="*/ 72 h 97"/>
                <a:gd name="T54" fmla="*/ 33 w 126"/>
                <a:gd name="T55" fmla="*/ 32 h 97"/>
                <a:gd name="T56" fmla="*/ 33 w 126"/>
                <a:gd name="T57" fmla="*/ 15 h 97"/>
                <a:gd name="T58" fmla="*/ 36 w 126"/>
                <a:gd name="T59" fmla="*/ 19 h 97"/>
                <a:gd name="T60" fmla="*/ 33 w 126"/>
                <a:gd name="T61" fmla="*/ 3 h 97"/>
                <a:gd name="T62" fmla="*/ 27 w 126"/>
                <a:gd name="T63" fmla="*/ 20 h 97"/>
                <a:gd name="T64" fmla="*/ 33 w 126"/>
                <a:gd name="T65" fmla="*/ 15 h 97"/>
                <a:gd name="T66" fmla="*/ 33 w 126"/>
                <a:gd name="T67" fmla="*/ 3 h 97"/>
                <a:gd name="T68" fmla="*/ 27 w 126"/>
                <a:gd name="T69" fmla="*/ 97 h 97"/>
                <a:gd name="T70" fmla="*/ 27 w 126"/>
                <a:gd name="T71" fmla="*/ 92 h 97"/>
                <a:gd name="T72" fmla="*/ 33 w 126"/>
                <a:gd name="T73" fmla="*/ 32 h 97"/>
                <a:gd name="T74" fmla="*/ 23 w 126"/>
                <a:gd name="T75" fmla="*/ 69 h 97"/>
                <a:gd name="T76" fmla="*/ 27 w 126"/>
                <a:gd name="T77" fmla="*/ 59 h 97"/>
                <a:gd name="T78" fmla="*/ 26 w 126"/>
                <a:gd name="T79" fmla="*/ 47 h 97"/>
                <a:gd name="T80" fmla="*/ 23 w 126"/>
                <a:gd name="T81" fmla="*/ 39 h 97"/>
                <a:gd name="T82" fmla="*/ 33 w 126"/>
                <a:gd name="T83" fmla="*/ 32 h 97"/>
                <a:gd name="T84" fmla="*/ 17 w 126"/>
                <a:gd name="T85" fmla="*/ 11 h 97"/>
                <a:gd name="T86" fmla="*/ 2 w 126"/>
                <a:gd name="T87" fmla="*/ 40 h 97"/>
                <a:gd name="T88" fmla="*/ 8 w 126"/>
                <a:gd name="T89" fmla="*/ 88 h 97"/>
                <a:gd name="T90" fmla="*/ 23 w 126"/>
                <a:gd name="T91" fmla="*/ 97 h 97"/>
                <a:gd name="T92" fmla="*/ 22 w 126"/>
                <a:gd name="T93" fmla="*/ 91 h 97"/>
                <a:gd name="T94" fmla="*/ 17 w 126"/>
                <a:gd name="T95" fmla="*/ 74 h 97"/>
                <a:gd name="T96" fmla="*/ 23 w 126"/>
                <a:gd name="T97" fmla="*/ 65 h 97"/>
                <a:gd name="T98" fmla="*/ 13 w 126"/>
                <a:gd name="T99" fmla="*/ 65 h 97"/>
                <a:gd name="T100" fmla="*/ 7 w 126"/>
                <a:gd name="T101" fmla="*/ 54 h 97"/>
                <a:gd name="T102" fmla="*/ 14 w 126"/>
                <a:gd name="T103" fmla="*/ 43 h 97"/>
                <a:gd name="T104" fmla="*/ 23 w 126"/>
                <a:gd name="T105" fmla="*/ 39 h 97"/>
                <a:gd name="T106" fmla="*/ 14 w 126"/>
                <a:gd name="T107" fmla="*/ 32 h 97"/>
                <a:gd name="T108" fmla="*/ 14 w 126"/>
                <a:gd name="T109"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 h="97">
                  <a:moveTo>
                    <a:pt x="126" y="53"/>
                  </a:moveTo>
                  <a:lnTo>
                    <a:pt x="126" y="53"/>
                  </a:lnTo>
                  <a:lnTo>
                    <a:pt x="126" y="45"/>
                  </a:lnTo>
                  <a:lnTo>
                    <a:pt x="124" y="38"/>
                  </a:lnTo>
                  <a:lnTo>
                    <a:pt x="121" y="31"/>
                  </a:lnTo>
                  <a:lnTo>
                    <a:pt x="117" y="24"/>
                  </a:lnTo>
                  <a:lnTo>
                    <a:pt x="109" y="17"/>
                  </a:lnTo>
                  <a:lnTo>
                    <a:pt x="105" y="15"/>
                  </a:lnTo>
                  <a:lnTo>
                    <a:pt x="105" y="15"/>
                  </a:lnTo>
                  <a:lnTo>
                    <a:pt x="99" y="12"/>
                  </a:lnTo>
                  <a:lnTo>
                    <a:pt x="99" y="34"/>
                  </a:lnTo>
                  <a:lnTo>
                    <a:pt x="99" y="34"/>
                  </a:lnTo>
                  <a:lnTo>
                    <a:pt x="103" y="35"/>
                  </a:lnTo>
                  <a:lnTo>
                    <a:pt x="106" y="36"/>
                  </a:lnTo>
                  <a:lnTo>
                    <a:pt x="106" y="36"/>
                  </a:lnTo>
                  <a:lnTo>
                    <a:pt x="111" y="39"/>
                  </a:lnTo>
                  <a:lnTo>
                    <a:pt x="114" y="45"/>
                  </a:lnTo>
                  <a:lnTo>
                    <a:pt x="114" y="50"/>
                  </a:lnTo>
                  <a:lnTo>
                    <a:pt x="113" y="55"/>
                  </a:lnTo>
                  <a:lnTo>
                    <a:pt x="113" y="55"/>
                  </a:lnTo>
                  <a:lnTo>
                    <a:pt x="110" y="59"/>
                  </a:lnTo>
                  <a:lnTo>
                    <a:pt x="107" y="62"/>
                  </a:lnTo>
                  <a:lnTo>
                    <a:pt x="103" y="63"/>
                  </a:lnTo>
                  <a:lnTo>
                    <a:pt x="99" y="63"/>
                  </a:lnTo>
                  <a:lnTo>
                    <a:pt x="99" y="76"/>
                  </a:lnTo>
                  <a:lnTo>
                    <a:pt x="99" y="76"/>
                  </a:lnTo>
                  <a:lnTo>
                    <a:pt x="109" y="74"/>
                  </a:lnTo>
                  <a:lnTo>
                    <a:pt x="113" y="72"/>
                  </a:lnTo>
                  <a:lnTo>
                    <a:pt x="117" y="70"/>
                  </a:lnTo>
                  <a:lnTo>
                    <a:pt x="121" y="68"/>
                  </a:lnTo>
                  <a:lnTo>
                    <a:pt x="122" y="63"/>
                  </a:lnTo>
                  <a:lnTo>
                    <a:pt x="125" y="58"/>
                  </a:lnTo>
                  <a:lnTo>
                    <a:pt x="126" y="53"/>
                  </a:lnTo>
                  <a:lnTo>
                    <a:pt x="126" y="53"/>
                  </a:lnTo>
                  <a:close/>
                  <a:moveTo>
                    <a:pt x="99" y="12"/>
                  </a:moveTo>
                  <a:lnTo>
                    <a:pt x="99" y="12"/>
                  </a:lnTo>
                  <a:lnTo>
                    <a:pt x="82" y="5"/>
                  </a:lnTo>
                  <a:lnTo>
                    <a:pt x="65" y="1"/>
                  </a:lnTo>
                  <a:lnTo>
                    <a:pt x="52" y="0"/>
                  </a:lnTo>
                  <a:lnTo>
                    <a:pt x="40" y="1"/>
                  </a:lnTo>
                  <a:lnTo>
                    <a:pt x="40" y="5"/>
                  </a:lnTo>
                  <a:lnTo>
                    <a:pt x="40" y="5"/>
                  </a:lnTo>
                  <a:lnTo>
                    <a:pt x="42" y="5"/>
                  </a:lnTo>
                  <a:lnTo>
                    <a:pt x="42" y="5"/>
                  </a:lnTo>
                  <a:lnTo>
                    <a:pt x="42" y="5"/>
                  </a:lnTo>
                  <a:lnTo>
                    <a:pt x="45" y="8"/>
                  </a:lnTo>
                  <a:lnTo>
                    <a:pt x="46" y="11"/>
                  </a:lnTo>
                  <a:lnTo>
                    <a:pt x="46" y="13"/>
                  </a:lnTo>
                  <a:lnTo>
                    <a:pt x="46" y="16"/>
                  </a:lnTo>
                  <a:lnTo>
                    <a:pt x="46" y="16"/>
                  </a:lnTo>
                  <a:lnTo>
                    <a:pt x="44" y="19"/>
                  </a:lnTo>
                  <a:lnTo>
                    <a:pt x="40" y="20"/>
                  </a:lnTo>
                  <a:lnTo>
                    <a:pt x="40" y="76"/>
                  </a:lnTo>
                  <a:lnTo>
                    <a:pt x="40" y="76"/>
                  </a:lnTo>
                  <a:lnTo>
                    <a:pt x="40" y="80"/>
                  </a:lnTo>
                  <a:lnTo>
                    <a:pt x="40" y="84"/>
                  </a:lnTo>
                  <a:lnTo>
                    <a:pt x="40" y="96"/>
                  </a:lnTo>
                  <a:lnTo>
                    <a:pt x="40" y="96"/>
                  </a:lnTo>
                  <a:lnTo>
                    <a:pt x="49" y="91"/>
                  </a:lnTo>
                  <a:lnTo>
                    <a:pt x="59" y="82"/>
                  </a:lnTo>
                  <a:lnTo>
                    <a:pt x="69" y="77"/>
                  </a:lnTo>
                  <a:lnTo>
                    <a:pt x="73" y="76"/>
                  </a:lnTo>
                  <a:lnTo>
                    <a:pt x="79" y="76"/>
                  </a:lnTo>
                  <a:lnTo>
                    <a:pt x="79" y="76"/>
                  </a:lnTo>
                  <a:lnTo>
                    <a:pt x="90" y="76"/>
                  </a:lnTo>
                  <a:lnTo>
                    <a:pt x="99" y="76"/>
                  </a:lnTo>
                  <a:lnTo>
                    <a:pt x="99" y="63"/>
                  </a:lnTo>
                  <a:lnTo>
                    <a:pt x="99" y="63"/>
                  </a:lnTo>
                  <a:lnTo>
                    <a:pt x="97" y="63"/>
                  </a:lnTo>
                  <a:lnTo>
                    <a:pt x="92" y="62"/>
                  </a:lnTo>
                  <a:lnTo>
                    <a:pt x="92" y="62"/>
                  </a:lnTo>
                  <a:lnTo>
                    <a:pt x="92" y="62"/>
                  </a:lnTo>
                  <a:lnTo>
                    <a:pt x="88" y="59"/>
                  </a:lnTo>
                  <a:lnTo>
                    <a:pt x="86" y="54"/>
                  </a:lnTo>
                  <a:lnTo>
                    <a:pt x="84" y="49"/>
                  </a:lnTo>
                  <a:lnTo>
                    <a:pt x="86" y="42"/>
                  </a:lnTo>
                  <a:lnTo>
                    <a:pt x="86" y="42"/>
                  </a:lnTo>
                  <a:lnTo>
                    <a:pt x="88" y="39"/>
                  </a:lnTo>
                  <a:lnTo>
                    <a:pt x="91" y="36"/>
                  </a:lnTo>
                  <a:lnTo>
                    <a:pt x="95" y="35"/>
                  </a:lnTo>
                  <a:lnTo>
                    <a:pt x="99" y="34"/>
                  </a:lnTo>
                  <a:lnTo>
                    <a:pt x="99" y="12"/>
                  </a:lnTo>
                  <a:close/>
                  <a:moveTo>
                    <a:pt x="40" y="1"/>
                  </a:moveTo>
                  <a:lnTo>
                    <a:pt x="40" y="1"/>
                  </a:lnTo>
                  <a:lnTo>
                    <a:pt x="33" y="3"/>
                  </a:lnTo>
                  <a:lnTo>
                    <a:pt x="33" y="11"/>
                  </a:lnTo>
                  <a:lnTo>
                    <a:pt x="33" y="11"/>
                  </a:lnTo>
                  <a:lnTo>
                    <a:pt x="33" y="9"/>
                  </a:lnTo>
                  <a:lnTo>
                    <a:pt x="33" y="9"/>
                  </a:lnTo>
                  <a:lnTo>
                    <a:pt x="36" y="7"/>
                  </a:lnTo>
                  <a:lnTo>
                    <a:pt x="40" y="5"/>
                  </a:lnTo>
                  <a:lnTo>
                    <a:pt x="40" y="1"/>
                  </a:lnTo>
                  <a:lnTo>
                    <a:pt x="40" y="1"/>
                  </a:lnTo>
                  <a:close/>
                  <a:moveTo>
                    <a:pt x="33" y="97"/>
                  </a:moveTo>
                  <a:lnTo>
                    <a:pt x="33" y="97"/>
                  </a:lnTo>
                  <a:lnTo>
                    <a:pt x="40" y="96"/>
                  </a:lnTo>
                  <a:lnTo>
                    <a:pt x="40" y="84"/>
                  </a:lnTo>
                  <a:lnTo>
                    <a:pt x="40" y="84"/>
                  </a:lnTo>
                  <a:lnTo>
                    <a:pt x="38" y="85"/>
                  </a:lnTo>
                  <a:lnTo>
                    <a:pt x="38" y="85"/>
                  </a:lnTo>
                  <a:lnTo>
                    <a:pt x="36" y="89"/>
                  </a:lnTo>
                  <a:lnTo>
                    <a:pt x="33" y="92"/>
                  </a:lnTo>
                  <a:lnTo>
                    <a:pt x="33" y="97"/>
                  </a:lnTo>
                  <a:lnTo>
                    <a:pt x="33" y="97"/>
                  </a:lnTo>
                  <a:close/>
                  <a:moveTo>
                    <a:pt x="40" y="20"/>
                  </a:moveTo>
                  <a:lnTo>
                    <a:pt x="40" y="76"/>
                  </a:lnTo>
                  <a:lnTo>
                    <a:pt x="40" y="76"/>
                  </a:lnTo>
                  <a:lnTo>
                    <a:pt x="37" y="72"/>
                  </a:lnTo>
                  <a:lnTo>
                    <a:pt x="33" y="69"/>
                  </a:lnTo>
                  <a:lnTo>
                    <a:pt x="33" y="69"/>
                  </a:lnTo>
                  <a:lnTo>
                    <a:pt x="33" y="69"/>
                  </a:lnTo>
                  <a:lnTo>
                    <a:pt x="33" y="32"/>
                  </a:lnTo>
                  <a:lnTo>
                    <a:pt x="33" y="32"/>
                  </a:lnTo>
                  <a:lnTo>
                    <a:pt x="33" y="30"/>
                  </a:lnTo>
                  <a:lnTo>
                    <a:pt x="33" y="26"/>
                  </a:lnTo>
                  <a:lnTo>
                    <a:pt x="33" y="15"/>
                  </a:lnTo>
                  <a:lnTo>
                    <a:pt x="33" y="15"/>
                  </a:lnTo>
                  <a:lnTo>
                    <a:pt x="34" y="17"/>
                  </a:lnTo>
                  <a:lnTo>
                    <a:pt x="36" y="19"/>
                  </a:lnTo>
                  <a:lnTo>
                    <a:pt x="36" y="19"/>
                  </a:lnTo>
                  <a:lnTo>
                    <a:pt x="40" y="20"/>
                  </a:lnTo>
                  <a:lnTo>
                    <a:pt x="40" y="20"/>
                  </a:lnTo>
                  <a:close/>
                  <a:moveTo>
                    <a:pt x="33" y="3"/>
                  </a:moveTo>
                  <a:lnTo>
                    <a:pt x="33" y="3"/>
                  </a:lnTo>
                  <a:lnTo>
                    <a:pt x="23" y="7"/>
                  </a:lnTo>
                  <a:lnTo>
                    <a:pt x="23" y="19"/>
                  </a:lnTo>
                  <a:lnTo>
                    <a:pt x="23" y="19"/>
                  </a:lnTo>
                  <a:lnTo>
                    <a:pt x="27" y="20"/>
                  </a:lnTo>
                  <a:lnTo>
                    <a:pt x="27" y="20"/>
                  </a:lnTo>
                  <a:lnTo>
                    <a:pt x="30" y="23"/>
                  </a:lnTo>
                  <a:lnTo>
                    <a:pt x="33" y="26"/>
                  </a:lnTo>
                  <a:lnTo>
                    <a:pt x="33" y="15"/>
                  </a:lnTo>
                  <a:lnTo>
                    <a:pt x="33" y="15"/>
                  </a:lnTo>
                  <a:lnTo>
                    <a:pt x="32" y="13"/>
                  </a:lnTo>
                  <a:lnTo>
                    <a:pt x="33" y="11"/>
                  </a:lnTo>
                  <a:lnTo>
                    <a:pt x="33" y="3"/>
                  </a:lnTo>
                  <a:lnTo>
                    <a:pt x="33" y="3"/>
                  </a:lnTo>
                  <a:close/>
                  <a:moveTo>
                    <a:pt x="23" y="97"/>
                  </a:moveTo>
                  <a:lnTo>
                    <a:pt x="23" y="97"/>
                  </a:lnTo>
                  <a:lnTo>
                    <a:pt x="27" y="97"/>
                  </a:lnTo>
                  <a:lnTo>
                    <a:pt x="33" y="97"/>
                  </a:lnTo>
                  <a:lnTo>
                    <a:pt x="33" y="92"/>
                  </a:lnTo>
                  <a:lnTo>
                    <a:pt x="33" y="92"/>
                  </a:lnTo>
                  <a:lnTo>
                    <a:pt x="27" y="92"/>
                  </a:lnTo>
                  <a:lnTo>
                    <a:pt x="23" y="91"/>
                  </a:lnTo>
                  <a:lnTo>
                    <a:pt x="23" y="97"/>
                  </a:lnTo>
                  <a:lnTo>
                    <a:pt x="23" y="97"/>
                  </a:lnTo>
                  <a:close/>
                  <a:moveTo>
                    <a:pt x="33" y="32"/>
                  </a:moveTo>
                  <a:lnTo>
                    <a:pt x="33" y="69"/>
                  </a:lnTo>
                  <a:lnTo>
                    <a:pt x="33" y="69"/>
                  </a:lnTo>
                  <a:lnTo>
                    <a:pt x="27" y="68"/>
                  </a:lnTo>
                  <a:lnTo>
                    <a:pt x="23" y="69"/>
                  </a:lnTo>
                  <a:lnTo>
                    <a:pt x="23" y="65"/>
                  </a:lnTo>
                  <a:lnTo>
                    <a:pt x="23" y="65"/>
                  </a:lnTo>
                  <a:lnTo>
                    <a:pt x="26" y="62"/>
                  </a:lnTo>
                  <a:lnTo>
                    <a:pt x="27" y="59"/>
                  </a:lnTo>
                  <a:lnTo>
                    <a:pt x="27" y="59"/>
                  </a:lnTo>
                  <a:lnTo>
                    <a:pt x="29" y="55"/>
                  </a:lnTo>
                  <a:lnTo>
                    <a:pt x="29" y="50"/>
                  </a:lnTo>
                  <a:lnTo>
                    <a:pt x="26" y="47"/>
                  </a:lnTo>
                  <a:lnTo>
                    <a:pt x="23" y="45"/>
                  </a:lnTo>
                  <a:lnTo>
                    <a:pt x="23" y="43"/>
                  </a:lnTo>
                  <a:lnTo>
                    <a:pt x="23" y="39"/>
                  </a:lnTo>
                  <a:lnTo>
                    <a:pt x="23" y="39"/>
                  </a:lnTo>
                  <a:lnTo>
                    <a:pt x="27" y="38"/>
                  </a:lnTo>
                  <a:lnTo>
                    <a:pt x="32" y="34"/>
                  </a:lnTo>
                  <a:lnTo>
                    <a:pt x="32" y="34"/>
                  </a:lnTo>
                  <a:lnTo>
                    <a:pt x="33" y="32"/>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15" y="93"/>
                  </a:lnTo>
                  <a:lnTo>
                    <a:pt x="23" y="97"/>
                  </a:lnTo>
                  <a:lnTo>
                    <a:pt x="23" y="91"/>
                  </a:lnTo>
                  <a:lnTo>
                    <a:pt x="22" y="91"/>
                  </a:lnTo>
                  <a:lnTo>
                    <a:pt x="22" y="91"/>
                  </a:lnTo>
                  <a:lnTo>
                    <a:pt x="22" y="91"/>
                  </a:lnTo>
                  <a:lnTo>
                    <a:pt x="18" y="88"/>
                  </a:lnTo>
                  <a:lnTo>
                    <a:pt x="17" y="84"/>
                  </a:lnTo>
                  <a:lnTo>
                    <a:pt x="15" y="80"/>
                  </a:lnTo>
                  <a:lnTo>
                    <a:pt x="17" y="74"/>
                  </a:lnTo>
                  <a:lnTo>
                    <a:pt x="17" y="74"/>
                  </a:lnTo>
                  <a:lnTo>
                    <a:pt x="19" y="72"/>
                  </a:lnTo>
                  <a:lnTo>
                    <a:pt x="23" y="69"/>
                  </a:lnTo>
                  <a:lnTo>
                    <a:pt x="23" y="65"/>
                  </a:lnTo>
                  <a:lnTo>
                    <a:pt x="23" y="65"/>
                  </a:lnTo>
                  <a:lnTo>
                    <a:pt x="18" y="66"/>
                  </a:lnTo>
                  <a:lnTo>
                    <a:pt x="13" y="65"/>
                  </a:lnTo>
                  <a:lnTo>
                    <a:pt x="13" y="65"/>
                  </a:lnTo>
                  <a:lnTo>
                    <a:pt x="13" y="65"/>
                  </a:lnTo>
                  <a:lnTo>
                    <a:pt x="10" y="62"/>
                  </a:lnTo>
                  <a:lnTo>
                    <a:pt x="7" y="58"/>
                  </a:lnTo>
                  <a:lnTo>
                    <a:pt x="7" y="54"/>
                  </a:lnTo>
                  <a:lnTo>
                    <a:pt x="8" y="49"/>
                  </a:lnTo>
                  <a:lnTo>
                    <a:pt x="8" y="49"/>
                  </a:lnTo>
                  <a:lnTo>
                    <a:pt x="11" y="46"/>
                  </a:lnTo>
                  <a:lnTo>
                    <a:pt x="14" y="43"/>
                  </a:lnTo>
                  <a:lnTo>
                    <a:pt x="18" y="43"/>
                  </a:lnTo>
                  <a:lnTo>
                    <a:pt x="23" y="43"/>
                  </a:lnTo>
                  <a:lnTo>
                    <a:pt x="23" y="39"/>
                  </a:lnTo>
                  <a:lnTo>
                    <a:pt x="23" y="39"/>
                  </a:lnTo>
                  <a:lnTo>
                    <a:pt x="18" y="38"/>
                  </a:lnTo>
                  <a:lnTo>
                    <a:pt x="18" y="38"/>
                  </a:lnTo>
                  <a:lnTo>
                    <a:pt x="15" y="35"/>
                  </a:lnTo>
                  <a:lnTo>
                    <a:pt x="14" y="32"/>
                  </a:lnTo>
                  <a:lnTo>
                    <a:pt x="13" y="28"/>
                  </a:lnTo>
                  <a:lnTo>
                    <a:pt x="14" y="24"/>
                  </a:lnTo>
                  <a:lnTo>
                    <a:pt x="14" y="24"/>
                  </a:lnTo>
                  <a:lnTo>
                    <a:pt x="14" y="24"/>
                  </a:lnTo>
                  <a:lnTo>
                    <a:pt x="18" y="20"/>
                  </a:lnTo>
                  <a:lnTo>
                    <a:pt x="23" y="19"/>
                  </a:lnTo>
                  <a:lnTo>
                    <a:pt x="23" y="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4" name="ïSliḍe">
              <a:extLst>
                <a:ext uri="{FF2B5EF4-FFF2-40B4-BE49-F238E27FC236}">
                  <a16:creationId xmlns:a16="http://schemas.microsoft.com/office/drawing/2014/main" id="{ECDB1FFB-F73F-4935-9876-8C1673065982}"/>
                </a:ext>
              </a:extLst>
            </p:cNvPr>
            <p:cNvGrpSpPr/>
            <p:nvPr/>
          </p:nvGrpSpPr>
          <p:grpSpPr>
            <a:xfrm>
              <a:off x="6956657" y="3022446"/>
              <a:ext cx="239549" cy="302663"/>
              <a:chOff x="3665538" y="3100388"/>
              <a:chExt cx="265113" cy="334963"/>
            </a:xfrm>
            <a:solidFill>
              <a:srgbClr val="FF8F29"/>
            </a:solidFill>
          </p:grpSpPr>
          <p:sp>
            <p:nvSpPr>
              <p:cNvPr id="272" name="işḷiḍé">
                <a:extLst>
                  <a:ext uri="{FF2B5EF4-FFF2-40B4-BE49-F238E27FC236}">
                    <a16:creationId xmlns:a16="http://schemas.microsoft.com/office/drawing/2014/main" id="{E5040F12-8D38-43EC-8FCA-59760834E546}"/>
                  </a:ext>
                </a:extLst>
              </p:cNvPr>
              <p:cNvSpPr/>
              <p:nvPr/>
            </p:nvSpPr>
            <p:spPr bwMode="auto">
              <a:xfrm>
                <a:off x="3665538" y="3109913"/>
                <a:ext cx="252413" cy="325438"/>
              </a:xfrm>
              <a:custGeom>
                <a:avLst/>
                <a:gdLst>
                  <a:gd name="T0" fmla="*/ 159 w 159"/>
                  <a:gd name="T1" fmla="*/ 36 h 205"/>
                  <a:gd name="T2" fmla="*/ 151 w 159"/>
                  <a:gd name="T3" fmla="*/ 32 h 205"/>
                  <a:gd name="T4" fmla="*/ 56 w 159"/>
                  <a:gd name="T5" fmla="*/ 185 h 205"/>
                  <a:gd name="T6" fmla="*/ 56 w 159"/>
                  <a:gd name="T7" fmla="*/ 185 h 205"/>
                  <a:gd name="T8" fmla="*/ 53 w 159"/>
                  <a:gd name="T9" fmla="*/ 189 h 205"/>
                  <a:gd name="T10" fmla="*/ 50 w 159"/>
                  <a:gd name="T11" fmla="*/ 191 h 205"/>
                  <a:gd name="T12" fmla="*/ 46 w 159"/>
                  <a:gd name="T13" fmla="*/ 193 h 205"/>
                  <a:gd name="T14" fmla="*/ 41 w 159"/>
                  <a:gd name="T15" fmla="*/ 194 h 205"/>
                  <a:gd name="T16" fmla="*/ 37 w 159"/>
                  <a:gd name="T17" fmla="*/ 195 h 205"/>
                  <a:gd name="T18" fmla="*/ 31 w 159"/>
                  <a:gd name="T19" fmla="*/ 194 h 205"/>
                  <a:gd name="T20" fmla="*/ 27 w 159"/>
                  <a:gd name="T21" fmla="*/ 193 h 205"/>
                  <a:gd name="T22" fmla="*/ 22 w 159"/>
                  <a:gd name="T23" fmla="*/ 191 h 205"/>
                  <a:gd name="T24" fmla="*/ 22 w 159"/>
                  <a:gd name="T25" fmla="*/ 191 h 205"/>
                  <a:gd name="T26" fmla="*/ 18 w 159"/>
                  <a:gd name="T27" fmla="*/ 187 h 205"/>
                  <a:gd name="T28" fmla="*/ 15 w 159"/>
                  <a:gd name="T29" fmla="*/ 185 h 205"/>
                  <a:gd name="T30" fmla="*/ 12 w 159"/>
                  <a:gd name="T31" fmla="*/ 180 h 205"/>
                  <a:gd name="T32" fmla="*/ 10 w 159"/>
                  <a:gd name="T33" fmla="*/ 175 h 205"/>
                  <a:gd name="T34" fmla="*/ 10 w 159"/>
                  <a:gd name="T35" fmla="*/ 171 h 205"/>
                  <a:gd name="T36" fmla="*/ 10 w 159"/>
                  <a:gd name="T37" fmla="*/ 166 h 205"/>
                  <a:gd name="T38" fmla="*/ 11 w 159"/>
                  <a:gd name="T39" fmla="*/ 162 h 205"/>
                  <a:gd name="T40" fmla="*/ 12 w 159"/>
                  <a:gd name="T41" fmla="*/ 157 h 205"/>
                  <a:gd name="T42" fmla="*/ 107 w 159"/>
                  <a:gd name="T43" fmla="*/ 4 h 205"/>
                  <a:gd name="T44" fmla="*/ 100 w 159"/>
                  <a:gd name="T45" fmla="*/ 0 h 205"/>
                  <a:gd name="T46" fmla="*/ 4 w 159"/>
                  <a:gd name="T47" fmla="*/ 155 h 205"/>
                  <a:gd name="T48" fmla="*/ 4 w 159"/>
                  <a:gd name="T49" fmla="*/ 155 h 205"/>
                  <a:gd name="T50" fmla="*/ 2 w 159"/>
                  <a:gd name="T51" fmla="*/ 160 h 205"/>
                  <a:gd name="T52" fmla="*/ 0 w 159"/>
                  <a:gd name="T53" fmla="*/ 167 h 205"/>
                  <a:gd name="T54" fmla="*/ 0 w 159"/>
                  <a:gd name="T55" fmla="*/ 172 h 205"/>
                  <a:gd name="T56" fmla="*/ 2 w 159"/>
                  <a:gd name="T57" fmla="*/ 179 h 205"/>
                  <a:gd name="T58" fmla="*/ 3 w 159"/>
                  <a:gd name="T59" fmla="*/ 185 h 205"/>
                  <a:gd name="T60" fmla="*/ 7 w 159"/>
                  <a:gd name="T61" fmla="*/ 190 h 205"/>
                  <a:gd name="T62" fmla="*/ 11 w 159"/>
                  <a:gd name="T63" fmla="*/ 195 h 205"/>
                  <a:gd name="T64" fmla="*/ 16 w 159"/>
                  <a:gd name="T65" fmla="*/ 199 h 205"/>
                  <a:gd name="T66" fmla="*/ 16 w 159"/>
                  <a:gd name="T67" fmla="*/ 199 h 205"/>
                  <a:gd name="T68" fmla="*/ 23 w 159"/>
                  <a:gd name="T69" fmla="*/ 202 h 205"/>
                  <a:gd name="T70" fmla="*/ 30 w 159"/>
                  <a:gd name="T71" fmla="*/ 203 h 205"/>
                  <a:gd name="T72" fmla="*/ 35 w 159"/>
                  <a:gd name="T73" fmla="*/ 205 h 205"/>
                  <a:gd name="T74" fmla="*/ 42 w 159"/>
                  <a:gd name="T75" fmla="*/ 205 h 205"/>
                  <a:gd name="T76" fmla="*/ 48 w 159"/>
                  <a:gd name="T77" fmla="*/ 202 h 205"/>
                  <a:gd name="T78" fmla="*/ 53 w 159"/>
                  <a:gd name="T79" fmla="*/ 199 h 205"/>
                  <a:gd name="T80" fmla="*/ 58 w 159"/>
                  <a:gd name="T81" fmla="*/ 195 h 205"/>
                  <a:gd name="T82" fmla="*/ 62 w 159"/>
                  <a:gd name="T83" fmla="*/ 191 h 205"/>
                  <a:gd name="T84" fmla="*/ 159 w 159"/>
                  <a:gd name="T85" fmla="*/ 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205">
                    <a:moveTo>
                      <a:pt x="159" y="36"/>
                    </a:moveTo>
                    <a:lnTo>
                      <a:pt x="151" y="32"/>
                    </a:lnTo>
                    <a:lnTo>
                      <a:pt x="56" y="185"/>
                    </a:lnTo>
                    <a:lnTo>
                      <a:pt x="56" y="185"/>
                    </a:lnTo>
                    <a:lnTo>
                      <a:pt x="53" y="189"/>
                    </a:lnTo>
                    <a:lnTo>
                      <a:pt x="50" y="191"/>
                    </a:lnTo>
                    <a:lnTo>
                      <a:pt x="46" y="193"/>
                    </a:lnTo>
                    <a:lnTo>
                      <a:pt x="41" y="194"/>
                    </a:lnTo>
                    <a:lnTo>
                      <a:pt x="37" y="195"/>
                    </a:lnTo>
                    <a:lnTo>
                      <a:pt x="31" y="194"/>
                    </a:lnTo>
                    <a:lnTo>
                      <a:pt x="27" y="193"/>
                    </a:lnTo>
                    <a:lnTo>
                      <a:pt x="22" y="191"/>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4" y="155"/>
                    </a:lnTo>
                    <a:lnTo>
                      <a:pt x="2" y="160"/>
                    </a:lnTo>
                    <a:lnTo>
                      <a:pt x="0" y="167"/>
                    </a:lnTo>
                    <a:lnTo>
                      <a:pt x="0" y="172"/>
                    </a:lnTo>
                    <a:lnTo>
                      <a:pt x="2" y="179"/>
                    </a:lnTo>
                    <a:lnTo>
                      <a:pt x="3" y="185"/>
                    </a:lnTo>
                    <a:lnTo>
                      <a:pt x="7" y="190"/>
                    </a:lnTo>
                    <a:lnTo>
                      <a:pt x="11" y="195"/>
                    </a:lnTo>
                    <a:lnTo>
                      <a:pt x="16" y="199"/>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3" name="ïṩḷíḍê">
                <a:extLst>
                  <a:ext uri="{FF2B5EF4-FFF2-40B4-BE49-F238E27FC236}">
                    <a16:creationId xmlns:a16="http://schemas.microsoft.com/office/drawing/2014/main" id="{D96AD190-514D-4DC0-8840-A439063C5608}"/>
                  </a:ext>
                </a:extLst>
              </p:cNvPr>
              <p:cNvSpPr/>
              <p:nvPr/>
            </p:nvSpPr>
            <p:spPr bwMode="auto">
              <a:xfrm>
                <a:off x="3808413" y="3100388"/>
                <a:ext cx="122238" cy="82550"/>
              </a:xfrm>
              <a:custGeom>
                <a:avLst/>
                <a:gdLst>
                  <a:gd name="T0" fmla="*/ 75 w 77"/>
                  <a:gd name="T1" fmla="*/ 50 h 52"/>
                  <a:gd name="T2" fmla="*/ 75 w 77"/>
                  <a:gd name="T3" fmla="*/ 50 h 52"/>
                  <a:gd name="T4" fmla="*/ 74 w 77"/>
                  <a:gd name="T5" fmla="*/ 51 h 52"/>
                  <a:gd name="T6" fmla="*/ 71 w 77"/>
                  <a:gd name="T7" fmla="*/ 52 h 52"/>
                  <a:gd name="T8" fmla="*/ 69 w 77"/>
                  <a:gd name="T9" fmla="*/ 52 h 52"/>
                  <a:gd name="T10" fmla="*/ 67 w 77"/>
                  <a:gd name="T11" fmla="*/ 51 h 52"/>
                  <a:gd name="T12" fmla="*/ 2 w 77"/>
                  <a:gd name="T13" fmla="*/ 12 h 52"/>
                  <a:gd name="T14" fmla="*/ 2 w 77"/>
                  <a:gd name="T15" fmla="*/ 12 h 52"/>
                  <a:gd name="T16" fmla="*/ 0 w 77"/>
                  <a:gd name="T17" fmla="*/ 9 h 52"/>
                  <a:gd name="T18" fmla="*/ 0 w 77"/>
                  <a:gd name="T19" fmla="*/ 8 h 52"/>
                  <a:gd name="T20" fmla="*/ 0 w 77"/>
                  <a:gd name="T21" fmla="*/ 5 h 52"/>
                  <a:gd name="T22" fmla="*/ 0 w 77"/>
                  <a:gd name="T23" fmla="*/ 2 h 52"/>
                  <a:gd name="T24" fmla="*/ 0 w 77"/>
                  <a:gd name="T25" fmla="*/ 2 h 52"/>
                  <a:gd name="T26" fmla="*/ 1 w 77"/>
                  <a:gd name="T27" fmla="*/ 1 h 52"/>
                  <a:gd name="T28" fmla="*/ 4 w 77"/>
                  <a:gd name="T29" fmla="*/ 0 h 52"/>
                  <a:gd name="T30" fmla="*/ 6 w 77"/>
                  <a:gd name="T31" fmla="*/ 0 h 52"/>
                  <a:gd name="T32" fmla="*/ 8 w 77"/>
                  <a:gd name="T33" fmla="*/ 1 h 52"/>
                  <a:gd name="T34" fmla="*/ 74 w 77"/>
                  <a:gd name="T35" fmla="*/ 42 h 52"/>
                  <a:gd name="T36" fmla="*/ 74 w 77"/>
                  <a:gd name="T37" fmla="*/ 42 h 52"/>
                  <a:gd name="T38" fmla="*/ 75 w 77"/>
                  <a:gd name="T39" fmla="*/ 43 h 52"/>
                  <a:gd name="T40" fmla="*/ 77 w 77"/>
                  <a:gd name="T41" fmla="*/ 46 h 52"/>
                  <a:gd name="T42" fmla="*/ 77 w 77"/>
                  <a:gd name="T43" fmla="*/ 47 h 52"/>
                  <a:gd name="T44" fmla="*/ 75 w 77"/>
                  <a:gd name="T45" fmla="*/ 50 h 52"/>
                  <a:gd name="T46" fmla="*/ 75 w 77"/>
                  <a:gd name="T4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2">
                    <a:moveTo>
                      <a:pt x="75" y="50"/>
                    </a:moveTo>
                    <a:lnTo>
                      <a:pt x="75" y="50"/>
                    </a:lnTo>
                    <a:lnTo>
                      <a:pt x="74" y="51"/>
                    </a:lnTo>
                    <a:lnTo>
                      <a:pt x="71" y="52"/>
                    </a:lnTo>
                    <a:lnTo>
                      <a:pt x="69" y="52"/>
                    </a:lnTo>
                    <a:lnTo>
                      <a:pt x="67" y="51"/>
                    </a:lnTo>
                    <a:lnTo>
                      <a:pt x="2" y="12"/>
                    </a:lnTo>
                    <a:lnTo>
                      <a:pt x="2" y="12"/>
                    </a:lnTo>
                    <a:lnTo>
                      <a:pt x="0" y="9"/>
                    </a:lnTo>
                    <a:lnTo>
                      <a:pt x="0" y="8"/>
                    </a:lnTo>
                    <a:lnTo>
                      <a:pt x="0" y="5"/>
                    </a:lnTo>
                    <a:lnTo>
                      <a:pt x="0" y="2"/>
                    </a:lnTo>
                    <a:lnTo>
                      <a:pt x="0" y="2"/>
                    </a:lnTo>
                    <a:lnTo>
                      <a:pt x="1" y="1"/>
                    </a:lnTo>
                    <a:lnTo>
                      <a:pt x="4" y="0"/>
                    </a:lnTo>
                    <a:lnTo>
                      <a:pt x="6" y="0"/>
                    </a:lnTo>
                    <a:lnTo>
                      <a:pt x="8" y="1"/>
                    </a:lnTo>
                    <a:lnTo>
                      <a:pt x="74" y="42"/>
                    </a:lnTo>
                    <a:lnTo>
                      <a:pt x="74" y="42"/>
                    </a:lnTo>
                    <a:lnTo>
                      <a:pt x="75" y="43"/>
                    </a:lnTo>
                    <a:lnTo>
                      <a:pt x="77" y="46"/>
                    </a:lnTo>
                    <a:lnTo>
                      <a:pt x="77" y="47"/>
                    </a:lnTo>
                    <a:lnTo>
                      <a:pt x="75" y="50"/>
                    </a:lnTo>
                    <a:lnTo>
                      <a:pt x="75"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4" name="î$ḻïḍé">
                <a:extLst>
                  <a:ext uri="{FF2B5EF4-FFF2-40B4-BE49-F238E27FC236}">
                    <a16:creationId xmlns:a16="http://schemas.microsoft.com/office/drawing/2014/main" id="{D1759FEC-8937-4350-A4D5-10AC607966D4}"/>
                  </a:ext>
                </a:extLst>
              </p:cNvPr>
              <p:cNvSpPr/>
              <p:nvPr/>
            </p:nvSpPr>
            <p:spPr bwMode="auto">
              <a:xfrm>
                <a:off x="3708401" y="3168650"/>
                <a:ext cx="173038" cy="234950"/>
              </a:xfrm>
              <a:custGeom>
                <a:avLst/>
                <a:gdLst>
                  <a:gd name="T0" fmla="*/ 109 w 109"/>
                  <a:gd name="T1" fmla="*/ 5 h 148"/>
                  <a:gd name="T2" fmla="*/ 99 w 109"/>
                  <a:gd name="T3" fmla="*/ 0 h 148"/>
                  <a:gd name="T4" fmla="*/ 15 w 109"/>
                  <a:gd name="T5" fmla="*/ 137 h 148"/>
                  <a:gd name="T6" fmla="*/ 15 w 109"/>
                  <a:gd name="T7" fmla="*/ 137 h 148"/>
                  <a:gd name="T8" fmla="*/ 12 w 109"/>
                  <a:gd name="T9" fmla="*/ 139 h 148"/>
                  <a:gd name="T10" fmla="*/ 8 w 109"/>
                  <a:gd name="T11" fmla="*/ 142 h 148"/>
                  <a:gd name="T12" fmla="*/ 4 w 109"/>
                  <a:gd name="T13" fmla="*/ 143 h 148"/>
                  <a:gd name="T14" fmla="*/ 0 w 109"/>
                  <a:gd name="T15" fmla="*/ 143 h 148"/>
                  <a:gd name="T16" fmla="*/ 0 w 109"/>
                  <a:gd name="T17" fmla="*/ 143 h 148"/>
                  <a:gd name="T18" fmla="*/ 0 w 109"/>
                  <a:gd name="T19" fmla="*/ 145 h 148"/>
                  <a:gd name="T20" fmla="*/ 0 w 109"/>
                  <a:gd name="T21" fmla="*/ 145 h 148"/>
                  <a:gd name="T22" fmla="*/ 7 w 109"/>
                  <a:gd name="T23" fmla="*/ 148 h 148"/>
                  <a:gd name="T24" fmla="*/ 14 w 109"/>
                  <a:gd name="T25" fmla="*/ 148 h 148"/>
                  <a:gd name="T26" fmla="*/ 21 w 109"/>
                  <a:gd name="T27" fmla="*/ 145 h 148"/>
                  <a:gd name="T28" fmla="*/ 25 w 109"/>
                  <a:gd name="T29" fmla="*/ 141 h 148"/>
                  <a:gd name="T30" fmla="*/ 109 w 109"/>
                  <a:gd name="T3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48">
                    <a:moveTo>
                      <a:pt x="109" y="5"/>
                    </a:moveTo>
                    <a:lnTo>
                      <a:pt x="99" y="0"/>
                    </a:lnTo>
                    <a:lnTo>
                      <a:pt x="15" y="137"/>
                    </a:lnTo>
                    <a:lnTo>
                      <a:pt x="15" y="137"/>
                    </a:lnTo>
                    <a:lnTo>
                      <a:pt x="12" y="139"/>
                    </a:lnTo>
                    <a:lnTo>
                      <a:pt x="8" y="142"/>
                    </a:lnTo>
                    <a:lnTo>
                      <a:pt x="4" y="143"/>
                    </a:lnTo>
                    <a:lnTo>
                      <a:pt x="0" y="143"/>
                    </a:lnTo>
                    <a:lnTo>
                      <a:pt x="0" y="143"/>
                    </a:lnTo>
                    <a:lnTo>
                      <a:pt x="0" y="145"/>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5" name="îṡ1îdé">
              <a:extLst>
                <a:ext uri="{FF2B5EF4-FFF2-40B4-BE49-F238E27FC236}">
                  <a16:creationId xmlns:a16="http://schemas.microsoft.com/office/drawing/2014/main" id="{33D2F239-9DFD-4360-8248-51077C2F3659}"/>
                </a:ext>
              </a:extLst>
            </p:cNvPr>
            <p:cNvSpPr/>
            <p:nvPr/>
          </p:nvSpPr>
          <p:spPr bwMode="auto">
            <a:xfrm>
              <a:off x="5783300" y="4483289"/>
              <a:ext cx="196516" cy="210859"/>
            </a:xfrm>
            <a:custGeom>
              <a:avLst/>
              <a:gdLst>
                <a:gd name="T0" fmla="*/ 107 w 137"/>
                <a:gd name="T1" fmla="*/ 68 h 147"/>
                <a:gd name="T2" fmla="*/ 103 w 137"/>
                <a:gd name="T3" fmla="*/ 51 h 147"/>
                <a:gd name="T4" fmla="*/ 103 w 137"/>
                <a:gd name="T5" fmla="*/ 99 h 147"/>
                <a:gd name="T6" fmla="*/ 117 w 137"/>
                <a:gd name="T7" fmla="*/ 111 h 147"/>
                <a:gd name="T8" fmla="*/ 115 w 137"/>
                <a:gd name="T9" fmla="*/ 118 h 147"/>
                <a:gd name="T10" fmla="*/ 103 w 137"/>
                <a:gd name="T11" fmla="*/ 38 h 147"/>
                <a:gd name="T12" fmla="*/ 115 w 137"/>
                <a:gd name="T13" fmla="*/ 19 h 147"/>
                <a:gd name="T14" fmla="*/ 117 w 137"/>
                <a:gd name="T15" fmla="*/ 24 h 147"/>
                <a:gd name="T16" fmla="*/ 103 w 137"/>
                <a:gd name="T17" fmla="*/ 38 h 147"/>
                <a:gd name="T18" fmla="*/ 114 w 137"/>
                <a:gd name="T19" fmla="*/ 68 h 147"/>
                <a:gd name="T20" fmla="*/ 134 w 137"/>
                <a:gd name="T21" fmla="*/ 65 h 147"/>
                <a:gd name="T22" fmla="*/ 136 w 137"/>
                <a:gd name="T23" fmla="*/ 70 h 147"/>
                <a:gd name="T24" fmla="*/ 114 w 137"/>
                <a:gd name="T25" fmla="*/ 70 h 147"/>
                <a:gd name="T26" fmla="*/ 69 w 137"/>
                <a:gd name="T27" fmla="*/ 30 h 147"/>
                <a:gd name="T28" fmla="*/ 103 w 137"/>
                <a:gd name="T29" fmla="*/ 51 h 147"/>
                <a:gd name="T30" fmla="*/ 90 w 137"/>
                <a:gd name="T31" fmla="*/ 100 h 147"/>
                <a:gd name="T32" fmla="*/ 84 w 137"/>
                <a:gd name="T33" fmla="*/ 142 h 147"/>
                <a:gd name="T34" fmla="*/ 69 w 137"/>
                <a:gd name="T35" fmla="*/ 114 h 147"/>
                <a:gd name="T36" fmla="*/ 83 w 137"/>
                <a:gd name="T37" fmla="*/ 96 h 147"/>
                <a:gd name="T38" fmla="*/ 95 w 137"/>
                <a:gd name="T39" fmla="*/ 84 h 147"/>
                <a:gd name="T40" fmla="*/ 99 w 137"/>
                <a:gd name="T41" fmla="*/ 62 h 147"/>
                <a:gd name="T42" fmla="*/ 91 w 137"/>
                <a:gd name="T43" fmla="*/ 47 h 147"/>
                <a:gd name="T44" fmla="*/ 69 w 137"/>
                <a:gd name="T45" fmla="*/ 38 h 147"/>
                <a:gd name="T46" fmla="*/ 100 w 137"/>
                <a:gd name="T47" fmla="*/ 31 h 147"/>
                <a:gd name="T48" fmla="*/ 100 w 137"/>
                <a:gd name="T49" fmla="*/ 36 h 147"/>
                <a:gd name="T50" fmla="*/ 103 w 137"/>
                <a:gd name="T51" fmla="*/ 99 h 147"/>
                <a:gd name="T52" fmla="*/ 99 w 137"/>
                <a:gd name="T53" fmla="*/ 101 h 147"/>
                <a:gd name="T54" fmla="*/ 103 w 137"/>
                <a:gd name="T55" fmla="*/ 99 h 147"/>
                <a:gd name="T56" fmla="*/ 72 w 137"/>
                <a:gd name="T57" fmla="*/ 1 h 147"/>
                <a:gd name="T58" fmla="*/ 72 w 137"/>
                <a:gd name="T59" fmla="*/ 23 h 147"/>
                <a:gd name="T60" fmla="*/ 67 w 137"/>
                <a:gd name="T61" fmla="*/ 147 h 147"/>
                <a:gd name="T62" fmla="*/ 49 w 137"/>
                <a:gd name="T63" fmla="*/ 137 h 147"/>
                <a:gd name="T64" fmla="*/ 41 w 137"/>
                <a:gd name="T65" fmla="*/ 92 h 147"/>
                <a:gd name="T66" fmla="*/ 41 w 137"/>
                <a:gd name="T67" fmla="*/ 43 h 147"/>
                <a:gd name="T68" fmla="*/ 69 w 137"/>
                <a:gd name="T69" fmla="*/ 30 h 147"/>
                <a:gd name="T70" fmla="*/ 57 w 137"/>
                <a:gd name="T71" fmla="*/ 40 h 147"/>
                <a:gd name="T72" fmla="*/ 45 w 137"/>
                <a:gd name="T73" fmla="*/ 51 h 147"/>
                <a:gd name="T74" fmla="*/ 40 w 137"/>
                <a:gd name="T75" fmla="*/ 68 h 147"/>
                <a:gd name="T76" fmla="*/ 54 w 137"/>
                <a:gd name="T77" fmla="*/ 93 h 147"/>
                <a:gd name="T78" fmla="*/ 56 w 137"/>
                <a:gd name="T79" fmla="*/ 97 h 147"/>
                <a:gd name="T80" fmla="*/ 69 w 137"/>
                <a:gd name="T81" fmla="*/ 147 h 147"/>
                <a:gd name="T82" fmla="*/ 69 w 137"/>
                <a:gd name="T83" fmla="*/ 24 h 147"/>
                <a:gd name="T84" fmla="*/ 65 w 137"/>
                <a:gd name="T85" fmla="*/ 4 h 147"/>
                <a:gd name="T86" fmla="*/ 69 w 137"/>
                <a:gd name="T87" fmla="*/ 0 h 147"/>
                <a:gd name="T88" fmla="*/ 38 w 137"/>
                <a:gd name="T89" fmla="*/ 104 h 147"/>
                <a:gd name="T90" fmla="*/ 35 w 137"/>
                <a:gd name="T91" fmla="*/ 99 h 147"/>
                <a:gd name="T92" fmla="*/ 35 w 137"/>
                <a:gd name="T93" fmla="*/ 38 h 147"/>
                <a:gd name="T94" fmla="*/ 38 w 137"/>
                <a:gd name="T95" fmla="*/ 31 h 147"/>
                <a:gd name="T96" fmla="*/ 35 w 137"/>
                <a:gd name="T97" fmla="*/ 84 h 147"/>
                <a:gd name="T98" fmla="*/ 33 w 137"/>
                <a:gd name="T99" fmla="*/ 59 h 147"/>
                <a:gd name="T100" fmla="*/ 35 w 137"/>
                <a:gd name="T101" fmla="*/ 30 h 147"/>
                <a:gd name="T102" fmla="*/ 33 w 137"/>
                <a:gd name="T103" fmla="*/ 36 h 147"/>
                <a:gd name="T104" fmla="*/ 21 w 137"/>
                <a:gd name="T105" fmla="*/ 20 h 147"/>
                <a:gd name="T106" fmla="*/ 35 w 137"/>
                <a:gd name="T107" fmla="*/ 30 h 147"/>
                <a:gd name="T108" fmla="*/ 26 w 137"/>
                <a:gd name="T109" fmla="*/ 116 h 147"/>
                <a:gd name="T110" fmla="*/ 21 w 137"/>
                <a:gd name="T111" fmla="*/ 116 h 147"/>
                <a:gd name="T112" fmla="*/ 33 w 137"/>
                <a:gd name="T113" fmla="*/ 99 h 147"/>
                <a:gd name="T114" fmla="*/ 4 w 137"/>
                <a:gd name="T115" fmla="*/ 65 h 147"/>
                <a:gd name="T116" fmla="*/ 23 w 137"/>
                <a:gd name="T117" fmla="*/ 65 h 147"/>
                <a:gd name="T118" fmla="*/ 21 w 137"/>
                <a:gd name="T119" fmla="*/ 72 h 147"/>
                <a:gd name="T120" fmla="*/ 0 w 137"/>
                <a:gd name="T121" fmla="*/ 68 h 147"/>
                <a:gd name="T122" fmla="*/ 4 w 137"/>
                <a:gd name="T123" fmla="*/ 6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7">
                  <a:moveTo>
                    <a:pt x="103" y="51"/>
                  </a:moveTo>
                  <a:lnTo>
                    <a:pt x="103" y="51"/>
                  </a:lnTo>
                  <a:lnTo>
                    <a:pt x="106" y="59"/>
                  </a:lnTo>
                  <a:lnTo>
                    <a:pt x="107" y="68"/>
                  </a:lnTo>
                  <a:lnTo>
                    <a:pt x="107" y="68"/>
                  </a:lnTo>
                  <a:lnTo>
                    <a:pt x="106" y="77"/>
                  </a:lnTo>
                  <a:lnTo>
                    <a:pt x="103" y="84"/>
                  </a:lnTo>
                  <a:lnTo>
                    <a:pt x="103" y="51"/>
                  </a:lnTo>
                  <a:lnTo>
                    <a:pt x="103" y="51"/>
                  </a:lnTo>
                  <a:close/>
                  <a:moveTo>
                    <a:pt x="103" y="107"/>
                  </a:moveTo>
                  <a:lnTo>
                    <a:pt x="103" y="99"/>
                  </a:lnTo>
                  <a:lnTo>
                    <a:pt x="103" y="99"/>
                  </a:lnTo>
                  <a:lnTo>
                    <a:pt x="106" y="99"/>
                  </a:lnTo>
                  <a:lnTo>
                    <a:pt x="106" y="99"/>
                  </a:lnTo>
                  <a:lnTo>
                    <a:pt x="117" y="111"/>
                  </a:lnTo>
                  <a:lnTo>
                    <a:pt x="117" y="111"/>
                  </a:lnTo>
                  <a:lnTo>
                    <a:pt x="118" y="114"/>
                  </a:lnTo>
                  <a:lnTo>
                    <a:pt x="117" y="116"/>
                  </a:lnTo>
                  <a:lnTo>
                    <a:pt x="117" y="116"/>
                  </a:lnTo>
                  <a:lnTo>
                    <a:pt x="115" y="118"/>
                  </a:lnTo>
                  <a:lnTo>
                    <a:pt x="113" y="116"/>
                  </a:lnTo>
                  <a:lnTo>
                    <a:pt x="103" y="107"/>
                  </a:lnTo>
                  <a:lnTo>
                    <a:pt x="103" y="107"/>
                  </a:lnTo>
                  <a:close/>
                  <a:moveTo>
                    <a:pt x="103" y="38"/>
                  </a:moveTo>
                  <a:lnTo>
                    <a:pt x="103" y="28"/>
                  </a:lnTo>
                  <a:lnTo>
                    <a:pt x="113" y="20"/>
                  </a:lnTo>
                  <a:lnTo>
                    <a:pt x="113" y="20"/>
                  </a:lnTo>
                  <a:lnTo>
                    <a:pt x="115" y="19"/>
                  </a:lnTo>
                  <a:lnTo>
                    <a:pt x="117" y="20"/>
                  </a:lnTo>
                  <a:lnTo>
                    <a:pt x="117" y="20"/>
                  </a:lnTo>
                  <a:lnTo>
                    <a:pt x="118" y="23"/>
                  </a:lnTo>
                  <a:lnTo>
                    <a:pt x="117" y="24"/>
                  </a:lnTo>
                  <a:lnTo>
                    <a:pt x="106" y="36"/>
                  </a:lnTo>
                  <a:lnTo>
                    <a:pt x="106" y="36"/>
                  </a:lnTo>
                  <a:lnTo>
                    <a:pt x="106" y="36"/>
                  </a:lnTo>
                  <a:lnTo>
                    <a:pt x="103" y="38"/>
                  </a:lnTo>
                  <a:lnTo>
                    <a:pt x="103" y="38"/>
                  </a:lnTo>
                  <a:close/>
                  <a:moveTo>
                    <a:pt x="114" y="68"/>
                  </a:moveTo>
                  <a:lnTo>
                    <a:pt x="114" y="68"/>
                  </a:lnTo>
                  <a:lnTo>
                    <a:pt x="114" y="68"/>
                  </a:lnTo>
                  <a:lnTo>
                    <a:pt x="114" y="65"/>
                  </a:lnTo>
                  <a:lnTo>
                    <a:pt x="117" y="65"/>
                  </a:lnTo>
                  <a:lnTo>
                    <a:pt x="134" y="65"/>
                  </a:lnTo>
                  <a:lnTo>
                    <a:pt x="134" y="65"/>
                  </a:lnTo>
                  <a:lnTo>
                    <a:pt x="136" y="65"/>
                  </a:lnTo>
                  <a:lnTo>
                    <a:pt x="137" y="68"/>
                  </a:lnTo>
                  <a:lnTo>
                    <a:pt x="137" y="68"/>
                  </a:lnTo>
                  <a:lnTo>
                    <a:pt x="136" y="70"/>
                  </a:lnTo>
                  <a:lnTo>
                    <a:pt x="134" y="72"/>
                  </a:lnTo>
                  <a:lnTo>
                    <a:pt x="117" y="72"/>
                  </a:lnTo>
                  <a:lnTo>
                    <a:pt x="117" y="72"/>
                  </a:lnTo>
                  <a:lnTo>
                    <a:pt x="114" y="70"/>
                  </a:lnTo>
                  <a:lnTo>
                    <a:pt x="114" y="68"/>
                  </a:lnTo>
                  <a:lnTo>
                    <a:pt x="114" y="68"/>
                  </a:lnTo>
                  <a:close/>
                  <a:moveTo>
                    <a:pt x="69" y="30"/>
                  </a:moveTo>
                  <a:lnTo>
                    <a:pt x="69" y="30"/>
                  </a:lnTo>
                  <a:lnTo>
                    <a:pt x="80" y="32"/>
                  </a:lnTo>
                  <a:lnTo>
                    <a:pt x="90" y="36"/>
                  </a:lnTo>
                  <a:lnTo>
                    <a:pt x="98" y="43"/>
                  </a:lnTo>
                  <a:lnTo>
                    <a:pt x="103" y="51"/>
                  </a:lnTo>
                  <a:lnTo>
                    <a:pt x="103" y="84"/>
                  </a:lnTo>
                  <a:lnTo>
                    <a:pt x="103" y="84"/>
                  </a:lnTo>
                  <a:lnTo>
                    <a:pt x="98" y="93"/>
                  </a:lnTo>
                  <a:lnTo>
                    <a:pt x="90" y="100"/>
                  </a:lnTo>
                  <a:lnTo>
                    <a:pt x="90" y="130"/>
                  </a:lnTo>
                  <a:lnTo>
                    <a:pt x="90" y="130"/>
                  </a:lnTo>
                  <a:lnTo>
                    <a:pt x="88" y="137"/>
                  </a:lnTo>
                  <a:lnTo>
                    <a:pt x="84" y="142"/>
                  </a:lnTo>
                  <a:lnTo>
                    <a:pt x="79" y="146"/>
                  </a:lnTo>
                  <a:lnTo>
                    <a:pt x="71" y="147"/>
                  </a:lnTo>
                  <a:lnTo>
                    <a:pt x="69" y="147"/>
                  </a:lnTo>
                  <a:lnTo>
                    <a:pt x="69" y="114"/>
                  </a:lnTo>
                  <a:lnTo>
                    <a:pt x="82" y="114"/>
                  </a:lnTo>
                  <a:lnTo>
                    <a:pt x="82" y="97"/>
                  </a:lnTo>
                  <a:lnTo>
                    <a:pt x="82" y="97"/>
                  </a:lnTo>
                  <a:lnTo>
                    <a:pt x="83" y="96"/>
                  </a:lnTo>
                  <a:lnTo>
                    <a:pt x="84" y="95"/>
                  </a:lnTo>
                  <a:lnTo>
                    <a:pt x="84" y="95"/>
                  </a:lnTo>
                  <a:lnTo>
                    <a:pt x="91" y="89"/>
                  </a:lnTo>
                  <a:lnTo>
                    <a:pt x="95" y="84"/>
                  </a:lnTo>
                  <a:lnTo>
                    <a:pt x="98" y="76"/>
                  </a:lnTo>
                  <a:lnTo>
                    <a:pt x="99" y="68"/>
                  </a:lnTo>
                  <a:lnTo>
                    <a:pt x="99" y="68"/>
                  </a:lnTo>
                  <a:lnTo>
                    <a:pt x="99" y="62"/>
                  </a:lnTo>
                  <a:lnTo>
                    <a:pt x="96" y="57"/>
                  </a:lnTo>
                  <a:lnTo>
                    <a:pt x="94" y="51"/>
                  </a:lnTo>
                  <a:lnTo>
                    <a:pt x="91" y="47"/>
                  </a:lnTo>
                  <a:lnTo>
                    <a:pt x="91" y="47"/>
                  </a:lnTo>
                  <a:lnTo>
                    <a:pt x="86" y="43"/>
                  </a:lnTo>
                  <a:lnTo>
                    <a:pt x="82" y="40"/>
                  </a:lnTo>
                  <a:lnTo>
                    <a:pt x="75" y="39"/>
                  </a:lnTo>
                  <a:lnTo>
                    <a:pt x="69" y="38"/>
                  </a:lnTo>
                  <a:lnTo>
                    <a:pt x="69" y="30"/>
                  </a:lnTo>
                  <a:lnTo>
                    <a:pt x="69" y="30"/>
                  </a:lnTo>
                  <a:close/>
                  <a:moveTo>
                    <a:pt x="103" y="28"/>
                  </a:moveTo>
                  <a:lnTo>
                    <a:pt x="100" y="31"/>
                  </a:lnTo>
                  <a:lnTo>
                    <a:pt x="100" y="31"/>
                  </a:lnTo>
                  <a:lnTo>
                    <a:pt x="99" y="34"/>
                  </a:lnTo>
                  <a:lnTo>
                    <a:pt x="100" y="36"/>
                  </a:lnTo>
                  <a:lnTo>
                    <a:pt x="100" y="36"/>
                  </a:lnTo>
                  <a:lnTo>
                    <a:pt x="103" y="38"/>
                  </a:lnTo>
                  <a:lnTo>
                    <a:pt x="103" y="28"/>
                  </a:lnTo>
                  <a:lnTo>
                    <a:pt x="103" y="28"/>
                  </a:lnTo>
                  <a:close/>
                  <a:moveTo>
                    <a:pt x="103" y="99"/>
                  </a:moveTo>
                  <a:lnTo>
                    <a:pt x="103" y="99"/>
                  </a:lnTo>
                  <a:lnTo>
                    <a:pt x="100" y="99"/>
                  </a:lnTo>
                  <a:lnTo>
                    <a:pt x="100" y="99"/>
                  </a:lnTo>
                  <a:lnTo>
                    <a:pt x="99" y="101"/>
                  </a:lnTo>
                  <a:lnTo>
                    <a:pt x="100" y="104"/>
                  </a:lnTo>
                  <a:lnTo>
                    <a:pt x="103" y="107"/>
                  </a:lnTo>
                  <a:lnTo>
                    <a:pt x="103" y="99"/>
                  </a:lnTo>
                  <a:lnTo>
                    <a:pt x="103" y="99"/>
                  </a:lnTo>
                  <a:close/>
                  <a:moveTo>
                    <a:pt x="69" y="24"/>
                  </a:moveTo>
                  <a:lnTo>
                    <a:pt x="69" y="0"/>
                  </a:lnTo>
                  <a:lnTo>
                    <a:pt x="69" y="0"/>
                  </a:lnTo>
                  <a:lnTo>
                    <a:pt x="72" y="1"/>
                  </a:lnTo>
                  <a:lnTo>
                    <a:pt x="72" y="4"/>
                  </a:lnTo>
                  <a:lnTo>
                    <a:pt x="72" y="20"/>
                  </a:lnTo>
                  <a:lnTo>
                    <a:pt x="72" y="20"/>
                  </a:lnTo>
                  <a:lnTo>
                    <a:pt x="72" y="23"/>
                  </a:lnTo>
                  <a:lnTo>
                    <a:pt x="69" y="24"/>
                  </a:lnTo>
                  <a:lnTo>
                    <a:pt x="69" y="24"/>
                  </a:lnTo>
                  <a:close/>
                  <a:moveTo>
                    <a:pt x="69" y="147"/>
                  </a:moveTo>
                  <a:lnTo>
                    <a:pt x="67" y="147"/>
                  </a:lnTo>
                  <a:lnTo>
                    <a:pt x="67" y="147"/>
                  </a:lnTo>
                  <a:lnTo>
                    <a:pt x="60" y="146"/>
                  </a:lnTo>
                  <a:lnTo>
                    <a:pt x="53" y="142"/>
                  </a:lnTo>
                  <a:lnTo>
                    <a:pt x="49" y="137"/>
                  </a:lnTo>
                  <a:lnTo>
                    <a:pt x="48" y="130"/>
                  </a:lnTo>
                  <a:lnTo>
                    <a:pt x="48" y="99"/>
                  </a:lnTo>
                  <a:lnTo>
                    <a:pt x="48" y="99"/>
                  </a:lnTo>
                  <a:lnTo>
                    <a:pt x="41" y="92"/>
                  </a:lnTo>
                  <a:lnTo>
                    <a:pt x="35" y="84"/>
                  </a:lnTo>
                  <a:lnTo>
                    <a:pt x="35" y="51"/>
                  </a:lnTo>
                  <a:lnTo>
                    <a:pt x="35" y="51"/>
                  </a:lnTo>
                  <a:lnTo>
                    <a:pt x="41" y="43"/>
                  </a:lnTo>
                  <a:lnTo>
                    <a:pt x="49" y="36"/>
                  </a:lnTo>
                  <a:lnTo>
                    <a:pt x="59" y="32"/>
                  </a:lnTo>
                  <a:lnTo>
                    <a:pt x="64" y="31"/>
                  </a:lnTo>
                  <a:lnTo>
                    <a:pt x="69" y="30"/>
                  </a:lnTo>
                  <a:lnTo>
                    <a:pt x="69" y="38"/>
                  </a:lnTo>
                  <a:lnTo>
                    <a:pt x="69" y="38"/>
                  </a:lnTo>
                  <a:lnTo>
                    <a:pt x="64" y="39"/>
                  </a:lnTo>
                  <a:lnTo>
                    <a:pt x="57" y="40"/>
                  </a:lnTo>
                  <a:lnTo>
                    <a:pt x="53" y="43"/>
                  </a:lnTo>
                  <a:lnTo>
                    <a:pt x="48" y="47"/>
                  </a:lnTo>
                  <a:lnTo>
                    <a:pt x="48" y="47"/>
                  </a:lnTo>
                  <a:lnTo>
                    <a:pt x="45" y="51"/>
                  </a:lnTo>
                  <a:lnTo>
                    <a:pt x="42" y="57"/>
                  </a:lnTo>
                  <a:lnTo>
                    <a:pt x="40" y="62"/>
                  </a:lnTo>
                  <a:lnTo>
                    <a:pt x="40" y="68"/>
                  </a:lnTo>
                  <a:lnTo>
                    <a:pt x="40" y="68"/>
                  </a:lnTo>
                  <a:lnTo>
                    <a:pt x="41" y="76"/>
                  </a:lnTo>
                  <a:lnTo>
                    <a:pt x="44" y="82"/>
                  </a:lnTo>
                  <a:lnTo>
                    <a:pt x="48" y="89"/>
                  </a:lnTo>
                  <a:lnTo>
                    <a:pt x="54" y="93"/>
                  </a:lnTo>
                  <a:lnTo>
                    <a:pt x="54" y="93"/>
                  </a:lnTo>
                  <a:lnTo>
                    <a:pt x="54" y="93"/>
                  </a:lnTo>
                  <a:lnTo>
                    <a:pt x="56" y="95"/>
                  </a:lnTo>
                  <a:lnTo>
                    <a:pt x="56" y="97"/>
                  </a:lnTo>
                  <a:lnTo>
                    <a:pt x="56" y="114"/>
                  </a:lnTo>
                  <a:lnTo>
                    <a:pt x="69" y="114"/>
                  </a:lnTo>
                  <a:lnTo>
                    <a:pt x="69" y="147"/>
                  </a:lnTo>
                  <a:lnTo>
                    <a:pt x="69" y="147"/>
                  </a:lnTo>
                  <a:close/>
                  <a:moveTo>
                    <a:pt x="69" y="0"/>
                  </a:moveTo>
                  <a:lnTo>
                    <a:pt x="69" y="24"/>
                  </a:lnTo>
                  <a:lnTo>
                    <a:pt x="69" y="24"/>
                  </a:lnTo>
                  <a:lnTo>
                    <a:pt x="69" y="24"/>
                  </a:lnTo>
                  <a:lnTo>
                    <a:pt x="69" y="24"/>
                  </a:lnTo>
                  <a:lnTo>
                    <a:pt x="67" y="23"/>
                  </a:lnTo>
                  <a:lnTo>
                    <a:pt x="65" y="20"/>
                  </a:lnTo>
                  <a:lnTo>
                    <a:pt x="65" y="4"/>
                  </a:lnTo>
                  <a:lnTo>
                    <a:pt x="65" y="4"/>
                  </a:lnTo>
                  <a:lnTo>
                    <a:pt x="67" y="1"/>
                  </a:lnTo>
                  <a:lnTo>
                    <a:pt x="69" y="0"/>
                  </a:lnTo>
                  <a:lnTo>
                    <a:pt x="69" y="0"/>
                  </a:lnTo>
                  <a:lnTo>
                    <a:pt x="69" y="0"/>
                  </a:lnTo>
                  <a:close/>
                  <a:moveTo>
                    <a:pt x="35" y="107"/>
                  </a:moveTo>
                  <a:lnTo>
                    <a:pt x="38" y="104"/>
                  </a:lnTo>
                  <a:lnTo>
                    <a:pt x="38" y="104"/>
                  </a:lnTo>
                  <a:lnTo>
                    <a:pt x="38" y="101"/>
                  </a:lnTo>
                  <a:lnTo>
                    <a:pt x="38" y="99"/>
                  </a:lnTo>
                  <a:lnTo>
                    <a:pt x="38" y="99"/>
                  </a:lnTo>
                  <a:lnTo>
                    <a:pt x="35" y="99"/>
                  </a:lnTo>
                  <a:lnTo>
                    <a:pt x="35" y="107"/>
                  </a:lnTo>
                  <a:lnTo>
                    <a:pt x="35" y="107"/>
                  </a:lnTo>
                  <a:close/>
                  <a:moveTo>
                    <a:pt x="35" y="38"/>
                  </a:moveTo>
                  <a:lnTo>
                    <a:pt x="35" y="38"/>
                  </a:lnTo>
                  <a:lnTo>
                    <a:pt x="38" y="36"/>
                  </a:lnTo>
                  <a:lnTo>
                    <a:pt x="38" y="36"/>
                  </a:lnTo>
                  <a:lnTo>
                    <a:pt x="38" y="34"/>
                  </a:lnTo>
                  <a:lnTo>
                    <a:pt x="38" y="31"/>
                  </a:lnTo>
                  <a:lnTo>
                    <a:pt x="35" y="30"/>
                  </a:lnTo>
                  <a:lnTo>
                    <a:pt x="35" y="38"/>
                  </a:lnTo>
                  <a:close/>
                  <a:moveTo>
                    <a:pt x="35" y="84"/>
                  </a:moveTo>
                  <a:lnTo>
                    <a:pt x="35" y="84"/>
                  </a:lnTo>
                  <a:lnTo>
                    <a:pt x="33" y="76"/>
                  </a:lnTo>
                  <a:lnTo>
                    <a:pt x="31" y="68"/>
                  </a:lnTo>
                  <a:lnTo>
                    <a:pt x="31" y="68"/>
                  </a:lnTo>
                  <a:lnTo>
                    <a:pt x="33" y="59"/>
                  </a:lnTo>
                  <a:lnTo>
                    <a:pt x="35" y="51"/>
                  </a:lnTo>
                  <a:lnTo>
                    <a:pt x="35" y="84"/>
                  </a:lnTo>
                  <a:lnTo>
                    <a:pt x="35" y="84"/>
                  </a:lnTo>
                  <a:close/>
                  <a:moveTo>
                    <a:pt x="35" y="30"/>
                  </a:moveTo>
                  <a:lnTo>
                    <a:pt x="35" y="38"/>
                  </a:lnTo>
                  <a:lnTo>
                    <a:pt x="35" y="38"/>
                  </a:lnTo>
                  <a:lnTo>
                    <a:pt x="33" y="36"/>
                  </a:lnTo>
                  <a:lnTo>
                    <a:pt x="33" y="36"/>
                  </a:lnTo>
                  <a:lnTo>
                    <a:pt x="21" y="24"/>
                  </a:lnTo>
                  <a:lnTo>
                    <a:pt x="21" y="24"/>
                  </a:lnTo>
                  <a:lnTo>
                    <a:pt x="19" y="23"/>
                  </a:lnTo>
                  <a:lnTo>
                    <a:pt x="21" y="20"/>
                  </a:lnTo>
                  <a:lnTo>
                    <a:pt x="21" y="20"/>
                  </a:lnTo>
                  <a:lnTo>
                    <a:pt x="23" y="19"/>
                  </a:lnTo>
                  <a:lnTo>
                    <a:pt x="26" y="20"/>
                  </a:lnTo>
                  <a:lnTo>
                    <a:pt x="35" y="30"/>
                  </a:lnTo>
                  <a:lnTo>
                    <a:pt x="35" y="30"/>
                  </a:lnTo>
                  <a:close/>
                  <a:moveTo>
                    <a:pt x="35" y="99"/>
                  </a:moveTo>
                  <a:lnTo>
                    <a:pt x="35" y="107"/>
                  </a:lnTo>
                  <a:lnTo>
                    <a:pt x="26" y="116"/>
                  </a:lnTo>
                  <a:lnTo>
                    <a:pt x="26" y="116"/>
                  </a:lnTo>
                  <a:lnTo>
                    <a:pt x="23" y="118"/>
                  </a:lnTo>
                  <a:lnTo>
                    <a:pt x="21" y="116"/>
                  </a:lnTo>
                  <a:lnTo>
                    <a:pt x="21" y="116"/>
                  </a:lnTo>
                  <a:lnTo>
                    <a:pt x="19" y="114"/>
                  </a:lnTo>
                  <a:lnTo>
                    <a:pt x="21" y="111"/>
                  </a:lnTo>
                  <a:lnTo>
                    <a:pt x="33" y="99"/>
                  </a:lnTo>
                  <a:lnTo>
                    <a:pt x="33" y="99"/>
                  </a:lnTo>
                  <a:lnTo>
                    <a:pt x="33" y="99"/>
                  </a:lnTo>
                  <a:lnTo>
                    <a:pt x="35" y="99"/>
                  </a:lnTo>
                  <a:lnTo>
                    <a:pt x="35" y="99"/>
                  </a:lnTo>
                  <a:close/>
                  <a:moveTo>
                    <a:pt x="4" y="65"/>
                  </a:moveTo>
                  <a:lnTo>
                    <a:pt x="4" y="65"/>
                  </a:lnTo>
                  <a:lnTo>
                    <a:pt x="21" y="65"/>
                  </a:lnTo>
                  <a:lnTo>
                    <a:pt x="21" y="65"/>
                  </a:lnTo>
                  <a:lnTo>
                    <a:pt x="23" y="65"/>
                  </a:lnTo>
                  <a:lnTo>
                    <a:pt x="25" y="68"/>
                  </a:lnTo>
                  <a:lnTo>
                    <a:pt x="25" y="68"/>
                  </a:lnTo>
                  <a:lnTo>
                    <a:pt x="23" y="70"/>
                  </a:lnTo>
                  <a:lnTo>
                    <a:pt x="21" y="72"/>
                  </a:lnTo>
                  <a:lnTo>
                    <a:pt x="4" y="72"/>
                  </a:lnTo>
                  <a:lnTo>
                    <a:pt x="4" y="72"/>
                  </a:lnTo>
                  <a:lnTo>
                    <a:pt x="2" y="70"/>
                  </a:lnTo>
                  <a:lnTo>
                    <a:pt x="0" y="68"/>
                  </a:lnTo>
                  <a:lnTo>
                    <a:pt x="0" y="68"/>
                  </a:lnTo>
                  <a:lnTo>
                    <a:pt x="2" y="65"/>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6" name="ïṩḻíḋé">
              <a:extLst>
                <a:ext uri="{FF2B5EF4-FFF2-40B4-BE49-F238E27FC236}">
                  <a16:creationId xmlns:a16="http://schemas.microsoft.com/office/drawing/2014/main" id="{C450EFBE-822B-42ED-B20D-62257A42FAD4}"/>
                </a:ext>
              </a:extLst>
            </p:cNvPr>
            <p:cNvGrpSpPr/>
            <p:nvPr/>
          </p:nvGrpSpPr>
          <p:grpSpPr>
            <a:xfrm>
              <a:off x="6065863" y="2863216"/>
              <a:ext cx="144875" cy="230942"/>
              <a:chOff x="2679701" y="2924175"/>
              <a:chExt cx="160337" cy="255588"/>
            </a:xfrm>
            <a:solidFill>
              <a:srgbClr val="FF8F29"/>
            </a:solidFill>
          </p:grpSpPr>
          <p:sp>
            <p:nvSpPr>
              <p:cNvPr id="268" name="iSḷïḑe">
                <a:extLst>
                  <a:ext uri="{FF2B5EF4-FFF2-40B4-BE49-F238E27FC236}">
                    <a16:creationId xmlns:a16="http://schemas.microsoft.com/office/drawing/2014/main" id="{62791259-9590-4E23-9DF2-FFBB53BD0687}"/>
                  </a:ext>
                </a:extLst>
              </p:cNvPr>
              <p:cNvSpPr/>
              <p:nvPr/>
            </p:nvSpPr>
            <p:spPr bwMode="auto">
              <a:xfrm>
                <a:off x="2770188" y="3103563"/>
                <a:ext cx="57150" cy="57150"/>
              </a:xfrm>
              <a:custGeom>
                <a:avLst/>
                <a:gdLst>
                  <a:gd name="T0" fmla="*/ 0 w 36"/>
                  <a:gd name="T1" fmla="*/ 22 h 36"/>
                  <a:gd name="T2" fmla="*/ 0 w 36"/>
                  <a:gd name="T3" fmla="*/ 22 h 36"/>
                  <a:gd name="T4" fmla="*/ 2 w 36"/>
                  <a:gd name="T5" fmla="*/ 27 h 36"/>
                  <a:gd name="T6" fmla="*/ 8 w 36"/>
                  <a:gd name="T7" fmla="*/ 33 h 36"/>
                  <a:gd name="T8" fmla="*/ 13 w 36"/>
                  <a:gd name="T9" fmla="*/ 36 h 36"/>
                  <a:gd name="T10" fmla="*/ 21 w 36"/>
                  <a:gd name="T11" fmla="*/ 36 h 36"/>
                  <a:gd name="T12" fmla="*/ 21 w 36"/>
                  <a:gd name="T13" fmla="*/ 36 h 36"/>
                  <a:gd name="T14" fmla="*/ 28 w 36"/>
                  <a:gd name="T15" fmla="*/ 33 h 36"/>
                  <a:gd name="T16" fmla="*/ 32 w 36"/>
                  <a:gd name="T17" fmla="*/ 29 h 36"/>
                  <a:gd name="T18" fmla="*/ 35 w 36"/>
                  <a:gd name="T19" fmla="*/ 22 h 36"/>
                  <a:gd name="T20" fmla="*/ 36 w 36"/>
                  <a:gd name="T21" fmla="*/ 15 h 36"/>
                  <a:gd name="T22" fmla="*/ 36 w 36"/>
                  <a:gd name="T23" fmla="*/ 15 h 36"/>
                  <a:gd name="T24" fmla="*/ 33 w 36"/>
                  <a:gd name="T25" fmla="*/ 8 h 36"/>
                  <a:gd name="T26" fmla="*/ 28 w 36"/>
                  <a:gd name="T27" fmla="*/ 3 h 36"/>
                  <a:gd name="T28" fmla="*/ 21 w 36"/>
                  <a:gd name="T29" fmla="*/ 0 h 36"/>
                  <a:gd name="T30" fmla="*/ 14 w 36"/>
                  <a:gd name="T31" fmla="*/ 0 h 36"/>
                  <a:gd name="T32" fmla="*/ 14 w 36"/>
                  <a:gd name="T33" fmla="*/ 0 h 36"/>
                  <a:gd name="T34" fmla="*/ 8 w 36"/>
                  <a:gd name="T35" fmla="*/ 3 h 36"/>
                  <a:gd name="T36" fmla="*/ 4 w 36"/>
                  <a:gd name="T37" fmla="*/ 8 h 36"/>
                  <a:gd name="T38" fmla="*/ 1 w 36"/>
                  <a:gd name="T39" fmla="*/ 14 h 36"/>
                  <a:gd name="T40" fmla="*/ 0 w 36"/>
                  <a:gd name="T41" fmla="*/ 22 h 36"/>
                  <a:gd name="T42" fmla="*/ 0 w 36"/>
                  <a:gd name="T43"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6">
                    <a:moveTo>
                      <a:pt x="0" y="22"/>
                    </a:moveTo>
                    <a:lnTo>
                      <a:pt x="0" y="22"/>
                    </a:lnTo>
                    <a:lnTo>
                      <a:pt x="2" y="27"/>
                    </a:lnTo>
                    <a:lnTo>
                      <a:pt x="8" y="33"/>
                    </a:lnTo>
                    <a:lnTo>
                      <a:pt x="13" y="36"/>
                    </a:lnTo>
                    <a:lnTo>
                      <a:pt x="21" y="36"/>
                    </a:lnTo>
                    <a:lnTo>
                      <a:pt x="21" y="36"/>
                    </a:lnTo>
                    <a:lnTo>
                      <a:pt x="28" y="33"/>
                    </a:lnTo>
                    <a:lnTo>
                      <a:pt x="32" y="29"/>
                    </a:lnTo>
                    <a:lnTo>
                      <a:pt x="35" y="22"/>
                    </a:lnTo>
                    <a:lnTo>
                      <a:pt x="36" y="15"/>
                    </a:lnTo>
                    <a:lnTo>
                      <a:pt x="36" y="15"/>
                    </a:lnTo>
                    <a:lnTo>
                      <a:pt x="33" y="8"/>
                    </a:lnTo>
                    <a:lnTo>
                      <a:pt x="28" y="3"/>
                    </a:lnTo>
                    <a:lnTo>
                      <a:pt x="21" y="0"/>
                    </a:lnTo>
                    <a:lnTo>
                      <a:pt x="14" y="0"/>
                    </a:lnTo>
                    <a:lnTo>
                      <a:pt x="14" y="0"/>
                    </a:lnTo>
                    <a:lnTo>
                      <a:pt x="8" y="3"/>
                    </a:lnTo>
                    <a:lnTo>
                      <a:pt x="4" y="8"/>
                    </a:lnTo>
                    <a:lnTo>
                      <a:pt x="1" y="14"/>
                    </a:lnTo>
                    <a:lnTo>
                      <a:pt x="0" y="2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69" name="îšḷîde">
                <a:extLst>
                  <a:ext uri="{FF2B5EF4-FFF2-40B4-BE49-F238E27FC236}">
                    <a16:creationId xmlns:a16="http://schemas.microsoft.com/office/drawing/2014/main" id="{262F22A6-7550-48D4-B773-F8F2884C1B94}"/>
                  </a:ext>
                </a:extLst>
              </p:cNvPr>
              <p:cNvSpPr/>
              <p:nvPr/>
            </p:nvSpPr>
            <p:spPr bwMode="auto">
              <a:xfrm>
                <a:off x="2786063" y="2924175"/>
                <a:ext cx="53975" cy="192088"/>
              </a:xfrm>
              <a:custGeom>
                <a:avLst/>
                <a:gdLst>
                  <a:gd name="T0" fmla="*/ 0 w 34"/>
                  <a:gd name="T1" fmla="*/ 121 h 121"/>
                  <a:gd name="T2" fmla="*/ 0 w 34"/>
                  <a:gd name="T3" fmla="*/ 121 h 121"/>
                  <a:gd name="T4" fmla="*/ 21 w 34"/>
                  <a:gd name="T5" fmla="*/ 17 h 121"/>
                  <a:gd name="T6" fmla="*/ 21 w 34"/>
                  <a:gd name="T7" fmla="*/ 17 h 121"/>
                  <a:gd name="T8" fmla="*/ 27 w 34"/>
                  <a:gd name="T9" fmla="*/ 9 h 121"/>
                  <a:gd name="T10" fmla="*/ 31 w 34"/>
                  <a:gd name="T11" fmla="*/ 2 h 121"/>
                  <a:gd name="T12" fmla="*/ 34 w 34"/>
                  <a:gd name="T13" fmla="*/ 0 h 121"/>
                  <a:gd name="T14" fmla="*/ 34 w 34"/>
                  <a:gd name="T15" fmla="*/ 0 h 121"/>
                  <a:gd name="T16" fmla="*/ 31 w 34"/>
                  <a:gd name="T17" fmla="*/ 19 h 121"/>
                  <a:gd name="T18" fmla="*/ 25 w 34"/>
                  <a:gd name="T19" fmla="*/ 61 h 121"/>
                  <a:gd name="T20" fmla="*/ 14 w 34"/>
                  <a:gd name="T21" fmla="*/ 121 h 121"/>
                  <a:gd name="T22" fmla="*/ 0 w 34"/>
                  <a:gd name="T23"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121">
                    <a:moveTo>
                      <a:pt x="0" y="121"/>
                    </a:moveTo>
                    <a:lnTo>
                      <a:pt x="0" y="121"/>
                    </a:lnTo>
                    <a:lnTo>
                      <a:pt x="21" y="17"/>
                    </a:lnTo>
                    <a:lnTo>
                      <a:pt x="21" y="17"/>
                    </a:lnTo>
                    <a:lnTo>
                      <a:pt x="27" y="9"/>
                    </a:lnTo>
                    <a:lnTo>
                      <a:pt x="31" y="2"/>
                    </a:lnTo>
                    <a:lnTo>
                      <a:pt x="34" y="0"/>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0" name="iSḷidé">
                <a:extLst>
                  <a:ext uri="{FF2B5EF4-FFF2-40B4-BE49-F238E27FC236}">
                    <a16:creationId xmlns:a16="http://schemas.microsoft.com/office/drawing/2014/main" id="{754109DE-2734-4BE5-9C11-D28A5048EB78}"/>
                  </a:ext>
                </a:extLst>
              </p:cNvPr>
              <p:cNvSpPr/>
              <p:nvPr/>
            </p:nvSpPr>
            <p:spPr bwMode="auto">
              <a:xfrm>
                <a:off x="2679701" y="2954338"/>
                <a:ext cx="123825" cy="166688"/>
              </a:xfrm>
              <a:custGeom>
                <a:avLst/>
                <a:gdLst>
                  <a:gd name="T0" fmla="*/ 77 w 78"/>
                  <a:gd name="T1" fmla="*/ 98 h 105"/>
                  <a:gd name="T2" fmla="*/ 19 w 78"/>
                  <a:gd name="T3" fmla="*/ 13 h 105"/>
                  <a:gd name="T4" fmla="*/ 0 w 78"/>
                  <a:gd name="T5" fmla="*/ 0 h 105"/>
                  <a:gd name="T6" fmla="*/ 8 w 78"/>
                  <a:gd name="T7" fmla="*/ 20 h 105"/>
                  <a:gd name="T8" fmla="*/ 66 w 78"/>
                  <a:gd name="T9" fmla="*/ 105 h 105"/>
                  <a:gd name="T10" fmla="*/ 78 w 78"/>
                  <a:gd name="T11" fmla="*/ 98 h 105"/>
                  <a:gd name="T12" fmla="*/ 77 w 78"/>
                  <a:gd name="T13" fmla="*/ 98 h 105"/>
                </a:gdLst>
                <a:ahLst/>
                <a:cxnLst>
                  <a:cxn ang="0">
                    <a:pos x="T0" y="T1"/>
                  </a:cxn>
                  <a:cxn ang="0">
                    <a:pos x="T2" y="T3"/>
                  </a:cxn>
                  <a:cxn ang="0">
                    <a:pos x="T4" y="T5"/>
                  </a:cxn>
                  <a:cxn ang="0">
                    <a:pos x="T6" y="T7"/>
                  </a:cxn>
                  <a:cxn ang="0">
                    <a:pos x="T8" y="T9"/>
                  </a:cxn>
                  <a:cxn ang="0">
                    <a:pos x="T10" y="T11"/>
                  </a:cxn>
                  <a:cxn ang="0">
                    <a:pos x="T12" y="T13"/>
                  </a:cxn>
                </a:cxnLst>
                <a:rect l="0" t="0" r="r" b="b"/>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1" name="ísḷíḓè">
                <a:extLst>
                  <a:ext uri="{FF2B5EF4-FFF2-40B4-BE49-F238E27FC236}">
                    <a16:creationId xmlns:a16="http://schemas.microsoft.com/office/drawing/2014/main" id="{1272AD47-0AF4-4B82-AE3A-F321F6A2F127}"/>
                  </a:ext>
                </a:extLst>
              </p:cNvPr>
              <p:cNvSpPr/>
              <p:nvPr/>
            </p:nvSpPr>
            <p:spPr bwMode="auto">
              <a:xfrm>
                <a:off x="2798763" y="3149600"/>
                <a:ext cx="14288" cy="30163"/>
              </a:xfrm>
              <a:custGeom>
                <a:avLst/>
                <a:gdLst>
                  <a:gd name="T0" fmla="*/ 7 w 9"/>
                  <a:gd name="T1" fmla="*/ 2 h 19"/>
                  <a:gd name="T2" fmla="*/ 7 w 9"/>
                  <a:gd name="T3" fmla="*/ 2 h 19"/>
                  <a:gd name="T4" fmla="*/ 6 w 9"/>
                  <a:gd name="T5" fmla="*/ 0 h 19"/>
                  <a:gd name="T6" fmla="*/ 3 w 9"/>
                  <a:gd name="T7" fmla="*/ 0 h 19"/>
                  <a:gd name="T8" fmla="*/ 3 w 9"/>
                  <a:gd name="T9" fmla="*/ 0 h 19"/>
                  <a:gd name="T10" fmla="*/ 0 w 9"/>
                  <a:gd name="T11" fmla="*/ 1 h 19"/>
                  <a:gd name="T12" fmla="*/ 0 w 9"/>
                  <a:gd name="T13" fmla="*/ 4 h 19"/>
                  <a:gd name="T14" fmla="*/ 3 w 9"/>
                  <a:gd name="T15" fmla="*/ 16 h 19"/>
                  <a:gd name="T16" fmla="*/ 3 w 9"/>
                  <a:gd name="T17" fmla="*/ 16 h 19"/>
                  <a:gd name="T18" fmla="*/ 3 w 9"/>
                  <a:gd name="T19" fmla="*/ 19 h 19"/>
                  <a:gd name="T20" fmla="*/ 6 w 9"/>
                  <a:gd name="T21" fmla="*/ 19 h 19"/>
                  <a:gd name="T22" fmla="*/ 6 w 9"/>
                  <a:gd name="T23" fmla="*/ 19 h 19"/>
                  <a:gd name="T24" fmla="*/ 9 w 9"/>
                  <a:gd name="T25" fmla="*/ 17 h 19"/>
                  <a:gd name="T26" fmla="*/ 9 w 9"/>
                  <a:gd name="T27" fmla="*/ 15 h 19"/>
                  <a:gd name="T28" fmla="*/ 7 w 9"/>
                  <a:gd name="T2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19">
                    <a:moveTo>
                      <a:pt x="7" y="2"/>
                    </a:moveTo>
                    <a:lnTo>
                      <a:pt x="7" y="2"/>
                    </a:lnTo>
                    <a:lnTo>
                      <a:pt x="6" y="0"/>
                    </a:lnTo>
                    <a:lnTo>
                      <a:pt x="3" y="0"/>
                    </a:lnTo>
                    <a:lnTo>
                      <a:pt x="3" y="0"/>
                    </a:lnTo>
                    <a:lnTo>
                      <a:pt x="0" y="1"/>
                    </a:lnTo>
                    <a:lnTo>
                      <a:pt x="0" y="4"/>
                    </a:lnTo>
                    <a:lnTo>
                      <a:pt x="3" y="16"/>
                    </a:lnTo>
                    <a:lnTo>
                      <a:pt x="3" y="16"/>
                    </a:lnTo>
                    <a:lnTo>
                      <a:pt x="3" y="19"/>
                    </a:lnTo>
                    <a:lnTo>
                      <a:pt x="6"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7" name="işlîdé">
              <a:extLst>
                <a:ext uri="{FF2B5EF4-FFF2-40B4-BE49-F238E27FC236}">
                  <a16:creationId xmlns:a16="http://schemas.microsoft.com/office/drawing/2014/main" id="{18C01974-2E75-43DC-84D1-E2F9FA28D349}"/>
                </a:ext>
              </a:extLst>
            </p:cNvPr>
            <p:cNvSpPr/>
            <p:nvPr/>
          </p:nvSpPr>
          <p:spPr bwMode="auto">
            <a:xfrm>
              <a:off x="6050098" y="1680439"/>
              <a:ext cx="196516" cy="213728"/>
            </a:xfrm>
            <a:custGeom>
              <a:avLst/>
              <a:gdLst>
                <a:gd name="T0" fmla="*/ 105 w 137"/>
                <a:gd name="T1" fmla="*/ 69 h 149"/>
                <a:gd name="T2" fmla="*/ 103 w 137"/>
                <a:gd name="T3" fmla="*/ 51 h 149"/>
                <a:gd name="T4" fmla="*/ 103 w 137"/>
                <a:gd name="T5" fmla="*/ 99 h 149"/>
                <a:gd name="T6" fmla="*/ 116 w 137"/>
                <a:gd name="T7" fmla="*/ 112 h 149"/>
                <a:gd name="T8" fmla="*/ 114 w 137"/>
                <a:gd name="T9" fmla="*/ 118 h 149"/>
                <a:gd name="T10" fmla="*/ 103 w 137"/>
                <a:gd name="T11" fmla="*/ 38 h 149"/>
                <a:gd name="T12" fmla="*/ 114 w 137"/>
                <a:gd name="T13" fmla="*/ 19 h 149"/>
                <a:gd name="T14" fmla="*/ 116 w 137"/>
                <a:gd name="T15" fmla="*/ 26 h 149"/>
                <a:gd name="T16" fmla="*/ 103 w 137"/>
                <a:gd name="T17" fmla="*/ 38 h 149"/>
                <a:gd name="T18" fmla="*/ 112 w 137"/>
                <a:gd name="T19" fmla="*/ 69 h 149"/>
                <a:gd name="T20" fmla="*/ 133 w 137"/>
                <a:gd name="T21" fmla="*/ 65 h 149"/>
                <a:gd name="T22" fmla="*/ 135 w 137"/>
                <a:gd name="T23" fmla="*/ 72 h 149"/>
                <a:gd name="T24" fmla="*/ 114 w 137"/>
                <a:gd name="T25" fmla="*/ 72 h 149"/>
                <a:gd name="T26" fmla="*/ 69 w 137"/>
                <a:gd name="T27" fmla="*/ 31 h 149"/>
                <a:gd name="T28" fmla="*/ 103 w 137"/>
                <a:gd name="T29" fmla="*/ 51 h 149"/>
                <a:gd name="T30" fmla="*/ 89 w 137"/>
                <a:gd name="T31" fmla="*/ 100 h 149"/>
                <a:gd name="T32" fmla="*/ 84 w 137"/>
                <a:gd name="T33" fmla="*/ 144 h 149"/>
                <a:gd name="T34" fmla="*/ 69 w 137"/>
                <a:gd name="T35" fmla="*/ 115 h 149"/>
                <a:gd name="T36" fmla="*/ 81 w 137"/>
                <a:gd name="T37" fmla="*/ 96 h 149"/>
                <a:gd name="T38" fmla="*/ 95 w 137"/>
                <a:gd name="T39" fmla="*/ 84 h 149"/>
                <a:gd name="T40" fmla="*/ 97 w 137"/>
                <a:gd name="T41" fmla="*/ 62 h 149"/>
                <a:gd name="T42" fmla="*/ 89 w 137"/>
                <a:gd name="T43" fmla="*/ 47 h 149"/>
                <a:gd name="T44" fmla="*/ 69 w 137"/>
                <a:gd name="T45" fmla="*/ 39 h 149"/>
                <a:gd name="T46" fmla="*/ 100 w 137"/>
                <a:gd name="T47" fmla="*/ 33 h 149"/>
                <a:gd name="T48" fmla="*/ 100 w 137"/>
                <a:gd name="T49" fmla="*/ 38 h 149"/>
                <a:gd name="T50" fmla="*/ 103 w 137"/>
                <a:gd name="T51" fmla="*/ 99 h 149"/>
                <a:gd name="T52" fmla="*/ 99 w 137"/>
                <a:gd name="T53" fmla="*/ 103 h 149"/>
                <a:gd name="T54" fmla="*/ 103 w 137"/>
                <a:gd name="T55" fmla="*/ 99 h 149"/>
                <a:gd name="T56" fmla="*/ 70 w 137"/>
                <a:gd name="T57" fmla="*/ 1 h 149"/>
                <a:gd name="T58" fmla="*/ 70 w 137"/>
                <a:gd name="T59" fmla="*/ 23 h 149"/>
                <a:gd name="T60" fmla="*/ 66 w 137"/>
                <a:gd name="T61" fmla="*/ 149 h 149"/>
                <a:gd name="T62" fmla="*/ 49 w 137"/>
                <a:gd name="T63" fmla="*/ 137 h 149"/>
                <a:gd name="T64" fmla="*/ 39 w 137"/>
                <a:gd name="T65" fmla="*/ 93 h 149"/>
                <a:gd name="T66" fmla="*/ 40 w 137"/>
                <a:gd name="T67" fmla="*/ 43 h 149"/>
                <a:gd name="T68" fmla="*/ 69 w 137"/>
                <a:gd name="T69" fmla="*/ 31 h 149"/>
                <a:gd name="T70" fmla="*/ 57 w 137"/>
                <a:gd name="T71" fmla="*/ 41 h 149"/>
                <a:gd name="T72" fmla="*/ 43 w 137"/>
                <a:gd name="T73" fmla="*/ 51 h 149"/>
                <a:gd name="T74" fmla="*/ 38 w 137"/>
                <a:gd name="T75" fmla="*/ 69 h 149"/>
                <a:gd name="T76" fmla="*/ 53 w 137"/>
                <a:gd name="T77" fmla="*/ 95 h 149"/>
                <a:gd name="T78" fmla="*/ 55 w 137"/>
                <a:gd name="T79" fmla="*/ 98 h 149"/>
                <a:gd name="T80" fmla="*/ 69 w 137"/>
                <a:gd name="T81" fmla="*/ 149 h 149"/>
                <a:gd name="T82" fmla="*/ 68 w 137"/>
                <a:gd name="T83" fmla="*/ 24 h 149"/>
                <a:gd name="T84" fmla="*/ 65 w 137"/>
                <a:gd name="T85" fmla="*/ 4 h 149"/>
                <a:gd name="T86" fmla="*/ 69 w 137"/>
                <a:gd name="T87" fmla="*/ 0 h 149"/>
                <a:gd name="T88" fmla="*/ 36 w 137"/>
                <a:gd name="T89" fmla="*/ 106 h 149"/>
                <a:gd name="T90" fmla="*/ 34 w 137"/>
                <a:gd name="T91" fmla="*/ 99 h 149"/>
                <a:gd name="T92" fmla="*/ 34 w 137"/>
                <a:gd name="T93" fmla="*/ 38 h 149"/>
                <a:gd name="T94" fmla="*/ 36 w 137"/>
                <a:gd name="T95" fmla="*/ 33 h 149"/>
                <a:gd name="T96" fmla="*/ 34 w 137"/>
                <a:gd name="T97" fmla="*/ 85 h 149"/>
                <a:gd name="T98" fmla="*/ 31 w 137"/>
                <a:gd name="T99" fmla="*/ 61 h 149"/>
                <a:gd name="T100" fmla="*/ 34 w 137"/>
                <a:gd name="T101" fmla="*/ 30 h 149"/>
                <a:gd name="T102" fmla="*/ 31 w 137"/>
                <a:gd name="T103" fmla="*/ 38 h 149"/>
                <a:gd name="T104" fmla="*/ 20 w 137"/>
                <a:gd name="T105" fmla="*/ 20 h 149"/>
                <a:gd name="T106" fmla="*/ 34 w 137"/>
                <a:gd name="T107" fmla="*/ 30 h 149"/>
                <a:gd name="T108" fmla="*/ 24 w 137"/>
                <a:gd name="T109" fmla="*/ 116 h 149"/>
                <a:gd name="T110" fmla="*/ 20 w 137"/>
                <a:gd name="T111" fmla="*/ 116 h 149"/>
                <a:gd name="T112" fmla="*/ 31 w 137"/>
                <a:gd name="T113" fmla="*/ 100 h 149"/>
                <a:gd name="T114" fmla="*/ 4 w 137"/>
                <a:gd name="T115" fmla="*/ 65 h 149"/>
                <a:gd name="T116" fmla="*/ 23 w 137"/>
                <a:gd name="T117" fmla="*/ 66 h 149"/>
                <a:gd name="T118" fmla="*/ 20 w 137"/>
                <a:gd name="T119" fmla="*/ 72 h 149"/>
                <a:gd name="T120" fmla="*/ 0 w 137"/>
                <a:gd name="T121" fmla="*/ 69 h 149"/>
                <a:gd name="T122" fmla="*/ 4 w 137"/>
                <a:gd name="T123" fmla="*/ 6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9">
                  <a:moveTo>
                    <a:pt x="103" y="51"/>
                  </a:moveTo>
                  <a:lnTo>
                    <a:pt x="103" y="51"/>
                  </a:lnTo>
                  <a:lnTo>
                    <a:pt x="105" y="60"/>
                  </a:lnTo>
                  <a:lnTo>
                    <a:pt x="105" y="69"/>
                  </a:lnTo>
                  <a:lnTo>
                    <a:pt x="105" y="69"/>
                  </a:lnTo>
                  <a:lnTo>
                    <a:pt x="105" y="77"/>
                  </a:lnTo>
                  <a:lnTo>
                    <a:pt x="103" y="85"/>
                  </a:lnTo>
                  <a:lnTo>
                    <a:pt x="103" y="51"/>
                  </a:lnTo>
                  <a:lnTo>
                    <a:pt x="103" y="51"/>
                  </a:lnTo>
                  <a:close/>
                  <a:moveTo>
                    <a:pt x="103" y="108"/>
                  </a:moveTo>
                  <a:lnTo>
                    <a:pt x="103" y="99"/>
                  </a:lnTo>
                  <a:lnTo>
                    <a:pt x="103" y="99"/>
                  </a:lnTo>
                  <a:lnTo>
                    <a:pt x="104" y="100"/>
                  </a:lnTo>
                  <a:lnTo>
                    <a:pt x="104" y="100"/>
                  </a:lnTo>
                  <a:lnTo>
                    <a:pt x="116" y="112"/>
                  </a:lnTo>
                  <a:lnTo>
                    <a:pt x="116" y="112"/>
                  </a:lnTo>
                  <a:lnTo>
                    <a:pt x="118" y="115"/>
                  </a:lnTo>
                  <a:lnTo>
                    <a:pt x="116" y="116"/>
                  </a:lnTo>
                  <a:lnTo>
                    <a:pt x="116" y="116"/>
                  </a:lnTo>
                  <a:lnTo>
                    <a:pt x="114" y="118"/>
                  </a:lnTo>
                  <a:lnTo>
                    <a:pt x="111" y="116"/>
                  </a:lnTo>
                  <a:lnTo>
                    <a:pt x="103" y="108"/>
                  </a:lnTo>
                  <a:lnTo>
                    <a:pt x="103" y="108"/>
                  </a:lnTo>
                  <a:close/>
                  <a:moveTo>
                    <a:pt x="103" y="38"/>
                  </a:moveTo>
                  <a:lnTo>
                    <a:pt x="103" y="30"/>
                  </a:lnTo>
                  <a:lnTo>
                    <a:pt x="111" y="20"/>
                  </a:lnTo>
                  <a:lnTo>
                    <a:pt x="111" y="20"/>
                  </a:lnTo>
                  <a:lnTo>
                    <a:pt x="114" y="19"/>
                  </a:lnTo>
                  <a:lnTo>
                    <a:pt x="116" y="20"/>
                  </a:lnTo>
                  <a:lnTo>
                    <a:pt x="116" y="20"/>
                  </a:lnTo>
                  <a:lnTo>
                    <a:pt x="118" y="23"/>
                  </a:lnTo>
                  <a:lnTo>
                    <a:pt x="116" y="26"/>
                  </a:lnTo>
                  <a:lnTo>
                    <a:pt x="104" y="38"/>
                  </a:lnTo>
                  <a:lnTo>
                    <a:pt x="104" y="38"/>
                  </a:lnTo>
                  <a:lnTo>
                    <a:pt x="104" y="38"/>
                  </a:lnTo>
                  <a:lnTo>
                    <a:pt x="103" y="38"/>
                  </a:lnTo>
                  <a:lnTo>
                    <a:pt x="103" y="38"/>
                  </a:lnTo>
                  <a:close/>
                  <a:moveTo>
                    <a:pt x="112" y="69"/>
                  </a:moveTo>
                  <a:lnTo>
                    <a:pt x="112" y="69"/>
                  </a:lnTo>
                  <a:lnTo>
                    <a:pt x="112" y="69"/>
                  </a:lnTo>
                  <a:lnTo>
                    <a:pt x="114" y="66"/>
                  </a:lnTo>
                  <a:lnTo>
                    <a:pt x="116" y="65"/>
                  </a:lnTo>
                  <a:lnTo>
                    <a:pt x="133" y="65"/>
                  </a:lnTo>
                  <a:lnTo>
                    <a:pt x="133" y="65"/>
                  </a:lnTo>
                  <a:lnTo>
                    <a:pt x="135" y="66"/>
                  </a:lnTo>
                  <a:lnTo>
                    <a:pt x="137" y="69"/>
                  </a:lnTo>
                  <a:lnTo>
                    <a:pt x="137" y="69"/>
                  </a:lnTo>
                  <a:lnTo>
                    <a:pt x="135" y="72"/>
                  </a:lnTo>
                  <a:lnTo>
                    <a:pt x="133" y="72"/>
                  </a:lnTo>
                  <a:lnTo>
                    <a:pt x="116" y="72"/>
                  </a:lnTo>
                  <a:lnTo>
                    <a:pt x="116" y="72"/>
                  </a:lnTo>
                  <a:lnTo>
                    <a:pt x="114" y="72"/>
                  </a:lnTo>
                  <a:lnTo>
                    <a:pt x="112" y="69"/>
                  </a:lnTo>
                  <a:lnTo>
                    <a:pt x="112" y="69"/>
                  </a:lnTo>
                  <a:close/>
                  <a:moveTo>
                    <a:pt x="69" y="31"/>
                  </a:moveTo>
                  <a:lnTo>
                    <a:pt x="69" y="31"/>
                  </a:lnTo>
                  <a:lnTo>
                    <a:pt x="78" y="33"/>
                  </a:lnTo>
                  <a:lnTo>
                    <a:pt x="88" y="37"/>
                  </a:lnTo>
                  <a:lnTo>
                    <a:pt x="96" y="43"/>
                  </a:lnTo>
                  <a:lnTo>
                    <a:pt x="103" y="51"/>
                  </a:lnTo>
                  <a:lnTo>
                    <a:pt x="103" y="85"/>
                  </a:lnTo>
                  <a:lnTo>
                    <a:pt x="103" y="85"/>
                  </a:lnTo>
                  <a:lnTo>
                    <a:pt x="96" y="93"/>
                  </a:lnTo>
                  <a:lnTo>
                    <a:pt x="89" y="100"/>
                  </a:lnTo>
                  <a:lnTo>
                    <a:pt x="89" y="130"/>
                  </a:lnTo>
                  <a:lnTo>
                    <a:pt x="89" y="130"/>
                  </a:lnTo>
                  <a:lnTo>
                    <a:pt x="88" y="137"/>
                  </a:lnTo>
                  <a:lnTo>
                    <a:pt x="84" y="144"/>
                  </a:lnTo>
                  <a:lnTo>
                    <a:pt x="77" y="148"/>
                  </a:lnTo>
                  <a:lnTo>
                    <a:pt x="70" y="149"/>
                  </a:lnTo>
                  <a:lnTo>
                    <a:pt x="69" y="149"/>
                  </a:lnTo>
                  <a:lnTo>
                    <a:pt x="69" y="115"/>
                  </a:lnTo>
                  <a:lnTo>
                    <a:pt x="81" y="115"/>
                  </a:lnTo>
                  <a:lnTo>
                    <a:pt x="81" y="98"/>
                  </a:lnTo>
                  <a:lnTo>
                    <a:pt x="81" y="98"/>
                  </a:lnTo>
                  <a:lnTo>
                    <a:pt x="81" y="96"/>
                  </a:lnTo>
                  <a:lnTo>
                    <a:pt x="82" y="95"/>
                  </a:lnTo>
                  <a:lnTo>
                    <a:pt x="82" y="95"/>
                  </a:lnTo>
                  <a:lnTo>
                    <a:pt x="89" y="89"/>
                  </a:lnTo>
                  <a:lnTo>
                    <a:pt x="95" y="84"/>
                  </a:lnTo>
                  <a:lnTo>
                    <a:pt x="97" y="77"/>
                  </a:lnTo>
                  <a:lnTo>
                    <a:pt x="99" y="69"/>
                  </a:lnTo>
                  <a:lnTo>
                    <a:pt x="99" y="69"/>
                  </a:lnTo>
                  <a:lnTo>
                    <a:pt x="97" y="62"/>
                  </a:lnTo>
                  <a:lnTo>
                    <a:pt x="96" y="57"/>
                  </a:lnTo>
                  <a:lnTo>
                    <a:pt x="93" y="51"/>
                  </a:lnTo>
                  <a:lnTo>
                    <a:pt x="89" y="47"/>
                  </a:lnTo>
                  <a:lnTo>
                    <a:pt x="89" y="47"/>
                  </a:lnTo>
                  <a:lnTo>
                    <a:pt x="85" y="43"/>
                  </a:lnTo>
                  <a:lnTo>
                    <a:pt x="80" y="41"/>
                  </a:lnTo>
                  <a:lnTo>
                    <a:pt x="74" y="39"/>
                  </a:lnTo>
                  <a:lnTo>
                    <a:pt x="69" y="39"/>
                  </a:lnTo>
                  <a:lnTo>
                    <a:pt x="69" y="31"/>
                  </a:lnTo>
                  <a:lnTo>
                    <a:pt x="69" y="31"/>
                  </a:lnTo>
                  <a:close/>
                  <a:moveTo>
                    <a:pt x="103" y="30"/>
                  </a:moveTo>
                  <a:lnTo>
                    <a:pt x="100" y="33"/>
                  </a:lnTo>
                  <a:lnTo>
                    <a:pt x="100" y="33"/>
                  </a:lnTo>
                  <a:lnTo>
                    <a:pt x="99" y="35"/>
                  </a:lnTo>
                  <a:lnTo>
                    <a:pt x="100" y="38"/>
                  </a:lnTo>
                  <a:lnTo>
                    <a:pt x="100" y="38"/>
                  </a:lnTo>
                  <a:lnTo>
                    <a:pt x="103" y="38"/>
                  </a:lnTo>
                  <a:lnTo>
                    <a:pt x="103" y="30"/>
                  </a:lnTo>
                  <a:lnTo>
                    <a:pt x="103" y="30"/>
                  </a:lnTo>
                  <a:close/>
                  <a:moveTo>
                    <a:pt x="103" y="99"/>
                  </a:moveTo>
                  <a:lnTo>
                    <a:pt x="103" y="99"/>
                  </a:lnTo>
                  <a:lnTo>
                    <a:pt x="100" y="100"/>
                  </a:lnTo>
                  <a:lnTo>
                    <a:pt x="100" y="100"/>
                  </a:lnTo>
                  <a:lnTo>
                    <a:pt x="99" y="103"/>
                  </a:lnTo>
                  <a:lnTo>
                    <a:pt x="100" y="106"/>
                  </a:lnTo>
                  <a:lnTo>
                    <a:pt x="103" y="108"/>
                  </a:lnTo>
                  <a:lnTo>
                    <a:pt x="103" y="99"/>
                  </a:lnTo>
                  <a:lnTo>
                    <a:pt x="103" y="99"/>
                  </a:lnTo>
                  <a:close/>
                  <a:moveTo>
                    <a:pt x="69" y="24"/>
                  </a:moveTo>
                  <a:lnTo>
                    <a:pt x="69" y="0"/>
                  </a:lnTo>
                  <a:lnTo>
                    <a:pt x="69" y="0"/>
                  </a:lnTo>
                  <a:lnTo>
                    <a:pt x="70" y="1"/>
                  </a:lnTo>
                  <a:lnTo>
                    <a:pt x="72" y="4"/>
                  </a:lnTo>
                  <a:lnTo>
                    <a:pt x="72" y="20"/>
                  </a:lnTo>
                  <a:lnTo>
                    <a:pt x="72" y="20"/>
                  </a:lnTo>
                  <a:lnTo>
                    <a:pt x="70" y="23"/>
                  </a:lnTo>
                  <a:lnTo>
                    <a:pt x="69" y="24"/>
                  </a:lnTo>
                  <a:lnTo>
                    <a:pt x="69" y="24"/>
                  </a:lnTo>
                  <a:close/>
                  <a:moveTo>
                    <a:pt x="69" y="149"/>
                  </a:moveTo>
                  <a:lnTo>
                    <a:pt x="66" y="149"/>
                  </a:lnTo>
                  <a:lnTo>
                    <a:pt x="66" y="149"/>
                  </a:lnTo>
                  <a:lnTo>
                    <a:pt x="58" y="148"/>
                  </a:lnTo>
                  <a:lnTo>
                    <a:pt x="53" y="144"/>
                  </a:lnTo>
                  <a:lnTo>
                    <a:pt x="49" y="137"/>
                  </a:lnTo>
                  <a:lnTo>
                    <a:pt x="47" y="130"/>
                  </a:lnTo>
                  <a:lnTo>
                    <a:pt x="47" y="100"/>
                  </a:lnTo>
                  <a:lnTo>
                    <a:pt x="47" y="100"/>
                  </a:lnTo>
                  <a:lnTo>
                    <a:pt x="39" y="93"/>
                  </a:lnTo>
                  <a:lnTo>
                    <a:pt x="34" y="85"/>
                  </a:lnTo>
                  <a:lnTo>
                    <a:pt x="34" y="53"/>
                  </a:lnTo>
                  <a:lnTo>
                    <a:pt x="34" y="53"/>
                  </a:lnTo>
                  <a:lnTo>
                    <a:pt x="40" y="43"/>
                  </a:lnTo>
                  <a:lnTo>
                    <a:pt x="47" y="37"/>
                  </a:lnTo>
                  <a:lnTo>
                    <a:pt x="58" y="33"/>
                  </a:lnTo>
                  <a:lnTo>
                    <a:pt x="62" y="31"/>
                  </a:lnTo>
                  <a:lnTo>
                    <a:pt x="69" y="31"/>
                  </a:lnTo>
                  <a:lnTo>
                    <a:pt x="69" y="39"/>
                  </a:lnTo>
                  <a:lnTo>
                    <a:pt x="69" y="39"/>
                  </a:lnTo>
                  <a:lnTo>
                    <a:pt x="62" y="39"/>
                  </a:lnTo>
                  <a:lnTo>
                    <a:pt x="57" y="41"/>
                  </a:lnTo>
                  <a:lnTo>
                    <a:pt x="51" y="43"/>
                  </a:lnTo>
                  <a:lnTo>
                    <a:pt x="47" y="47"/>
                  </a:lnTo>
                  <a:lnTo>
                    <a:pt x="47" y="47"/>
                  </a:lnTo>
                  <a:lnTo>
                    <a:pt x="43" y="51"/>
                  </a:lnTo>
                  <a:lnTo>
                    <a:pt x="40" y="57"/>
                  </a:lnTo>
                  <a:lnTo>
                    <a:pt x="39" y="62"/>
                  </a:lnTo>
                  <a:lnTo>
                    <a:pt x="38" y="69"/>
                  </a:lnTo>
                  <a:lnTo>
                    <a:pt x="38" y="69"/>
                  </a:lnTo>
                  <a:lnTo>
                    <a:pt x="39" y="77"/>
                  </a:lnTo>
                  <a:lnTo>
                    <a:pt x="42" y="84"/>
                  </a:lnTo>
                  <a:lnTo>
                    <a:pt x="47" y="89"/>
                  </a:lnTo>
                  <a:lnTo>
                    <a:pt x="53" y="95"/>
                  </a:lnTo>
                  <a:lnTo>
                    <a:pt x="53" y="95"/>
                  </a:lnTo>
                  <a:lnTo>
                    <a:pt x="53" y="95"/>
                  </a:lnTo>
                  <a:lnTo>
                    <a:pt x="54" y="96"/>
                  </a:lnTo>
                  <a:lnTo>
                    <a:pt x="55" y="98"/>
                  </a:lnTo>
                  <a:lnTo>
                    <a:pt x="55" y="115"/>
                  </a:lnTo>
                  <a:lnTo>
                    <a:pt x="69" y="115"/>
                  </a:lnTo>
                  <a:lnTo>
                    <a:pt x="69" y="149"/>
                  </a:lnTo>
                  <a:lnTo>
                    <a:pt x="69" y="149"/>
                  </a:lnTo>
                  <a:close/>
                  <a:moveTo>
                    <a:pt x="69" y="0"/>
                  </a:moveTo>
                  <a:lnTo>
                    <a:pt x="69" y="24"/>
                  </a:lnTo>
                  <a:lnTo>
                    <a:pt x="68" y="24"/>
                  </a:lnTo>
                  <a:lnTo>
                    <a:pt x="68" y="24"/>
                  </a:lnTo>
                  <a:lnTo>
                    <a:pt x="68" y="24"/>
                  </a:lnTo>
                  <a:lnTo>
                    <a:pt x="66" y="23"/>
                  </a:lnTo>
                  <a:lnTo>
                    <a:pt x="65" y="20"/>
                  </a:lnTo>
                  <a:lnTo>
                    <a:pt x="65" y="4"/>
                  </a:lnTo>
                  <a:lnTo>
                    <a:pt x="65" y="4"/>
                  </a:lnTo>
                  <a:lnTo>
                    <a:pt x="66" y="1"/>
                  </a:lnTo>
                  <a:lnTo>
                    <a:pt x="68" y="0"/>
                  </a:lnTo>
                  <a:lnTo>
                    <a:pt x="69" y="0"/>
                  </a:lnTo>
                  <a:lnTo>
                    <a:pt x="69" y="0"/>
                  </a:lnTo>
                  <a:close/>
                  <a:moveTo>
                    <a:pt x="34" y="107"/>
                  </a:moveTo>
                  <a:lnTo>
                    <a:pt x="36" y="106"/>
                  </a:lnTo>
                  <a:lnTo>
                    <a:pt x="36" y="106"/>
                  </a:lnTo>
                  <a:lnTo>
                    <a:pt x="38" y="103"/>
                  </a:lnTo>
                  <a:lnTo>
                    <a:pt x="36" y="100"/>
                  </a:lnTo>
                  <a:lnTo>
                    <a:pt x="36" y="100"/>
                  </a:lnTo>
                  <a:lnTo>
                    <a:pt x="34" y="99"/>
                  </a:lnTo>
                  <a:lnTo>
                    <a:pt x="34" y="107"/>
                  </a:lnTo>
                  <a:lnTo>
                    <a:pt x="34" y="107"/>
                  </a:lnTo>
                  <a:close/>
                  <a:moveTo>
                    <a:pt x="34" y="38"/>
                  </a:moveTo>
                  <a:lnTo>
                    <a:pt x="34" y="38"/>
                  </a:lnTo>
                  <a:lnTo>
                    <a:pt x="36" y="38"/>
                  </a:lnTo>
                  <a:lnTo>
                    <a:pt x="36" y="38"/>
                  </a:lnTo>
                  <a:lnTo>
                    <a:pt x="38" y="35"/>
                  </a:lnTo>
                  <a:lnTo>
                    <a:pt x="36" y="33"/>
                  </a:lnTo>
                  <a:lnTo>
                    <a:pt x="34" y="30"/>
                  </a:lnTo>
                  <a:lnTo>
                    <a:pt x="34" y="38"/>
                  </a:lnTo>
                  <a:close/>
                  <a:moveTo>
                    <a:pt x="34" y="85"/>
                  </a:moveTo>
                  <a:lnTo>
                    <a:pt x="34" y="85"/>
                  </a:lnTo>
                  <a:lnTo>
                    <a:pt x="31" y="77"/>
                  </a:lnTo>
                  <a:lnTo>
                    <a:pt x="31" y="69"/>
                  </a:lnTo>
                  <a:lnTo>
                    <a:pt x="31" y="69"/>
                  </a:lnTo>
                  <a:lnTo>
                    <a:pt x="31" y="61"/>
                  </a:lnTo>
                  <a:lnTo>
                    <a:pt x="34" y="53"/>
                  </a:lnTo>
                  <a:lnTo>
                    <a:pt x="34" y="85"/>
                  </a:lnTo>
                  <a:lnTo>
                    <a:pt x="34" y="85"/>
                  </a:lnTo>
                  <a:close/>
                  <a:moveTo>
                    <a:pt x="34" y="30"/>
                  </a:moveTo>
                  <a:lnTo>
                    <a:pt x="34" y="38"/>
                  </a:lnTo>
                  <a:lnTo>
                    <a:pt x="34" y="38"/>
                  </a:lnTo>
                  <a:lnTo>
                    <a:pt x="31" y="38"/>
                  </a:lnTo>
                  <a:lnTo>
                    <a:pt x="31" y="38"/>
                  </a:lnTo>
                  <a:lnTo>
                    <a:pt x="20" y="26"/>
                  </a:lnTo>
                  <a:lnTo>
                    <a:pt x="20" y="26"/>
                  </a:lnTo>
                  <a:lnTo>
                    <a:pt x="19" y="23"/>
                  </a:lnTo>
                  <a:lnTo>
                    <a:pt x="20" y="20"/>
                  </a:lnTo>
                  <a:lnTo>
                    <a:pt x="20" y="20"/>
                  </a:lnTo>
                  <a:lnTo>
                    <a:pt x="23" y="19"/>
                  </a:lnTo>
                  <a:lnTo>
                    <a:pt x="24" y="20"/>
                  </a:lnTo>
                  <a:lnTo>
                    <a:pt x="34" y="30"/>
                  </a:lnTo>
                  <a:lnTo>
                    <a:pt x="34" y="30"/>
                  </a:lnTo>
                  <a:close/>
                  <a:moveTo>
                    <a:pt x="34" y="99"/>
                  </a:moveTo>
                  <a:lnTo>
                    <a:pt x="34" y="107"/>
                  </a:lnTo>
                  <a:lnTo>
                    <a:pt x="24" y="116"/>
                  </a:lnTo>
                  <a:lnTo>
                    <a:pt x="24" y="116"/>
                  </a:lnTo>
                  <a:lnTo>
                    <a:pt x="23" y="118"/>
                  </a:lnTo>
                  <a:lnTo>
                    <a:pt x="20" y="116"/>
                  </a:lnTo>
                  <a:lnTo>
                    <a:pt x="20" y="116"/>
                  </a:lnTo>
                  <a:lnTo>
                    <a:pt x="19" y="115"/>
                  </a:lnTo>
                  <a:lnTo>
                    <a:pt x="20" y="112"/>
                  </a:lnTo>
                  <a:lnTo>
                    <a:pt x="31" y="100"/>
                  </a:lnTo>
                  <a:lnTo>
                    <a:pt x="31" y="100"/>
                  </a:lnTo>
                  <a:lnTo>
                    <a:pt x="31" y="100"/>
                  </a:lnTo>
                  <a:lnTo>
                    <a:pt x="34" y="99"/>
                  </a:lnTo>
                  <a:lnTo>
                    <a:pt x="34" y="99"/>
                  </a:lnTo>
                  <a:close/>
                  <a:moveTo>
                    <a:pt x="4" y="65"/>
                  </a:moveTo>
                  <a:lnTo>
                    <a:pt x="4" y="65"/>
                  </a:lnTo>
                  <a:lnTo>
                    <a:pt x="20" y="65"/>
                  </a:lnTo>
                  <a:lnTo>
                    <a:pt x="20" y="65"/>
                  </a:lnTo>
                  <a:lnTo>
                    <a:pt x="23" y="66"/>
                  </a:lnTo>
                  <a:lnTo>
                    <a:pt x="24" y="69"/>
                  </a:lnTo>
                  <a:lnTo>
                    <a:pt x="24" y="69"/>
                  </a:lnTo>
                  <a:lnTo>
                    <a:pt x="23" y="72"/>
                  </a:lnTo>
                  <a:lnTo>
                    <a:pt x="20" y="72"/>
                  </a:lnTo>
                  <a:lnTo>
                    <a:pt x="4" y="72"/>
                  </a:lnTo>
                  <a:lnTo>
                    <a:pt x="4" y="72"/>
                  </a:lnTo>
                  <a:lnTo>
                    <a:pt x="1" y="72"/>
                  </a:lnTo>
                  <a:lnTo>
                    <a:pt x="0" y="69"/>
                  </a:lnTo>
                  <a:lnTo>
                    <a:pt x="0" y="69"/>
                  </a:lnTo>
                  <a:lnTo>
                    <a:pt x="1" y="66"/>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18" name="矩形 217">
            <a:extLst>
              <a:ext uri="{FF2B5EF4-FFF2-40B4-BE49-F238E27FC236}">
                <a16:creationId xmlns:a16="http://schemas.microsoft.com/office/drawing/2014/main" id="{DA7B6109-6704-484F-9752-E46A4FDDA8D2}"/>
              </a:ext>
            </a:extLst>
          </p:cNvPr>
          <p:cNvSpPr/>
          <p:nvPr/>
        </p:nvSpPr>
        <p:spPr>
          <a:xfrm>
            <a:off x="140798" y="5410443"/>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函請國防部定期提供</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俾</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及早取得加以</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分析</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運用。</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9" name="矩形 218">
            <a:extLst>
              <a:ext uri="{FF2B5EF4-FFF2-40B4-BE49-F238E27FC236}">
                <a16:creationId xmlns:a16="http://schemas.microsoft.com/office/drawing/2014/main" id="{DA7B6109-6704-484F-9752-E46A4FDDA8D2}"/>
              </a:ext>
            </a:extLst>
          </p:cNvPr>
          <p:cNvSpPr/>
          <p:nvPr/>
        </p:nvSpPr>
        <p:spPr>
          <a:xfrm>
            <a:off x="5931089" y="2784627"/>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盤點美方定期</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提供</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國防部</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之相關表</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報</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可</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運用情形，舉</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如</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美方</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月報、待</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清償</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責任</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款季報表、</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合</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約</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終止準備金報表</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14</a:t>
            </a:fld>
            <a:endParaRPr lang="zh-CN" altLang="en-US">
              <a:solidFill>
                <a:prstClr val="black">
                  <a:tint val="75000"/>
                </a:prstClr>
              </a:solidFill>
            </a:endParaRPr>
          </a:p>
        </p:txBody>
      </p:sp>
    </p:spTree>
    <p:extLst>
      <p:ext uri="{BB962C8B-B14F-4D97-AF65-F5344CB8AC3E}">
        <p14:creationId xmlns:p14="http://schemas.microsoft.com/office/powerpoint/2010/main" val="3927461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77547" y="231931"/>
            <a:ext cx="7632121" cy="916823"/>
          </a:xfrm>
        </p:spPr>
        <p:txBody>
          <a:bodyPr>
            <a:noAutofit/>
          </a:bodyPr>
          <a:lstStyle/>
          <a:p>
            <a:r>
              <a:rPr lang="zh-TW" altLang="en-US" sz="3600" b="0" dirty="0" smtClean="0"/>
              <a:t>三、後續審</a:t>
            </a:r>
            <a:r>
              <a:rPr lang="zh-TW" altLang="en-US" sz="3600" b="0" dirty="0"/>
              <a:t>計策進</a:t>
            </a:r>
            <a:r>
              <a:rPr lang="zh-TW" altLang="en-US" sz="3600" b="0" dirty="0" smtClean="0"/>
              <a:t>作為</a:t>
            </a:r>
            <a:r>
              <a:rPr lang="en-US" altLang="zh-TW" sz="3600" b="0" dirty="0" smtClean="0"/>
              <a:t>(</a:t>
            </a:r>
            <a:r>
              <a:rPr lang="zh-TW" altLang="en-US" sz="3600" b="0" dirty="0" smtClean="0"/>
              <a:t>三</a:t>
            </a:r>
            <a:r>
              <a:rPr lang="en-US" altLang="zh-TW" sz="3600" b="0" dirty="0" smtClean="0"/>
              <a:t>)</a:t>
            </a:r>
            <a:endParaRPr lang="zh-TW" altLang="en-US" sz="3600" b="0" dirty="0"/>
          </a:p>
        </p:txBody>
      </p:sp>
      <p:sp>
        <p:nvSpPr>
          <p:cNvPr id="17" name="矩形 16">
            <a:extLst>
              <a:ext uri="{FF2B5EF4-FFF2-40B4-BE49-F238E27FC236}">
                <a16:creationId xmlns:a16="http://schemas.microsoft.com/office/drawing/2014/main" id="{DA7B6109-6704-484F-9752-E46A4FDDA8D2}"/>
              </a:ext>
            </a:extLst>
          </p:cNvPr>
          <p:cNvSpPr/>
          <p:nvPr/>
        </p:nvSpPr>
        <p:spPr>
          <a:xfrm>
            <a:off x="5200039" y="1149617"/>
            <a:ext cx="2773819"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smtClean="0">
                <a:solidFill>
                  <a:srgbClr val="7030A0"/>
                </a:solidFill>
                <a:latin typeface="Microsoft YaHei" panose="020B0503020204020204" pitchFamily="34" charset="-122"/>
                <a:ea typeface="Microsoft YaHei" panose="020B0503020204020204" pitchFamily="34" charset="-122"/>
                <a:cs typeface="+mj-cs"/>
              </a:rPr>
              <a:t>策進作為</a:t>
            </a:r>
            <a:endParaRPr lang="zh-TW" altLang="en-US" sz="4000" spc="-200" dirty="0">
              <a:solidFill>
                <a:srgbClr val="7030A0"/>
              </a:solidFill>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4000" dirty="0">
                <a:solidFill>
                  <a:schemeClr val="accent2">
                    <a:lumMod val="75000"/>
                  </a:schemeClr>
                </a:solidFill>
                <a:latin typeface="Microsoft YaHei" panose="020B0503020204020204" pitchFamily="34" charset="-122"/>
                <a:ea typeface="Microsoft YaHei" panose="020B0503020204020204" pitchFamily="34" charset="-122"/>
                <a:cs typeface="+mj-cs"/>
              </a:rPr>
              <a:t>挑戰</a:t>
            </a:r>
            <a:endParaRPr lang="en-US" altLang="zh-TW" sz="4000" dirty="0">
              <a:solidFill>
                <a:schemeClr val="accent2">
                  <a:lumMod val="75000"/>
                </a:schemeClr>
              </a:solidFill>
              <a:latin typeface="Microsoft YaHei" panose="020B0503020204020204" pitchFamily="34" charset="-122"/>
              <a:ea typeface="Microsoft YaHei" panose="020B0503020204020204" pitchFamily="34" charset="-122"/>
              <a:cs typeface="+mj-cs"/>
            </a:endParaRPr>
          </a:p>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pic>
        <p:nvPicPr>
          <p:cNvPr id="11" name="圖片 10">
            <a:extLst>
              <a:ext uri="{FF2B5EF4-FFF2-40B4-BE49-F238E27FC236}">
                <a16:creationId xmlns:a16="http://schemas.microsoft.com/office/drawing/2014/main" id="{4B19A4F2-B1A3-4A77-9FF2-277B0A5EE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9253" y="1021511"/>
            <a:ext cx="1120978" cy="793501"/>
          </a:xfrm>
          <a:prstGeom prst="rect">
            <a:avLst/>
          </a:prstGeom>
        </p:spPr>
      </p:pic>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21" name="矩形 20">
            <a:extLst>
              <a:ext uri="{FF2B5EF4-FFF2-40B4-BE49-F238E27FC236}">
                <a16:creationId xmlns:a16="http://schemas.microsoft.com/office/drawing/2014/main" id="{DA7B6109-6704-484F-9752-E46A4FDDA8D2}"/>
              </a:ext>
            </a:extLst>
          </p:cNvPr>
          <p:cNvSpPr/>
          <p:nvPr/>
        </p:nvSpPr>
        <p:spPr>
          <a:xfrm>
            <a:off x="585447" y="3798656"/>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國防部軍購管理單位</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及作業分工精細，資</a:t>
            </a:r>
            <a:endParaRPr lang="en-US" altLang="zh-TW" sz="2800" dirty="0" smtClean="0">
              <a:solidFill>
                <a:schemeClr val="accent2">
                  <a:lumMod val="75000"/>
                </a:schemeClr>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smtClean="0">
                <a:solidFill>
                  <a:schemeClr val="accent2">
                    <a:lumMod val="75000"/>
                  </a:schemeClr>
                </a:solidFill>
                <a:latin typeface="Microsoft YaHei" panose="020B0503020204020204" pitchFamily="34" charset="-122"/>
                <a:ea typeface="Microsoft YaHei" panose="020B0503020204020204" pitchFamily="34" charset="-122"/>
                <a:cs typeface="+mj-cs"/>
              </a:rPr>
              <a:t>    料見樹不見林。</a:t>
            </a:r>
            <a:endParaRPr lang="en-US" altLang="zh-TW" sz="2800" dirty="0" smtClean="0">
              <a:solidFill>
                <a:schemeClr val="accent2">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090231" y="3283055"/>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rgbClr val="7030A0"/>
                </a:solidFill>
                <a:latin typeface="Microsoft YaHei" panose="020B0503020204020204" pitchFamily="34" charset="-122"/>
                <a:ea typeface="Microsoft YaHei" panose="020B0503020204020204" pitchFamily="34" charset="-122"/>
                <a:cs typeface="+mj-cs"/>
              </a:rPr>
              <a:t>加強運用</a:t>
            </a:r>
            <a:r>
              <a:rPr lang="zh-TW" altLang="en-US" sz="2800" dirty="0">
                <a:solidFill>
                  <a:srgbClr val="7030A0"/>
                </a:solidFill>
                <a:latin typeface="Microsoft YaHei" panose="020B0503020204020204" pitchFamily="34" charset="-122"/>
                <a:ea typeface="Microsoft YaHei" panose="020B0503020204020204" pitchFamily="34" charset="-122"/>
                <a:cs typeface="+mj-cs"/>
              </a:rPr>
              <a:t>電腦</a:t>
            </a:r>
            <a:r>
              <a:rPr lang="zh-TW" altLang="en-US" sz="2800" dirty="0" smtClean="0">
                <a:solidFill>
                  <a:srgbClr val="7030A0"/>
                </a:solidFill>
                <a:latin typeface="Microsoft YaHei" panose="020B0503020204020204" pitchFamily="34" charset="-122"/>
                <a:ea typeface="Microsoft YaHei" panose="020B0503020204020204" pitchFamily="34" charset="-122"/>
                <a:cs typeface="+mj-cs"/>
              </a:rPr>
              <a:t>審計</a:t>
            </a:r>
            <a:endParaRPr lang="en-US" altLang="zh-TW" sz="2800" dirty="0" smtClean="0">
              <a:solidFill>
                <a:srgbClr val="7030A0"/>
              </a:solidFill>
              <a:latin typeface="Microsoft YaHei" panose="020B0503020204020204" pitchFamily="34" charset="-122"/>
              <a:ea typeface="Microsoft YaHei" panose="020B0503020204020204" pitchFamily="34" charset="-122"/>
              <a:cs typeface="+mj-cs"/>
            </a:endParaRPr>
          </a:p>
          <a:p>
            <a:pPr>
              <a:spcBef>
                <a:spcPts val="600"/>
              </a:spcBef>
              <a:buSzPct val="50000"/>
            </a:pPr>
            <a:r>
              <a:rPr lang="zh-TW" altLang="en-US" sz="2800" dirty="0">
                <a:solidFill>
                  <a:srgbClr val="7030A0"/>
                </a:solidFill>
                <a:latin typeface="Microsoft YaHei" panose="020B0503020204020204" pitchFamily="34" charset="-122"/>
                <a:ea typeface="Microsoft YaHei" panose="020B0503020204020204" pitchFamily="34" charset="-122"/>
                <a:cs typeface="+mj-cs"/>
              </a:rPr>
              <a:t> </a:t>
            </a:r>
            <a:r>
              <a:rPr lang="zh-TW" altLang="en-US" sz="2800" dirty="0" smtClean="0">
                <a:solidFill>
                  <a:srgbClr val="7030A0"/>
                </a:solidFill>
                <a:latin typeface="Microsoft YaHei" panose="020B0503020204020204" pitchFamily="34" charset="-122"/>
                <a:ea typeface="Microsoft YaHei" panose="020B0503020204020204" pitchFamily="34" charset="-122"/>
                <a:cs typeface="+mj-cs"/>
              </a:rPr>
              <a:t>    軟體與</a:t>
            </a:r>
            <a:r>
              <a:rPr lang="zh-TW" altLang="en-US" sz="2800" dirty="0">
                <a:solidFill>
                  <a:srgbClr val="7030A0"/>
                </a:solidFill>
                <a:latin typeface="Microsoft YaHei" panose="020B0503020204020204" pitchFamily="34" charset="-122"/>
                <a:ea typeface="Microsoft YaHei" panose="020B0503020204020204" pitchFamily="34" charset="-122"/>
                <a:cs typeface="+mj-cs"/>
              </a:rPr>
              <a:t>分析技術</a:t>
            </a:r>
            <a:r>
              <a:rPr lang="zh-TW" altLang="en-US" sz="2800" dirty="0" smtClean="0">
                <a:solidFill>
                  <a:srgbClr val="7030A0"/>
                </a:solidFill>
                <a:latin typeface="微軟正黑體" panose="020B0604030504040204" pitchFamily="34" charset="-120"/>
                <a:ea typeface="微軟正黑體" panose="020B0604030504040204" pitchFamily="34" charset="-120"/>
                <a:cs typeface="+mj-cs"/>
              </a:rPr>
              <a:t>。</a:t>
            </a:r>
            <a:endParaRPr lang="en-US" altLang="zh-TW" sz="2800" dirty="0" smtClean="0">
              <a:solidFill>
                <a:srgbClr val="7030A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090231" y="5030063"/>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800" dirty="0" smtClean="0">
                <a:solidFill>
                  <a:srgbClr val="7030A0"/>
                </a:solidFill>
                <a:latin typeface="Microsoft YaHei" panose="020B0503020204020204" pitchFamily="34" charset="-122"/>
                <a:ea typeface="Microsoft YaHei" panose="020B0503020204020204" pitchFamily="34" charset="-122"/>
              </a:rPr>
              <a:t>比對軍</a:t>
            </a:r>
            <a:r>
              <a:rPr lang="zh-TW" altLang="en-US" sz="2800" dirty="0">
                <a:solidFill>
                  <a:srgbClr val="7030A0"/>
                </a:solidFill>
                <a:latin typeface="Microsoft YaHei" panose="020B0503020204020204" pitchFamily="34" charset="-122"/>
                <a:ea typeface="Microsoft YaHei" panose="020B0503020204020204" pitchFamily="34" charset="-122"/>
              </a:rPr>
              <a:t>購案執行</a:t>
            </a:r>
            <a:r>
              <a:rPr lang="zh-TW" altLang="en-US" sz="2800" dirty="0" smtClean="0">
                <a:solidFill>
                  <a:srgbClr val="7030A0"/>
                </a:solidFill>
                <a:latin typeface="Microsoft YaHei" panose="020B0503020204020204" pitchFamily="34" charset="-122"/>
                <a:ea typeface="Microsoft YaHei" panose="020B0503020204020204" pitchFamily="34" charset="-122"/>
              </a:rPr>
              <a:t>與</a:t>
            </a:r>
            <a:endParaRPr lang="en-US" altLang="zh-TW" sz="2800" dirty="0" smtClean="0">
              <a:solidFill>
                <a:srgbClr val="7030A0"/>
              </a:solidFill>
              <a:latin typeface="Microsoft YaHei" panose="020B0503020204020204" pitchFamily="34" charset="-122"/>
              <a:ea typeface="Microsoft YaHei" panose="020B0503020204020204" pitchFamily="34" charset="-122"/>
            </a:endParaRPr>
          </a:p>
          <a:p>
            <a:pPr>
              <a:spcBef>
                <a:spcPts val="600"/>
              </a:spcBef>
              <a:buSzPct val="50000"/>
            </a:pPr>
            <a:r>
              <a:rPr lang="zh-TW" altLang="en-US" sz="2800" dirty="0">
                <a:solidFill>
                  <a:srgbClr val="7030A0"/>
                </a:solidFill>
                <a:latin typeface="Microsoft YaHei" panose="020B0503020204020204" pitchFamily="34" charset="-122"/>
                <a:ea typeface="Microsoft YaHei" panose="020B0503020204020204" pitchFamily="34" charset="-122"/>
              </a:rPr>
              <a:t> </a:t>
            </a:r>
            <a:r>
              <a:rPr lang="zh-TW" altLang="en-US" sz="2800" dirty="0" smtClean="0">
                <a:solidFill>
                  <a:srgbClr val="7030A0"/>
                </a:solidFill>
                <a:latin typeface="Microsoft YaHei" panose="020B0503020204020204" pitchFamily="34" charset="-122"/>
                <a:ea typeface="Microsoft YaHei" panose="020B0503020204020204" pitchFamily="34" charset="-122"/>
              </a:rPr>
              <a:t>   列帳異常情形，深入</a:t>
            </a:r>
            <a:endParaRPr lang="en-US" altLang="zh-TW" sz="2800" dirty="0" smtClean="0">
              <a:solidFill>
                <a:srgbClr val="7030A0"/>
              </a:solidFill>
              <a:latin typeface="Microsoft YaHei" panose="020B0503020204020204" pitchFamily="34" charset="-122"/>
              <a:ea typeface="Microsoft YaHei" panose="020B0503020204020204" pitchFamily="34" charset="-122"/>
            </a:endParaRPr>
          </a:p>
          <a:p>
            <a:pPr>
              <a:spcBef>
                <a:spcPts val="600"/>
              </a:spcBef>
              <a:buSzPct val="50000"/>
            </a:pPr>
            <a:r>
              <a:rPr lang="zh-TW" altLang="en-US" sz="2800" dirty="0">
                <a:solidFill>
                  <a:srgbClr val="7030A0"/>
                </a:solidFill>
                <a:latin typeface="Microsoft YaHei" panose="020B0503020204020204" pitchFamily="34" charset="-122"/>
                <a:ea typeface="Microsoft YaHei" panose="020B0503020204020204" pitchFamily="34" charset="-122"/>
              </a:rPr>
              <a:t> </a:t>
            </a:r>
            <a:r>
              <a:rPr lang="zh-TW" altLang="en-US" sz="2800" dirty="0" smtClean="0">
                <a:solidFill>
                  <a:srgbClr val="7030A0"/>
                </a:solidFill>
                <a:latin typeface="Microsoft YaHei" panose="020B0503020204020204" pitchFamily="34" charset="-122"/>
                <a:ea typeface="Microsoft YaHei" panose="020B0503020204020204" pitchFamily="34" charset="-122"/>
              </a:rPr>
              <a:t>   查核驗證</a:t>
            </a:r>
            <a:r>
              <a:rPr lang="zh-TW" altLang="en-US" sz="2800" dirty="0" smtClean="0">
                <a:solidFill>
                  <a:srgbClr val="7030A0"/>
                </a:solidFill>
                <a:latin typeface="微軟正黑體" panose="020B0604030504040204" pitchFamily="34" charset="-120"/>
                <a:ea typeface="微軟正黑體" panose="020B0604030504040204" pitchFamily="34" charset="-120"/>
                <a:cs typeface="+mj-cs"/>
              </a:rPr>
              <a:t>。</a:t>
            </a:r>
            <a:endParaRPr lang="en-US" altLang="zh-TW" sz="2800" dirty="0" smtClean="0">
              <a:solidFill>
                <a:srgbClr val="7030A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12" name="组合 2663"/>
          <p:cNvGrpSpPr/>
          <p:nvPr/>
        </p:nvGrpSpPr>
        <p:grpSpPr>
          <a:xfrm>
            <a:off x="6901659" y="5303178"/>
            <a:ext cx="1315909" cy="1424462"/>
            <a:chOff x="8496300" y="1844675"/>
            <a:chExt cx="2355850" cy="3305175"/>
          </a:xfrm>
          <a:solidFill>
            <a:srgbClr val="44546A">
              <a:lumMod val="75000"/>
            </a:srgbClr>
          </a:solidFill>
        </p:grpSpPr>
        <p:sp>
          <p:nvSpPr>
            <p:cNvPr id="13" name="Freeform 2644"/>
            <p:cNvSpPr>
              <a:spLocks/>
            </p:cNvSpPr>
            <p:nvPr/>
          </p:nvSpPr>
          <p:spPr bwMode="auto">
            <a:xfrm>
              <a:off x="8597900" y="2863850"/>
              <a:ext cx="1298575" cy="679450"/>
            </a:xfrm>
            <a:custGeom>
              <a:avLst/>
              <a:gdLst>
                <a:gd name="T0" fmla="*/ 140 w 818"/>
                <a:gd name="T1" fmla="*/ 408 h 428"/>
                <a:gd name="T2" fmla="*/ 348 w 818"/>
                <a:gd name="T3" fmla="*/ 198 h 428"/>
                <a:gd name="T4" fmla="*/ 500 w 818"/>
                <a:gd name="T5" fmla="*/ 180 h 428"/>
                <a:gd name="T6" fmla="*/ 738 w 818"/>
                <a:gd name="T7" fmla="*/ 178 h 428"/>
                <a:gd name="T8" fmla="*/ 738 w 818"/>
                <a:gd name="T9" fmla="*/ 178 h 428"/>
                <a:gd name="T10" fmla="*/ 750 w 818"/>
                <a:gd name="T11" fmla="*/ 170 h 428"/>
                <a:gd name="T12" fmla="*/ 762 w 818"/>
                <a:gd name="T13" fmla="*/ 164 h 428"/>
                <a:gd name="T14" fmla="*/ 776 w 818"/>
                <a:gd name="T15" fmla="*/ 156 h 428"/>
                <a:gd name="T16" fmla="*/ 788 w 818"/>
                <a:gd name="T17" fmla="*/ 150 h 428"/>
                <a:gd name="T18" fmla="*/ 788 w 818"/>
                <a:gd name="T19" fmla="*/ 150 h 428"/>
                <a:gd name="T20" fmla="*/ 794 w 818"/>
                <a:gd name="T21" fmla="*/ 144 h 428"/>
                <a:gd name="T22" fmla="*/ 800 w 818"/>
                <a:gd name="T23" fmla="*/ 136 h 428"/>
                <a:gd name="T24" fmla="*/ 806 w 818"/>
                <a:gd name="T25" fmla="*/ 126 h 428"/>
                <a:gd name="T26" fmla="*/ 810 w 818"/>
                <a:gd name="T27" fmla="*/ 118 h 428"/>
                <a:gd name="T28" fmla="*/ 816 w 818"/>
                <a:gd name="T29" fmla="*/ 98 h 428"/>
                <a:gd name="T30" fmla="*/ 818 w 818"/>
                <a:gd name="T31" fmla="*/ 82 h 428"/>
                <a:gd name="T32" fmla="*/ 818 w 818"/>
                <a:gd name="T33" fmla="*/ 82 h 428"/>
                <a:gd name="T34" fmla="*/ 816 w 818"/>
                <a:gd name="T35" fmla="*/ 72 h 428"/>
                <a:gd name="T36" fmla="*/ 814 w 818"/>
                <a:gd name="T37" fmla="*/ 64 h 428"/>
                <a:gd name="T38" fmla="*/ 806 w 818"/>
                <a:gd name="T39" fmla="*/ 46 h 428"/>
                <a:gd name="T40" fmla="*/ 796 w 818"/>
                <a:gd name="T41" fmla="*/ 30 h 428"/>
                <a:gd name="T42" fmla="*/ 786 w 818"/>
                <a:gd name="T43" fmla="*/ 18 h 428"/>
                <a:gd name="T44" fmla="*/ 786 w 818"/>
                <a:gd name="T45" fmla="*/ 18 h 428"/>
                <a:gd name="T46" fmla="*/ 772 w 818"/>
                <a:gd name="T47" fmla="*/ 12 h 428"/>
                <a:gd name="T48" fmla="*/ 756 w 818"/>
                <a:gd name="T49" fmla="*/ 6 h 428"/>
                <a:gd name="T50" fmla="*/ 740 w 818"/>
                <a:gd name="T51" fmla="*/ 2 h 428"/>
                <a:gd name="T52" fmla="*/ 726 w 818"/>
                <a:gd name="T53" fmla="*/ 0 h 428"/>
                <a:gd name="T54" fmla="*/ 500 w 818"/>
                <a:gd name="T55" fmla="*/ 18 h 428"/>
                <a:gd name="T56" fmla="*/ 308 w 818"/>
                <a:gd name="T57" fmla="*/ 26 h 428"/>
                <a:gd name="T58" fmla="*/ 308 w 818"/>
                <a:gd name="T59" fmla="*/ 26 h 428"/>
                <a:gd name="T60" fmla="*/ 294 w 818"/>
                <a:gd name="T61" fmla="*/ 28 h 428"/>
                <a:gd name="T62" fmla="*/ 278 w 818"/>
                <a:gd name="T63" fmla="*/ 34 h 428"/>
                <a:gd name="T64" fmla="*/ 262 w 818"/>
                <a:gd name="T65" fmla="*/ 44 h 428"/>
                <a:gd name="T66" fmla="*/ 256 w 818"/>
                <a:gd name="T67" fmla="*/ 52 h 428"/>
                <a:gd name="T68" fmla="*/ 252 w 818"/>
                <a:gd name="T69" fmla="*/ 58 h 428"/>
                <a:gd name="T70" fmla="*/ 252 w 818"/>
                <a:gd name="T71" fmla="*/ 58 h 428"/>
                <a:gd name="T72" fmla="*/ 26 w 818"/>
                <a:gd name="T73" fmla="*/ 288 h 428"/>
                <a:gd name="T74" fmla="*/ 26 w 818"/>
                <a:gd name="T75" fmla="*/ 288 h 428"/>
                <a:gd name="T76" fmla="*/ 14 w 818"/>
                <a:gd name="T77" fmla="*/ 300 h 428"/>
                <a:gd name="T78" fmla="*/ 6 w 818"/>
                <a:gd name="T79" fmla="*/ 316 h 428"/>
                <a:gd name="T80" fmla="*/ 2 w 818"/>
                <a:gd name="T81" fmla="*/ 332 h 428"/>
                <a:gd name="T82" fmla="*/ 0 w 818"/>
                <a:gd name="T83" fmla="*/ 348 h 428"/>
                <a:gd name="T84" fmla="*/ 2 w 818"/>
                <a:gd name="T85" fmla="*/ 364 h 428"/>
                <a:gd name="T86" fmla="*/ 6 w 818"/>
                <a:gd name="T87" fmla="*/ 380 h 428"/>
                <a:gd name="T88" fmla="*/ 14 w 818"/>
                <a:gd name="T89" fmla="*/ 396 h 428"/>
                <a:gd name="T90" fmla="*/ 26 w 818"/>
                <a:gd name="T91" fmla="*/ 408 h 428"/>
                <a:gd name="T92" fmla="*/ 26 w 818"/>
                <a:gd name="T93" fmla="*/ 408 h 428"/>
                <a:gd name="T94" fmla="*/ 40 w 818"/>
                <a:gd name="T95" fmla="*/ 418 h 428"/>
                <a:gd name="T96" fmla="*/ 56 w 818"/>
                <a:gd name="T97" fmla="*/ 424 h 428"/>
                <a:gd name="T98" fmla="*/ 70 w 818"/>
                <a:gd name="T99" fmla="*/ 426 h 428"/>
                <a:gd name="T100" fmla="*/ 86 w 818"/>
                <a:gd name="T101" fmla="*/ 428 h 428"/>
                <a:gd name="T102" fmla="*/ 100 w 818"/>
                <a:gd name="T103" fmla="*/ 426 h 428"/>
                <a:gd name="T104" fmla="*/ 114 w 818"/>
                <a:gd name="T105" fmla="*/ 424 h 428"/>
                <a:gd name="T106" fmla="*/ 126 w 818"/>
                <a:gd name="T107" fmla="*/ 418 h 428"/>
                <a:gd name="T108" fmla="*/ 140 w 818"/>
                <a:gd name="T109" fmla="*/ 408 h 428"/>
                <a:gd name="T110" fmla="*/ 140 w 818"/>
                <a:gd name="T111" fmla="*/ 40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8" h="428">
                  <a:moveTo>
                    <a:pt x="140" y="408"/>
                  </a:moveTo>
                  <a:lnTo>
                    <a:pt x="348" y="198"/>
                  </a:lnTo>
                  <a:lnTo>
                    <a:pt x="500" y="180"/>
                  </a:lnTo>
                  <a:lnTo>
                    <a:pt x="738" y="178"/>
                  </a:lnTo>
                  <a:lnTo>
                    <a:pt x="738" y="178"/>
                  </a:lnTo>
                  <a:lnTo>
                    <a:pt x="750" y="170"/>
                  </a:lnTo>
                  <a:lnTo>
                    <a:pt x="762" y="164"/>
                  </a:lnTo>
                  <a:lnTo>
                    <a:pt x="776" y="156"/>
                  </a:lnTo>
                  <a:lnTo>
                    <a:pt x="788" y="150"/>
                  </a:lnTo>
                  <a:lnTo>
                    <a:pt x="788" y="150"/>
                  </a:lnTo>
                  <a:lnTo>
                    <a:pt x="794" y="144"/>
                  </a:lnTo>
                  <a:lnTo>
                    <a:pt x="800" y="136"/>
                  </a:lnTo>
                  <a:lnTo>
                    <a:pt x="806" y="126"/>
                  </a:lnTo>
                  <a:lnTo>
                    <a:pt x="810" y="118"/>
                  </a:lnTo>
                  <a:lnTo>
                    <a:pt x="816" y="98"/>
                  </a:lnTo>
                  <a:lnTo>
                    <a:pt x="818" y="82"/>
                  </a:lnTo>
                  <a:lnTo>
                    <a:pt x="818" y="82"/>
                  </a:lnTo>
                  <a:lnTo>
                    <a:pt x="816" y="72"/>
                  </a:lnTo>
                  <a:lnTo>
                    <a:pt x="814" y="64"/>
                  </a:lnTo>
                  <a:lnTo>
                    <a:pt x="806" y="46"/>
                  </a:lnTo>
                  <a:lnTo>
                    <a:pt x="796" y="30"/>
                  </a:lnTo>
                  <a:lnTo>
                    <a:pt x="786" y="18"/>
                  </a:lnTo>
                  <a:lnTo>
                    <a:pt x="786" y="18"/>
                  </a:lnTo>
                  <a:lnTo>
                    <a:pt x="772" y="12"/>
                  </a:lnTo>
                  <a:lnTo>
                    <a:pt x="756" y="6"/>
                  </a:lnTo>
                  <a:lnTo>
                    <a:pt x="740" y="2"/>
                  </a:lnTo>
                  <a:lnTo>
                    <a:pt x="726" y="0"/>
                  </a:lnTo>
                  <a:lnTo>
                    <a:pt x="500" y="18"/>
                  </a:lnTo>
                  <a:lnTo>
                    <a:pt x="308" y="26"/>
                  </a:lnTo>
                  <a:lnTo>
                    <a:pt x="308" y="26"/>
                  </a:lnTo>
                  <a:lnTo>
                    <a:pt x="294" y="28"/>
                  </a:lnTo>
                  <a:lnTo>
                    <a:pt x="278" y="34"/>
                  </a:lnTo>
                  <a:lnTo>
                    <a:pt x="262" y="44"/>
                  </a:lnTo>
                  <a:lnTo>
                    <a:pt x="256" y="52"/>
                  </a:lnTo>
                  <a:lnTo>
                    <a:pt x="252" y="58"/>
                  </a:lnTo>
                  <a:lnTo>
                    <a:pt x="252" y="58"/>
                  </a:lnTo>
                  <a:lnTo>
                    <a:pt x="26" y="288"/>
                  </a:lnTo>
                  <a:lnTo>
                    <a:pt x="26" y="288"/>
                  </a:lnTo>
                  <a:lnTo>
                    <a:pt x="14" y="300"/>
                  </a:lnTo>
                  <a:lnTo>
                    <a:pt x="6" y="316"/>
                  </a:lnTo>
                  <a:lnTo>
                    <a:pt x="2" y="332"/>
                  </a:lnTo>
                  <a:lnTo>
                    <a:pt x="0" y="348"/>
                  </a:lnTo>
                  <a:lnTo>
                    <a:pt x="2" y="364"/>
                  </a:lnTo>
                  <a:lnTo>
                    <a:pt x="6" y="380"/>
                  </a:lnTo>
                  <a:lnTo>
                    <a:pt x="14" y="396"/>
                  </a:lnTo>
                  <a:lnTo>
                    <a:pt x="26" y="408"/>
                  </a:lnTo>
                  <a:lnTo>
                    <a:pt x="26" y="408"/>
                  </a:lnTo>
                  <a:lnTo>
                    <a:pt x="40" y="418"/>
                  </a:lnTo>
                  <a:lnTo>
                    <a:pt x="56" y="424"/>
                  </a:lnTo>
                  <a:lnTo>
                    <a:pt x="70" y="426"/>
                  </a:lnTo>
                  <a:lnTo>
                    <a:pt x="86" y="428"/>
                  </a:lnTo>
                  <a:lnTo>
                    <a:pt x="100" y="426"/>
                  </a:lnTo>
                  <a:lnTo>
                    <a:pt x="114" y="424"/>
                  </a:lnTo>
                  <a:lnTo>
                    <a:pt x="126" y="418"/>
                  </a:lnTo>
                  <a:lnTo>
                    <a:pt x="140" y="408"/>
                  </a:lnTo>
                  <a:lnTo>
                    <a:pt x="140" y="408"/>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5" name="Freeform 2645"/>
            <p:cNvSpPr>
              <a:spLocks/>
            </p:cNvSpPr>
            <p:nvPr/>
          </p:nvSpPr>
          <p:spPr bwMode="auto">
            <a:xfrm>
              <a:off x="9442450" y="2619375"/>
              <a:ext cx="1409700" cy="2530475"/>
            </a:xfrm>
            <a:custGeom>
              <a:avLst/>
              <a:gdLst>
                <a:gd name="T0" fmla="*/ 658 w 888"/>
                <a:gd name="T1" fmla="*/ 1138 h 1594"/>
                <a:gd name="T2" fmla="*/ 648 w 888"/>
                <a:gd name="T3" fmla="*/ 1130 h 1594"/>
                <a:gd name="T4" fmla="*/ 642 w 888"/>
                <a:gd name="T5" fmla="*/ 1122 h 1594"/>
                <a:gd name="T6" fmla="*/ 636 w 888"/>
                <a:gd name="T7" fmla="*/ 1114 h 1594"/>
                <a:gd name="T8" fmla="*/ 630 w 888"/>
                <a:gd name="T9" fmla="*/ 1104 h 1594"/>
                <a:gd name="T10" fmla="*/ 416 w 888"/>
                <a:gd name="T11" fmla="*/ 932 h 1594"/>
                <a:gd name="T12" fmla="*/ 438 w 888"/>
                <a:gd name="T13" fmla="*/ 884 h 1594"/>
                <a:gd name="T14" fmla="*/ 448 w 888"/>
                <a:gd name="T15" fmla="*/ 836 h 1594"/>
                <a:gd name="T16" fmla="*/ 448 w 888"/>
                <a:gd name="T17" fmla="*/ 172 h 1594"/>
                <a:gd name="T18" fmla="*/ 444 w 888"/>
                <a:gd name="T19" fmla="*/ 136 h 1594"/>
                <a:gd name="T20" fmla="*/ 432 w 888"/>
                <a:gd name="T21" fmla="*/ 104 h 1594"/>
                <a:gd name="T22" fmla="*/ 416 w 888"/>
                <a:gd name="T23" fmla="*/ 74 h 1594"/>
                <a:gd name="T24" fmla="*/ 394 w 888"/>
                <a:gd name="T25" fmla="*/ 48 h 1594"/>
                <a:gd name="T26" fmla="*/ 368 w 888"/>
                <a:gd name="T27" fmla="*/ 28 h 1594"/>
                <a:gd name="T28" fmla="*/ 336 w 888"/>
                <a:gd name="T29" fmla="*/ 12 h 1594"/>
                <a:gd name="T30" fmla="*/ 304 w 888"/>
                <a:gd name="T31" fmla="*/ 4 h 1594"/>
                <a:gd name="T32" fmla="*/ 268 w 888"/>
                <a:gd name="T33" fmla="*/ 0 h 1594"/>
                <a:gd name="T34" fmla="*/ 172 w 888"/>
                <a:gd name="T35" fmla="*/ 0 h 1594"/>
                <a:gd name="T36" fmla="*/ 144 w 888"/>
                <a:gd name="T37" fmla="*/ 2 h 1594"/>
                <a:gd name="T38" fmla="*/ 116 w 888"/>
                <a:gd name="T39" fmla="*/ 10 h 1594"/>
                <a:gd name="T40" fmla="*/ 68 w 888"/>
                <a:gd name="T41" fmla="*/ 38 h 1594"/>
                <a:gd name="T42" fmla="*/ 38 w 888"/>
                <a:gd name="T43" fmla="*/ 68 h 1594"/>
                <a:gd name="T44" fmla="*/ 22 w 888"/>
                <a:gd name="T45" fmla="*/ 92 h 1594"/>
                <a:gd name="T46" fmla="*/ 12 w 888"/>
                <a:gd name="T47" fmla="*/ 118 h 1594"/>
                <a:gd name="T48" fmla="*/ 186 w 888"/>
                <a:gd name="T49" fmla="*/ 114 h 1594"/>
                <a:gd name="T50" fmla="*/ 198 w 888"/>
                <a:gd name="T51" fmla="*/ 114 h 1594"/>
                <a:gd name="T52" fmla="*/ 236 w 888"/>
                <a:gd name="T53" fmla="*/ 124 h 1594"/>
                <a:gd name="T54" fmla="*/ 276 w 888"/>
                <a:gd name="T55" fmla="*/ 146 h 1594"/>
                <a:gd name="T56" fmla="*/ 292 w 888"/>
                <a:gd name="T57" fmla="*/ 166 h 1594"/>
                <a:gd name="T58" fmla="*/ 312 w 888"/>
                <a:gd name="T59" fmla="*/ 200 h 1594"/>
                <a:gd name="T60" fmla="*/ 320 w 888"/>
                <a:gd name="T61" fmla="*/ 222 h 1594"/>
                <a:gd name="T62" fmla="*/ 320 w 888"/>
                <a:gd name="T63" fmla="*/ 236 h 1594"/>
                <a:gd name="T64" fmla="*/ 312 w 888"/>
                <a:gd name="T65" fmla="*/ 284 h 1594"/>
                <a:gd name="T66" fmla="*/ 302 w 888"/>
                <a:gd name="T67" fmla="*/ 308 h 1594"/>
                <a:gd name="T68" fmla="*/ 286 w 888"/>
                <a:gd name="T69" fmla="*/ 332 h 1594"/>
                <a:gd name="T70" fmla="*/ 264 w 888"/>
                <a:gd name="T71" fmla="*/ 342 h 1594"/>
                <a:gd name="T72" fmla="*/ 228 w 888"/>
                <a:gd name="T73" fmla="*/ 358 h 1594"/>
                <a:gd name="T74" fmla="*/ 206 w 888"/>
                <a:gd name="T75" fmla="*/ 362 h 1594"/>
                <a:gd name="T76" fmla="*/ 0 w 888"/>
                <a:gd name="T77" fmla="*/ 836 h 1594"/>
                <a:gd name="T78" fmla="*/ 0 w 888"/>
                <a:gd name="T79" fmla="*/ 856 h 1594"/>
                <a:gd name="T80" fmla="*/ 8 w 888"/>
                <a:gd name="T81" fmla="*/ 892 h 1594"/>
                <a:gd name="T82" fmla="*/ 22 w 888"/>
                <a:gd name="T83" fmla="*/ 924 h 1594"/>
                <a:gd name="T84" fmla="*/ 40 w 888"/>
                <a:gd name="T85" fmla="*/ 952 h 1594"/>
                <a:gd name="T86" fmla="*/ 64 w 888"/>
                <a:gd name="T87" fmla="*/ 974 h 1594"/>
                <a:gd name="T88" fmla="*/ 92 w 888"/>
                <a:gd name="T89" fmla="*/ 992 h 1594"/>
                <a:gd name="T90" fmla="*/ 122 w 888"/>
                <a:gd name="T91" fmla="*/ 1004 h 1594"/>
                <a:gd name="T92" fmla="*/ 156 w 888"/>
                <a:gd name="T93" fmla="*/ 1010 h 1594"/>
                <a:gd name="T94" fmla="*/ 186 w 888"/>
                <a:gd name="T95" fmla="*/ 1010 h 1594"/>
                <a:gd name="T96" fmla="*/ 192 w 888"/>
                <a:gd name="T97" fmla="*/ 1020 h 1594"/>
                <a:gd name="T98" fmla="*/ 206 w 888"/>
                <a:gd name="T99" fmla="*/ 1030 h 1594"/>
                <a:gd name="T100" fmla="*/ 484 w 888"/>
                <a:gd name="T101" fmla="*/ 1266 h 1594"/>
                <a:gd name="T102" fmla="*/ 702 w 888"/>
                <a:gd name="T103" fmla="*/ 1558 h 1594"/>
                <a:gd name="T104" fmla="*/ 732 w 888"/>
                <a:gd name="T105" fmla="*/ 1582 h 1594"/>
                <a:gd name="T106" fmla="*/ 764 w 888"/>
                <a:gd name="T107" fmla="*/ 1594 h 1594"/>
                <a:gd name="T108" fmla="*/ 798 w 888"/>
                <a:gd name="T109" fmla="*/ 1592 h 1594"/>
                <a:gd name="T110" fmla="*/ 830 w 888"/>
                <a:gd name="T111" fmla="*/ 1574 h 1594"/>
                <a:gd name="T112" fmla="*/ 854 w 888"/>
                <a:gd name="T113" fmla="*/ 1558 h 1594"/>
                <a:gd name="T114" fmla="*/ 876 w 888"/>
                <a:gd name="T115" fmla="*/ 1528 h 1594"/>
                <a:gd name="T116" fmla="*/ 888 w 888"/>
                <a:gd name="T117" fmla="*/ 1496 h 1594"/>
                <a:gd name="T118" fmla="*/ 886 w 888"/>
                <a:gd name="T119" fmla="*/ 1464 h 1594"/>
                <a:gd name="T120" fmla="*/ 872 w 888"/>
                <a:gd name="T121" fmla="*/ 1432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88" h="1594">
                  <a:moveTo>
                    <a:pt x="872" y="1432"/>
                  </a:moveTo>
                  <a:lnTo>
                    <a:pt x="658" y="1138"/>
                  </a:lnTo>
                  <a:lnTo>
                    <a:pt x="658" y="1138"/>
                  </a:lnTo>
                  <a:lnTo>
                    <a:pt x="648" y="1130"/>
                  </a:lnTo>
                  <a:lnTo>
                    <a:pt x="642" y="1122"/>
                  </a:lnTo>
                  <a:lnTo>
                    <a:pt x="642" y="1122"/>
                  </a:lnTo>
                  <a:lnTo>
                    <a:pt x="640" y="1118"/>
                  </a:lnTo>
                  <a:lnTo>
                    <a:pt x="636" y="1114"/>
                  </a:lnTo>
                  <a:lnTo>
                    <a:pt x="632" y="1110"/>
                  </a:lnTo>
                  <a:lnTo>
                    <a:pt x="630" y="1104"/>
                  </a:lnTo>
                  <a:lnTo>
                    <a:pt x="416" y="932"/>
                  </a:lnTo>
                  <a:lnTo>
                    <a:pt x="416" y="932"/>
                  </a:lnTo>
                  <a:lnTo>
                    <a:pt x="428" y="908"/>
                  </a:lnTo>
                  <a:lnTo>
                    <a:pt x="438" y="884"/>
                  </a:lnTo>
                  <a:lnTo>
                    <a:pt x="446" y="862"/>
                  </a:lnTo>
                  <a:lnTo>
                    <a:pt x="448" y="836"/>
                  </a:lnTo>
                  <a:lnTo>
                    <a:pt x="448" y="172"/>
                  </a:lnTo>
                  <a:lnTo>
                    <a:pt x="448" y="172"/>
                  </a:lnTo>
                  <a:lnTo>
                    <a:pt x="446" y="154"/>
                  </a:lnTo>
                  <a:lnTo>
                    <a:pt x="444" y="136"/>
                  </a:lnTo>
                  <a:lnTo>
                    <a:pt x="440" y="120"/>
                  </a:lnTo>
                  <a:lnTo>
                    <a:pt x="432" y="104"/>
                  </a:lnTo>
                  <a:lnTo>
                    <a:pt x="426" y="88"/>
                  </a:lnTo>
                  <a:lnTo>
                    <a:pt x="416" y="74"/>
                  </a:lnTo>
                  <a:lnTo>
                    <a:pt x="406" y="60"/>
                  </a:lnTo>
                  <a:lnTo>
                    <a:pt x="394" y="48"/>
                  </a:lnTo>
                  <a:lnTo>
                    <a:pt x="382" y="38"/>
                  </a:lnTo>
                  <a:lnTo>
                    <a:pt x="368" y="28"/>
                  </a:lnTo>
                  <a:lnTo>
                    <a:pt x="352" y="20"/>
                  </a:lnTo>
                  <a:lnTo>
                    <a:pt x="336" y="12"/>
                  </a:lnTo>
                  <a:lnTo>
                    <a:pt x="320" y="8"/>
                  </a:lnTo>
                  <a:lnTo>
                    <a:pt x="304" y="4"/>
                  </a:lnTo>
                  <a:lnTo>
                    <a:pt x="286" y="0"/>
                  </a:lnTo>
                  <a:lnTo>
                    <a:pt x="268" y="0"/>
                  </a:lnTo>
                  <a:lnTo>
                    <a:pt x="172" y="0"/>
                  </a:lnTo>
                  <a:lnTo>
                    <a:pt x="172" y="0"/>
                  </a:lnTo>
                  <a:lnTo>
                    <a:pt x="158" y="0"/>
                  </a:lnTo>
                  <a:lnTo>
                    <a:pt x="144" y="2"/>
                  </a:lnTo>
                  <a:lnTo>
                    <a:pt x="130" y="6"/>
                  </a:lnTo>
                  <a:lnTo>
                    <a:pt x="116" y="10"/>
                  </a:lnTo>
                  <a:lnTo>
                    <a:pt x="90" y="22"/>
                  </a:lnTo>
                  <a:lnTo>
                    <a:pt x="68" y="38"/>
                  </a:lnTo>
                  <a:lnTo>
                    <a:pt x="46" y="56"/>
                  </a:lnTo>
                  <a:lnTo>
                    <a:pt x="38" y="68"/>
                  </a:lnTo>
                  <a:lnTo>
                    <a:pt x="30" y="80"/>
                  </a:lnTo>
                  <a:lnTo>
                    <a:pt x="22" y="92"/>
                  </a:lnTo>
                  <a:lnTo>
                    <a:pt x="16" y="104"/>
                  </a:lnTo>
                  <a:lnTo>
                    <a:pt x="12" y="118"/>
                  </a:lnTo>
                  <a:lnTo>
                    <a:pt x="10" y="132"/>
                  </a:lnTo>
                  <a:lnTo>
                    <a:pt x="186" y="114"/>
                  </a:lnTo>
                  <a:lnTo>
                    <a:pt x="186" y="114"/>
                  </a:lnTo>
                  <a:lnTo>
                    <a:pt x="198" y="114"/>
                  </a:lnTo>
                  <a:lnTo>
                    <a:pt x="210" y="116"/>
                  </a:lnTo>
                  <a:lnTo>
                    <a:pt x="236" y="124"/>
                  </a:lnTo>
                  <a:lnTo>
                    <a:pt x="258" y="134"/>
                  </a:lnTo>
                  <a:lnTo>
                    <a:pt x="276" y="146"/>
                  </a:lnTo>
                  <a:lnTo>
                    <a:pt x="276" y="146"/>
                  </a:lnTo>
                  <a:lnTo>
                    <a:pt x="292" y="166"/>
                  </a:lnTo>
                  <a:lnTo>
                    <a:pt x="306" y="188"/>
                  </a:lnTo>
                  <a:lnTo>
                    <a:pt x="312" y="200"/>
                  </a:lnTo>
                  <a:lnTo>
                    <a:pt x="316" y="210"/>
                  </a:lnTo>
                  <a:lnTo>
                    <a:pt x="320" y="222"/>
                  </a:lnTo>
                  <a:lnTo>
                    <a:pt x="320" y="236"/>
                  </a:lnTo>
                  <a:lnTo>
                    <a:pt x="320" y="236"/>
                  </a:lnTo>
                  <a:lnTo>
                    <a:pt x="318" y="260"/>
                  </a:lnTo>
                  <a:lnTo>
                    <a:pt x="312" y="284"/>
                  </a:lnTo>
                  <a:lnTo>
                    <a:pt x="308" y="296"/>
                  </a:lnTo>
                  <a:lnTo>
                    <a:pt x="302" y="308"/>
                  </a:lnTo>
                  <a:lnTo>
                    <a:pt x="294" y="320"/>
                  </a:lnTo>
                  <a:lnTo>
                    <a:pt x="286" y="332"/>
                  </a:lnTo>
                  <a:lnTo>
                    <a:pt x="286" y="332"/>
                  </a:lnTo>
                  <a:lnTo>
                    <a:pt x="264" y="342"/>
                  </a:lnTo>
                  <a:lnTo>
                    <a:pt x="246" y="352"/>
                  </a:lnTo>
                  <a:lnTo>
                    <a:pt x="228" y="358"/>
                  </a:lnTo>
                  <a:lnTo>
                    <a:pt x="216" y="362"/>
                  </a:lnTo>
                  <a:lnTo>
                    <a:pt x="206" y="362"/>
                  </a:lnTo>
                  <a:lnTo>
                    <a:pt x="0" y="380"/>
                  </a:lnTo>
                  <a:lnTo>
                    <a:pt x="0" y="836"/>
                  </a:lnTo>
                  <a:lnTo>
                    <a:pt x="0" y="836"/>
                  </a:lnTo>
                  <a:lnTo>
                    <a:pt x="0" y="856"/>
                  </a:lnTo>
                  <a:lnTo>
                    <a:pt x="4" y="874"/>
                  </a:lnTo>
                  <a:lnTo>
                    <a:pt x="8" y="892"/>
                  </a:lnTo>
                  <a:lnTo>
                    <a:pt x="14" y="908"/>
                  </a:lnTo>
                  <a:lnTo>
                    <a:pt x="22" y="924"/>
                  </a:lnTo>
                  <a:lnTo>
                    <a:pt x="30" y="938"/>
                  </a:lnTo>
                  <a:lnTo>
                    <a:pt x="40" y="952"/>
                  </a:lnTo>
                  <a:lnTo>
                    <a:pt x="52" y="964"/>
                  </a:lnTo>
                  <a:lnTo>
                    <a:pt x="64" y="974"/>
                  </a:lnTo>
                  <a:lnTo>
                    <a:pt x="78" y="984"/>
                  </a:lnTo>
                  <a:lnTo>
                    <a:pt x="92" y="992"/>
                  </a:lnTo>
                  <a:lnTo>
                    <a:pt x="106" y="998"/>
                  </a:lnTo>
                  <a:lnTo>
                    <a:pt x="122" y="1004"/>
                  </a:lnTo>
                  <a:lnTo>
                    <a:pt x="138" y="1008"/>
                  </a:lnTo>
                  <a:lnTo>
                    <a:pt x="156" y="1010"/>
                  </a:lnTo>
                  <a:lnTo>
                    <a:pt x="172" y="1010"/>
                  </a:lnTo>
                  <a:lnTo>
                    <a:pt x="186" y="1010"/>
                  </a:lnTo>
                  <a:lnTo>
                    <a:pt x="186" y="1010"/>
                  </a:lnTo>
                  <a:lnTo>
                    <a:pt x="192" y="1020"/>
                  </a:lnTo>
                  <a:lnTo>
                    <a:pt x="200" y="1026"/>
                  </a:lnTo>
                  <a:lnTo>
                    <a:pt x="206" y="1030"/>
                  </a:lnTo>
                  <a:lnTo>
                    <a:pt x="210" y="1034"/>
                  </a:lnTo>
                  <a:lnTo>
                    <a:pt x="484" y="1266"/>
                  </a:lnTo>
                  <a:lnTo>
                    <a:pt x="702" y="1558"/>
                  </a:lnTo>
                  <a:lnTo>
                    <a:pt x="702" y="1558"/>
                  </a:lnTo>
                  <a:lnTo>
                    <a:pt x="716" y="1572"/>
                  </a:lnTo>
                  <a:lnTo>
                    <a:pt x="732" y="1582"/>
                  </a:lnTo>
                  <a:lnTo>
                    <a:pt x="748" y="1590"/>
                  </a:lnTo>
                  <a:lnTo>
                    <a:pt x="764" y="1594"/>
                  </a:lnTo>
                  <a:lnTo>
                    <a:pt x="782" y="1594"/>
                  </a:lnTo>
                  <a:lnTo>
                    <a:pt x="798" y="1592"/>
                  </a:lnTo>
                  <a:lnTo>
                    <a:pt x="814" y="1584"/>
                  </a:lnTo>
                  <a:lnTo>
                    <a:pt x="830" y="1574"/>
                  </a:lnTo>
                  <a:lnTo>
                    <a:pt x="854" y="1558"/>
                  </a:lnTo>
                  <a:lnTo>
                    <a:pt x="854" y="1558"/>
                  </a:lnTo>
                  <a:lnTo>
                    <a:pt x="866" y="1544"/>
                  </a:lnTo>
                  <a:lnTo>
                    <a:pt x="876" y="1528"/>
                  </a:lnTo>
                  <a:lnTo>
                    <a:pt x="884" y="1514"/>
                  </a:lnTo>
                  <a:lnTo>
                    <a:pt x="888" y="1496"/>
                  </a:lnTo>
                  <a:lnTo>
                    <a:pt x="888" y="1480"/>
                  </a:lnTo>
                  <a:lnTo>
                    <a:pt x="886" y="1464"/>
                  </a:lnTo>
                  <a:lnTo>
                    <a:pt x="880" y="1448"/>
                  </a:lnTo>
                  <a:lnTo>
                    <a:pt x="872" y="1432"/>
                  </a:lnTo>
                  <a:lnTo>
                    <a:pt x="872" y="143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6" name="Freeform 2646"/>
            <p:cNvSpPr>
              <a:spLocks/>
            </p:cNvSpPr>
            <p:nvPr/>
          </p:nvSpPr>
          <p:spPr bwMode="auto">
            <a:xfrm>
              <a:off x="9515475" y="1927225"/>
              <a:ext cx="644525" cy="638175"/>
            </a:xfrm>
            <a:custGeom>
              <a:avLst/>
              <a:gdLst>
                <a:gd name="T0" fmla="*/ 208 w 406"/>
                <a:gd name="T1" fmla="*/ 402 h 402"/>
                <a:gd name="T2" fmla="*/ 248 w 406"/>
                <a:gd name="T3" fmla="*/ 398 h 402"/>
                <a:gd name="T4" fmla="*/ 286 w 406"/>
                <a:gd name="T5" fmla="*/ 386 h 402"/>
                <a:gd name="T6" fmla="*/ 320 w 406"/>
                <a:gd name="T7" fmla="*/ 368 h 402"/>
                <a:gd name="T8" fmla="*/ 348 w 406"/>
                <a:gd name="T9" fmla="*/ 342 h 402"/>
                <a:gd name="T10" fmla="*/ 372 w 406"/>
                <a:gd name="T11" fmla="*/ 312 h 402"/>
                <a:gd name="T12" fmla="*/ 390 w 406"/>
                <a:gd name="T13" fmla="*/ 276 h 402"/>
                <a:gd name="T14" fmla="*/ 402 w 406"/>
                <a:gd name="T15" fmla="*/ 238 h 402"/>
                <a:gd name="T16" fmla="*/ 406 w 406"/>
                <a:gd name="T17" fmla="*/ 196 h 402"/>
                <a:gd name="T18" fmla="*/ 404 w 406"/>
                <a:gd name="T19" fmla="*/ 174 h 402"/>
                <a:gd name="T20" fmla="*/ 396 w 406"/>
                <a:gd name="T21" fmla="*/ 136 h 402"/>
                <a:gd name="T22" fmla="*/ 382 w 406"/>
                <a:gd name="T23" fmla="*/ 102 h 402"/>
                <a:gd name="T24" fmla="*/ 360 w 406"/>
                <a:gd name="T25" fmla="*/ 70 h 402"/>
                <a:gd name="T26" fmla="*/ 334 w 406"/>
                <a:gd name="T27" fmla="*/ 44 h 402"/>
                <a:gd name="T28" fmla="*/ 302 w 406"/>
                <a:gd name="T29" fmla="*/ 22 h 402"/>
                <a:gd name="T30" fmla="*/ 268 w 406"/>
                <a:gd name="T31" fmla="*/ 8 h 402"/>
                <a:gd name="T32" fmla="*/ 228 w 406"/>
                <a:gd name="T33" fmla="*/ 0 h 402"/>
                <a:gd name="T34" fmla="*/ 208 w 406"/>
                <a:gd name="T35" fmla="*/ 0 h 402"/>
                <a:gd name="T36" fmla="*/ 164 w 406"/>
                <a:gd name="T37" fmla="*/ 4 h 402"/>
                <a:gd name="T38" fmla="*/ 126 w 406"/>
                <a:gd name="T39" fmla="*/ 14 h 402"/>
                <a:gd name="T40" fmla="*/ 90 w 406"/>
                <a:gd name="T41" fmla="*/ 32 h 402"/>
                <a:gd name="T42" fmla="*/ 58 w 406"/>
                <a:gd name="T43" fmla="*/ 56 h 402"/>
                <a:gd name="T44" fmla="*/ 34 w 406"/>
                <a:gd name="T45" fmla="*/ 86 h 402"/>
                <a:gd name="T46" fmla="*/ 16 w 406"/>
                <a:gd name="T47" fmla="*/ 118 h 402"/>
                <a:gd name="T48" fmla="*/ 4 w 406"/>
                <a:gd name="T49" fmla="*/ 156 h 402"/>
                <a:gd name="T50" fmla="*/ 0 w 406"/>
                <a:gd name="T51" fmla="*/ 196 h 402"/>
                <a:gd name="T52" fmla="*/ 0 w 406"/>
                <a:gd name="T53" fmla="*/ 216 h 402"/>
                <a:gd name="T54" fmla="*/ 8 w 406"/>
                <a:gd name="T55" fmla="*/ 258 h 402"/>
                <a:gd name="T56" fmla="*/ 24 w 406"/>
                <a:gd name="T57" fmla="*/ 294 h 402"/>
                <a:gd name="T58" fmla="*/ 46 w 406"/>
                <a:gd name="T59" fmla="*/ 328 h 402"/>
                <a:gd name="T60" fmla="*/ 74 w 406"/>
                <a:gd name="T61" fmla="*/ 356 h 402"/>
                <a:gd name="T62" fmla="*/ 106 w 406"/>
                <a:gd name="T63" fmla="*/ 378 h 402"/>
                <a:gd name="T64" fmla="*/ 144 w 406"/>
                <a:gd name="T65" fmla="*/ 392 h 402"/>
                <a:gd name="T66" fmla="*/ 186 w 406"/>
                <a:gd name="T67" fmla="*/ 400 h 402"/>
                <a:gd name="T68" fmla="*/ 208 w 406"/>
                <a:gd name="T69" fmla="*/ 40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6" h="402">
                  <a:moveTo>
                    <a:pt x="208" y="402"/>
                  </a:moveTo>
                  <a:lnTo>
                    <a:pt x="208" y="402"/>
                  </a:lnTo>
                  <a:lnTo>
                    <a:pt x="228" y="400"/>
                  </a:lnTo>
                  <a:lnTo>
                    <a:pt x="248" y="398"/>
                  </a:lnTo>
                  <a:lnTo>
                    <a:pt x="268" y="392"/>
                  </a:lnTo>
                  <a:lnTo>
                    <a:pt x="286" y="386"/>
                  </a:lnTo>
                  <a:lnTo>
                    <a:pt x="302" y="378"/>
                  </a:lnTo>
                  <a:lnTo>
                    <a:pt x="320" y="368"/>
                  </a:lnTo>
                  <a:lnTo>
                    <a:pt x="334" y="356"/>
                  </a:lnTo>
                  <a:lnTo>
                    <a:pt x="348" y="342"/>
                  </a:lnTo>
                  <a:lnTo>
                    <a:pt x="360" y="328"/>
                  </a:lnTo>
                  <a:lnTo>
                    <a:pt x="372" y="312"/>
                  </a:lnTo>
                  <a:lnTo>
                    <a:pt x="382" y="294"/>
                  </a:lnTo>
                  <a:lnTo>
                    <a:pt x="390" y="276"/>
                  </a:lnTo>
                  <a:lnTo>
                    <a:pt x="396" y="258"/>
                  </a:lnTo>
                  <a:lnTo>
                    <a:pt x="402" y="238"/>
                  </a:lnTo>
                  <a:lnTo>
                    <a:pt x="404" y="216"/>
                  </a:lnTo>
                  <a:lnTo>
                    <a:pt x="406" y="196"/>
                  </a:lnTo>
                  <a:lnTo>
                    <a:pt x="406" y="196"/>
                  </a:lnTo>
                  <a:lnTo>
                    <a:pt x="404" y="174"/>
                  </a:lnTo>
                  <a:lnTo>
                    <a:pt x="402" y="156"/>
                  </a:lnTo>
                  <a:lnTo>
                    <a:pt x="396" y="136"/>
                  </a:lnTo>
                  <a:lnTo>
                    <a:pt x="390" y="118"/>
                  </a:lnTo>
                  <a:lnTo>
                    <a:pt x="382" y="102"/>
                  </a:lnTo>
                  <a:lnTo>
                    <a:pt x="372" y="86"/>
                  </a:lnTo>
                  <a:lnTo>
                    <a:pt x="360" y="70"/>
                  </a:lnTo>
                  <a:lnTo>
                    <a:pt x="348" y="56"/>
                  </a:lnTo>
                  <a:lnTo>
                    <a:pt x="334" y="44"/>
                  </a:lnTo>
                  <a:lnTo>
                    <a:pt x="320" y="32"/>
                  </a:lnTo>
                  <a:lnTo>
                    <a:pt x="302" y="22"/>
                  </a:lnTo>
                  <a:lnTo>
                    <a:pt x="286" y="14"/>
                  </a:lnTo>
                  <a:lnTo>
                    <a:pt x="268" y="8"/>
                  </a:lnTo>
                  <a:lnTo>
                    <a:pt x="248" y="4"/>
                  </a:lnTo>
                  <a:lnTo>
                    <a:pt x="228" y="0"/>
                  </a:lnTo>
                  <a:lnTo>
                    <a:pt x="208" y="0"/>
                  </a:lnTo>
                  <a:lnTo>
                    <a:pt x="208" y="0"/>
                  </a:lnTo>
                  <a:lnTo>
                    <a:pt x="186" y="0"/>
                  </a:lnTo>
                  <a:lnTo>
                    <a:pt x="164" y="4"/>
                  </a:lnTo>
                  <a:lnTo>
                    <a:pt x="144" y="8"/>
                  </a:lnTo>
                  <a:lnTo>
                    <a:pt x="126" y="14"/>
                  </a:lnTo>
                  <a:lnTo>
                    <a:pt x="106" y="22"/>
                  </a:lnTo>
                  <a:lnTo>
                    <a:pt x="90" y="32"/>
                  </a:lnTo>
                  <a:lnTo>
                    <a:pt x="74" y="44"/>
                  </a:lnTo>
                  <a:lnTo>
                    <a:pt x="58" y="56"/>
                  </a:lnTo>
                  <a:lnTo>
                    <a:pt x="46" y="70"/>
                  </a:lnTo>
                  <a:lnTo>
                    <a:pt x="34" y="86"/>
                  </a:lnTo>
                  <a:lnTo>
                    <a:pt x="24" y="102"/>
                  </a:lnTo>
                  <a:lnTo>
                    <a:pt x="16" y="118"/>
                  </a:lnTo>
                  <a:lnTo>
                    <a:pt x="8" y="136"/>
                  </a:lnTo>
                  <a:lnTo>
                    <a:pt x="4" y="156"/>
                  </a:lnTo>
                  <a:lnTo>
                    <a:pt x="0" y="174"/>
                  </a:lnTo>
                  <a:lnTo>
                    <a:pt x="0" y="196"/>
                  </a:lnTo>
                  <a:lnTo>
                    <a:pt x="0" y="196"/>
                  </a:lnTo>
                  <a:lnTo>
                    <a:pt x="0" y="216"/>
                  </a:lnTo>
                  <a:lnTo>
                    <a:pt x="4" y="238"/>
                  </a:lnTo>
                  <a:lnTo>
                    <a:pt x="8" y="258"/>
                  </a:lnTo>
                  <a:lnTo>
                    <a:pt x="16" y="276"/>
                  </a:lnTo>
                  <a:lnTo>
                    <a:pt x="24" y="294"/>
                  </a:lnTo>
                  <a:lnTo>
                    <a:pt x="34" y="312"/>
                  </a:lnTo>
                  <a:lnTo>
                    <a:pt x="46" y="328"/>
                  </a:lnTo>
                  <a:lnTo>
                    <a:pt x="58" y="342"/>
                  </a:lnTo>
                  <a:lnTo>
                    <a:pt x="74" y="356"/>
                  </a:lnTo>
                  <a:lnTo>
                    <a:pt x="90" y="368"/>
                  </a:lnTo>
                  <a:lnTo>
                    <a:pt x="106" y="378"/>
                  </a:lnTo>
                  <a:lnTo>
                    <a:pt x="126" y="386"/>
                  </a:lnTo>
                  <a:lnTo>
                    <a:pt x="144" y="392"/>
                  </a:lnTo>
                  <a:lnTo>
                    <a:pt x="164" y="398"/>
                  </a:lnTo>
                  <a:lnTo>
                    <a:pt x="186" y="400"/>
                  </a:lnTo>
                  <a:lnTo>
                    <a:pt x="208" y="402"/>
                  </a:lnTo>
                  <a:lnTo>
                    <a:pt x="208" y="402"/>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8" name="Freeform 2647"/>
            <p:cNvSpPr>
              <a:spLocks/>
            </p:cNvSpPr>
            <p:nvPr/>
          </p:nvSpPr>
          <p:spPr bwMode="auto">
            <a:xfrm>
              <a:off x="10077450" y="1844675"/>
              <a:ext cx="447675" cy="1060450"/>
            </a:xfrm>
            <a:custGeom>
              <a:avLst/>
              <a:gdLst>
                <a:gd name="T0" fmla="*/ 0 w 282"/>
                <a:gd name="T1" fmla="*/ 500 h 668"/>
                <a:gd name="T2" fmla="*/ 0 w 282"/>
                <a:gd name="T3" fmla="*/ 500 h 668"/>
                <a:gd name="T4" fmla="*/ 18 w 282"/>
                <a:gd name="T5" fmla="*/ 518 h 668"/>
                <a:gd name="T6" fmla="*/ 34 w 282"/>
                <a:gd name="T7" fmla="*/ 534 h 668"/>
                <a:gd name="T8" fmla="*/ 46 w 282"/>
                <a:gd name="T9" fmla="*/ 554 h 668"/>
                <a:gd name="T10" fmla="*/ 56 w 282"/>
                <a:gd name="T11" fmla="*/ 572 h 668"/>
                <a:gd name="T12" fmla="*/ 64 w 282"/>
                <a:gd name="T13" fmla="*/ 592 h 668"/>
                <a:gd name="T14" fmla="*/ 70 w 282"/>
                <a:gd name="T15" fmla="*/ 614 h 668"/>
                <a:gd name="T16" fmla="*/ 72 w 282"/>
                <a:gd name="T17" fmla="*/ 636 h 668"/>
                <a:gd name="T18" fmla="*/ 74 w 282"/>
                <a:gd name="T19" fmla="*/ 660 h 668"/>
                <a:gd name="T20" fmla="*/ 74 w 282"/>
                <a:gd name="T21" fmla="*/ 668 h 668"/>
                <a:gd name="T22" fmla="*/ 258 w 282"/>
                <a:gd name="T23" fmla="*/ 470 h 668"/>
                <a:gd name="T24" fmla="*/ 258 w 282"/>
                <a:gd name="T25" fmla="*/ 470 h 668"/>
                <a:gd name="T26" fmla="*/ 270 w 282"/>
                <a:gd name="T27" fmla="*/ 458 h 668"/>
                <a:gd name="T28" fmla="*/ 276 w 282"/>
                <a:gd name="T29" fmla="*/ 444 h 668"/>
                <a:gd name="T30" fmla="*/ 280 w 282"/>
                <a:gd name="T31" fmla="*/ 430 h 668"/>
                <a:gd name="T32" fmla="*/ 282 w 282"/>
                <a:gd name="T33" fmla="*/ 414 h 668"/>
                <a:gd name="T34" fmla="*/ 282 w 282"/>
                <a:gd name="T35" fmla="*/ 414 h 668"/>
                <a:gd name="T36" fmla="*/ 282 w 282"/>
                <a:gd name="T37" fmla="*/ 88 h 668"/>
                <a:gd name="T38" fmla="*/ 282 w 282"/>
                <a:gd name="T39" fmla="*/ 88 h 668"/>
                <a:gd name="T40" fmla="*/ 280 w 282"/>
                <a:gd name="T41" fmla="*/ 70 h 668"/>
                <a:gd name="T42" fmla="*/ 274 w 282"/>
                <a:gd name="T43" fmla="*/ 54 h 668"/>
                <a:gd name="T44" fmla="*/ 266 w 282"/>
                <a:gd name="T45" fmla="*/ 38 h 668"/>
                <a:gd name="T46" fmla="*/ 254 w 282"/>
                <a:gd name="T47" fmla="*/ 26 h 668"/>
                <a:gd name="T48" fmla="*/ 242 w 282"/>
                <a:gd name="T49" fmla="*/ 14 h 668"/>
                <a:gd name="T50" fmla="*/ 226 w 282"/>
                <a:gd name="T51" fmla="*/ 6 h 668"/>
                <a:gd name="T52" fmla="*/ 208 w 282"/>
                <a:gd name="T53" fmla="*/ 2 h 668"/>
                <a:gd name="T54" fmla="*/ 188 w 282"/>
                <a:gd name="T55" fmla="*/ 0 h 668"/>
                <a:gd name="T56" fmla="*/ 188 w 282"/>
                <a:gd name="T57" fmla="*/ 0 h 668"/>
                <a:gd name="T58" fmla="*/ 174 w 282"/>
                <a:gd name="T59" fmla="*/ 2 h 668"/>
                <a:gd name="T60" fmla="*/ 158 w 282"/>
                <a:gd name="T61" fmla="*/ 6 h 668"/>
                <a:gd name="T62" fmla="*/ 144 w 282"/>
                <a:gd name="T63" fmla="*/ 14 h 668"/>
                <a:gd name="T64" fmla="*/ 132 w 282"/>
                <a:gd name="T65" fmla="*/ 26 h 668"/>
                <a:gd name="T66" fmla="*/ 120 w 282"/>
                <a:gd name="T67" fmla="*/ 38 h 668"/>
                <a:gd name="T68" fmla="*/ 112 w 282"/>
                <a:gd name="T69" fmla="*/ 54 h 668"/>
                <a:gd name="T70" fmla="*/ 108 w 282"/>
                <a:gd name="T71" fmla="*/ 70 h 668"/>
                <a:gd name="T72" fmla="*/ 106 w 282"/>
                <a:gd name="T73" fmla="*/ 88 h 668"/>
                <a:gd name="T74" fmla="*/ 106 w 282"/>
                <a:gd name="T75" fmla="*/ 384 h 668"/>
                <a:gd name="T76" fmla="*/ 0 w 282"/>
                <a:gd name="T77" fmla="*/ 500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2" h="668">
                  <a:moveTo>
                    <a:pt x="0" y="500"/>
                  </a:moveTo>
                  <a:lnTo>
                    <a:pt x="0" y="500"/>
                  </a:lnTo>
                  <a:lnTo>
                    <a:pt x="18" y="518"/>
                  </a:lnTo>
                  <a:lnTo>
                    <a:pt x="34" y="534"/>
                  </a:lnTo>
                  <a:lnTo>
                    <a:pt x="46" y="554"/>
                  </a:lnTo>
                  <a:lnTo>
                    <a:pt x="56" y="572"/>
                  </a:lnTo>
                  <a:lnTo>
                    <a:pt x="64" y="592"/>
                  </a:lnTo>
                  <a:lnTo>
                    <a:pt x="70" y="614"/>
                  </a:lnTo>
                  <a:lnTo>
                    <a:pt x="72" y="636"/>
                  </a:lnTo>
                  <a:lnTo>
                    <a:pt x="74" y="660"/>
                  </a:lnTo>
                  <a:lnTo>
                    <a:pt x="74" y="668"/>
                  </a:lnTo>
                  <a:lnTo>
                    <a:pt x="258" y="470"/>
                  </a:lnTo>
                  <a:lnTo>
                    <a:pt x="258" y="470"/>
                  </a:lnTo>
                  <a:lnTo>
                    <a:pt x="270" y="458"/>
                  </a:lnTo>
                  <a:lnTo>
                    <a:pt x="276" y="444"/>
                  </a:lnTo>
                  <a:lnTo>
                    <a:pt x="280" y="430"/>
                  </a:lnTo>
                  <a:lnTo>
                    <a:pt x="282" y="414"/>
                  </a:lnTo>
                  <a:lnTo>
                    <a:pt x="282" y="414"/>
                  </a:lnTo>
                  <a:lnTo>
                    <a:pt x="282" y="88"/>
                  </a:lnTo>
                  <a:lnTo>
                    <a:pt x="282" y="88"/>
                  </a:lnTo>
                  <a:lnTo>
                    <a:pt x="280" y="70"/>
                  </a:lnTo>
                  <a:lnTo>
                    <a:pt x="274" y="54"/>
                  </a:lnTo>
                  <a:lnTo>
                    <a:pt x="266" y="38"/>
                  </a:lnTo>
                  <a:lnTo>
                    <a:pt x="254" y="26"/>
                  </a:lnTo>
                  <a:lnTo>
                    <a:pt x="242" y="14"/>
                  </a:lnTo>
                  <a:lnTo>
                    <a:pt x="226" y="6"/>
                  </a:lnTo>
                  <a:lnTo>
                    <a:pt x="208" y="2"/>
                  </a:lnTo>
                  <a:lnTo>
                    <a:pt x="188" y="0"/>
                  </a:lnTo>
                  <a:lnTo>
                    <a:pt x="188" y="0"/>
                  </a:lnTo>
                  <a:lnTo>
                    <a:pt x="174" y="2"/>
                  </a:lnTo>
                  <a:lnTo>
                    <a:pt x="158" y="6"/>
                  </a:lnTo>
                  <a:lnTo>
                    <a:pt x="144" y="14"/>
                  </a:lnTo>
                  <a:lnTo>
                    <a:pt x="132" y="26"/>
                  </a:lnTo>
                  <a:lnTo>
                    <a:pt x="120" y="38"/>
                  </a:lnTo>
                  <a:lnTo>
                    <a:pt x="112" y="54"/>
                  </a:lnTo>
                  <a:lnTo>
                    <a:pt x="108" y="70"/>
                  </a:lnTo>
                  <a:lnTo>
                    <a:pt x="106" y="88"/>
                  </a:lnTo>
                  <a:lnTo>
                    <a:pt x="106" y="384"/>
                  </a:lnTo>
                  <a:lnTo>
                    <a:pt x="0" y="50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sp>
          <p:nvSpPr>
            <p:cNvPr id="19" name="Freeform 2648"/>
            <p:cNvSpPr>
              <a:spLocks/>
            </p:cNvSpPr>
            <p:nvPr/>
          </p:nvSpPr>
          <p:spPr bwMode="auto">
            <a:xfrm>
              <a:off x="8496300" y="3987800"/>
              <a:ext cx="1254125" cy="590550"/>
            </a:xfrm>
            <a:custGeom>
              <a:avLst/>
              <a:gdLst>
                <a:gd name="T0" fmla="*/ 578 w 790"/>
                <a:gd name="T1" fmla="*/ 70 h 372"/>
                <a:gd name="T2" fmla="*/ 426 w 790"/>
                <a:gd name="T3" fmla="*/ 144 h 372"/>
                <a:gd name="T4" fmla="*/ 146 w 790"/>
                <a:gd name="T5" fmla="*/ 8 h 372"/>
                <a:gd name="T6" fmla="*/ 146 w 790"/>
                <a:gd name="T7" fmla="*/ 8 h 372"/>
                <a:gd name="T8" fmla="*/ 130 w 790"/>
                <a:gd name="T9" fmla="*/ 2 h 372"/>
                <a:gd name="T10" fmla="*/ 112 w 790"/>
                <a:gd name="T11" fmla="*/ 0 h 372"/>
                <a:gd name="T12" fmla="*/ 94 w 790"/>
                <a:gd name="T13" fmla="*/ 2 h 372"/>
                <a:gd name="T14" fmla="*/ 78 w 790"/>
                <a:gd name="T15" fmla="*/ 6 h 372"/>
                <a:gd name="T16" fmla="*/ 62 w 790"/>
                <a:gd name="T17" fmla="*/ 14 h 372"/>
                <a:gd name="T18" fmla="*/ 46 w 790"/>
                <a:gd name="T19" fmla="*/ 24 h 372"/>
                <a:gd name="T20" fmla="*/ 34 w 790"/>
                <a:gd name="T21" fmla="*/ 36 h 372"/>
                <a:gd name="T22" fmla="*/ 24 w 790"/>
                <a:gd name="T23" fmla="*/ 52 h 372"/>
                <a:gd name="T24" fmla="*/ 10 w 790"/>
                <a:gd name="T25" fmla="*/ 80 h 372"/>
                <a:gd name="T26" fmla="*/ 10 w 790"/>
                <a:gd name="T27" fmla="*/ 80 h 372"/>
                <a:gd name="T28" fmla="*/ 2 w 790"/>
                <a:gd name="T29" fmla="*/ 98 h 372"/>
                <a:gd name="T30" fmla="*/ 0 w 790"/>
                <a:gd name="T31" fmla="*/ 116 h 372"/>
                <a:gd name="T32" fmla="*/ 2 w 790"/>
                <a:gd name="T33" fmla="*/ 134 h 372"/>
                <a:gd name="T34" fmla="*/ 6 w 790"/>
                <a:gd name="T35" fmla="*/ 150 h 372"/>
                <a:gd name="T36" fmla="*/ 14 w 790"/>
                <a:gd name="T37" fmla="*/ 168 h 372"/>
                <a:gd name="T38" fmla="*/ 26 w 790"/>
                <a:gd name="T39" fmla="*/ 182 h 372"/>
                <a:gd name="T40" fmla="*/ 40 w 790"/>
                <a:gd name="T41" fmla="*/ 194 h 372"/>
                <a:gd name="T42" fmla="*/ 56 w 790"/>
                <a:gd name="T43" fmla="*/ 204 h 372"/>
                <a:gd name="T44" fmla="*/ 380 w 790"/>
                <a:gd name="T45" fmla="*/ 362 h 372"/>
                <a:gd name="T46" fmla="*/ 380 w 790"/>
                <a:gd name="T47" fmla="*/ 362 h 372"/>
                <a:gd name="T48" fmla="*/ 398 w 790"/>
                <a:gd name="T49" fmla="*/ 368 h 372"/>
                <a:gd name="T50" fmla="*/ 410 w 790"/>
                <a:gd name="T51" fmla="*/ 372 h 372"/>
                <a:gd name="T52" fmla="*/ 422 w 790"/>
                <a:gd name="T53" fmla="*/ 372 h 372"/>
                <a:gd name="T54" fmla="*/ 436 w 790"/>
                <a:gd name="T55" fmla="*/ 372 h 372"/>
                <a:gd name="T56" fmla="*/ 436 w 790"/>
                <a:gd name="T57" fmla="*/ 372 h 372"/>
                <a:gd name="T58" fmla="*/ 446 w 790"/>
                <a:gd name="T59" fmla="*/ 370 h 372"/>
                <a:gd name="T60" fmla="*/ 454 w 790"/>
                <a:gd name="T61" fmla="*/ 366 h 372"/>
                <a:gd name="T62" fmla="*/ 464 w 790"/>
                <a:gd name="T63" fmla="*/ 360 h 372"/>
                <a:gd name="T64" fmla="*/ 476 w 790"/>
                <a:gd name="T65" fmla="*/ 356 h 372"/>
                <a:gd name="T66" fmla="*/ 790 w 790"/>
                <a:gd name="T67" fmla="*/ 212 h 372"/>
                <a:gd name="T68" fmla="*/ 764 w 790"/>
                <a:gd name="T69" fmla="*/ 190 h 372"/>
                <a:gd name="T70" fmla="*/ 764 w 790"/>
                <a:gd name="T71" fmla="*/ 190 h 372"/>
                <a:gd name="T72" fmla="*/ 734 w 790"/>
                <a:gd name="T73" fmla="*/ 186 h 372"/>
                <a:gd name="T74" fmla="*/ 704 w 790"/>
                <a:gd name="T75" fmla="*/ 178 h 372"/>
                <a:gd name="T76" fmla="*/ 678 w 790"/>
                <a:gd name="T77" fmla="*/ 168 h 372"/>
                <a:gd name="T78" fmla="*/ 654 w 790"/>
                <a:gd name="T79" fmla="*/ 154 h 372"/>
                <a:gd name="T80" fmla="*/ 632 w 790"/>
                <a:gd name="T81" fmla="*/ 138 h 372"/>
                <a:gd name="T82" fmla="*/ 612 w 790"/>
                <a:gd name="T83" fmla="*/ 118 h 372"/>
                <a:gd name="T84" fmla="*/ 594 w 790"/>
                <a:gd name="T85" fmla="*/ 96 h 372"/>
                <a:gd name="T86" fmla="*/ 578 w 790"/>
                <a:gd name="T87" fmla="*/ 70 h 372"/>
                <a:gd name="T88" fmla="*/ 578 w 790"/>
                <a:gd name="T89" fmla="*/ 7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90" h="372">
                  <a:moveTo>
                    <a:pt x="578" y="70"/>
                  </a:moveTo>
                  <a:lnTo>
                    <a:pt x="426" y="144"/>
                  </a:lnTo>
                  <a:lnTo>
                    <a:pt x="146" y="8"/>
                  </a:lnTo>
                  <a:lnTo>
                    <a:pt x="146" y="8"/>
                  </a:lnTo>
                  <a:lnTo>
                    <a:pt x="130" y="2"/>
                  </a:lnTo>
                  <a:lnTo>
                    <a:pt x="112" y="0"/>
                  </a:lnTo>
                  <a:lnTo>
                    <a:pt x="94" y="2"/>
                  </a:lnTo>
                  <a:lnTo>
                    <a:pt x="78" y="6"/>
                  </a:lnTo>
                  <a:lnTo>
                    <a:pt x="62" y="14"/>
                  </a:lnTo>
                  <a:lnTo>
                    <a:pt x="46" y="24"/>
                  </a:lnTo>
                  <a:lnTo>
                    <a:pt x="34" y="36"/>
                  </a:lnTo>
                  <a:lnTo>
                    <a:pt x="24" y="52"/>
                  </a:lnTo>
                  <a:lnTo>
                    <a:pt x="10" y="80"/>
                  </a:lnTo>
                  <a:lnTo>
                    <a:pt x="10" y="80"/>
                  </a:lnTo>
                  <a:lnTo>
                    <a:pt x="2" y="98"/>
                  </a:lnTo>
                  <a:lnTo>
                    <a:pt x="0" y="116"/>
                  </a:lnTo>
                  <a:lnTo>
                    <a:pt x="2" y="134"/>
                  </a:lnTo>
                  <a:lnTo>
                    <a:pt x="6" y="150"/>
                  </a:lnTo>
                  <a:lnTo>
                    <a:pt x="14" y="168"/>
                  </a:lnTo>
                  <a:lnTo>
                    <a:pt x="26" y="182"/>
                  </a:lnTo>
                  <a:lnTo>
                    <a:pt x="40" y="194"/>
                  </a:lnTo>
                  <a:lnTo>
                    <a:pt x="56" y="204"/>
                  </a:lnTo>
                  <a:lnTo>
                    <a:pt x="380" y="362"/>
                  </a:lnTo>
                  <a:lnTo>
                    <a:pt x="380" y="362"/>
                  </a:lnTo>
                  <a:lnTo>
                    <a:pt x="398" y="368"/>
                  </a:lnTo>
                  <a:lnTo>
                    <a:pt x="410" y="372"/>
                  </a:lnTo>
                  <a:lnTo>
                    <a:pt x="422" y="372"/>
                  </a:lnTo>
                  <a:lnTo>
                    <a:pt x="436" y="372"/>
                  </a:lnTo>
                  <a:lnTo>
                    <a:pt x="436" y="372"/>
                  </a:lnTo>
                  <a:lnTo>
                    <a:pt x="446" y="370"/>
                  </a:lnTo>
                  <a:lnTo>
                    <a:pt x="454" y="366"/>
                  </a:lnTo>
                  <a:lnTo>
                    <a:pt x="464" y="360"/>
                  </a:lnTo>
                  <a:lnTo>
                    <a:pt x="476" y="356"/>
                  </a:lnTo>
                  <a:lnTo>
                    <a:pt x="790" y="212"/>
                  </a:lnTo>
                  <a:lnTo>
                    <a:pt x="764" y="190"/>
                  </a:lnTo>
                  <a:lnTo>
                    <a:pt x="764" y="190"/>
                  </a:lnTo>
                  <a:lnTo>
                    <a:pt x="734" y="186"/>
                  </a:lnTo>
                  <a:lnTo>
                    <a:pt x="704" y="178"/>
                  </a:lnTo>
                  <a:lnTo>
                    <a:pt x="678" y="168"/>
                  </a:lnTo>
                  <a:lnTo>
                    <a:pt x="654" y="154"/>
                  </a:lnTo>
                  <a:lnTo>
                    <a:pt x="632" y="138"/>
                  </a:lnTo>
                  <a:lnTo>
                    <a:pt x="612" y="118"/>
                  </a:lnTo>
                  <a:lnTo>
                    <a:pt x="594" y="96"/>
                  </a:lnTo>
                  <a:lnTo>
                    <a:pt x="578" y="70"/>
                  </a:lnTo>
                  <a:lnTo>
                    <a:pt x="578" y="70"/>
                  </a:lnTo>
                  <a:close/>
                </a:path>
              </a:pathLst>
            </a:custGeom>
            <a:solidFill>
              <a:srgbClr val="44546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庞门正道标题体"/>
              </a:endParaRPr>
            </a:p>
          </p:txBody>
        </p:sp>
      </p:gr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15</a:t>
            </a:fld>
            <a:endParaRPr lang="zh-CN" altLang="en-US">
              <a:solidFill>
                <a:prstClr val="black">
                  <a:tint val="75000"/>
                </a:prstClr>
              </a:solidFill>
            </a:endParaRPr>
          </a:p>
        </p:txBody>
      </p:sp>
    </p:spTree>
    <p:extLst>
      <p:ext uri="{BB962C8B-B14F-4D97-AF65-F5344CB8AC3E}">
        <p14:creationId xmlns:p14="http://schemas.microsoft.com/office/powerpoint/2010/main" val="36293219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35976" y="262451"/>
            <a:ext cx="7632121" cy="916823"/>
          </a:xfrm>
        </p:spPr>
        <p:txBody>
          <a:bodyPr>
            <a:noAutofit/>
          </a:bodyPr>
          <a:lstStyle/>
          <a:p>
            <a:r>
              <a:rPr lang="zh-TW" altLang="en-US" sz="3600" b="0" dirty="0" smtClean="0"/>
              <a:t>三、後續審</a:t>
            </a:r>
            <a:r>
              <a:rPr lang="zh-TW" altLang="en-US" sz="3600" b="0" dirty="0"/>
              <a:t>計策進</a:t>
            </a:r>
            <a:r>
              <a:rPr lang="zh-TW" altLang="en-US" sz="3600" b="0" dirty="0" smtClean="0"/>
              <a:t>作為</a:t>
            </a:r>
            <a:r>
              <a:rPr lang="en-US" altLang="zh-TW" sz="3600" b="0" dirty="0" smtClean="0"/>
              <a:t>(</a:t>
            </a:r>
            <a:r>
              <a:rPr lang="zh-TW" altLang="en-US" sz="3600" b="0" dirty="0" smtClean="0"/>
              <a:t>三</a:t>
            </a:r>
            <a:r>
              <a:rPr lang="en-US" altLang="zh-TW" sz="3600" b="0" dirty="0" smtClean="0"/>
              <a:t>)</a:t>
            </a:r>
            <a:endParaRPr lang="zh-TW" altLang="en-US" sz="3600" b="0" dirty="0"/>
          </a:p>
          <a:p>
            <a:pPr lvl="0"/>
            <a:endParaRPr lang="zh-TW" altLang="en-US" sz="3600" b="0" dirty="0"/>
          </a:p>
        </p:txBody>
      </p:sp>
      <p:sp>
        <p:nvSpPr>
          <p:cNvPr id="10" name="矩形 9">
            <a:extLst>
              <a:ext uri="{FF2B5EF4-FFF2-40B4-BE49-F238E27FC236}">
                <a16:creationId xmlns:a16="http://schemas.microsoft.com/office/drawing/2014/main" id="{28729FDF-122B-4FFE-93A1-C37C2F94AB60}"/>
              </a:ext>
            </a:extLst>
          </p:cNvPr>
          <p:cNvSpPr/>
          <p:nvPr/>
        </p:nvSpPr>
        <p:spPr>
          <a:xfrm>
            <a:off x="585447" y="147529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SzPct val="70000"/>
            </a:pPr>
            <a:endParaRPr lang="zh-TW" altLang="en-US" sz="2400" b="1" spc="-2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4" name="矩形 13">
            <a:extLst>
              <a:ext uri="{FF2B5EF4-FFF2-40B4-BE49-F238E27FC236}">
                <a16:creationId xmlns:a16="http://schemas.microsoft.com/office/drawing/2014/main" id="{52F0D611-6F36-49E8-B421-4F5F8A4F609E}"/>
              </a:ext>
            </a:extLst>
          </p:cNvPr>
          <p:cNvSpPr/>
          <p:nvPr/>
        </p:nvSpPr>
        <p:spPr>
          <a:xfrm>
            <a:off x="612031" y="1422732"/>
            <a:ext cx="594078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endParaRPr lang="zh-TW" altLang="en-US" sz="2800" b="1" spc="-200" dirty="0">
              <a:solidFill>
                <a:srgbClr val="FF0000"/>
              </a:solidFill>
              <a:latin typeface="Microsoft YaHei" panose="020B0503020204020204" pitchFamily="34" charset="-122"/>
              <a:ea typeface="Microsoft YaHei" panose="020B0503020204020204" pitchFamily="34" charset="-122"/>
            </a:endParaRPr>
          </a:p>
        </p:txBody>
      </p:sp>
      <p:sp>
        <p:nvSpPr>
          <p:cNvPr id="19" name="矩形 18">
            <a:extLst>
              <a:ext uri="{FF2B5EF4-FFF2-40B4-BE49-F238E27FC236}">
                <a16:creationId xmlns:a16="http://schemas.microsoft.com/office/drawing/2014/main" id="{DA7B6109-6704-484F-9752-E46A4FDDA8D2}"/>
              </a:ext>
            </a:extLst>
          </p:cNvPr>
          <p:cNvSpPr/>
          <p:nvPr/>
        </p:nvSpPr>
        <p:spPr>
          <a:xfrm>
            <a:off x="742414" y="3195202"/>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1" name="矩形 20">
            <a:extLst>
              <a:ext uri="{FF2B5EF4-FFF2-40B4-BE49-F238E27FC236}">
                <a16:creationId xmlns:a16="http://schemas.microsoft.com/office/drawing/2014/main" id="{DA7B6109-6704-484F-9752-E46A4FDDA8D2}"/>
              </a:ext>
            </a:extLst>
          </p:cNvPr>
          <p:cNvSpPr/>
          <p:nvPr/>
        </p:nvSpPr>
        <p:spPr>
          <a:xfrm>
            <a:off x="742414" y="4424048"/>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2" name="矩形 21">
            <a:extLst>
              <a:ext uri="{FF2B5EF4-FFF2-40B4-BE49-F238E27FC236}">
                <a16:creationId xmlns:a16="http://schemas.microsoft.com/office/drawing/2014/main" id="{DA7B6109-6704-484F-9752-E46A4FDDA8D2}"/>
              </a:ext>
            </a:extLst>
          </p:cNvPr>
          <p:cNvSpPr/>
          <p:nvPr/>
        </p:nvSpPr>
        <p:spPr>
          <a:xfrm>
            <a:off x="5824563" y="321415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sp>
        <p:nvSpPr>
          <p:cNvPr id="23" name="矩形 22">
            <a:extLst>
              <a:ext uri="{FF2B5EF4-FFF2-40B4-BE49-F238E27FC236}">
                <a16:creationId xmlns:a16="http://schemas.microsoft.com/office/drawing/2014/main" id="{DA7B6109-6704-484F-9752-E46A4FDDA8D2}"/>
              </a:ext>
            </a:extLst>
          </p:cNvPr>
          <p:cNvSpPr/>
          <p:nvPr/>
        </p:nvSpPr>
        <p:spPr>
          <a:xfrm>
            <a:off x="5674092" y="5308776"/>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en-US" altLang="zh-TW" sz="2800" b="1" dirty="0" smtClean="0">
              <a:solidFill>
                <a:srgbClr val="FF0000"/>
              </a:solidFill>
              <a:latin typeface="微軟正黑體" panose="020B0604030504040204" pitchFamily="34" charset="-120"/>
              <a:ea typeface="微軟正黑體" panose="020B0604030504040204" pitchFamily="34" charset="-120"/>
              <a:cs typeface="+mj-cs"/>
            </a:endParaRPr>
          </a:p>
          <a:p>
            <a:pPr>
              <a:spcBef>
                <a:spcPts val="600"/>
              </a:spcBef>
              <a:buSzPct val="50000"/>
            </a:pPr>
            <a:endParaRPr lang="en-US" altLang="zh-TW" sz="3200" b="1" dirty="0" smtClean="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en-US" altLang="zh-TW" sz="2800" b="1" dirty="0">
              <a:solidFill>
                <a:schemeClr val="tx1"/>
              </a:solidFill>
              <a:latin typeface="Microsoft YaHei" panose="020B0503020204020204" pitchFamily="34" charset="-122"/>
              <a:ea typeface="Microsoft YaHei" panose="020B0503020204020204" pitchFamily="34" charset="-122"/>
              <a:cs typeface="+mj-cs"/>
            </a:endParaRPr>
          </a:p>
          <a:p>
            <a:pPr>
              <a:spcBef>
                <a:spcPts val="600"/>
              </a:spcBef>
              <a:buSzPct val="50000"/>
            </a:pPr>
            <a:endParaRPr lang="zh-TW" altLang="en-US" sz="2400" b="1" dirty="0">
              <a:solidFill>
                <a:schemeClr val="accent2">
                  <a:lumMod val="75000"/>
                </a:schemeClr>
              </a:solidFill>
              <a:latin typeface="Microsoft YaHei" panose="020B0503020204020204" pitchFamily="34" charset="-122"/>
              <a:ea typeface="Microsoft YaHei" panose="020B0503020204020204" pitchFamily="34" charset="-122"/>
              <a:cs typeface="+mj-cs"/>
            </a:endParaRPr>
          </a:p>
        </p:txBody>
      </p:sp>
      <p:grpSp>
        <p:nvGrpSpPr>
          <p:cNvPr id="227" name="íṣ1íḓè">
            <a:extLst>
              <a:ext uri="{FF2B5EF4-FFF2-40B4-BE49-F238E27FC236}">
                <a16:creationId xmlns:a16="http://schemas.microsoft.com/office/drawing/2014/main" id="{D52E2FE9-8497-43B9-96A2-D2B365928507}"/>
              </a:ext>
            </a:extLst>
          </p:cNvPr>
          <p:cNvGrpSpPr/>
          <p:nvPr/>
        </p:nvGrpSpPr>
        <p:grpSpPr>
          <a:xfrm>
            <a:off x="2612701" y="1695044"/>
            <a:ext cx="3211862" cy="4404619"/>
            <a:chOff x="4701752" y="1268760"/>
            <a:chExt cx="2983589" cy="4800994"/>
          </a:xfrm>
        </p:grpSpPr>
        <p:grpSp>
          <p:nvGrpSpPr>
            <p:cNvPr id="228" name="íŝḷîdé">
              <a:extLst>
                <a:ext uri="{FF2B5EF4-FFF2-40B4-BE49-F238E27FC236}">
                  <a16:creationId xmlns:a16="http://schemas.microsoft.com/office/drawing/2014/main" id="{B13E8263-618A-4A5F-ACA1-5B52DE5C88B0}"/>
                </a:ext>
              </a:extLst>
            </p:cNvPr>
            <p:cNvGrpSpPr/>
            <p:nvPr/>
          </p:nvGrpSpPr>
          <p:grpSpPr>
            <a:xfrm>
              <a:off x="6131878" y="4147024"/>
              <a:ext cx="166393" cy="582374"/>
              <a:chOff x="2752726" y="4344988"/>
              <a:chExt cx="184150" cy="644525"/>
            </a:xfrm>
            <a:solidFill>
              <a:srgbClr val="FF8F29"/>
            </a:solidFill>
          </p:grpSpPr>
          <p:sp>
            <p:nvSpPr>
              <p:cNvPr id="432" name="iṡlïdê">
                <a:extLst>
                  <a:ext uri="{FF2B5EF4-FFF2-40B4-BE49-F238E27FC236}">
                    <a16:creationId xmlns:a16="http://schemas.microsoft.com/office/drawing/2014/main" id="{40D360ED-4567-41D3-8B54-2B866E17D49D}"/>
                  </a:ext>
                </a:extLst>
              </p:cNvPr>
              <p:cNvSpPr/>
              <p:nvPr/>
            </p:nvSpPr>
            <p:spPr bwMode="auto">
              <a:xfrm>
                <a:off x="2762251" y="4427538"/>
                <a:ext cx="174625" cy="519113"/>
              </a:xfrm>
              <a:custGeom>
                <a:avLst/>
                <a:gdLst>
                  <a:gd name="T0" fmla="*/ 34 w 110"/>
                  <a:gd name="T1" fmla="*/ 267 h 327"/>
                  <a:gd name="T2" fmla="*/ 67 w 110"/>
                  <a:gd name="T3" fmla="*/ 327 h 327"/>
                  <a:gd name="T4" fmla="*/ 95 w 110"/>
                  <a:gd name="T5" fmla="*/ 323 h 327"/>
                  <a:gd name="T6" fmla="*/ 110 w 110"/>
                  <a:gd name="T7" fmla="*/ 256 h 327"/>
                  <a:gd name="T8" fmla="*/ 76 w 110"/>
                  <a:gd name="T9" fmla="*/ 0 h 327"/>
                  <a:gd name="T10" fmla="*/ 0 w 110"/>
                  <a:gd name="T11" fmla="*/ 10 h 327"/>
                  <a:gd name="T12" fmla="*/ 34 w 110"/>
                  <a:gd name="T13" fmla="*/ 267 h 327"/>
                </a:gdLst>
                <a:ahLst/>
                <a:cxnLst>
                  <a:cxn ang="0">
                    <a:pos x="T0" y="T1"/>
                  </a:cxn>
                  <a:cxn ang="0">
                    <a:pos x="T2" y="T3"/>
                  </a:cxn>
                  <a:cxn ang="0">
                    <a:pos x="T4" y="T5"/>
                  </a:cxn>
                  <a:cxn ang="0">
                    <a:pos x="T6" y="T7"/>
                  </a:cxn>
                  <a:cxn ang="0">
                    <a:pos x="T8" y="T9"/>
                  </a:cxn>
                  <a:cxn ang="0">
                    <a:pos x="T10" y="T11"/>
                  </a:cxn>
                  <a:cxn ang="0">
                    <a:pos x="T12" y="T13"/>
                  </a:cxn>
                </a:cxnLst>
                <a:rect l="0" t="0" r="r" b="b"/>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3" name="iSḻíḋe">
                <a:extLst>
                  <a:ext uri="{FF2B5EF4-FFF2-40B4-BE49-F238E27FC236}">
                    <a16:creationId xmlns:a16="http://schemas.microsoft.com/office/drawing/2014/main" id="{FF09FE44-033E-47F4-B3C4-C7B3F4D9D992}"/>
                  </a:ext>
                </a:extLst>
              </p:cNvPr>
              <p:cNvSpPr/>
              <p:nvPr/>
            </p:nvSpPr>
            <p:spPr bwMode="auto">
              <a:xfrm>
                <a:off x="2754313" y="4344988"/>
                <a:ext cx="128588" cy="146050"/>
              </a:xfrm>
              <a:custGeom>
                <a:avLst/>
                <a:gdLst>
                  <a:gd name="T0" fmla="*/ 5 w 81"/>
                  <a:gd name="T1" fmla="*/ 58 h 92"/>
                  <a:gd name="T2" fmla="*/ 5 w 81"/>
                  <a:gd name="T3" fmla="*/ 58 h 92"/>
                  <a:gd name="T4" fmla="*/ 7 w 81"/>
                  <a:gd name="T5" fmla="*/ 66 h 92"/>
                  <a:gd name="T6" fmla="*/ 10 w 81"/>
                  <a:gd name="T7" fmla="*/ 73 h 92"/>
                  <a:gd name="T8" fmla="*/ 15 w 81"/>
                  <a:gd name="T9" fmla="*/ 78 h 92"/>
                  <a:gd name="T10" fmla="*/ 20 w 81"/>
                  <a:gd name="T11" fmla="*/ 84 h 92"/>
                  <a:gd name="T12" fmla="*/ 26 w 81"/>
                  <a:gd name="T13" fmla="*/ 88 h 92"/>
                  <a:gd name="T14" fmla="*/ 33 w 81"/>
                  <a:gd name="T15" fmla="*/ 90 h 92"/>
                  <a:gd name="T16" fmla="*/ 39 w 81"/>
                  <a:gd name="T17" fmla="*/ 92 h 92"/>
                  <a:gd name="T18" fmla="*/ 47 w 81"/>
                  <a:gd name="T19" fmla="*/ 90 h 92"/>
                  <a:gd name="T20" fmla="*/ 49 w 81"/>
                  <a:gd name="T21" fmla="*/ 90 h 92"/>
                  <a:gd name="T22" fmla="*/ 49 w 81"/>
                  <a:gd name="T23" fmla="*/ 90 h 92"/>
                  <a:gd name="T24" fmla="*/ 56 w 81"/>
                  <a:gd name="T25" fmla="*/ 89 h 92"/>
                  <a:gd name="T26" fmla="*/ 62 w 81"/>
                  <a:gd name="T27" fmla="*/ 86 h 92"/>
                  <a:gd name="T28" fmla="*/ 69 w 81"/>
                  <a:gd name="T29" fmla="*/ 81 h 92"/>
                  <a:gd name="T30" fmla="*/ 73 w 81"/>
                  <a:gd name="T31" fmla="*/ 77 h 92"/>
                  <a:gd name="T32" fmla="*/ 77 w 81"/>
                  <a:gd name="T33" fmla="*/ 70 h 92"/>
                  <a:gd name="T34" fmla="*/ 80 w 81"/>
                  <a:gd name="T35" fmla="*/ 63 h 92"/>
                  <a:gd name="T36" fmla="*/ 81 w 81"/>
                  <a:gd name="T37" fmla="*/ 56 h 92"/>
                  <a:gd name="T38" fmla="*/ 81 w 81"/>
                  <a:gd name="T39" fmla="*/ 48 h 92"/>
                  <a:gd name="T40" fmla="*/ 76 w 81"/>
                  <a:gd name="T41" fmla="*/ 13 h 92"/>
                  <a:gd name="T42" fmla="*/ 76 w 81"/>
                  <a:gd name="T43" fmla="*/ 13 h 92"/>
                  <a:gd name="T44" fmla="*/ 75 w 81"/>
                  <a:gd name="T45" fmla="*/ 8 h 92"/>
                  <a:gd name="T46" fmla="*/ 72 w 81"/>
                  <a:gd name="T47" fmla="*/ 2 h 92"/>
                  <a:gd name="T48" fmla="*/ 68 w 81"/>
                  <a:gd name="T49" fmla="*/ 1 h 92"/>
                  <a:gd name="T50" fmla="*/ 64 w 81"/>
                  <a:gd name="T51" fmla="*/ 0 h 92"/>
                  <a:gd name="T52" fmla="*/ 51 w 81"/>
                  <a:gd name="T53" fmla="*/ 0 h 92"/>
                  <a:gd name="T54" fmla="*/ 37 w 81"/>
                  <a:gd name="T55" fmla="*/ 2 h 92"/>
                  <a:gd name="T56" fmla="*/ 35 w 81"/>
                  <a:gd name="T57" fmla="*/ 2 h 92"/>
                  <a:gd name="T58" fmla="*/ 35 w 81"/>
                  <a:gd name="T59" fmla="*/ 2 h 92"/>
                  <a:gd name="T60" fmla="*/ 22 w 81"/>
                  <a:gd name="T61" fmla="*/ 4 h 92"/>
                  <a:gd name="T62" fmla="*/ 10 w 81"/>
                  <a:gd name="T63" fmla="*/ 6 h 92"/>
                  <a:gd name="T64" fmla="*/ 5 w 81"/>
                  <a:gd name="T65" fmla="*/ 9 h 92"/>
                  <a:gd name="T66" fmla="*/ 3 w 81"/>
                  <a:gd name="T67" fmla="*/ 12 h 92"/>
                  <a:gd name="T68" fmla="*/ 0 w 81"/>
                  <a:gd name="T69" fmla="*/ 17 h 92"/>
                  <a:gd name="T70" fmla="*/ 0 w 81"/>
                  <a:gd name="T71" fmla="*/ 24 h 92"/>
                  <a:gd name="T72" fmla="*/ 5 w 81"/>
                  <a:gd name="T73"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49" y="90"/>
                    </a:lnTo>
                    <a:lnTo>
                      <a:pt x="56" y="89"/>
                    </a:lnTo>
                    <a:lnTo>
                      <a:pt x="62" y="86"/>
                    </a:lnTo>
                    <a:lnTo>
                      <a:pt x="69" y="81"/>
                    </a:lnTo>
                    <a:lnTo>
                      <a:pt x="73" y="77"/>
                    </a:lnTo>
                    <a:lnTo>
                      <a:pt x="77" y="70"/>
                    </a:lnTo>
                    <a:lnTo>
                      <a:pt x="80" y="63"/>
                    </a:lnTo>
                    <a:lnTo>
                      <a:pt x="81" y="56"/>
                    </a:lnTo>
                    <a:lnTo>
                      <a:pt x="81" y="48"/>
                    </a:lnTo>
                    <a:lnTo>
                      <a:pt x="76" y="13"/>
                    </a:lnTo>
                    <a:lnTo>
                      <a:pt x="76" y="13"/>
                    </a:lnTo>
                    <a:lnTo>
                      <a:pt x="75" y="8"/>
                    </a:lnTo>
                    <a:lnTo>
                      <a:pt x="72" y="2"/>
                    </a:lnTo>
                    <a:lnTo>
                      <a:pt x="68" y="1"/>
                    </a:lnTo>
                    <a:lnTo>
                      <a:pt x="64" y="0"/>
                    </a:lnTo>
                    <a:lnTo>
                      <a:pt x="51" y="0"/>
                    </a:lnTo>
                    <a:lnTo>
                      <a:pt x="37" y="2"/>
                    </a:lnTo>
                    <a:lnTo>
                      <a:pt x="35"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4" name="is1ide">
                <a:extLst>
                  <a:ext uri="{FF2B5EF4-FFF2-40B4-BE49-F238E27FC236}">
                    <a16:creationId xmlns:a16="http://schemas.microsoft.com/office/drawing/2014/main" id="{9F06FE4E-11BE-4679-A9B6-8B508B661F10}"/>
                  </a:ext>
                </a:extLst>
              </p:cNvPr>
              <p:cNvSpPr/>
              <p:nvPr/>
            </p:nvSpPr>
            <p:spPr bwMode="auto">
              <a:xfrm>
                <a:off x="2752726" y="4394200"/>
                <a:ext cx="149225" cy="142875"/>
              </a:xfrm>
              <a:custGeom>
                <a:avLst/>
                <a:gdLst>
                  <a:gd name="T0" fmla="*/ 11 w 94"/>
                  <a:gd name="T1" fmla="*/ 90 h 90"/>
                  <a:gd name="T2" fmla="*/ 94 w 94"/>
                  <a:gd name="T3" fmla="*/ 80 h 90"/>
                  <a:gd name="T4" fmla="*/ 84 w 94"/>
                  <a:gd name="T5" fmla="*/ 0 h 90"/>
                  <a:gd name="T6" fmla="*/ 0 w 94"/>
                  <a:gd name="T7" fmla="*/ 11 h 90"/>
                  <a:gd name="T8" fmla="*/ 11 w 94"/>
                  <a:gd name="T9" fmla="*/ 90 h 90"/>
                </a:gdLst>
                <a:ahLst/>
                <a:cxnLst>
                  <a:cxn ang="0">
                    <a:pos x="T0" y="T1"/>
                  </a:cxn>
                  <a:cxn ang="0">
                    <a:pos x="T2" y="T3"/>
                  </a:cxn>
                  <a:cxn ang="0">
                    <a:pos x="T4" y="T5"/>
                  </a:cxn>
                  <a:cxn ang="0">
                    <a:pos x="T6" y="T7"/>
                  </a:cxn>
                  <a:cxn ang="0">
                    <a:pos x="T8" y="T9"/>
                  </a:cxn>
                </a:cxnLst>
                <a:rect l="0" t="0" r="r" b="b"/>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5" name="î$1íḋè">
                <a:extLst>
                  <a:ext uri="{FF2B5EF4-FFF2-40B4-BE49-F238E27FC236}">
                    <a16:creationId xmlns:a16="http://schemas.microsoft.com/office/drawing/2014/main" id="{BF240202-CB69-44C2-9911-DCC971CEFA45}"/>
                  </a:ext>
                </a:extLst>
              </p:cNvPr>
              <p:cNvSpPr/>
              <p:nvPr/>
            </p:nvSpPr>
            <p:spPr bwMode="auto">
              <a:xfrm>
                <a:off x="2868613" y="4933950"/>
                <a:ext cx="44450" cy="55563"/>
              </a:xfrm>
              <a:custGeom>
                <a:avLst/>
                <a:gdLst>
                  <a:gd name="T0" fmla="*/ 28 w 28"/>
                  <a:gd name="T1" fmla="*/ 2 h 35"/>
                  <a:gd name="T2" fmla="*/ 28 w 28"/>
                  <a:gd name="T3" fmla="*/ 2 h 35"/>
                  <a:gd name="T4" fmla="*/ 27 w 28"/>
                  <a:gd name="T5" fmla="*/ 14 h 35"/>
                  <a:gd name="T6" fmla="*/ 21 w 28"/>
                  <a:gd name="T7" fmla="*/ 31 h 35"/>
                  <a:gd name="T8" fmla="*/ 21 w 28"/>
                  <a:gd name="T9" fmla="*/ 31 h 35"/>
                  <a:gd name="T10" fmla="*/ 20 w 28"/>
                  <a:gd name="T11" fmla="*/ 35 h 35"/>
                  <a:gd name="T12" fmla="*/ 19 w 28"/>
                  <a:gd name="T13" fmla="*/ 35 h 35"/>
                  <a:gd name="T14" fmla="*/ 16 w 28"/>
                  <a:gd name="T15" fmla="*/ 35 h 35"/>
                  <a:gd name="T16" fmla="*/ 13 w 28"/>
                  <a:gd name="T17" fmla="*/ 32 h 35"/>
                  <a:gd name="T18" fmla="*/ 11 w 28"/>
                  <a:gd name="T19" fmla="*/ 27 h 35"/>
                  <a:gd name="T20" fmla="*/ 0 w 28"/>
                  <a:gd name="T21" fmla="*/ 8 h 35"/>
                  <a:gd name="T22" fmla="*/ 0 w 28"/>
                  <a:gd name="T23" fmla="*/ 8 h 35"/>
                  <a:gd name="T24" fmla="*/ 3 w 28"/>
                  <a:gd name="T25" fmla="*/ 5 h 35"/>
                  <a:gd name="T26" fmla="*/ 8 w 28"/>
                  <a:gd name="T27" fmla="*/ 2 h 35"/>
                  <a:gd name="T28" fmla="*/ 12 w 28"/>
                  <a:gd name="T29" fmla="*/ 1 h 35"/>
                  <a:gd name="T30" fmla="*/ 16 w 28"/>
                  <a:gd name="T31" fmla="*/ 0 h 35"/>
                  <a:gd name="T32" fmla="*/ 23 w 28"/>
                  <a:gd name="T33" fmla="*/ 0 h 35"/>
                  <a:gd name="T34" fmla="*/ 28 w 28"/>
                  <a:gd name="T35" fmla="*/ 2 h 35"/>
                  <a:gd name="T36" fmla="*/ 28 w 28"/>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35">
                    <a:moveTo>
                      <a:pt x="28" y="2"/>
                    </a:moveTo>
                    <a:lnTo>
                      <a:pt x="28" y="2"/>
                    </a:lnTo>
                    <a:lnTo>
                      <a:pt x="27" y="14"/>
                    </a:lnTo>
                    <a:lnTo>
                      <a:pt x="21" y="31"/>
                    </a:lnTo>
                    <a:lnTo>
                      <a:pt x="21" y="31"/>
                    </a:lnTo>
                    <a:lnTo>
                      <a:pt x="20" y="35"/>
                    </a:lnTo>
                    <a:lnTo>
                      <a:pt x="19" y="35"/>
                    </a:lnTo>
                    <a:lnTo>
                      <a:pt x="16" y="35"/>
                    </a:lnTo>
                    <a:lnTo>
                      <a:pt x="13" y="32"/>
                    </a:lnTo>
                    <a:lnTo>
                      <a:pt x="11" y="27"/>
                    </a:lnTo>
                    <a:lnTo>
                      <a:pt x="0" y="8"/>
                    </a:lnTo>
                    <a:lnTo>
                      <a:pt x="0" y="8"/>
                    </a:lnTo>
                    <a:lnTo>
                      <a:pt x="3" y="5"/>
                    </a:lnTo>
                    <a:lnTo>
                      <a:pt x="8" y="2"/>
                    </a:lnTo>
                    <a:lnTo>
                      <a:pt x="12" y="1"/>
                    </a:lnTo>
                    <a:lnTo>
                      <a:pt x="16" y="0"/>
                    </a:lnTo>
                    <a:lnTo>
                      <a:pt x="23" y="0"/>
                    </a:lnTo>
                    <a:lnTo>
                      <a:pt x="28" y="2"/>
                    </a:lnTo>
                    <a:lnTo>
                      <a:pt x="28"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29" name="îs1iďê">
              <a:extLst>
                <a:ext uri="{FF2B5EF4-FFF2-40B4-BE49-F238E27FC236}">
                  <a16:creationId xmlns:a16="http://schemas.microsoft.com/office/drawing/2014/main" id="{5765CBED-0352-49D4-9DBF-27DADDC3CCD6}"/>
                </a:ext>
              </a:extLst>
            </p:cNvPr>
            <p:cNvGrpSpPr>
              <a:grpSpLocks/>
            </p:cNvGrpSpPr>
            <p:nvPr/>
          </p:nvGrpSpPr>
          <p:grpSpPr bwMode="auto">
            <a:xfrm>
              <a:off x="5581050" y="4676935"/>
              <a:ext cx="1278066" cy="1392819"/>
              <a:chOff x="2143126" y="4930775"/>
              <a:chExt cx="1414463" cy="1541463"/>
            </a:xfrm>
          </p:grpSpPr>
          <p:sp>
            <p:nvSpPr>
              <p:cNvPr id="335" name="iṣľîḍê">
                <a:extLst>
                  <a:ext uri="{FF2B5EF4-FFF2-40B4-BE49-F238E27FC236}">
                    <a16:creationId xmlns:a16="http://schemas.microsoft.com/office/drawing/2014/main" id="{D4669BE2-84BF-4C2B-9370-3B8C1C8C9BF3}"/>
                  </a:ext>
                </a:extLst>
              </p:cNvPr>
              <p:cNvSpPr/>
              <p:nvPr/>
            </p:nvSpPr>
            <p:spPr bwMode="auto">
              <a:xfrm>
                <a:off x="2143126" y="5083175"/>
                <a:ext cx="1414463" cy="1257300"/>
              </a:xfrm>
              <a:custGeom>
                <a:avLst/>
                <a:gdLst>
                  <a:gd name="T0" fmla="*/ 530225 w 891"/>
                  <a:gd name="T1" fmla="*/ 1254125 h 792"/>
                  <a:gd name="T2" fmla="*/ 361950 w 891"/>
                  <a:gd name="T3" fmla="*/ 1230313 h 792"/>
                  <a:gd name="T4" fmla="*/ 336550 w 891"/>
                  <a:gd name="T5" fmla="*/ 1212850 h 792"/>
                  <a:gd name="T6" fmla="*/ 301625 w 891"/>
                  <a:gd name="T7" fmla="*/ 1165225 h 792"/>
                  <a:gd name="T8" fmla="*/ 174625 w 891"/>
                  <a:gd name="T9" fmla="*/ 1084263 h 792"/>
                  <a:gd name="T10" fmla="*/ 103188 w 891"/>
                  <a:gd name="T11" fmla="*/ 1001713 h 792"/>
                  <a:gd name="T12" fmla="*/ 88900 w 891"/>
                  <a:gd name="T13" fmla="*/ 947738 h 792"/>
                  <a:gd name="T14" fmla="*/ 96838 w 891"/>
                  <a:gd name="T15" fmla="*/ 889000 h 792"/>
                  <a:gd name="T16" fmla="*/ 71438 w 891"/>
                  <a:gd name="T17" fmla="*/ 865188 h 792"/>
                  <a:gd name="T18" fmla="*/ 41275 w 891"/>
                  <a:gd name="T19" fmla="*/ 838200 h 792"/>
                  <a:gd name="T20" fmla="*/ 76200 w 891"/>
                  <a:gd name="T21" fmla="*/ 814388 h 792"/>
                  <a:gd name="T22" fmla="*/ 96838 w 891"/>
                  <a:gd name="T23" fmla="*/ 795338 h 792"/>
                  <a:gd name="T24" fmla="*/ 88900 w 891"/>
                  <a:gd name="T25" fmla="*/ 738188 h 792"/>
                  <a:gd name="T26" fmla="*/ 103188 w 891"/>
                  <a:gd name="T27" fmla="*/ 701675 h 792"/>
                  <a:gd name="T28" fmla="*/ 76200 w 891"/>
                  <a:gd name="T29" fmla="*/ 690563 h 792"/>
                  <a:gd name="T30" fmla="*/ 36513 w 891"/>
                  <a:gd name="T31" fmla="*/ 674688 h 792"/>
                  <a:gd name="T32" fmla="*/ 53975 w 891"/>
                  <a:gd name="T33" fmla="*/ 642938 h 792"/>
                  <a:gd name="T34" fmla="*/ 88900 w 891"/>
                  <a:gd name="T35" fmla="*/ 623888 h 792"/>
                  <a:gd name="T36" fmla="*/ 87313 w 891"/>
                  <a:gd name="T37" fmla="*/ 579438 h 792"/>
                  <a:gd name="T38" fmla="*/ 88900 w 891"/>
                  <a:gd name="T39" fmla="*/ 544513 h 792"/>
                  <a:gd name="T40" fmla="*/ 84138 w 891"/>
                  <a:gd name="T41" fmla="*/ 508000 h 792"/>
                  <a:gd name="T42" fmla="*/ 50800 w 891"/>
                  <a:gd name="T43" fmla="*/ 492125 h 792"/>
                  <a:gd name="T44" fmla="*/ 57150 w 891"/>
                  <a:gd name="T45" fmla="*/ 461963 h 792"/>
                  <a:gd name="T46" fmla="*/ 95250 w 891"/>
                  <a:gd name="T47" fmla="*/ 446088 h 792"/>
                  <a:gd name="T48" fmla="*/ 101600 w 891"/>
                  <a:gd name="T49" fmla="*/ 415925 h 792"/>
                  <a:gd name="T50" fmla="*/ 96838 w 891"/>
                  <a:gd name="T51" fmla="*/ 388938 h 792"/>
                  <a:gd name="T52" fmla="*/ 112713 w 891"/>
                  <a:gd name="T53" fmla="*/ 346075 h 792"/>
                  <a:gd name="T54" fmla="*/ 93663 w 891"/>
                  <a:gd name="T55" fmla="*/ 339725 h 792"/>
                  <a:gd name="T56" fmla="*/ 53975 w 891"/>
                  <a:gd name="T57" fmla="*/ 322263 h 792"/>
                  <a:gd name="T58" fmla="*/ 0 w 891"/>
                  <a:gd name="T59" fmla="*/ 0 h 792"/>
                  <a:gd name="T60" fmla="*/ 1385888 w 891"/>
                  <a:gd name="T61" fmla="*/ 233363 h 792"/>
                  <a:gd name="T62" fmla="*/ 1355725 w 891"/>
                  <a:gd name="T63" fmla="*/ 260350 h 792"/>
                  <a:gd name="T64" fmla="*/ 1325563 w 891"/>
                  <a:gd name="T65" fmla="*/ 266700 h 792"/>
                  <a:gd name="T66" fmla="*/ 1320800 w 891"/>
                  <a:gd name="T67" fmla="*/ 285750 h 792"/>
                  <a:gd name="T68" fmla="*/ 1331913 w 891"/>
                  <a:gd name="T69" fmla="*/ 325438 h 792"/>
                  <a:gd name="T70" fmla="*/ 1320800 w 891"/>
                  <a:gd name="T71" fmla="*/ 361950 h 792"/>
                  <a:gd name="T72" fmla="*/ 1346200 w 891"/>
                  <a:gd name="T73" fmla="*/ 376238 h 792"/>
                  <a:gd name="T74" fmla="*/ 1382713 w 891"/>
                  <a:gd name="T75" fmla="*/ 403225 h 792"/>
                  <a:gd name="T76" fmla="*/ 1355725 w 891"/>
                  <a:gd name="T77" fmla="*/ 430213 h 792"/>
                  <a:gd name="T78" fmla="*/ 1335088 w 891"/>
                  <a:gd name="T79" fmla="*/ 446088 h 792"/>
                  <a:gd name="T80" fmla="*/ 1341438 w 891"/>
                  <a:gd name="T81" fmla="*/ 492125 h 792"/>
                  <a:gd name="T82" fmla="*/ 1335088 w 891"/>
                  <a:gd name="T83" fmla="*/ 533400 h 792"/>
                  <a:gd name="T84" fmla="*/ 1358900 w 891"/>
                  <a:gd name="T85" fmla="*/ 563563 h 792"/>
                  <a:gd name="T86" fmla="*/ 1392238 w 891"/>
                  <a:gd name="T87" fmla="*/ 585788 h 792"/>
                  <a:gd name="T88" fmla="*/ 1370013 w 891"/>
                  <a:gd name="T89" fmla="*/ 612775 h 792"/>
                  <a:gd name="T90" fmla="*/ 1327150 w 891"/>
                  <a:gd name="T91" fmla="*/ 619125 h 792"/>
                  <a:gd name="T92" fmla="*/ 1338263 w 891"/>
                  <a:gd name="T93" fmla="*/ 652463 h 792"/>
                  <a:gd name="T94" fmla="*/ 1335088 w 891"/>
                  <a:gd name="T95" fmla="*/ 690563 h 792"/>
                  <a:gd name="T96" fmla="*/ 1339850 w 891"/>
                  <a:gd name="T97" fmla="*/ 735013 h 792"/>
                  <a:gd name="T98" fmla="*/ 1376363 w 891"/>
                  <a:gd name="T99" fmla="*/ 752475 h 792"/>
                  <a:gd name="T100" fmla="*/ 1381125 w 891"/>
                  <a:gd name="T101" fmla="*/ 777875 h 792"/>
                  <a:gd name="T102" fmla="*/ 1341438 w 891"/>
                  <a:gd name="T103" fmla="*/ 798513 h 792"/>
                  <a:gd name="T104" fmla="*/ 1335088 w 891"/>
                  <a:gd name="T105" fmla="*/ 849313 h 792"/>
                  <a:gd name="T106" fmla="*/ 1339850 w 891"/>
                  <a:gd name="T107" fmla="*/ 879475 h 792"/>
                  <a:gd name="T108" fmla="*/ 1362075 w 891"/>
                  <a:gd name="T109" fmla="*/ 908050 h 792"/>
                  <a:gd name="T110" fmla="*/ 1358900 w 891"/>
                  <a:gd name="T111" fmla="*/ 944563 h 792"/>
                  <a:gd name="T112" fmla="*/ 1301750 w 891"/>
                  <a:gd name="T113" fmla="*/ 1036638 h 792"/>
                  <a:gd name="T114" fmla="*/ 1231900 w 891"/>
                  <a:gd name="T115" fmla="*/ 1103313 h 792"/>
                  <a:gd name="T116" fmla="*/ 1128713 w 891"/>
                  <a:gd name="T117" fmla="*/ 1177925 h 792"/>
                  <a:gd name="T118" fmla="*/ 1103313 w 891"/>
                  <a:gd name="T119" fmla="*/ 1212850 h 792"/>
                  <a:gd name="T120" fmla="*/ 1071563 w 891"/>
                  <a:gd name="T121" fmla="*/ 1230313 h 792"/>
                  <a:gd name="T122" fmla="*/ 869950 w 891"/>
                  <a:gd name="T123" fmla="*/ 1254125 h 7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09" y="756"/>
                    </a:lnTo>
                    <a:lnTo>
                      <a:pt x="205" y="749"/>
                    </a:lnTo>
                    <a:lnTo>
                      <a:pt x="198" y="741"/>
                    </a:lnTo>
                    <a:lnTo>
                      <a:pt x="190" y="734"/>
                    </a:lnTo>
                    <a:lnTo>
                      <a:pt x="164" y="717"/>
                    </a:lnTo>
                    <a:lnTo>
                      <a:pt x="129" y="695"/>
                    </a:lnTo>
                    <a:lnTo>
                      <a:pt x="110" y="683"/>
                    </a:lnTo>
                    <a:lnTo>
                      <a:pt x="95" y="669"/>
                    </a:lnTo>
                    <a:lnTo>
                      <a:pt x="82" y="657"/>
                    </a:lnTo>
                    <a:lnTo>
                      <a:pt x="72" y="643"/>
                    </a:lnTo>
                    <a:lnTo>
                      <a:pt x="65" y="631"/>
                    </a:lnTo>
                    <a:lnTo>
                      <a:pt x="60" y="619"/>
                    </a:lnTo>
                    <a:lnTo>
                      <a:pt x="57" y="608"/>
                    </a:lnTo>
                    <a:lnTo>
                      <a:pt x="56" y="597"/>
                    </a:lnTo>
                    <a:lnTo>
                      <a:pt x="57" y="589"/>
                    </a:lnTo>
                    <a:lnTo>
                      <a:pt x="59" y="581"/>
                    </a:lnTo>
                    <a:lnTo>
                      <a:pt x="61" y="566"/>
                    </a:lnTo>
                    <a:lnTo>
                      <a:pt x="61" y="560"/>
                    </a:lnTo>
                    <a:lnTo>
                      <a:pt x="59" y="554"/>
                    </a:lnTo>
                    <a:lnTo>
                      <a:pt x="55" y="549"/>
                    </a:lnTo>
                    <a:lnTo>
                      <a:pt x="45" y="545"/>
                    </a:lnTo>
                    <a:lnTo>
                      <a:pt x="36" y="541"/>
                    </a:lnTo>
                    <a:lnTo>
                      <a:pt x="30" y="537"/>
                    </a:lnTo>
                    <a:lnTo>
                      <a:pt x="28" y="532"/>
                    </a:lnTo>
                    <a:lnTo>
                      <a:pt x="26" y="528"/>
                    </a:lnTo>
                    <a:lnTo>
                      <a:pt x="29" y="524"/>
                    </a:lnTo>
                    <a:lnTo>
                      <a:pt x="33" y="522"/>
                    </a:lnTo>
                    <a:lnTo>
                      <a:pt x="40" y="518"/>
                    </a:lnTo>
                    <a:lnTo>
                      <a:pt x="48" y="513"/>
                    </a:lnTo>
                    <a:lnTo>
                      <a:pt x="55" y="511"/>
                    </a:lnTo>
                    <a:lnTo>
                      <a:pt x="59" y="505"/>
                    </a:lnTo>
                    <a:lnTo>
                      <a:pt x="61" y="501"/>
                    </a:lnTo>
                    <a:lnTo>
                      <a:pt x="61" y="496"/>
                    </a:lnTo>
                    <a:lnTo>
                      <a:pt x="59" y="482"/>
                    </a:lnTo>
                    <a:lnTo>
                      <a:pt x="57" y="474"/>
                    </a:lnTo>
                    <a:lnTo>
                      <a:pt x="56" y="465"/>
                    </a:lnTo>
                    <a:lnTo>
                      <a:pt x="57" y="457"/>
                    </a:lnTo>
                    <a:lnTo>
                      <a:pt x="60" y="450"/>
                    </a:lnTo>
                    <a:lnTo>
                      <a:pt x="65" y="442"/>
                    </a:lnTo>
                    <a:lnTo>
                      <a:pt x="65" y="439"/>
                    </a:lnTo>
                    <a:lnTo>
                      <a:pt x="64" y="436"/>
                    </a:lnTo>
                    <a:lnTo>
                      <a:pt x="59" y="435"/>
                    </a:lnTo>
                    <a:lnTo>
                      <a:pt x="48" y="435"/>
                    </a:lnTo>
                    <a:lnTo>
                      <a:pt x="36" y="432"/>
                    </a:lnTo>
                    <a:lnTo>
                      <a:pt x="28" y="430"/>
                    </a:lnTo>
                    <a:lnTo>
                      <a:pt x="23" y="425"/>
                    </a:lnTo>
                    <a:lnTo>
                      <a:pt x="22" y="420"/>
                    </a:lnTo>
                    <a:lnTo>
                      <a:pt x="23" y="415"/>
                    </a:lnTo>
                    <a:lnTo>
                      <a:pt x="28" y="409"/>
                    </a:lnTo>
                    <a:lnTo>
                      <a:pt x="34" y="405"/>
                    </a:lnTo>
                    <a:lnTo>
                      <a:pt x="42" y="401"/>
                    </a:lnTo>
                    <a:lnTo>
                      <a:pt x="51" y="397"/>
                    </a:lnTo>
                    <a:lnTo>
                      <a:pt x="56" y="393"/>
                    </a:lnTo>
                    <a:lnTo>
                      <a:pt x="59" y="389"/>
                    </a:lnTo>
                    <a:lnTo>
                      <a:pt x="59" y="384"/>
                    </a:lnTo>
                    <a:lnTo>
                      <a:pt x="56" y="371"/>
                    </a:lnTo>
                    <a:lnTo>
                      <a:pt x="55" y="365"/>
                    </a:lnTo>
                    <a:lnTo>
                      <a:pt x="55" y="356"/>
                    </a:lnTo>
                    <a:lnTo>
                      <a:pt x="55" y="350"/>
                    </a:lnTo>
                    <a:lnTo>
                      <a:pt x="56" y="343"/>
                    </a:lnTo>
                    <a:lnTo>
                      <a:pt x="59" y="332"/>
                    </a:lnTo>
                    <a:lnTo>
                      <a:pt x="59" y="328"/>
                    </a:lnTo>
                    <a:lnTo>
                      <a:pt x="57" y="324"/>
                    </a:lnTo>
                    <a:lnTo>
                      <a:pt x="53" y="320"/>
                    </a:lnTo>
                    <a:lnTo>
                      <a:pt x="45" y="317"/>
                    </a:lnTo>
                    <a:lnTo>
                      <a:pt x="37" y="314"/>
                    </a:lnTo>
                    <a:lnTo>
                      <a:pt x="32" y="310"/>
                    </a:lnTo>
                    <a:lnTo>
                      <a:pt x="29" y="305"/>
                    </a:lnTo>
                    <a:lnTo>
                      <a:pt x="29" y="301"/>
                    </a:lnTo>
                    <a:lnTo>
                      <a:pt x="30" y="296"/>
                    </a:lnTo>
                    <a:lnTo>
                      <a:pt x="36" y="291"/>
                    </a:lnTo>
                    <a:lnTo>
                      <a:pt x="42" y="287"/>
                    </a:lnTo>
                    <a:lnTo>
                      <a:pt x="52" y="283"/>
                    </a:lnTo>
                    <a:lnTo>
                      <a:pt x="60" y="281"/>
                    </a:lnTo>
                    <a:lnTo>
                      <a:pt x="65" y="278"/>
                    </a:lnTo>
                    <a:lnTo>
                      <a:pt x="68" y="275"/>
                    </a:lnTo>
                    <a:lnTo>
                      <a:pt x="68" y="271"/>
                    </a:lnTo>
                    <a:lnTo>
                      <a:pt x="64" y="262"/>
                    </a:lnTo>
                    <a:lnTo>
                      <a:pt x="63" y="256"/>
                    </a:lnTo>
                    <a:lnTo>
                      <a:pt x="61" y="251"/>
                    </a:lnTo>
                    <a:lnTo>
                      <a:pt x="61" y="245"/>
                    </a:lnTo>
                    <a:lnTo>
                      <a:pt x="63" y="239"/>
                    </a:lnTo>
                    <a:lnTo>
                      <a:pt x="68" y="228"/>
                    </a:lnTo>
                    <a:lnTo>
                      <a:pt x="70" y="222"/>
                    </a:lnTo>
                    <a:lnTo>
                      <a:pt x="71" y="218"/>
                    </a:lnTo>
                    <a:lnTo>
                      <a:pt x="70"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3" y="147"/>
                    </a:lnTo>
                    <a:lnTo>
                      <a:pt x="870" y="152"/>
                    </a:lnTo>
                    <a:lnTo>
                      <a:pt x="864" y="157"/>
                    </a:lnTo>
                    <a:lnTo>
                      <a:pt x="859" y="161"/>
                    </a:lnTo>
                    <a:lnTo>
                      <a:pt x="854" y="164"/>
                    </a:lnTo>
                    <a:lnTo>
                      <a:pt x="847" y="167"/>
                    </a:lnTo>
                    <a:lnTo>
                      <a:pt x="840" y="168"/>
                    </a:lnTo>
                    <a:lnTo>
                      <a:pt x="835" y="168"/>
                    </a:lnTo>
                    <a:lnTo>
                      <a:pt x="831" y="170"/>
                    </a:lnTo>
                    <a:lnTo>
                      <a:pt x="829" y="172"/>
                    </a:lnTo>
                    <a:lnTo>
                      <a:pt x="829" y="176"/>
                    </a:lnTo>
                    <a:lnTo>
                      <a:pt x="832" y="180"/>
                    </a:lnTo>
                    <a:lnTo>
                      <a:pt x="837" y="193"/>
                    </a:lnTo>
                    <a:lnTo>
                      <a:pt x="839" y="198"/>
                    </a:lnTo>
                    <a:lnTo>
                      <a:pt x="839" y="205"/>
                    </a:lnTo>
                    <a:lnTo>
                      <a:pt x="837" y="210"/>
                    </a:lnTo>
                    <a:lnTo>
                      <a:pt x="835" y="216"/>
                    </a:lnTo>
                    <a:lnTo>
                      <a:pt x="832" y="224"/>
                    </a:lnTo>
                    <a:lnTo>
                      <a:pt x="832" y="228"/>
                    </a:lnTo>
                    <a:lnTo>
                      <a:pt x="833" y="232"/>
                    </a:lnTo>
                    <a:lnTo>
                      <a:pt x="839" y="235"/>
                    </a:lnTo>
                    <a:lnTo>
                      <a:pt x="848" y="237"/>
                    </a:lnTo>
                    <a:lnTo>
                      <a:pt x="858" y="240"/>
                    </a:lnTo>
                    <a:lnTo>
                      <a:pt x="864" y="244"/>
                    </a:lnTo>
                    <a:lnTo>
                      <a:pt x="868" y="249"/>
                    </a:lnTo>
                    <a:lnTo>
                      <a:pt x="871" y="254"/>
                    </a:lnTo>
                    <a:lnTo>
                      <a:pt x="870" y="259"/>
                    </a:lnTo>
                    <a:lnTo>
                      <a:pt x="867" y="263"/>
                    </a:lnTo>
                    <a:lnTo>
                      <a:pt x="862" y="267"/>
                    </a:lnTo>
                    <a:lnTo>
                      <a:pt x="854" y="271"/>
                    </a:lnTo>
                    <a:lnTo>
                      <a:pt x="847" y="274"/>
                    </a:lnTo>
                    <a:lnTo>
                      <a:pt x="843" y="277"/>
                    </a:lnTo>
                    <a:lnTo>
                      <a:pt x="841" y="281"/>
                    </a:lnTo>
                    <a:lnTo>
                      <a:pt x="840" y="286"/>
                    </a:lnTo>
                    <a:lnTo>
                      <a:pt x="843" y="297"/>
                    </a:lnTo>
                    <a:lnTo>
                      <a:pt x="844" y="304"/>
                    </a:lnTo>
                    <a:lnTo>
                      <a:pt x="845" y="310"/>
                    </a:lnTo>
                    <a:lnTo>
                      <a:pt x="844" y="317"/>
                    </a:lnTo>
                    <a:lnTo>
                      <a:pt x="843" y="324"/>
                    </a:lnTo>
                    <a:lnTo>
                      <a:pt x="841" y="336"/>
                    </a:lnTo>
                    <a:lnTo>
                      <a:pt x="841" y="342"/>
                    </a:lnTo>
                    <a:lnTo>
                      <a:pt x="844" y="347"/>
                    </a:lnTo>
                    <a:lnTo>
                      <a:pt x="848" y="351"/>
                    </a:lnTo>
                    <a:lnTo>
                      <a:pt x="856" y="355"/>
                    </a:lnTo>
                    <a:lnTo>
                      <a:pt x="866" y="359"/>
                    </a:lnTo>
                    <a:lnTo>
                      <a:pt x="873" y="363"/>
                    </a:lnTo>
                    <a:lnTo>
                      <a:pt x="877" y="369"/>
                    </a:lnTo>
                    <a:lnTo>
                      <a:pt x="878" y="374"/>
                    </a:lnTo>
                    <a:lnTo>
                      <a:pt x="877" y="378"/>
                    </a:lnTo>
                    <a:lnTo>
                      <a:pt x="871" y="384"/>
                    </a:lnTo>
                    <a:lnTo>
                      <a:pt x="863" y="386"/>
                    </a:lnTo>
                    <a:lnTo>
                      <a:pt x="852" y="388"/>
                    </a:lnTo>
                    <a:lnTo>
                      <a:pt x="841" y="389"/>
                    </a:lnTo>
                    <a:lnTo>
                      <a:pt x="836" y="390"/>
                    </a:lnTo>
                    <a:lnTo>
                      <a:pt x="833" y="392"/>
                    </a:lnTo>
                    <a:lnTo>
                      <a:pt x="835" y="396"/>
                    </a:lnTo>
                    <a:lnTo>
                      <a:pt x="840" y="404"/>
                    </a:lnTo>
                    <a:lnTo>
                      <a:pt x="843" y="411"/>
                    </a:lnTo>
                    <a:lnTo>
                      <a:pt x="843" y="419"/>
                    </a:lnTo>
                    <a:lnTo>
                      <a:pt x="843" y="428"/>
                    </a:lnTo>
                    <a:lnTo>
                      <a:pt x="841" y="435"/>
                    </a:lnTo>
                    <a:lnTo>
                      <a:pt x="839" y="449"/>
                    </a:lnTo>
                    <a:lnTo>
                      <a:pt x="839" y="455"/>
                    </a:lnTo>
                    <a:lnTo>
                      <a:pt x="840" y="459"/>
                    </a:lnTo>
                    <a:lnTo>
                      <a:pt x="844" y="463"/>
                    </a:lnTo>
                    <a:lnTo>
                      <a:pt x="852" y="467"/>
                    </a:lnTo>
                    <a:lnTo>
                      <a:pt x="860" y="472"/>
                    </a:lnTo>
                    <a:lnTo>
                      <a:pt x="867" y="474"/>
                    </a:lnTo>
                    <a:lnTo>
                      <a:pt x="871" y="478"/>
                    </a:lnTo>
                    <a:lnTo>
                      <a:pt x="873" y="482"/>
                    </a:lnTo>
                    <a:lnTo>
                      <a:pt x="873" y="486"/>
                    </a:lnTo>
                    <a:lnTo>
                      <a:pt x="870" y="490"/>
                    </a:lnTo>
                    <a:lnTo>
                      <a:pt x="863" y="495"/>
                    </a:lnTo>
                    <a:lnTo>
                      <a:pt x="854" y="499"/>
                    </a:lnTo>
                    <a:lnTo>
                      <a:pt x="845" y="503"/>
                    </a:lnTo>
                    <a:lnTo>
                      <a:pt x="840" y="508"/>
                    </a:lnTo>
                    <a:lnTo>
                      <a:pt x="839" y="513"/>
                    </a:lnTo>
                    <a:lnTo>
                      <a:pt x="837" y="520"/>
                    </a:lnTo>
                    <a:lnTo>
                      <a:pt x="841" y="535"/>
                    </a:lnTo>
                    <a:lnTo>
                      <a:pt x="843" y="543"/>
                    </a:lnTo>
                    <a:lnTo>
                      <a:pt x="843" y="551"/>
                    </a:lnTo>
                    <a:lnTo>
                      <a:pt x="844" y="554"/>
                    </a:lnTo>
                    <a:lnTo>
                      <a:pt x="845" y="557"/>
                    </a:lnTo>
                    <a:lnTo>
                      <a:pt x="852" y="564"/>
                    </a:lnTo>
                    <a:lnTo>
                      <a:pt x="855" y="568"/>
                    </a:lnTo>
                    <a:lnTo>
                      <a:pt x="858" y="572"/>
                    </a:lnTo>
                    <a:lnTo>
                      <a:pt x="859" y="576"/>
                    </a:lnTo>
                    <a:lnTo>
                      <a:pt x="859" y="581"/>
                    </a:lnTo>
                    <a:lnTo>
                      <a:pt x="856" y="595"/>
                    </a:lnTo>
                    <a:lnTo>
                      <a:pt x="850" y="610"/>
                    </a:lnTo>
                    <a:lnTo>
                      <a:pt x="841" y="625"/>
                    </a:lnTo>
                    <a:lnTo>
                      <a:pt x="832" y="638"/>
                    </a:lnTo>
                    <a:lnTo>
                      <a:pt x="820" y="653"/>
                    </a:lnTo>
                    <a:lnTo>
                      <a:pt x="806" y="668"/>
                    </a:lnTo>
                    <a:lnTo>
                      <a:pt x="793" y="681"/>
                    </a:lnTo>
                    <a:lnTo>
                      <a:pt x="776" y="695"/>
                    </a:lnTo>
                    <a:lnTo>
                      <a:pt x="761" y="707"/>
                    </a:lnTo>
                    <a:lnTo>
                      <a:pt x="747" y="718"/>
                    </a:lnTo>
                    <a:lnTo>
                      <a:pt x="722" y="734"/>
                    </a:lnTo>
                    <a:lnTo>
                      <a:pt x="711" y="742"/>
                    </a:lnTo>
                    <a:lnTo>
                      <a:pt x="703" y="749"/>
                    </a:lnTo>
                    <a:lnTo>
                      <a:pt x="698" y="756"/>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6" name="íş1iḋê">
                <a:extLst>
                  <a:ext uri="{FF2B5EF4-FFF2-40B4-BE49-F238E27FC236}">
                    <a16:creationId xmlns:a16="http://schemas.microsoft.com/office/drawing/2014/main" id="{813057C2-4E98-48DE-90F4-BCDEC187DEF8}"/>
                  </a:ext>
                </a:extLst>
              </p:cNvPr>
              <p:cNvSpPr/>
              <p:nvPr/>
            </p:nvSpPr>
            <p:spPr bwMode="auto">
              <a:xfrm>
                <a:off x="2446338" y="5083175"/>
                <a:ext cx="400050" cy="1257300"/>
              </a:xfrm>
              <a:custGeom>
                <a:avLst/>
                <a:gdLst>
                  <a:gd name="T0" fmla="*/ 146050 w 252"/>
                  <a:gd name="T1" fmla="*/ 1254125 h 792"/>
                  <a:gd name="T2" fmla="*/ 93663 w 252"/>
                  <a:gd name="T3" fmla="*/ 1225550 h 792"/>
                  <a:gd name="T4" fmla="*/ 87313 w 252"/>
                  <a:gd name="T5" fmla="*/ 1189038 h 792"/>
                  <a:gd name="T6" fmla="*/ 52388 w 252"/>
                  <a:gd name="T7" fmla="*/ 1103313 h 792"/>
                  <a:gd name="T8" fmla="*/ 22225 w 252"/>
                  <a:gd name="T9" fmla="*/ 982663 h 792"/>
                  <a:gd name="T10" fmla="*/ 22225 w 252"/>
                  <a:gd name="T11" fmla="*/ 898525 h 792"/>
                  <a:gd name="T12" fmla="*/ 15875 w 252"/>
                  <a:gd name="T13" fmla="*/ 865188 h 792"/>
                  <a:gd name="T14" fmla="*/ 15875 w 252"/>
                  <a:gd name="T15" fmla="*/ 814388 h 792"/>
                  <a:gd name="T16" fmla="*/ 22225 w 252"/>
                  <a:gd name="T17" fmla="*/ 787400 h 792"/>
                  <a:gd name="T18" fmla="*/ 22225 w 252"/>
                  <a:gd name="T19" fmla="*/ 714375 h 792"/>
                  <a:gd name="T20" fmla="*/ 20638 w 252"/>
                  <a:gd name="T21" fmla="*/ 690563 h 792"/>
                  <a:gd name="T22" fmla="*/ 6350 w 252"/>
                  <a:gd name="T23" fmla="*/ 682625 h 792"/>
                  <a:gd name="T24" fmla="*/ 9525 w 252"/>
                  <a:gd name="T25" fmla="*/ 642938 h 792"/>
                  <a:gd name="T26" fmla="*/ 20638 w 252"/>
                  <a:gd name="T27" fmla="*/ 623888 h 792"/>
                  <a:gd name="T28" fmla="*/ 20638 w 252"/>
                  <a:gd name="T29" fmla="*/ 527050 h 792"/>
                  <a:gd name="T30" fmla="*/ 15875 w 252"/>
                  <a:gd name="T31" fmla="*/ 503238 h 792"/>
                  <a:gd name="T32" fmla="*/ 9525 w 252"/>
                  <a:gd name="T33" fmla="*/ 461963 h 792"/>
                  <a:gd name="T34" fmla="*/ 22225 w 252"/>
                  <a:gd name="T35" fmla="*/ 446088 h 792"/>
                  <a:gd name="T36" fmla="*/ 22225 w 252"/>
                  <a:gd name="T37" fmla="*/ 398463 h 792"/>
                  <a:gd name="T38" fmla="*/ 26988 w 252"/>
                  <a:gd name="T39" fmla="*/ 342900 h 792"/>
                  <a:gd name="T40" fmla="*/ 11113 w 252"/>
                  <a:gd name="T41" fmla="*/ 328613 h 792"/>
                  <a:gd name="T42" fmla="*/ 6350 w 252"/>
                  <a:gd name="T43" fmla="*/ 276225 h 792"/>
                  <a:gd name="T44" fmla="*/ 11113 w 252"/>
                  <a:gd name="T45" fmla="*/ 211138 h 792"/>
                  <a:gd name="T46" fmla="*/ 11113 w 252"/>
                  <a:gd name="T47" fmla="*/ 103188 h 792"/>
                  <a:gd name="T48" fmla="*/ 400050 w 252"/>
                  <a:gd name="T49" fmla="*/ 0 h 792"/>
                  <a:gd name="T50" fmla="*/ 396875 w 252"/>
                  <a:gd name="T51" fmla="*/ 53975 h 792"/>
                  <a:gd name="T52" fmla="*/ 387350 w 252"/>
                  <a:gd name="T53" fmla="*/ 138113 h 792"/>
                  <a:gd name="T54" fmla="*/ 392113 w 252"/>
                  <a:gd name="T55" fmla="*/ 222250 h 792"/>
                  <a:gd name="T56" fmla="*/ 381000 w 252"/>
                  <a:gd name="T57" fmla="*/ 265113 h 792"/>
                  <a:gd name="T58" fmla="*/ 373063 w 252"/>
                  <a:gd name="T59" fmla="*/ 273050 h 792"/>
                  <a:gd name="T60" fmla="*/ 376238 w 252"/>
                  <a:gd name="T61" fmla="*/ 325438 h 792"/>
                  <a:gd name="T62" fmla="*/ 381000 w 252"/>
                  <a:gd name="T63" fmla="*/ 376238 h 792"/>
                  <a:gd name="T64" fmla="*/ 392113 w 252"/>
                  <a:gd name="T65" fmla="*/ 403225 h 792"/>
                  <a:gd name="T66" fmla="*/ 382588 w 252"/>
                  <a:gd name="T67" fmla="*/ 430213 h 792"/>
                  <a:gd name="T68" fmla="*/ 379413 w 252"/>
                  <a:gd name="T69" fmla="*/ 492125 h 792"/>
                  <a:gd name="T70" fmla="*/ 381000 w 252"/>
                  <a:gd name="T71" fmla="*/ 557213 h 792"/>
                  <a:gd name="T72" fmla="*/ 392113 w 252"/>
                  <a:gd name="T73" fmla="*/ 576263 h 792"/>
                  <a:gd name="T74" fmla="*/ 387350 w 252"/>
                  <a:gd name="T75" fmla="*/ 612775 h 792"/>
                  <a:gd name="T76" fmla="*/ 374650 w 252"/>
                  <a:gd name="T77" fmla="*/ 619125 h 792"/>
                  <a:gd name="T78" fmla="*/ 379413 w 252"/>
                  <a:gd name="T79" fmla="*/ 665163 h 792"/>
                  <a:gd name="T80" fmla="*/ 376238 w 252"/>
                  <a:gd name="T81" fmla="*/ 728663 h 792"/>
                  <a:gd name="T82" fmla="*/ 388938 w 252"/>
                  <a:gd name="T83" fmla="*/ 752475 h 792"/>
                  <a:gd name="T84" fmla="*/ 382588 w 252"/>
                  <a:gd name="T85" fmla="*/ 792163 h 792"/>
                  <a:gd name="T86" fmla="*/ 376238 w 252"/>
                  <a:gd name="T87" fmla="*/ 849313 h 792"/>
                  <a:gd name="T88" fmla="*/ 382588 w 252"/>
                  <a:gd name="T89" fmla="*/ 895350 h 792"/>
                  <a:gd name="T90" fmla="*/ 381000 w 252"/>
                  <a:gd name="T91" fmla="*/ 968375 h 792"/>
                  <a:gd name="T92" fmla="*/ 349250 w 252"/>
                  <a:gd name="T93" fmla="*/ 1103313 h 792"/>
                  <a:gd name="T94" fmla="*/ 312738 w 252"/>
                  <a:gd name="T95" fmla="*/ 1200150 h 792"/>
                  <a:gd name="T96" fmla="*/ 306388 w 252"/>
                  <a:gd name="T97" fmla="*/ 1225550 h 792"/>
                  <a:gd name="T98" fmla="*/ 263525 w 252"/>
                  <a:gd name="T99" fmla="*/ 1249363 h 792"/>
                  <a:gd name="T100" fmla="*/ 192088 w 252"/>
                  <a:gd name="T101" fmla="*/ 1257300 h 7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5" y="749"/>
                    </a:lnTo>
                    <a:lnTo>
                      <a:pt x="50" y="734"/>
                    </a:lnTo>
                    <a:lnTo>
                      <a:pt x="44" y="717"/>
                    </a:lnTo>
                    <a:lnTo>
                      <a:pt x="33" y="695"/>
                    </a:lnTo>
                    <a:lnTo>
                      <a:pt x="27" y="683"/>
                    </a:lnTo>
                    <a:lnTo>
                      <a:pt x="23" y="669"/>
                    </a:lnTo>
                    <a:lnTo>
                      <a:pt x="17" y="643"/>
                    </a:lnTo>
                    <a:lnTo>
                      <a:pt x="14" y="619"/>
                    </a:lnTo>
                    <a:lnTo>
                      <a:pt x="13" y="597"/>
                    </a:lnTo>
                    <a:lnTo>
                      <a:pt x="13" y="581"/>
                    </a:lnTo>
                    <a:lnTo>
                      <a:pt x="14" y="566"/>
                    </a:lnTo>
                    <a:lnTo>
                      <a:pt x="13" y="554"/>
                    </a:lnTo>
                    <a:lnTo>
                      <a:pt x="11" y="549"/>
                    </a:lnTo>
                    <a:lnTo>
                      <a:pt x="10" y="545"/>
                    </a:lnTo>
                    <a:lnTo>
                      <a:pt x="4" y="537"/>
                    </a:lnTo>
                    <a:lnTo>
                      <a:pt x="4" y="528"/>
                    </a:lnTo>
                    <a:lnTo>
                      <a:pt x="6" y="522"/>
                    </a:lnTo>
                    <a:lnTo>
                      <a:pt x="10" y="513"/>
                    </a:lnTo>
                    <a:lnTo>
                      <a:pt x="13" y="511"/>
                    </a:lnTo>
                    <a:lnTo>
                      <a:pt x="13" y="505"/>
                    </a:lnTo>
                    <a:lnTo>
                      <a:pt x="14" y="496"/>
                    </a:lnTo>
                    <a:lnTo>
                      <a:pt x="13" y="482"/>
                    </a:lnTo>
                    <a:lnTo>
                      <a:pt x="13" y="465"/>
                    </a:lnTo>
                    <a:lnTo>
                      <a:pt x="14" y="450"/>
                    </a:lnTo>
                    <a:lnTo>
                      <a:pt x="15" y="442"/>
                    </a:lnTo>
                    <a:lnTo>
                      <a:pt x="15" y="439"/>
                    </a:lnTo>
                    <a:lnTo>
                      <a:pt x="14" y="436"/>
                    </a:lnTo>
                    <a:lnTo>
                      <a:pt x="13" y="435"/>
                    </a:lnTo>
                    <a:lnTo>
                      <a:pt x="10" y="435"/>
                    </a:lnTo>
                    <a:lnTo>
                      <a:pt x="7" y="432"/>
                    </a:lnTo>
                    <a:lnTo>
                      <a:pt x="4" y="430"/>
                    </a:lnTo>
                    <a:lnTo>
                      <a:pt x="3" y="425"/>
                    </a:lnTo>
                    <a:lnTo>
                      <a:pt x="3" y="420"/>
                    </a:lnTo>
                    <a:lnTo>
                      <a:pt x="4" y="409"/>
                    </a:lnTo>
                    <a:lnTo>
                      <a:pt x="6" y="405"/>
                    </a:lnTo>
                    <a:lnTo>
                      <a:pt x="9" y="401"/>
                    </a:lnTo>
                    <a:lnTo>
                      <a:pt x="11" y="397"/>
                    </a:lnTo>
                    <a:lnTo>
                      <a:pt x="13" y="393"/>
                    </a:lnTo>
                    <a:lnTo>
                      <a:pt x="13" y="384"/>
                    </a:lnTo>
                    <a:lnTo>
                      <a:pt x="11" y="356"/>
                    </a:lnTo>
                    <a:lnTo>
                      <a:pt x="13" y="332"/>
                    </a:lnTo>
                    <a:lnTo>
                      <a:pt x="13" y="324"/>
                    </a:lnTo>
                    <a:lnTo>
                      <a:pt x="11" y="320"/>
                    </a:lnTo>
                    <a:lnTo>
                      <a:pt x="10" y="317"/>
                    </a:lnTo>
                    <a:lnTo>
                      <a:pt x="7" y="314"/>
                    </a:lnTo>
                    <a:lnTo>
                      <a:pt x="6" y="310"/>
                    </a:lnTo>
                    <a:lnTo>
                      <a:pt x="4" y="301"/>
                    </a:lnTo>
                    <a:lnTo>
                      <a:pt x="6" y="291"/>
                    </a:lnTo>
                    <a:lnTo>
                      <a:pt x="9" y="287"/>
                    </a:lnTo>
                    <a:lnTo>
                      <a:pt x="11" y="283"/>
                    </a:lnTo>
                    <a:lnTo>
                      <a:pt x="14" y="281"/>
                    </a:lnTo>
                    <a:lnTo>
                      <a:pt x="15" y="278"/>
                    </a:lnTo>
                    <a:lnTo>
                      <a:pt x="15" y="271"/>
                    </a:lnTo>
                    <a:lnTo>
                      <a:pt x="14" y="251"/>
                    </a:lnTo>
                    <a:lnTo>
                      <a:pt x="14" y="239"/>
                    </a:lnTo>
                    <a:lnTo>
                      <a:pt x="15" y="228"/>
                    </a:lnTo>
                    <a:lnTo>
                      <a:pt x="17" y="218"/>
                    </a:lnTo>
                    <a:lnTo>
                      <a:pt x="17" y="216"/>
                    </a:lnTo>
                    <a:lnTo>
                      <a:pt x="15" y="216"/>
                    </a:lnTo>
                    <a:lnTo>
                      <a:pt x="11" y="213"/>
                    </a:lnTo>
                    <a:lnTo>
                      <a:pt x="7" y="207"/>
                    </a:lnTo>
                    <a:lnTo>
                      <a:pt x="4" y="198"/>
                    </a:lnTo>
                    <a:lnTo>
                      <a:pt x="3" y="187"/>
                    </a:lnTo>
                    <a:lnTo>
                      <a:pt x="4" y="174"/>
                    </a:lnTo>
                    <a:lnTo>
                      <a:pt x="6" y="163"/>
                    </a:lnTo>
                    <a:lnTo>
                      <a:pt x="7" y="149"/>
                    </a:lnTo>
                    <a:lnTo>
                      <a:pt x="7" y="133"/>
                    </a:lnTo>
                    <a:lnTo>
                      <a:pt x="9" y="96"/>
                    </a:lnTo>
                    <a:lnTo>
                      <a:pt x="7" y="80"/>
                    </a:lnTo>
                    <a:lnTo>
                      <a:pt x="7" y="65"/>
                    </a:lnTo>
                    <a:lnTo>
                      <a:pt x="3" y="34"/>
                    </a:lnTo>
                    <a:lnTo>
                      <a:pt x="0" y="0"/>
                    </a:lnTo>
                    <a:lnTo>
                      <a:pt x="252" y="0"/>
                    </a:lnTo>
                    <a:lnTo>
                      <a:pt x="252" y="21"/>
                    </a:lnTo>
                    <a:lnTo>
                      <a:pt x="251" y="27"/>
                    </a:lnTo>
                    <a:lnTo>
                      <a:pt x="250" y="34"/>
                    </a:lnTo>
                    <a:lnTo>
                      <a:pt x="245" y="46"/>
                    </a:lnTo>
                    <a:lnTo>
                      <a:pt x="244" y="59"/>
                    </a:lnTo>
                    <a:lnTo>
                      <a:pt x="244" y="87"/>
                    </a:lnTo>
                    <a:lnTo>
                      <a:pt x="244" y="103"/>
                    </a:lnTo>
                    <a:lnTo>
                      <a:pt x="245" y="115"/>
                    </a:lnTo>
                    <a:lnTo>
                      <a:pt x="247" y="128"/>
                    </a:lnTo>
                    <a:lnTo>
                      <a:pt x="247" y="140"/>
                    </a:lnTo>
                    <a:lnTo>
                      <a:pt x="247" y="152"/>
                    </a:lnTo>
                    <a:lnTo>
                      <a:pt x="243" y="161"/>
                    </a:lnTo>
                    <a:lnTo>
                      <a:pt x="240" y="167"/>
                    </a:lnTo>
                    <a:lnTo>
                      <a:pt x="236" y="168"/>
                    </a:lnTo>
                    <a:lnTo>
                      <a:pt x="235" y="170"/>
                    </a:lnTo>
                    <a:lnTo>
                      <a:pt x="235" y="172"/>
                    </a:lnTo>
                    <a:lnTo>
                      <a:pt x="235" y="180"/>
                    </a:lnTo>
                    <a:lnTo>
                      <a:pt x="236" y="193"/>
                    </a:lnTo>
                    <a:lnTo>
                      <a:pt x="237" y="205"/>
                    </a:lnTo>
                    <a:lnTo>
                      <a:pt x="235" y="224"/>
                    </a:lnTo>
                    <a:lnTo>
                      <a:pt x="236" y="232"/>
                    </a:lnTo>
                    <a:lnTo>
                      <a:pt x="237" y="235"/>
                    </a:lnTo>
                    <a:lnTo>
                      <a:pt x="240" y="237"/>
                    </a:lnTo>
                    <a:lnTo>
                      <a:pt x="243" y="240"/>
                    </a:lnTo>
                    <a:lnTo>
                      <a:pt x="244" y="244"/>
                    </a:lnTo>
                    <a:lnTo>
                      <a:pt x="247" y="254"/>
                    </a:lnTo>
                    <a:lnTo>
                      <a:pt x="245" y="263"/>
                    </a:lnTo>
                    <a:lnTo>
                      <a:pt x="244" y="267"/>
                    </a:lnTo>
                    <a:lnTo>
                      <a:pt x="241" y="271"/>
                    </a:lnTo>
                    <a:lnTo>
                      <a:pt x="240" y="274"/>
                    </a:lnTo>
                    <a:lnTo>
                      <a:pt x="239" y="277"/>
                    </a:lnTo>
                    <a:lnTo>
                      <a:pt x="237" y="286"/>
                    </a:lnTo>
                    <a:lnTo>
                      <a:pt x="239" y="310"/>
                    </a:lnTo>
                    <a:lnTo>
                      <a:pt x="237" y="336"/>
                    </a:lnTo>
                    <a:lnTo>
                      <a:pt x="239" y="347"/>
                    </a:lnTo>
                    <a:lnTo>
                      <a:pt x="240" y="351"/>
                    </a:lnTo>
                    <a:lnTo>
                      <a:pt x="243" y="355"/>
                    </a:lnTo>
                    <a:lnTo>
                      <a:pt x="245" y="359"/>
                    </a:lnTo>
                    <a:lnTo>
                      <a:pt x="247" y="363"/>
                    </a:lnTo>
                    <a:lnTo>
                      <a:pt x="248" y="374"/>
                    </a:lnTo>
                    <a:lnTo>
                      <a:pt x="248" y="378"/>
                    </a:lnTo>
                    <a:lnTo>
                      <a:pt x="247" y="384"/>
                    </a:lnTo>
                    <a:lnTo>
                      <a:pt x="244" y="386"/>
                    </a:lnTo>
                    <a:lnTo>
                      <a:pt x="241" y="388"/>
                    </a:lnTo>
                    <a:lnTo>
                      <a:pt x="237" y="389"/>
                    </a:lnTo>
                    <a:lnTo>
                      <a:pt x="236" y="390"/>
                    </a:lnTo>
                    <a:lnTo>
                      <a:pt x="236" y="392"/>
                    </a:lnTo>
                    <a:lnTo>
                      <a:pt x="236" y="396"/>
                    </a:lnTo>
                    <a:lnTo>
                      <a:pt x="237" y="404"/>
                    </a:lnTo>
                    <a:lnTo>
                      <a:pt x="239" y="419"/>
                    </a:lnTo>
                    <a:lnTo>
                      <a:pt x="237" y="435"/>
                    </a:lnTo>
                    <a:lnTo>
                      <a:pt x="237" y="449"/>
                    </a:lnTo>
                    <a:lnTo>
                      <a:pt x="237" y="459"/>
                    </a:lnTo>
                    <a:lnTo>
                      <a:pt x="239" y="463"/>
                    </a:lnTo>
                    <a:lnTo>
                      <a:pt x="241" y="467"/>
                    </a:lnTo>
                    <a:lnTo>
                      <a:pt x="245" y="474"/>
                    </a:lnTo>
                    <a:lnTo>
                      <a:pt x="247" y="482"/>
                    </a:lnTo>
                    <a:lnTo>
                      <a:pt x="245" y="490"/>
                    </a:lnTo>
                    <a:lnTo>
                      <a:pt x="241" y="499"/>
                    </a:lnTo>
                    <a:lnTo>
                      <a:pt x="239" y="503"/>
                    </a:lnTo>
                    <a:lnTo>
                      <a:pt x="237" y="508"/>
                    </a:lnTo>
                    <a:lnTo>
                      <a:pt x="237" y="520"/>
                    </a:lnTo>
                    <a:lnTo>
                      <a:pt x="237" y="535"/>
                    </a:lnTo>
                    <a:lnTo>
                      <a:pt x="239" y="551"/>
                    </a:lnTo>
                    <a:lnTo>
                      <a:pt x="239" y="557"/>
                    </a:lnTo>
                    <a:lnTo>
                      <a:pt x="241" y="564"/>
                    </a:lnTo>
                    <a:lnTo>
                      <a:pt x="243" y="572"/>
                    </a:lnTo>
                    <a:lnTo>
                      <a:pt x="243" y="581"/>
                    </a:lnTo>
                    <a:lnTo>
                      <a:pt x="240" y="610"/>
                    </a:lnTo>
                    <a:lnTo>
                      <a:pt x="235" y="638"/>
                    </a:lnTo>
                    <a:lnTo>
                      <a:pt x="228" y="668"/>
                    </a:lnTo>
                    <a:lnTo>
                      <a:pt x="220" y="695"/>
                    </a:lnTo>
                    <a:lnTo>
                      <a:pt x="210" y="718"/>
                    </a:lnTo>
                    <a:lnTo>
                      <a:pt x="204" y="734"/>
                    </a:lnTo>
                    <a:lnTo>
                      <a:pt x="198" y="749"/>
                    </a:lnTo>
                    <a:lnTo>
                      <a:pt x="197" y="756"/>
                    </a:lnTo>
                    <a:lnTo>
                      <a:pt x="195" y="764"/>
                    </a:lnTo>
                    <a:lnTo>
                      <a:pt x="195" y="768"/>
                    </a:lnTo>
                    <a:lnTo>
                      <a:pt x="193" y="772"/>
                    </a:lnTo>
                    <a:lnTo>
                      <a:pt x="190" y="775"/>
                    </a:lnTo>
                    <a:lnTo>
                      <a:pt x="186" y="778"/>
                    </a:lnTo>
                    <a:lnTo>
                      <a:pt x="176" y="783"/>
                    </a:lnTo>
                    <a:lnTo>
                      <a:pt x="166" y="787"/>
                    </a:lnTo>
                    <a:lnTo>
                      <a:pt x="153" y="790"/>
                    </a:lnTo>
                    <a:lnTo>
                      <a:pt x="141" y="791"/>
                    </a:lnTo>
                    <a:lnTo>
                      <a:pt x="121" y="792"/>
                    </a:lnTo>
                    <a:close/>
                  </a:path>
                </a:pathLst>
              </a:custGeom>
              <a:solidFill>
                <a:srgbClr val="B1B1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7" name="iṡļiḋè">
                <a:extLst>
                  <a:ext uri="{FF2B5EF4-FFF2-40B4-BE49-F238E27FC236}">
                    <a16:creationId xmlns:a16="http://schemas.microsoft.com/office/drawing/2014/main" id="{FE6C7458-D8DB-441C-8A04-812574626872}"/>
                  </a:ext>
                </a:extLst>
              </p:cNvPr>
              <p:cNvSpPr/>
              <p:nvPr/>
            </p:nvSpPr>
            <p:spPr bwMode="auto">
              <a:xfrm>
                <a:off x="2700338" y="6330950"/>
                <a:ext cx="322263" cy="141288"/>
              </a:xfrm>
              <a:custGeom>
                <a:avLst/>
                <a:gdLst>
                  <a:gd name="T0" fmla="*/ 161925 w 203"/>
                  <a:gd name="T1" fmla="*/ 0 h 89"/>
                  <a:gd name="T2" fmla="*/ 161925 w 203"/>
                  <a:gd name="T3" fmla="*/ 0 h 89"/>
                  <a:gd name="T4" fmla="*/ 193675 w 203"/>
                  <a:gd name="T5" fmla="*/ 1588 h 89"/>
                  <a:gd name="T6" fmla="*/ 223838 w 203"/>
                  <a:gd name="T7" fmla="*/ 6350 h 89"/>
                  <a:gd name="T8" fmla="*/ 252413 w 203"/>
                  <a:gd name="T9" fmla="*/ 12700 h 89"/>
                  <a:gd name="T10" fmla="*/ 276225 w 203"/>
                  <a:gd name="T11" fmla="*/ 20638 h 89"/>
                  <a:gd name="T12" fmla="*/ 295275 w 203"/>
                  <a:gd name="T13" fmla="*/ 31750 h 89"/>
                  <a:gd name="T14" fmla="*/ 309563 w 203"/>
                  <a:gd name="T15" fmla="*/ 42863 h 89"/>
                  <a:gd name="T16" fmla="*/ 315913 w 203"/>
                  <a:gd name="T17" fmla="*/ 49213 h 89"/>
                  <a:gd name="T18" fmla="*/ 320675 w 203"/>
                  <a:gd name="T19" fmla="*/ 57150 h 89"/>
                  <a:gd name="T20" fmla="*/ 322263 w 203"/>
                  <a:gd name="T21" fmla="*/ 63500 h 89"/>
                  <a:gd name="T22" fmla="*/ 322263 w 203"/>
                  <a:gd name="T23" fmla="*/ 69850 h 89"/>
                  <a:gd name="T24" fmla="*/ 322263 w 203"/>
                  <a:gd name="T25" fmla="*/ 69850 h 89"/>
                  <a:gd name="T26" fmla="*/ 322263 w 203"/>
                  <a:gd name="T27" fmla="*/ 79375 h 89"/>
                  <a:gd name="T28" fmla="*/ 320675 w 203"/>
                  <a:gd name="T29" fmla="*/ 85725 h 89"/>
                  <a:gd name="T30" fmla="*/ 315913 w 203"/>
                  <a:gd name="T31" fmla="*/ 92075 h 89"/>
                  <a:gd name="T32" fmla="*/ 309563 w 203"/>
                  <a:gd name="T33" fmla="*/ 98425 h 89"/>
                  <a:gd name="T34" fmla="*/ 295275 w 203"/>
                  <a:gd name="T35" fmla="*/ 111125 h 89"/>
                  <a:gd name="T36" fmla="*/ 276225 w 203"/>
                  <a:gd name="T37" fmla="*/ 122238 h 89"/>
                  <a:gd name="T38" fmla="*/ 252413 w 203"/>
                  <a:gd name="T39" fmla="*/ 130175 h 89"/>
                  <a:gd name="T40" fmla="*/ 223838 w 203"/>
                  <a:gd name="T41" fmla="*/ 136525 h 89"/>
                  <a:gd name="T42" fmla="*/ 193675 w 203"/>
                  <a:gd name="T43" fmla="*/ 141288 h 89"/>
                  <a:gd name="T44" fmla="*/ 161925 w 203"/>
                  <a:gd name="T45" fmla="*/ 141288 h 89"/>
                  <a:gd name="T46" fmla="*/ 161925 w 203"/>
                  <a:gd name="T47" fmla="*/ 141288 h 89"/>
                  <a:gd name="T48" fmla="*/ 128588 w 203"/>
                  <a:gd name="T49" fmla="*/ 141288 h 89"/>
                  <a:gd name="T50" fmla="*/ 98425 w 203"/>
                  <a:gd name="T51" fmla="*/ 136525 h 89"/>
                  <a:gd name="T52" fmla="*/ 71438 w 203"/>
                  <a:gd name="T53" fmla="*/ 130175 h 89"/>
                  <a:gd name="T54" fmla="*/ 47625 w 203"/>
                  <a:gd name="T55" fmla="*/ 122238 h 89"/>
                  <a:gd name="T56" fmla="*/ 28575 w 203"/>
                  <a:gd name="T57" fmla="*/ 111125 h 89"/>
                  <a:gd name="T58" fmla="*/ 12700 w 203"/>
                  <a:gd name="T59" fmla="*/ 98425 h 89"/>
                  <a:gd name="T60" fmla="*/ 6350 w 203"/>
                  <a:gd name="T61" fmla="*/ 92075 h 89"/>
                  <a:gd name="T62" fmla="*/ 3175 w 203"/>
                  <a:gd name="T63" fmla="*/ 85725 h 89"/>
                  <a:gd name="T64" fmla="*/ 0 w 203"/>
                  <a:gd name="T65" fmla="*/ 79375 h 89"/>
                  <a:gd name="T66" fmla="*/ 0 w 203"/>
                  <a:gd name="T67" fmla="*/ 69850 h 89"/>
                  <a:gd name="T68" fmla="*/ 0 w 203"/>
                  <a:gd name="T69" fmla="*/ 69850 h 89"/>
                  <a:gd name="T70" fmla="*/ 0 w 203"/>
                  <a:gd name="T71" fmla="*/ 63500 h 89"/>
                  <a:gd name="T72" fmla="*/ 3175 w 203"/>
                  <a:gd name="T73" fmla="*/ 57150 h 89"/>
                  <a:gd name="T74" fmla="*/ 6350 w 203"/>
                  <a:gd name="T75" fmla="*/ 49213 h 89"/>
                  <a:gd name="T76" fmla="*/ 12700 w 203"/>
                  <a:gd name="T77" fmla="*/ 42863 h 89"/>
                  <a:gd name="T78" fmla="*/ 28575 w 203"/>
                  <a:gd name="T79" fmla="*/ 31750 h 89"/>
                  <a:gd name="T80" fmla="*/ 47625 w 203"/>
                  <a:gd name="T81" fmla="*/ 20638 h 89"/>
                  <a:gd name="T82" fmla="*/ 71438 w 203"/>
                  <a:gd name="T83" fmla="*/ 12700 h 89"/>
                  <a:gd name="T84" fmla="*/ 98425 w 203"/>
                  <a:gd name="T85" fmla="*/ 6350 h 89"/>
                  <a:gd name="T86" fmla="*/ 128588 w 203"/>
                  <a:gd name="T87" fmla="*/ 1588 h 89"/>
                  <a:gd name="T88" fmla="*/ 161925 w 203"/>
                  <a:gd name="T89" fmla="*/ 0 h 89"/>
                  <a:gd name="T90" fmla="*/ 161925 w 203"/>
                  <a:gd name="T91" fmla="*/ 0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0"/>
                    </a:lnTo>
                    <a:lnTo>
                      <a:pt x="2" y="36"/>
                    </a:lnTo>
                    <a:lnTo>
                      <a:pt x="4" y="31"/>
                    </a:lnTo>
                    <a:lnTo>
                      <a:pt x="8" y="27"/>
                    </a:lnTo>
                    <a:lnTo>
                      <a:pt x="18" y="20"/>
                    </a:lnTo>
                    <a:lnTo>
                      <a:pt x="30" y="13"/>
                    </a:lnTo>
                    <a:lnTo>
                      <a:pt x="45" y="8"/>
                    </a:lnTo>
                    <a:lnTo>
                      <a:pt x="62" y="4"/>
                    </a:lnTo>
                    <a:lnTo>
                      <a:pt x="81" y="1"/>
                    </a:lnTo>
                    <a:lnTo>
                      <a:pt x="102" y="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8" name="íṡlîďè">
                <a:extLst>
                  <a:ext uri="{FF2B5EF4-FFF2-40B4-BE49-F238E27FC236}">
                    <a16:creationId xmlns:a16="http://schemas.microsoft.com/office/drawing/2014/main" id="{C136D2D4-F999-4EA5-AFF4-7B495BAC1C61}"/>
                  </a:ext>
                </a:extLst>
              </p:cNvPr>
              <p:cNvSpPr/>
              <p:nvPr/>
            </p:nvSpPr>
            <p:spPr bwMode="auto">
              <a:xfrm>
                <a:off x="2579688" y="6265863"/>
                <a:ext cx="563563" cy="157163"/>
              </a:xfrm>
              <a:custGeom>
                <a:avLst/>
                <a:gdLst>
                  <a:gd name="T0" fmla="*/ 282575 w 355"/>
                  <a:gd name="T1" fmla="*/ 0 h 99"/>
                  <a:gd name="T2" fmla="*/ 282575 w 355"/>
                  <a:gd name="T3" fmla="*/ 0 h 99"/>
                  <a:gd name="T4" fmla="*/ 338138 w 355"/>
                  <a:gd name="T5" fmla="*/ 1588 h 99"/>
                  <a:gd name="T6" fmla="*/ 392113 w 355"/>
                  <a:gd name="T7" fmla="*/ 6350 h 99"/>
                  <a:gd name="T8" fmla="*/ 439738 w 355"/>
                  <a:gd name="T9" fmla="*/ 12700 h 99"/>
                  <a:gd name="T10" fmla="*/ 479425 w 355"/>
                  <a:gd name="T11" fmla="*/ 23813 h 99"/>
                  <a:gd name="T12" fmla="*/ 514350 w 355"/>
                  <a:gd name="T13" fmla="*/ 34925 h 99"/>
                  <a:gd name="T14" fmla="*/ 528638 w 355"/>
                  <a:gd name="T15" fmla="*/ 41275 h 99"/>
                  <a:gd name="T16" fmla="*/ 539750 w 355"/>
                  <a:gd name="T17" fmla="*/ 47625 h 99"/>
                  <a:gd name="T18" fmla="*/ 550863 w 355"/>
                  <a:gd name="T19" fmla="*/ 53975 h 99"/>
                  <a:gd name="T20" fmla="*/ 557213 w 355"/>
                  <a:gd name="T21" fmla="*/ 61913 h 99"/>
                  <a:gd name="T22" fmla="*/ 561975 w 355"/>
                  <a:gd name="T23" fmla="*/ 71438 h 99"/>
                  <a:gd name="T24" fmla="*/ 563563 w 355"/>
                  <a:gd name="T25" fmla="*/ 77788 h 99"/>
                  <a:gd name="T26" fmla="*/ 563563 w 355"/>
                  <a:gd name="T27" fmla="*/ 77788 h 99"/>
                  <a:gd name="T28" fmla="*/ 561975 w 355"/>
                  <a:gd name="T29" fmla="*/ 85725 h 99"/>
                  <a:gd name="T30" fmla="*/ 557213 w 355"/>
                  <a:gd name="T31" fmla="*/ 95250 h 99"/>
                  <a:gd name="T32" fmla="*/ 550863 w 355"/>
                  <a:gd name="T33" fmla="*/ 101600 h 99"/>
                  <a:gd name="T34" fmla="*/ 539750 w 355"/>
                  <a:gd name="T35" fmla="*/ 107950 h 99"/>
                  <a:gd name="T36" fmla="*/ 528638 w 355"/>
                  <a:gd name="T37" fmla="*/ 115888 h 99"/>
                  <a:gd name="T38" fmla="*/ 514350 w 355"/>
                  <a:gd name="T39" fmla="*/ 122238 h 99"/>
                  <a:gd name="T40" fmla="*/ 479425 w 355"/>
                  <a:gd name="T41" fmla="*/ 133350 h 99"/>
                  <a:gd name="T42" fmla="*/ 439738 w 355"/>
                  <a:gd name="T43" fmla="*/ 141288 h 99"/>
                  <a:gd name="T44" fmla="*/ 392113 w 355"/>
                  <a:gd name="T45" fmla="*/ 150813 h 99"/>
                  <a:gd name="T46" fmla="*/ 338138 w 355"/>
                  <a:gd name="T47" fmla="*/ 155575 h 99"/>
                  <a:gd name="T48" fmla="*/ 282575 w 355"/>
                  <a:gd name="T49" fmla="*/ 157163 h 99"/>
                  <a:gd name="T50" fmla="*/ 282575 w 355"/>
                  <a:gd name="T51" fmla="*/ 157163 h 99"/>
                  <a:gd name="T52" fmla="*/ 227013 w 355"/>
                  <a:gd name="T53" fmla="*/ 155575 h 99"/>
                  <a:gd name="T54" fmla="*/ 173038 w 355"/>
                  <a:gd name="T55" fmla="*/ 150813 h 99"/>
                  <a:gd name="T56" fmla="*/ 125413 w 355"/>
                  <a:gd name="T57" fmla="*/ 141288 h 99"/>
                  <a:gd name="T58" fmla="*/ 84138 w 355"/>
                  <a:gd name="T59" fmla="*/ 133350 h 99"/>
                  <a:gd name="T60" fmla="*/ 49213 w 355"/>
                  <a:gd name="T61" fmla="*/ 122238 h 99"/>
                  <a:gd name="T62" fmla="*/ 34925 w 355"/>
                  <a:gd name="T63" fmla="*/ 115888 h 99"/>
                  <a:gd name="T64" fmla="*/ 23813 w 355"/>
                  <a:gd name="T65" fmla="*/ 107950 h 99"/>
                  <a:gd name="T66" fmla="*/ 12700 w 355"/>
                  <a:gd name="T67" fmla="*/ 101600 h 99"/>
                  <a:gd name="T68" fmla="*/ 6350 w 355"/>
                  <a:gd name="T69" fmla="*/ 95250 h 99"/>
                  <a:gd name="T70" fmla="*/ 3175 w 355"/>
                  <a:gd name="T71" fmla="*/ 85725 h 99"/>
                  <a:gd name="T72" fmla="*/ 0 w 355"/>
                  <a:gd name="T73" fmla="*/ 77788 h 99"/>
                  <a:gd name="T74" fmla="*/ 0 w 355"/>
                  <a:gd name="T75" fmla="*/ 77788 h 99"/>
                  <a:gd name="T76" fmla="*/ 3175 w 355"/>
                  <a:gd name="T77" fmla="*/ 71438 h 99"/>
                  <a:gd name="T78" fmla="*/ 6350 w 355"/>
                  <a:gd name="T79" fmla="*/ 61913 h 99"/>
                  <a:gd name="T80" fmla="*/ 12700 w 355"/>
                  <a:gd name="T81" fmla="*/ 53975 h 99"/>
                  <a:gd name="T82" fmla="*/ 23813 w 355"/>
                  <a:gd name="T83" fmla="*/ 47625 h 99"/>
                  <a:gd name="T84" fmla="*/ 34925 w 355"/>
                  <a:gd name="T85" fmla="*/ 41275 h 99"/>
                  <a:gd name="T86" fmla="*/ 49213 w 355"/>
                  <a:gd name="T87" fmla="*/ 34925 h 99"/>
                  <a:gd name="T88" fmla="*/ 84138 w 355"/>
                  <a:gd name="T89" fmla="*/ 23813 h 99"/>
                  <a:gd name="T90" fmla="*/ 125413 w 355"/>
                  <a:gd name="T91" fmla="*/ 12700 h 99"/>
                  <a:gd name="T92" fmla="*/ 173038 w 355"/>
                  <a:gd name="T93" fmla="*/ 6350 h 99"/>
                  <a:gd name="T94" fmla="*/ 227013 w 355"/>
                  <a:gd name="T95" fmla="*/ 1588 h 99"/>
                  <a:gd name="T96" fmla="*/ 282575 w 355"/>
                  <a:gd name="T97" fmla="*/ 0 h 99"/>
                  <a:gd name="T98" fmla="*/ 282575 w 355"/>
                  <a:gd name="T99" fmla="*/ 0 h 9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close/>
                  </a:path>
                </a:pathLst>
              </a:custGeom>
              <a:solidFill>
                <a:srgbClr val="57575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9" name="ïṩḻiḍè">
                <a:extLst>
                  <a:ext uri="{FF2B5EF4-FFF2-40B4-BE49-F238E27FC236}">
                    <a16:creationId xmlns:a16="http://schemas.microsoft.com/office/drawing/2014/main" id="{478901B2-7BB7-4FBD-9378-B9FCED940F4A}"/>
                  </a:ext>
                </a:extLst>
              </p:cNvPr>
              <p:cNvSpPr/>
              <p:nvPr/>
            </p:nvSpPr>
            <p:spPr bwMode="auto">
              <a:xfrm>
                <a:off x="2505076" y="6310313"/>
                <a:ext cx="714375" cy="58738"/>
              </a:xfrm>
              <a:custGeom>
                <a:avLst/>
                <a:gdLst>
                  <a:gd name="T0" fmla="*/ 328613 w 450"/>
                  <a:gd name="T1" fmla="*/ 58738 h 37"/>
                  <a:gd name="T2" fmla="*/ 328613 w 450"/>
                  <a:gd name="T3" fmla="*/ 58738 h 37"/>
                  <a:gd name="T4" fmla="*/ 236538 w 450"/>
                  <a:gd name="T5" fmla="*/ 58738 h 37"/>
                  <a:gd name="T6" fmla="*/ 182563 w 450"/>
                  <a:gd name="T7" fmla="*/ 53975 h 37"/>
                  <a:gd name="T8" fmla="*/ 131763 w 450"/>
                  <a:gd name="T9" fmla="*/ 50800 h 37"/>
                  <a:gd name="T10" fmla="*/ 84138 w 450"/>
                  <a:gd name="T11" fmla="*/ 46038 h 37"/>
                  <a:gd name="T12" fmla="*/ 42863 w 450"/>
                  <a:gd name="T13" fmla="*/ 36513 h 37"/>
                  <a:gd name="T14" fmla="*/ 28575 w 450"/>
                  <a:gd name="T15" fmla="*/ 33338 h 37"/>
                  <a:gd name="T16" fmla="*/ 14288 w 450"/>
                  <a:gd name="T17" fmla="*/ 28575 h 37"/>
                  <a:gd name="T18" fmla="*/ 7938 w 450"/>
                  <a:gd name="T19" fmla="*/ 23813 h 37"/>
                  <a:gd name="T20" fmla="*/ 4763 w 450"/>
                  <a:gd name="T21" fmla="*/ 17463 h 37"/>
                  <a:gd name="T22" fmla="*/ 4763 w 450"/>
                  <a:gd name="T23" fmla="*/ 17463 h 37"/>
                  <a:gd name="T24" fmla="*/ 0 w 450"/>
                  <a:gd name="T25" fmla="*/ 3175 h 37"/>
                  <a:gd name="T26" fmla="*/ 0 w 450"/>
                  <a:gd name="T27" fmla="*/ 3175 h 37"/>
                  <a:gd name="T28" fmla="*/ 30163 w 450"/>
                  <a:gd name="T29" fmla="*/ 11113 h 37"/>
                  <a:gd name="T30" fmla="*/ 66675 w 450"/>
                  <a:gd name="T31" fmla="*/ 15875 h 37"/>
                  <a:gd name="T32" fmla="*/ 109538 w 450"/>
                  <a:gd name="T33" fmla="*/ 22225 h 37"/>
                  <a:gd name="T34" fmla="*/ 153988 w 450"/>
                  <a:gd name="T35" fmla="*/ 23813 h 37"/>
                  <a:gd name="T36" fmla="*/ 247650 w 450"/>
                  <a:gd name="T37" fmla="*/ 30163 h 37"/>
                  <a:gd name="T38" fmla="*/ 327025 w 450"/>
                  <a:gd name="T39" fmla="*/ 30163 h 37"/>
                  <a:gd name="T40" fmla="*/ 327025 w 450"/>
                  <a:gd name="T41" fmla="*/ 30163 h 37"/>
                  <a:gd name="T42" fmla="*/ 417513 w 450"/>
                  <a:gd name="T43" fmla="*/ 28575 h 37"/>
                  <a:gd name="T44" fmla="*/ 527050 w 450"/>
                  <a:gd name="T45" fmla="*/ 23813 h 37"/>
                  <a:gd name="T46" fmla="*/ 582613 w 450"/>
                  <a:gd name="T47" fmla="*/ 20638 h 37"/>
                  <a:gd name="T48" fmla="*/ 633413 w 450"/>
                  <a:gd name="T49" fmla="*/ 15875 h 37"/>
                  <a:gd name="T50" fmla="*/ 679450 w 450"/>
                  <a:gd name="T51" fmla="*/ 9525 h 37"/>
                  <a:gd name="T52" fmla="*/ 714375 w 450"/>
                  <a:gd name="T53" fmla="*/ 0 h 37"/>
                  <a:gd name="T54" fmla="*/ 714375 w 450"/>
                  <a:gd name="T55" fmla="*/ 0 h 37"/>
                  <a:gd name="T56" fmla="*/ 709613 w 450"/>
                  <a:gd name="T57" fmla="*/ 17463 h 37"/>
                  <a:gd name="T58" fmla="*/ 709613 w 450"/>
                  <a:gd name="T59" fmla="*/ 17463 h 37"/>
                  <a:gd name="T60" fmla="*/ 704850 w 450"/>
                  <a:gd name="T61" fmla="*/ 23813 h 37"/>
                  <a:gd name="T62" fmla="*/ 693738 w 450"/>
                  <a:gd name="T63" fmla="*/ 28575 h 37"/>
                  <a:gd name="T64" fmla="*/ 681038 w 450"/>
                  <a:gd name="T65" fmla="*/ 33338 h 37"/>
                  <a:gd name="T66" fmla="*/ 661988 w 450"/>
                  <a:gd name="T67" fmla="*/ 36513 h 37"/>
                  <a:gd name="T68" fmla="*/ 612775 w 450"/>
                  <a:gd name="T69" fmla="*/ 46038 h 37"/>
                  <a:gd name="T70" fmla="*/ 557213 w 450"/>
                  <a:gd name="T71" fmla="*/ 50800 h 37"/>
                  <a:gd name="T72" fmla="*/ 493713 w 450"/>
                  <a:gd name="T73" fmla="*/ 53975 h 37"/>
                  <a:gd name="T74" fmla="*/ 431800 w 450"/>
                  <a:gd name="T75" fmla="*/ 58738 h 37"/>
                  <a:gd name="T76" fmla="*/ 328613 w 450"/>
                  <a:gd name="T77" fmla="*/ 58738 h 37"/>
                  <a:gd name="T78" fmla="*/ 328613 w 450"/>
                  <a:gd name="T79" fmla="*/ 58738 h 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0" y="2"/>
                    </a:lnTo>
                    <a:lnTo>
                      <a:pt x="19" y="7"/>
                    </a:lnTo>
                    <a:lnTo>
                      <a:pt x="42" y="10"/>
                    </a:lnTo>
                    <a:lnTo>
                      <a:pt x="69" y="14"/>
                    </a:lnTo>
                    <a:lnTo>
                      <a:pt x="97" y="15"/>
                    </a:lnTo>
                    <a:lnTo>
                      <a:pt x="156" y="19"/>
                    </a:lnTo>
                    <a:lnTo>
                      <a:pt x="206" y="19"/>
                    </a:lnTo>
                    <a:lnTo>
                      <a:pt x="263" y="18"/>
                    </a:lnTo>
                    <a:lnTo>
                      <a:pt x="332" y="15"/>
                    </a:lnTo>
                    <a:lnTo>
                      <a:pt x="367" y="13"/>
                    </a:lnTo>
                    <a:lnTo>
                      <a:pt x="399" y="10"/>
                    </a:lnTo>
                    <a:lnTo>
                      <a:pt x="428" y="6"/>
                    </a:lnTo>
                    <a:lnTo>
                      <a:pt x="450" y="0"/>
                    </a:lnTo>
                    <a:lnTo>
                      <a:pt x="447" y="11"/>
                    </a:lnTo>
                    <a:lnTo>
                      <a:pt x="444" y="15"/>
                    </a:lnTo>
                    <a:lnTo>
                      <a:pt x="437" y="18"/>
                    </a:lnTo>
                    <a:lnTo>
                      <a:pt x="429" y="21"/>
                    </a:lnTo>
                    <a:lnTo>
                      <a:pt x="417" y="23"/>
                    </a:lnTo>
                    <a:lnTo>
                      <a:pt x="386" y="29"/>
                    </a:lnTo>
                    <a:lnTo>
                      <a:pt x="351" y="32"/>
                    </a:lnTo>
                    <a:lnTo>
                      <a:pt x="311" y="34"/>
                    </a:lnTo>
                    <a:lnTo>
                      <a:pt x="272" y="37"/>
                    </a:lnTo>
                    <a:lnTo>
                      <a:pt x="207" y="37"/>
                    </a:ln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0" name="iš1ïḓè">
                <a:extLst>
                  <a:ext uri="{FF2B5EF4-FFF2-40B4-BE49-F238E27FC236}">
                    <a16:creationId xmlns:a16="http://schemas.microsoft.com/office/drawing/2014/main" id="{AD2BC417-EFEB-49B7-9379-9F13ACC0DBB9}"/>
                  </a:ext>
                </a:extLst>
              </p:cNvPr>
              <p:cNvSpPr/>
              <p:nvPr/>
            </p:nvSpPr>
            <p:spPr bwMode="auto">
              <a:xfrm>
                <a:off x="2212976" y="5440363"/>
                <a:ext cx="1306513" cy="96838"/>
              </a:xfrm>
              <a:custGeom>
                <a:avLst/>
                <a:gdLst>
                  <a:gd name="T0" fmla="*/ 31750 w 823"/>
                  <a:gd name="T1" fmla="*/ 58738 h 61"/>
                  <a:gd name="T2" fmla="*/ 1250950 w 823"/>
                  <a:gd name="T3" fmla="*/ 0 h 61"/>
                  <a:gd name="T4" fmla="*/ 1250950 w 823"/>
                  <a:gd name="T5" fmla="*/ 0 h 61"/>
                  <a:gd name="T6" fmla="*/ 1250950 w 823"/>
                  <a:gd name="T7" fmla="*/ 6350 h 61"/>
                  <a:gd name="T8" fmla="*/ 1255713 w 823"/>
                  <a:gd name="T9" fmla="*/ 11113 h 61"/>
                  <a:gd name="T10" fmla="*/ 1262063 w 823"/>
                  <a:gd name="T11" fmla="*/ 15875 h 61"/>
                  <a:gd name="T12" fmla="*/ 1276350 w 823"/>
                  <a:gd name="T13" fmla="*/ 19050 h 61"/>
                  <a:gd name="T14" fmla="*/ 1276350 w 823"/>
                  <a:gd name="T15" fmla="*/ 19050 h 61"/>
                  <a:gd name="T16" fmla="*/ 1285875 w 823"/>
                  <a:gd name="T17" fmla="*/ 23813 h 61"/>
                  <a:gd name="T18" fmla="*/ 1295400 w 823"/>
                  <a:gd name="T19" fmla="*/ 25400 h 61"/>
                  <a:gd name="T20" fmla="*/ 1301750 w 823"/>
                  <a:gd name="T21" fmla="*/ 30163 h 61"/>
                  <a:gd name="T22" fmla="*/ 1306513 w 823"/>
                  <a:gd name="T23" fmla="*/ 36513 h 61"/>
                  <a:gd name="T24" fmla="*/ 0 w 823"/>
                  <a:gd name="T25" fmla="*/ 96838 h 61"/>
                  <a:gd name="T26" fmla="*/ 0 w 823"/>
                  <a:gd name="T27" fmla="*/ 96838 h 61"/>
                  <a:gd name="T28" fmla="*/ 12700 w 823"/>
                  <a:gd name="T29" fmla="*/ 92075 h 61"/>
                  <a:gd name="T30" fmla="*/ 12700 w 823"/>
                  <a:gd name="T31" fmla="*/ 92075 h 61"/>
                  <a:gd name="T32" fmla="*/ 23813 w 823"/>
                  <a:gd name="T33" fmla="*/ 90488 h 61"/>
                  <a:gd name="T34" fmla="*/ 31750 w 823"/>
                  <a:gd name="T35" fmla="*/ 85725 h 61"/>
                  <a:gd name="T36" fmla="*/ 36513 w 823"/>
                  <a:gd name="T37" fmla="*/ 82550 h 61"/>
                  <a:gd name="T38" fmla="*/ 38100 w 823"/>
                  <a:gd name="T39" fmla="*/ 77788 h 61"/>
                  <a:gd name="T40" fmla="*/ 38100 w 823"/>
                  <a:gd name="T41" fmla="*/ 73025 h 61"/>
                  <a:gd name="T42" fmla="*/ 36513 w 823"/>
                  <a:gd name="T43" fmla="*/ 68263 h 61"/>
                  <a:gd name="T44" fmla="*/ 31750 w 823"/>
                  <a:gd name="T45" fmla="*/ 58738 h 61"/>
                  <a:gd name="T46" fmla="*/ 31750 w 823"/>
                  <a:gd name="T47" fmla="*/ 58738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23" h="61">
                    <a:moveTo>
                      <a:pt x="20" y="37"/>
                    </a:moveTo>
                    <a:lnTo>
                      <a:pt x="788" y="0"/>
                    </a:lnTo>
                    <a:lnTo>
                      <a:pt x="788" y="4"/>
                    </a:lnTo>
                    <a:lnTo>
                      <a:pt x="791" y="7"/>
                    </a:lnTo>
                    <a:lnTo>
                      <a:pt x="795" y="10"/>
                    </a:lnTo>
                    <a:lnTo>
                      <a:pt x="804" y="12"/>
                    </a:lnTo>
                    <a:lnTo>
                      <a:pt x="810" y="15"/>
                    </a:lnTo>
                    <a:lnTo>
                      <a:pt x="816" y="16"/>
                    </a:lnTo>
                    <a:lnTo>
                      <a:pt x="820" y="19"/>
                    </a:lnTo>
                    <a:lnTo>
                      <a:pt x="823" y="23"/>
                    </a:lnTo>
                    <a:lnTo>
                      <a:pt x="0" y="61"/>
                    </a:lnTo>
                    <a:lnTo>
                      <a:pt x="8" y="58"/>
                    </a:lnTo>
                    <a:lnTo>
                      <a:pt x="15" y="57"/>
                    </a:lnTo>
                    <a:lnTo>
                      <a:pt x="20" y="54"/>
                    </a:lnTo>
                    <a:lnTo>
                      <a:pt x="23" y="52"/>
                    </a:lnTo>
                    <a:lnTo>
                      <a:pt x="24" y="49"/>
                    </a:lnTo>
                    <a:lnTo>
                      <a:pt x="24" y="46"/>
                    </a:lnTo>
                    <a:lnTo>
                      <a:pt x="23" y="43"/>
                    </a:lnTo>
                    <a:lnTo>
                      <a:pt x="2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1" name="íṡļiďè">
                <a:extLst>
                  <a:ext uri="{FF2B5EF4-FFF2-40B4-BE49-F238E27FC236}">
                    <a16:creationId xmlns:a16="http://schemas.microsoft.com/office/drawing/2014/main" id="{D8F81AED-E874-44A3-8837-45C1E70F9391}"/>
                  </a:ext>
                </a:extLst>
              </p:cNvPr>
              <p:cNvSpPr/>
              <p:nvPr/>
            </p:nvSpPr>
            <p:spPr bwMode="auto">
              <a:xfrm>
                <a:off x="2189163" y="5332413"/>
                <a:ext cx="1325563" cy="100013"/>
              </a:xfrm>
              <a:custGeom>
                <a:avLst/>
                <a:gdLst>
                  <a:gd name="T0" fmla="*/ 0 w 835"/>
                  <a:gd name="T1" fmla="*/ 63500 h 63"/>
                  <a:gd name="T2" fmla="*/ 1325563 w 835"/>
                  <a:gd name="T3" fmla="*/ 0 h 63"/>
                  <a:gd name="T4" fmla="*/ 1325563 w 835"/>
                  <a:gd name="T5" fmla="*/ 0 h 63"/>
                  <a:gd name="T6" fmla="*/ 1316038 w 835"/>
                  <a:gd name="T7" fmla="*/ 9525 h 63"/>
                  <a:gd name="T8" fmla="*/ 1303338 w 835"/>
                  <a:gd name="T9" fmla="*/ 14288 h 63"/>
                  <a:gd name="T10" fmla="*/ 1289050 w 835"/>
                  <a:gd name="T11" fmla="*/ 17463 h 63"/>
                  <a:gd name="T12" fmla="*/ 1279525 w 835"/>
                  <a:gd name="T13" fmla="*/ 17463 h 63"/>
                  <a:gd name="T14" fmla="*/ 1279525 w 835"/>
                  <a:gd name="T15" fmla="*/ 17463 h 63"/>
                  <a:gd name="T16" fmla="*/ 1270000 w 835"/>
                  <a:gd name="T17" fmla="*/ 20638 h 63"/>
                  <a:gd name="T18" fmla="*/ 1270000 w 835"/>
                  <a:gd name="T19" fmla="*/ 22225 h 63"/>
                  <a:gd name="T20" fmla="*/ 1270000 w 835"/>
                  <a:gd name="T21" fmla="*/ 26988 h 63"/>
                  <a:gd name="T22" fmla="*/ 1273175 w 835"/>
                  <a:gd name="T23" fmla="*/ 33338 h 63"/>
                  <a:gd name="T24" fmla="*/ 1276350 w 835"/>
                  <a:gd name="T25" fmla="*/ 41275 h 63"/>
                  <a:gd name="T26" fmla="*/ 66675 w 835"/>
                  <a:gd name="T27" fmla="*/ 100013 h 63"/>
                  <a:gd name="T28" fmla="*/ 66675 w 835"/>
                  <a:gd name="T29" fmla="*/ 100013 h 63"/>
                  <a:gd name="T30" fmla="*/ 66675 w 835"/>
                  <a:gd name="T31" fmla="*/ 95250 h 63"/>
                  <a:gd name="T32" fmla="*/ 65088 w 835"/>
                  <a:gd name="T33" fmla="*/ 95250 h 63"/>
                  <a:gd name="T34" fmla="*/ 57150 w 835"/>
                  <a:gd name="T35" fmla="*/ 93663 h 63"/>
                  <a:gd name="T36" fmla="*/ 57150 w 835"/>
                  <a:gd name="T37" fmla="*/ 93663 h 63"/>
                  <a:gd name="T38" fmla="*/ 42863 w 835"/>
                  <a:gd name="T39" fmla="*/ 90488 h 63"/>
                  <a:gd name="T40" fmla="*/ 25400 w 835"/>
                  <a:gd name="T41" fmla="*/ 84138 h 63"/>
                  <a:gd name="T42" fmla="*/ 11113 w 835"/>
                  <a:gd name="T43" fmla="*/ 76200 h 63"/>
                  <a:gd name="T44" fmla="*/ 4763 w 835"/>
                  <a:gd name="T45" fmla="*/ 69850 h 63"/>
                  <a:gd name="T46" fmla="*/ 0 w 835"/>
                  <a:gd name="T47" fmla="*/ 63500 h 63"/>
                  <a:gd name="T48" fmla="*/ 0 w 835"/>
                  <a:gd name="T49" fmla="*/ 63500 h 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35" h="63">
                    <a:moveTo>
                      <a:pt x="0" y="40"/>
                    </a:moveTo>
                    <a:lnTo>
                      <a:pt x="835" y="0"/>
                    </a:lnTo>
                    <a:lnTo>
                      <a:pt x="829" y="6"/>
                    </a:lnTo>
                    <a:lnTo>
                      <a:pt x="821" y="9"/>
                    </a:lnTo>
                    <a:lnTo>
                      <a:pt x="812" y="11"/>
                    </a:lnTo>
                    <a:lnTo>
                      <a:pt x="806" y="11"/>
                    </a:lnTo>
                    <a:lnTo>
                      <a:pt x="800" y="13"/>
                    </a:lnTo>
                    <a:lnTo>
                      <a:pt x="800" y="14"/>
                    </a:lnTo>
                    <a:lnTo>
                      <a:pt x="800" y="17"/>
                    </a:lnTo>
                    <a:lnTo>
                      <a:pt x="802" y="21"/>
                    </a:lnTo>
                    <a:lnTo>
                      <a:pt x="804" y="26"/>
                    </a:lnTo>
                    <a:lnTo>
                      <a:pt x="42" y="63"/>
                    </a:lnTo>
                    <a:lnTo>
                      <a:pt x="42" y="60"/>
                    </a:lnTo>
                    <a:lnTo>
                      <a:pt x="41" y="60"/>
                    </a:lnTo>
                    <a:lnTo>
                      <a:pt x="36" y="59"/>
                    </a:lnTo>
                    <a:lnTo>
                      <a:pt x="27" y="57"/>
                    </a:lnTo>
                    <a:lnTo>
                      <a:pt x="16" y="53"/>
                    </a:lnTo>
                    <a:lnTo>
                      <a:pt x="7" y="48"/>
                    </a:lnTo>
                    <a:lnTo>
                      <a:pt x="3" y="44"/>
                    </a:lnTo>
                    <a:lnTo>
                      <a:pt x="0" y="4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2" name="ïşḷidé">
                <a:extLst>
                  <a:ext uri="{FF2B5EF4-FFF2-40B4-BE49-F238E27FC236}">
                    <a16:creationId xmlns:a16="http://schemas.microsoft.com/office/drawing/2014/main" id="{D3C581D7-DCF2-40D7-828E-CE6270EA5F8F}"/>
                  </a:ext>
                </a:extLst>
              </p:cNvPr>
              <p:cNvSpPr/>
              <p:nvPr/>
            </p:nvSpPr>
            <p:spPr bwMode="auto">
              <a:xfrm>
                <a:off x="2216151" y="5529263"/>
                <a:ext cx="1268413" cy="96838"/>
              </a:xfrm>
              <a:custGeom>
                <a:avLst/>
                <a:gdLst>
                  <a:gd name="T0" fmla="*/ 0 w 799"/>
                  <a:gd name="T1" fmla="*/ 57150 h 61"/>
                  <a:gd name="T2" fmla="*/ 1262063 w 799"/>
                  <a:gd name="T3" fmla="*/ 0 h 61"/>
                  <a:gd name="T4" fmla="*/ 1262063 w 799"/>
                  <a:gd name="T5" fmla="*/ 0 h 61"/>
                  <a:gd name="T6" fmla="*/ 1260475 w 799"/>
                  <a:gd name="T7" fmla="*/ 6350 h 61"/>
                  <a:gd name="T8" fmla="*/ 1262063 w 799"/>
                  <a:gd name="T9" fmla="*/ 15875 h 61"/>
                  <a:gd name="T10" fmla="*/ 1268413 w 799"/>
                  <a:gd name="T11" fmla="*/ 36513 h 61"/>
                  <a:gd name="T12" fmla="*/ 17463 w 799"/>
                  <a:gd name="T13" fmla="*/ 96838 h 61"/>
                  <a:gd name="T14" fmla="*/ 17463 w 799"/>
                  <a:gd name="T15" fmla="*/ 96838 h 61"/>
                  <a:gd name="T16" fmla="*/ 20638 w 799"/>
                  <a:gd name="T17" fmla="*/ 82550 h 61"/>
                  <a:gd name="T18" fmla="*/ 20638 w 799"/>
                  <a:gd name="T19" fmla="*/ 73025 h 61"/>
                  <a:gd name="T20" fmla="*/ 17463 w 799"/>
                  <a:gd name="T21" fmla="*/ 68263 h 61"/>
                  <a:gd name="T22" fmla="*/ 15875 w 799"/>
                  <a:gd name="T23" fmla="*/ 63500 h 61"/>
                  <a:gd name="T24" fmla="*/ 9525 w 799"/>
                  <a:gd name="T25" fmla="*/ 61913 h 61"/>
                  <a:gd name="T26" fmla="*/ 0 w 799"/>
                  <a:gd name="T27" fmla="*/ 57150 h 61"/>
                  <a:gd name="T28" fmla="*/ 0 w 799"/>
                  <a:gd name="T29" fmla="*/ 57150 h 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9" h="61">
                    <a:moveTo>
                      <a:pt x="0" y="36"/>
                    </a:moveTo>
                    <a:lnTo>
                      <a:pt x="795" y="0"/>
                    </a:lnTo>
                    <a:lnTo>
                      <a:pt x="794" y="4"/>
                    </a:lnTo>
                    <a:lnTo>
                      <a:pt x="795" y="10"/>
                    </a:lnTo>
                    <a:lnTo>
                      <a:pt x="799" y="23"/>
                    </a:lnTo>
                    <a:lnTo>
                      <a:pt x="11" y="61"/>
                    </a:lnTo>
                    <a:lnTo>
                      <a:pt x="13" y="52"/>
                    </a:lnTo>
                    <a:lnTo>
                      <a:pt x="13" y="46"/>
                    </a:lnTo>
                    <a:lnTo>
                      <a:pt x="11" y="43"/>
                    </a:lnTo>
                    <a:lnTo>
                      <a:pt x="10" y="40"/>
                    </a:lnTo>
                    <a:lnTo>
                      <a:pt x="6" y="39"/>
                    </a:lnTo>
                    <a:lnTo>
                      <a:pt x="0"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3" name="íṥḻïďê">
                <a:extLst>
                  <a:ext uri="{FF2B5EF4-FFF2-40B4-BE49-F238E27FC236}">
                    <a16:creationId xmlns:a16="http://schemas.microsoft.com/office/drawing/2014/main" id="{A9CF8E74-E755-4A8A-AC7F-E3EE896C635C}"/>
                  </a:ext>
                </a:extLst>
              </p:cNvPr>
              <p:cNvSpPr/>
              <p:nvPr/>
            </p:nvSpPr>
            <p:spPr bwMode="auto">
              <a:xfrm>
                <a:off x="2227263" y="5614988"/>
                <a:ext cx="1285875" cy="96838"/>
              </a:xfrm>
              <a:custGeom>
                <a:avLst/>
                <a:gdLst>
                  <a:gd name="T0" fmla="*/ 4763 w 810"/>
                  <a:gd name="T1" fmla="*/ 57150 h 61"/>
                  <a:gd name="T2" fmla="*/ 1250950 w 810"/>
                  <a:gd name="T3" fmla="*/ 0 h 61"/>
                  <a:gd name="T4" fmla="*/ 1250950 w 810"/>
                  <a:gd name="T5" fmla="*/ 0 h 61"/>
                  <a:gd name="T6" fmla="*/ 1250950 w 810"/>
                  <a:gd name="T7" fmla="*/ 7938 h 61"/>
                  <a:gd name="T8" fmla="*/ 1254125 w 810"/>
                  <a:gd name="T9" fmla="*/ 17463 h 61"/>
                  <a:gd name="T10" fmla="*/ 1262063 w 810"/>
                  <a:gd name="T11" fmla="*/ 25400 h 61"/>
                  <a:gd name="T12" fmla="*/ 1274763 w 810"/>
                  <a:gd name="T13" fmla="*/ 31750 h 61"/>
                  <a:gd name="T14" fmla="*/ 1274763 w 810"/>
                  <a:gd name="T15" fmla="*/ 31750 h 61"/>
                  <a:gd name="T16" fmla="*/ 1285875 w 810"/>
                  <a:gd name="T17" fmla="*/ 36513 h 61"/>
                  <a:gd name="T18" fmla="*/ 0 w 810"/>
                  <a:gd name="T19" fmla="*/ 96838 h 61"/>
                  <a:gd name="T20" fmla="*/ 0 w 810"/>
                  <a:gd name="T21" fmla="*/ 96838 h 61"/>
                  <a:gd name="T22" fmla="*/ 6350 w 810"/>
                  <a:gd name="T23" fmla="*/ 87313 h 61"/>
                  <a:gd name="T24" fmla="*/ 9525 w 810"/>
                  <a:gd name="T25" fmla="*/ 79375 h 61"/>
                  <a:gd name="T26" fmla="*/ 6350 w 810"/>
                  <a:gd name="T27" fmla="*/ 68263 h 61"/>
                  <a:gd name="T28" fmla="*/ 4763 w 810"/>
                  <a:gd name="T29" fmla="*/ 57150 h 61"/>
                  <a:gd name="T30" fmla="*/ 4763 w 810"/>
                  <a:gd name="T31" fmla="*/ 57150 h 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10" h="61">
                    <a:moveTo>
                      <a:pt x="3" y="36"/>
                    </a:moveTo>
                    <a:lnTo>
                      <a:pt x="788" y="0"/>
                    </a:lnTo>
                    <a:lnTo>
                      <a:pt x="788" y="5"/>
                    </a:lnTo>
                    <a:lnTo>
                      <a:pt x="790" y="11"/>
                    </a:lnTo>
                    <a:lnTo>
                      <a:pt x="795" y="16"/>
                    </a:lnTo>
                    <a:lnTo>
                      <a:pt x="803" y="20"/>
                    </a:lnTo>
                    <a:lnTo>
                      <a:pt x="810" y="23"/>
                    </a:lnTo>
                    <a:lnTo>
                      <a:pt x="0" y="61"/>
                    </a:lnTo>
                    <a:lnTo>
                      <a:pt x="4" y="55"/>
                    </a:lnTo>
                    <a:lnTo>
                      <a:pt x="6" y="50"/>
                    </a:lnTo>
                    <a:lnTo>
                      <a:pt x="4" y="43"/>
                    </a:lnTo>
                    <a:lnTo>
                      <a:pt x="3"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4" name="iṥḷiďe">
                <a:extLst>
                  <a:ext uri="{FF2B5EF4-FFF2-40B4-BE49-F238E27FC236}">
                    <a16:creationId xmlns:a16="http://schemas.microsoft.com/office/drawing/2014/main" id="{B8C7F568-13F4-478D-9270-C873B82857F9}"/>
                  </a:ext>
                </a:extLst>
              </p:cNvPr>
              <p:cNvSpPr/>
              <p:nvPr/>
            </p:nvSpPr>
            <p:spPr bwMode="auto">
              <a:xfrm>
                <a:off x="2219326" y="5713413"/>
                <a:ext cx="1262063" cy="96838"/>
              </a:xfrm>
              <a:custGeom>
                <a:avLst/>
                <a:gdLst>
                  <a:gd name="T0" fmla="*/ 0 w 795"/>
                  <a:gd name="T1" fmla="*/ 60325 h 61"/>
                  <a:gd name="T2" fmla="*/ 1250950 w 795"/>
                  <a:gd name="T3" fmla="*/ 0 h 61"/>
                  <a:gd name="T4" fmla="*/ 1250950 w 795"/>
                  <a:gd name="T5" fmla="*/ 0 h 61"/>
                  <a:gd name="T6" fmla="*/ 1257300 w 795"/>
                  <a:gd name="T7" fmla="*/ 12700 h 61"/>
                  <a:gd name="T8" fmla="*/ 1262063 w 795"/>
                  <a:gd name="T9" fmla="*/ 23813 h 61"/>
                  <a:gd name="T10" fmla="*/ 1262063 w 795"/>
                  <a:gd name="T11" fmla="*/ 34925 h 61"/>
                  <a:gd name="T12" fmla="*/ 1262063 w 795"/>
                  <a:gd name="T13" fmla="*/ 34925 h 61"/>
                  <a:gd name="T14" fmla="*/ 1262063 w 795"/>
                  <a:gd name="T15" fmla="*/ 38100 h 61"/>
                  <a:gd name="T16" fmla="*/ 14288 w 795"/>
                  <a:gd name="T17" fmla="*/ 96838 h 61"/>
                  <a:gd name="T18" fmla="*/ 14288 w 795"/>
                  <a:gd name="T19" fmla="*/ 96838 h 61"/>
                  <a:gd name="T20" fmla="*/ 17463 w 795"/>
                  <a:gd name="T21" fmla="*/ 88900 h 61"/>
                  <a:gd name="T22" fmla="*/ 20638 w 795"/>
                  <a:gd name="T23" fmla="*/ 79375 h 61"/>
                  <a:gd name="T24" fmla="*/ 26988 w 795"/>
                  <a:gd name="T25" fmla="*/ 68263 h 61"/>
                  <a:gd name="T26" fmla="*/ 26988 w 795"/>
                  <a:gd name="T27" fmla="*/ 65088 h 61"/>
                  <a:gd name="T28" fmla="*/ 23813 w 795"/>
                  <a:gd name="T29" fmla="*/ 61913 h 61"/>
                  <a:gd name="T30" fmla="*/ 14288 w 795"/>
                  <a:gd name="T31" fmla="*/ 60325 h 61"/>
                  <a:gd name="T32" fmla="*/ 0 w 795"/>
                  <a:gd name="T33" fmla="*/ 60325 h 61"/>
                  <a:gd name="T34" fmla="*/ 0 w 795"/>
                  <a:gd name="T35" fmla="*/ 60325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95" h="61">
                    <a:moveTo>
                      <a:pt x="0" y="38"/>
                    </a:moveTo>
                    <a:lnTo>
                      <a:pt x="788" y="0"/>
                    </a:lnTo>
                    <a:lnTo>
                      <a:pt x="792" y="8"/>
                    </a:lnTo>
                    <a:lnTo>
                      <a:pt x="795" y="15"/>
                    </a:lnTo>
                    <a:lnTo>
                      <a:pt x="795" y="22"/>
                    </a:lnTo>
                    <a:lnTo>
                      <a:pt x="795" y="24"/>
                    </a:lnTo>
                    <a:lnTo>
                      <a:pt x="9" y="61"/>
                    </a:lnTo>
                    <a:lnTo>
                      <a:pt x="11" y="56"/>
                    </a:lnTo>
                    <a:lnTo>
                      <a:pt x="13" y="50"/>
                    </a:lnTo>
                    <a:lnTo>
                      <a:pt x="17" y="43"/>
                    </a:lnTo>
                    <a:lnTo>
                      <a:pt x="17" y="41"/>
                    </a:lnTo>
                    <a:lnTo>
                      <a:pt x="15" y="39"/>
                    </a:lnTo>
                    <a:lnTo>
                      <a:pt x="9" y="38"/>
                    </a:lnTo>
                    <a:lnTo>
                      <a:pt x="0" y="38"/>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5" name="isľïdè">
                <a:extLst>
                  <a:ext uri="{FF2B5EF4-FFF2-40B4-BE49-F238E27FC236}">
                    <a16:creationId xmlns:a16="http://schemas.microsoft.com/office/drawing/2014/main" id="{64D1D9E8-C16D-41B8-8BC9-DF49AD4524F5}"/>
                  </a:ext>
                </a:extLst>
              </p:cNvPr>
              <p:cNvSpPr/>
              <p:nvPr/>
            </p:nvSpPr>
            <p:spPr bwMode="auto">
              <a:xfrm>
                <a:off x="2214563" y="5803900"/>
                <a:ext cx="1306513" cy="96838"/>
              </a:xfrm>
              <a:custGeom>
                <a:avLst/>
                <a:gdLst>
                  <a:gd name="T0" fmla="*/ 23813 w 823"/>
                  <a:gd name="T1" fmla="*/ 57150 h 61"/>
                  <a:gd name="T2" fmla="*/ 1260475 w 823"/>
                  <a:gd name="T3" fmla="*/ 0 h 61"/>
                  <a:gd name="T4" fmla="*/ 1260475 w 823"/>
                  <a:gd name="T5" fmla="*/ 0 h 61"/>
                  <a:gd name="T6" fmla="*/ 1260475 w 823"/>
                  <a:gd name="T7" fmla="*/ 6350 h 61"/>
                  <a:gd name="T8" fmla="*/ 1263650 w 823"/>
                  <a:gd name="T9" fmla="*/ 11113 h 61"/>
                  <a:gd name="T10" fmla="*/ 1270000 w 823"/>
                  <a:gd name="T11" fmla="*/ 17463 h 61"/>
                  <a:gd name="T12" fmla="*/ 1281113 w 823"/>
                  <a:gd name="T13" fmla="*/ 20638 h 61"/>
                  <a:gd name="T14" fmla="*/ 1281113 w 823"/>
                  <a:gd name="T15" fmla="*/ 20638 h 61"/>
                  <a:gd name="T16" fmla="*/ 1296988 w 823"/>
                  <a:gd name="T17" fmla="*/ 28575 h 61"/>
                  <a:gd name="T18" fmla="*/ 1306513 w 823"/>
                  <a:gd name="T19" fmla="*/ 34925 h 61"/>
                  <a:gd name="T20" fmla="*/ 0 w 823"/>
                  <a:gd name="T21" fmla="*/ 96838 h 61"/>
                  <a:gd name="T22" fmla="*/ 0 w 823"/>
                  <a:gd name="T23" fmla="*/ 96838 h 61"/>
                  <a:gd name="T24" fmla="*/ 4763 w 823"/>
                  <a:gd name="T25" fmla="*/ 93663 h 61"/>
                  <a:gd name="T26" fmla="*/ 4763 w 823"/>
                  <a:gd name="T27" fmla="*/ 93663 h 61"/>
                  <a:gd name="T28" fmla="*/ 17463 w 823"/>
                  <a:gd name="T29" fmla="*/ 87313 h 61"/>
                  <a:gd name="T30" fmla="*/ 22225 w 823"/>
                  <a:gd name="T31" fmla="*/ 84138 h 61"/>
                  <a:gd name="T32" fmla="*/ 23813 w 823"/>
                  <a:gd name="T33" fmla="*/ 79375 h 61"/>
                  <a:gd name="T34" fmla="*/ 25400 w 823"/>
                  <a:gd name="T35" fmla="*/ 68263 h 61"/>
                  <a:gd name="T36" fmla="*/ 23813 w 823"/>
                  <a:gd name="T37" fmla="*/ 57150 h 61"/>
                  <a:gd name="T38" fmla="*/ 23813 w 823"/>
                  <a:gd name="T39" fmla="*/ 57150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23" h="61">
                    <a:moveTo>
                      <a:pt x="15" y="36"/>
                    </a:moveTo>
                    <a:lnTo>
                      <a:pt x="794" y="0"/>
                    </a:lnTo>
                    <a:lnTo>
                      <a:pt x="794" y="4"/>
                    </a:lnTo>
                    <a:lnTo>
                      <a:pt x="796" y="7"/>
                    </a:lnTo>
                    <a:lnTo>
                      <a:pt x="800" y="11"/>
                    </a:lnTo>
                    <a:lnTo>
                      <a:pt x="807" y="13"/>
                    </a:lnTo>
                    <a:lnTo>
                      <a:pt x="817" y="18"/>
                    </a:lnTo>
                    <a:lnTo>
                      <a:pt x="823" y="22"/>
                    </a:lnTo>
                    <a:lnTo>
                      <a:pt x="0" y="61"/>
                    </a:lnTo>
                    <a:lnTo>
                      <a:pt x="3" y="59"/>
                    </a:lnTo>
                    <a:lnTo>
                      <a:pt x="11" y="55"/>
                    </a:lnTo>
                    <a:lnTo>
                      <a:pt x="14" y="53"/>
                    </a:lnTo>
                    <a:lnTo>
                      <a:pt x="15" y="50"/>
                    </a:lnTo>
                    <a:lnTo>
                      <a:pt x="16" y="43"/>
                    </a:lnTo>
                    <a:lnTo>
                      <a:pt x="15"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6" name="ïSļiḓê">
                <a:extLst>
                  <a:ext uri="{FF2B5EF4-FFF2-40B4-BE49-F238E27FC236}">
                    <a16:creationId xmlns:a16="http://schemas.microsoft.com/office/drawing/2014/main" id="{686AEB3D-5BB1-4B0B-B6C4-BF172B7C16A1}"/>
                  </a:ext>
                </a:extLst>
              </p:cNvPr>
              <p:cNvSpPr/>
              <p:nvPr/>
            </p:nvSpPr>
            <p:spPr bwMode="auto">
              <a:xfrm>
                <a:off x="2227263" y="5895975"/>
                <a:ext cx="1250950" cy="96838"/>
              </a:xfrm>
              <a:custGeom>
                <a:avLst/>
                <a:gdLst>
                  <a:gd name="T0" fmla="*/ 0 w 788"/>
                  <a:gd name="T1" fmla="*/ 58738 h 61"/>
                  <a:gd name="T2" fmla="*/ 1247775 w 788"/>
                  <a:gd name="T3" fmla="*/ 0 h 61"/>
                  <a:gd name="T4" fmla="*/ 1247775 w 788"/>
                  <a:gd name="T5" fmla="*/ 0 h 61"/>
                  <a:gd name="T6" fmla="*/ 1244600 w 788"/>
                  <a:gd name="T7" fmla="*/ 9525 h 61"/>
                  <a:gd name="T8" fmla="*/ 1247775 w 788"/>
                  <a:gd name="T9" fmla="*/ 17463 h 61"/>
                  <a:gd name="T10" fmla="*/ 1250950 w 788"/>
                  <a:gd name="T11" fmla="*/ 39688 h 61"/>
                  <a:gd name="T12" fmla="*/ 11113 w 788"/>
                  <a:gd name="T13" fmla="*/ 96838 h 61"/>
                  <a:gd name="T14" fmla="*/ 11113 w 788"/>
                  <a:gd name="T15" fmla="*/ 96838 h 61"/>
                  <a:gd name="T16" fmla="*/ 12700 w 788"/>
                  <a:gd name="T17" fmla="*/ 85725 h 61"/>
                  <a:gd name="T18" fmla="*/ 12700 w 788"/>
                  <a:gd name="T19" fmla="*/ 76200 h 61"/>
                  <a:gd name="T20" fmla="*/ 9525 w 788"/>
                  <a:gd name="T21" fmla="*/ 66675 h 61"/>
                  <a:gd name="T22" fmla="*/ 0 w 788"/>
                  <a:gd name="T23" fmla="*/ 58738 h 61"/>
                  <a:gd name="T24" fmla="*/ 0 w 788"/>
                  <a:gd name="T25" fmla="*/ 5873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8" h="61">
                    <a:moveTo>
                      <a:pt x="0" y="37"/>
                    </a:moveTo>
                    <a:lnTo>
                      <a:pt x="786" y="0"/>
                    </a:lnTo>
                    <a:lnTo>
                      <a:pt x="784" y="6"/>
                    </a:lnTo>
                    <a:lnTo>
                      <a:pt x="786" y="11"/>
                    </a:lnTo>
                    <a:lnTo>
                      <a:pt x="788" y="25"/>
                    </a:lnTo>
                    <a:lnTo>
                      <a:pt x="7" y="61"/>
                    </a:lnTo>
                    <a:lnTo>
                      <a:pt x="8" y="54"/>
                    </a:lnTo>
                    <a:lnTo>
                      <a:pt x="8" y="48"/>
                    </a:lnTo>
                    <a:lnTo>
                      <a:pt x="6" y="42"/>
                    </a:lnTo>
                    <a:lnTo>
                      <a:pt x="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7" name="îśľïḑê">
                <a:extLst>
                  <a:ext uri="{FF2B5EF4-FFF2-40B4-BE49-F238E27FC236}">
                    <a16:creationId xmlns:a16="http://schemas.microsoft.com/office/drawing/2014/main" id="{276E6C8E-1E52-4C3B-9AA3-9B00508167AF}"/>
                  </a:ext>
                </a:extLst>
              </p:cNvPr>
              <p:cNvSpPr/>
              <p:nvPr/>
            </p:nvSpPr>
            <p:spPr bwMode="auto">
              <a:xfrm>
                <a:off x="2246313" y="6029325"/>
                <a:ext cx="1254125" cy="311150"/>
              </a:xfrm>
              <a:custGeom>
                <a:avLst/>
                <a:gdLst>
                  <a:gd name="T0" fmla="*/ 587375 w 790"/>
                  <a:gd name="T1" fmla="*/ 311150 h 196"/>
                  <a:gd name="T2" fmla="*/ 587375 w 790"/>
                  <a:gd name="T3" fmla="*/ 311150 h 196"/>
                  <a:gd name="T4" fmla="*/ 484188 w 790"/>
                  <a:gd name="T5" fmla="*/ 309563 h 196"/>
                  <a:gd name="T6" fmla="*/ 427038 w 790"/>
                  <a:gd name="T7" fmla="*/ 307975 h 196"/>
                  <a:gd name="T8" fmla="*/ 369888 w 790"/>
                  <a:gd name="T9" fmla="*/ 303213 h 196"/>
                  <a:gd name="T10" fmla="*/ 319088 w 790"/>
                  <a:gd name="T11" fmla="*/ 296863 h 196"/>
                  <a:gd name="T12" fmla="*/ 273050 w 790"/>
                  <a:gd name="T13" fmla="*/ 288925 h 196"/>
                  <a:gd name="T14" fmla="*/ 258763 w 790"/>
                  <a:gd name="T15" fmla="*/ 284163 h 196"/>
                  <a:gd name="T16" fmla="*/ 246063 w 790"/>
                  <a:gd name="T17" fmla="*/ 279400 h 196"/>
                  <a:gd name="T18" fmla="*/ 234950 w 790"/>
                  <a:gd name="T19" fmla="*/ 273050 h 196"/>
                  <a:gd name="T20" fmla="*/ 233363 w 790"/>
                  <a:gd name="T21" fmla="*/ 266700 h 196"/>
                  <a:gd name="T22" fmla="*/ 233363 w 790"/>
                  <a:gd name="T23" fmla="*/ 266700 h 196"/>
                  <a:gd name="T24" fmla="*/ 228600 w 790"/>
                  <a:gd name="T25" fmla="*/ 254000 h 196"/>
                  <a:gd name="T26" fmla="*/ 222250 w 790"/>
                  <a:gd name="T27" fmla="*/ 242888 h 196"/>
                  <a:gd name="T28" fmla="*/ 211138 w 790"/>
                  <a:gd name="T29" fmla="*/ 230188 h 196"/>
                  <a:gd name="T30" fmla="*/ 198438 w 790"/>
                  <a:gd name="T31" fmla="*/ 219075 h 196"/>
                  <a:gd name="T32" fmla="*/ 157163 w 790"/>
                  <a:gd name="T33" fmla="*/ 192088 h 196"/>
                  <a:gd name="T34" fmla="*/ 101600 w 790"/>
                  <a:gd name="T35" fmla="*/ 157163 h 196"/>
                  <a:gd name="T36" fmla="*/ 101600 w 790"/>
                  <a:gd name="T37" fmla="*/ 157163 h 196"/>
                  <a:gd name="T38" fmla="*/ 82550 w 790"/>
                  <a:gd name="T39" fmla="*/ 146050 h 196"/>
                  <a:gd name="T40" fmla="*/ 66675 w 790"/>
                  <a:gd name="T41" fmla="*/ 133350 h 196"/>
                  <a:gd name="T42" fmla="*/ 52388 w 790"/>
                  <a:gd name="T43" fmla="*/ 120650 h 196"/>
                  <a:gd name="T44" fmla="*/ 36513 w 790"/>
                  <a:gd name="T45" fmla="*/ 107950 h 196"/>
                  <a:gd name="T46" fmla="*/ 17463 w 790"/>
                  <a:gd name="T47" fmla="*/ 84138 h 196"/>
                  <a:gd name="T48" fmla="*/ 0 w 790"/>
                  <a:gd name="T49" fmla="*/ 58738 h 196"/>
                  <a:gd name="T50" fmla="*/ 1254125 w 790"/>
                  <a:gd name="T51" fmla="*/ 0 h 196"/>
                  <a:gd name="T52" fmla="*/ 1254125 w 790"/>
                  <a:gd name="T53" fmla="*/ 0 h 196"/>
                  <a:gd name="T54" fmla="*/ 1247775 w 790"/>
                  <a:gd name="T55" fmla="*/ 19050 h 196"/>
                  <a:gd name="T56" fmla="*/ 1235075 w 790"/>
                  <a:gd name="T57" fmla="*/ 38100 h 196"/>
                  <a:gd name="T58" fmla="*/ 1222375 w 790"/>
                  <a:gd name="T59" fmla="*/ 60325 h 196"/>
                  <a:gd name="T60" fmla="*/ 1206500 w 790"/>
                  <a:gd name="T61" fmla="*/ 79375 h 196"/>
                  <a:gd name="T62" fmla="*/ 1189038 w 790"/>
                  <a:gd name="T63" fmla="*/ 98425 h 196"/>
                  <a:gd name="T64" fmla="*/ 1171575 w 790"/>
                  <a:gd name="T65" fmla="*/ 120650 h 196"/>
                  <a:gd name="T66" fmla="*/ 1128713 w 790"/>
                  <a:gd name="T67" fmla="*/ 157163 h 196"/>
                  <a:gd name="T68" fmla="*/ 1128713 w 790"/>
                  <a:gd name="T69" fmla="*/ 157163 h 196"/>
                  <a:gd name="T70" fmla="*/ 1104900 w 790"/>
                  <a:gd name="T71" fmla="*/ 176213 h 196"/>
                  <a:gd name="T72" fmla="*/ 1082675 w 790"/>
                  <a:gd name="T73" fmla="*/ 193675 h 196"/>
                  <a:gd name="T74" fmla="*/ 1042988 w 790"/>
                  <a:gd name="T75" fmla="*/ 219075 h 196"/>
                  <a:gd name="T76" fmla="*/ 1025525 w 790"/>
                  <a:gd name="T77" fmla="*/ 231775 h 196"/>
                  <a:gd name="T78" fmla="*/ 1012825 w 790"/>
                  <a:gd name="T79" fmla="*/ 242888 h 196"/>
                  <a:gd name="T80" fmla="*/ 1004888 w 790"/>
                  <a:gd name="T81" fmla="*/ 254000 h 196"/>
                  <a:gd name="T82" fmla="*/ 1000125 w 790"/>
                  <a:gd name="T83" fmla="*/ 266700 h 196"/>
                  <a:gd name="T84" fmla="*/ 1000125 w 790"/>
                  <a:gd name="T85" fmla="*/ 266700 h 196"/>
                  <a:gd name="T86" fmla="*/ 998538 w 790"/>
                  <a:gd name="T87" fmla="*/ 268288 h 196"/>
                  <a:gd name="T88" fmla="*/ 995363 w 790"/>
                  <a:gd name="T89" fmla="*/ 273050 h 196"/>
                  <a:gd name="T90" fmla="*/ 985838 w 790"/>
                  <a:gd name="T91" fmla="*/ 279400 h 196"/>
                  <a:gd name="T92" fmla="*/ 968375 w 790"/>
                  <a:gd name="T93" fmla="*/ 284163 h 196"/>
                  <a:gd name="T94" fmla="*/ 949325 w 790"/>
                  <a:gd name="T95" fmla="*/ 288925 h 196"/>
                  <a:gd name="T96" fmla="*/ 895350 w 790"/>
                  <a:gd name="T97" fmla="*/ 296863 h 196"/>
                  <a:gd name="T98" fmla="*/ 833438 w 790"/>
                  <a:gd name="T99" fmla="*/ 303213 h 196"/>
                  <a:gd name="T100" fmla="*/ 766763 w 790"/>
                  <a:gd name="T101" fmla="*/ 307975 h 196"/>
                  <a:gd name="T102" fmla="*/ 696913 w 790"/>
                  <a:gd name="T103" fmla="*/ 309563 h 196"/>
                  <a:gd name="T104" fmla="*/ 587375 w 790"/>
                  <a:gd name="T105" fmla="*/ 311150 h 196"/>
                  <a:gd name="T106" fmla="*/ 587375 w 790"/>
                  <a:gd name="T107" fmla="*/ 311150 h 19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4" y="160"/>
                    </a:lnTo>
                    <a:lnTo>
                      <a:pt x="140" y="153"/>
                    </a:lnTo>
                    <a:lnTo>
                      <a:pt x="133" y="145"/>
                    </a:lnTo>
                    <a:lnTo>
                      <a:pt x="125" y="138"/>
                    </a:lnTo>
                    <a:lnTo>
                      <a:pt x="99" y="121"/>
                    </a:lnTo>
                    <a:lnTo>
                      <a:pt x="64" y="99"/>
                    </a:lnTo>
                    <a:lnTo>
                      <a:pt x="52" y="92"/>
                    </a:lnTo>
                    <a:lnTo>
                      <a:pt x="42" y="84"/>
                    </a:lnTo>
                    <a:lnTo>
                      <a:pt x="33" y="76"/>
                    </a:lnTo>
                    <a:lnTo>
                      <a:pt x="23" y="68"/>
                    </a:lnTo>
                    <a:lnTo>
                      <a:pt x="11" y="53"/>
                    </a:lnTo>
                    <a:lnTo>
                      <a:pt x="0" y="37"/>
                    </a:lnTo>
                    <a:lnTo>
                      <a:pt x="790" y="0"/>
                    </a:lnTo>
                    <a:lnTo>
                      <a:pt x="786" y="12"/>
                    </a:lnTo>
                    <a:lnTo>
                      <a:pt x="778" y="24"/>
                    </a:lnTo>
                    <a:lnTo>
                      <a:pt x="770" y="38"/>
                    </a:lnTo>
                    <a:lnTo>
                      <a:pt x="760" y="50"/>
                    </a:lnTo>
                    <a:lnTo>
                      <a:pt x="749" y="62"/>
                    </a:lnTo>
                    <a:lnTo>
                      <a:pt x="738" y="76"/>
                    </a:lnTo>
                    <a:lnTo>
                      <a:pt x="711" y="99"/>
                    </a:lnTo>
                    <a:lnTo>
                      <a:pt x="696" y="111"/>
                    </a:lnTo>
                    <a:lnTo>
                      <a:pt x="682" y="122"/>
                    </a:lnTo>
                    <a:lnTo>
                      <a:pt x="657" y="138"/>
                    </a:lnTo>
                    <a:lnTo>
                      <a:pt x="646" y="146"/>
                    </a:lnTo>
                    <a:lnTo>
                      <a:pt x="638" y="153"/>
                    </a:lnTo>
                    <a:lnTo>
                      <a:pt x="633" y="160"/>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8" name="îŝliḓê">
                <a:extLst>
                  <a:ext uri="{FF2B5EF4-FFF2-40B4-BE49-F238E27FC236}">
                    <a16:creationId xmlns:a16="http://schemas.microsoft.com/office/drawing/2014/main" id="{B7AD7E52-2D97-4BDE-A7C0-B886262D4239}"/>
                  </a:ext>
                </a:extLst>
              </p:cNvPr>
              <p:cNvSpPr/>
              <p:nvPr/>
            </p:nvSpPr>
            <p:spPr bwMode="auto">
              <a:xfrm>
                <a:off x="2470151" y="6061075"/>
                <a:ext cx="361950" cy="279400"/>
              </a:xfrm>
              <a:custGeom>
                <a:avLst/>
                <a:gdLst>
                  <a:gd name="T0" fmla="*/ 130175 w 228"/>
                  <a:gd name="T1" fmla="*/ 269875 h 176"/>
                  <a:gd name="T2" fmla="*/ 130175 w 228"/>
                  <a:gd name="T3" fmla="*/ 269875 h 176"/>
                  <a:gd name="T4" fmla="*/ 115888 w 228"/>
                  <a:gd name="T5" fmla="*/ 236538 h 176"/>
                  <a:gd name="T6" fmla="*/ 103188 w 228"/>
                  <a:gd name="T7" fmla="*/ 206375 h 176"/>
                  <a:gd name="T8" fmla="*/ 82550 w 228"/>
                  <a:gd name="T9" fmla="*/ 173038 h 176"/>
                  <a:gd name="T10" fmla="*/ 53975 w 228"/>
                  <a:gd name="T11" fmla="*/ 127000 h 176"/>
                  <a:gd name="T12" fmla="*/ 53975 w 228"/>
                  <a:gd name="T13" fmla="*/ 127000 h 176"/>
                  <a:gd name="T14" fmla="*/ 39688 w 228"/>
                  <a:gd name="T15" fmla="*/ 101600 h 176"/>
                  <a:gd name="T16" fmla="*/ 23813 w 228"/>
                  <a:gd name="T17" fmla="*/ 73025 h 176"/>
                  <a:gd name="T18" fmla="*/ 0 w 228"/>
                  <a:gd name="T19" fmla="*/ 15875 h 176"/>
                  <a:gd name="T20" fmla="*/ 357188 w 228"/>
                  <a:gd name="T21" fmla="*/ 0 h 176"/>
                  <a:gd name="T22" fmla="*/ 357188 w 228"/>
                  <a:gd name="T23" fmla="*/ 0 h 176"/>
                  <a:gd name="T24" fmla="*/ 361950 w 228"/>
                  <a:gd name="T25" fmla="*/ 65088 h 176"/>
                  <a:gd name="T26" fmla="*/ 361950 w 228"/>
                  <a:gd name="T27" fmla="*/ 127000 h 176"/>
                  <a:gd name="T28" fmla="*/ 361950 w 228"/>
                  <a:gd name="T29" fmla="*/ 127000 h 176"/>
                  <a:gd name="T30" fmla="*/ 358775 w 228"/>
                  <a:gd name="T31" fmla="*/ 174625 h 176"/>
                  <a:gd name="T32" fmla="*/ 355600 w 228"/>
                  <a:gd name="T33" fmla="*/ 211138 h 176"/>
                  <a:gd name="T34" fmla="*/ 355600 w 228"/>
                  <a:gd name="T35" fmla="*/ 241300 h 176"/>
                  <a:gd name="T36" fmla="*/ 355600 w 228"/>
                  <a:gd name="T37" fmla="*/ 257175 h 176"/>
                  <a:gd name="T38" fmla="*/ 358775 w 228"/>
                  <a:gd name="T39" fmla="*/ 273050 h 176"/>
                  <a:gd name="T40" fmla="*/ 358775 w 228"/>
                  <a:gd name="T41" fmla="*/ 273050 h 176"/>
                  <a:gd name="T42" fmla="*/ 358775 w 228"/>
                  <a:gd name="T43" fmla="*/ 279400 h 176"/>
                  <a:gd name="T44" fmla="*/ 358775 w 228"/>
                  <a:gd name="T45" fmla="*/ 279400 h 176"/>
                  <a:gd name="T46" fmla="*/ 249238 w 228"/>
                  <a:gd name="T47" fmla="*/ 277813 h 176"/>
                  <a:gd name="T48" fmla="*/ 187325 w 228"/>
                  <a:gd name="T49" fmla="*/ 273050 h 176"/>
                  <a:gd name="T50" fmla="*/ 130175 w 228"/>
                  <a:gd name="T51" fmla="*/ 269875 h 176"/>
                  <a:gd name="T52" fmla="*/ 130175 w 228"/>
                  <a:gd name="T53" fmla="*/ 269875 h 17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28" h="176">
                    <a:moveTo>
                      <a:pt x="82" y="170"/>
                    </a:moveTo>
                    <a:lnTo>
                      <a:pt x="82" y="170"/>
                    </a:lnTo>
                    <a:lnTo>
                      <a:pt x="73" y="149"/>
                    </a:lnTo>
                    <a:lnTo>
                      <a:pt x="65" y="130"/>
                    </a:lnTo>
                    <a:lnTo>
                      <a:pt x="52" y="109"/>
                    </a:lnTo>
                    <a:lnTo>
                      <a:pt x="34" y="80"/>
                    </a:lnTo>
                    <a:lnTo>
                      <a:pt x="25" y="64"/>
                    </a:lnTo>
                    <a:lnTo>
                      <a:pt x="15" y="46"/>
                    </a:lnTo>
                    <a:lnTo>
                      <a:pt x="0" y="10"/>
                    </a:lnTo>
                    <a:lnTo>
                      <a:pt x="225" y="0"/>
                    </a:lnTo>
                    <a:lnTo>
                      <a:pt x="228" y="41"/>
                    </a:lnTo>
                    <a:lnTo>
                      <a:pt x="228" y="80"/>
                    </a:lnTo>
                    <a:lnTo>
                      <a:pt x="226" y="110"/>
                    </a:lnTo>
                    <a:lnTo>
                      <a:pt x="224" y="133"/>
                    </a:lnTo>
                    <a:lnTo>
                      <a:pt x="224" y="152"/>
                    </a:lnTo>
                    <a:lnTo>
                      <a:pt x="224" y="162"/>
                    </a:lnTo>
                    <a:lnTo>
                      <a:pt x="226" y="172"/>
                    </a:lnTo>
                    <a:lnTo>
                      <a:pt x="226" y="176"/>
                    </a:lnTo>
                    <a:lnTo>
                      <a:pt x="157" y="175"/>
                    </a:lnTo>
                    <a:lnTo>
                      <a:pt x="118" y="172"/>
                    </a:lnTo>
                    <a:lnTo>
                      <a:pt x="82" y="17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49" name="í$ḻiďe">
                <a:extLst>
                  <a:ext uri="{FF2B5EF4-FFF2-40B4-BE49-F238E27FC236}">
                    <a16:creationId xmlns:a16="http://schemas.microsoft.com/office/drawing/2014/main" id="{0F3BE5B1-091C-4ABA-882B-DF849242A779}"/>
                  </a:ext>
                </a:extLst>
              </p:cNvPr>
              <p:cNvSpPr/>
              <p:nvPr/>
            </p:nvSpPr>
            <p:spPr bwMode="auto">
              <a:xfrm>
                <a:off x="3044826" y="5083175"/>
                <a:ext cx="512763" cy="271463"/>
              </a:xfrm>
              <a:custGeom>
                <a:avLst/>
                <a:gdLst>
                  <a:gd name="T0" fmla="*/ 0 w 323"/>
                  <a:gd name="T1" fmla="*/ 0 h 171"/>
                  <a:gd name="T2" fmla="*/ 512763 w 323"/>
                  <a:gd name="T3" fmla="*/ 0 h 171"/>
                  <a:gd name="T4" fmla="*/ 485775 w 323"/>
                  <a:gd name="T5" fmla="*/ 222250 h 171"/>
                  <a:gd name="T6" fmla="*/ 485775 w 323"/>
                  <a:gd name="T7" fmla="*/ 222250 h 171"/>
                  <a:gd name="T8" fmla="*/ 484188 w 323"/>
                  <a:gd name="T9" fmla="*/ 233363 h 171"/>
                  <a:gd name="T10" fmla="*/ 479425 w 323"/>
                  <a:gd name="T11" fmla="*/ 241300 h 171"/>
                  <a:gd name="T12" fmla="*/ 469900 w 323"/>
                  <a:gd name="T13" fmla="*/ 249238 h 171"/>
                  <a:gd name="T14" fmla="*/ 461963 w 323"/>
                  <a:gd name="T15" fmla="*/ 255588 h 171"/>
                  <a:gd name="T16" fmla="*/ 454025 w 323"/>
                  <a:gd name="T17" fmla="*/ 260350 h 171"/>
                  <a:gd name="T18" fmla="*/ 442913 w 323"/>
                  <a:gd name="T19" fmla="*/ 265113 h 171"/>
                  <a:gd name="T20" fmla="*/ 431800 w 323"/>
                  <a:gd name="T21" fmla="*/ 266700 h 171"/>
                  <a:gd name="T22" fmla="*/ 423863 w 323"/>
                  <a:gd name="T23" fmla="*/ 266700 h 171"/>
                  <a:gd name="T24" fmla="*/ 0 w 323"/>
                  <a:gd name="T25" fmla="*/ 271463 h 171"/>
                  <a:gd name="T26" fmla="*/ 0 w 323"/>
                  <a:gd name="T27" fmla="*/ 0 h 1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3" h="171">
                    <a:moveTo>
                      <a:pt x="0" y="0"/>
                    </a:moveTo>
                    <a:lnTo>
                      <a:pt x="323" y="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0" name="îśľídê">
                <a:extLst>
                  <a:ext uri="{FF2B5EF4-FFF2-40B4-BE49-F238E27FC236}">
                    <a16:creationId xmlns:a16="http://schemas.microsoft.com/office/drawing/2014/main" id="{A3D11D55-97C9-4252-B79F-FD2DAC663C23}"/>
                  </a:ext>
                </a:extLst>
              </p:cNvPr>
              <p:cNvSpPr/>
              <p:nvPr/>
            </p:nvSpPr>
            <p:spPr bwMode="auto">
              <a:xfrm>
                <a:off x="3049588" y="5083175"/>
                <a:ext cx="508000" cy="269875"/>
              </a:xfrm>
              <a:custGeom>
                <a:avLst/>
                <a:gdLst>
                  <a:gd name="T0" fmla="*/ 0 w 320"/>
                  <a:gd name="T1" fmla="*/ 0 h 170"/>
                  <a:gd name="T2" fmla="*/ 0 w 320"/>
                  <a:gd name="T3" fmla="*/ 0 h 170"/>
                  <a:gd name="T4" fmla="*/ 508000 w 320"/>
                  <a:gd name="T5" fmla="*/ 0 h 170"/>
                  <a:gd name="T6" fmla="*/ 508000 w 320"/>
                  <a:gd name="T7" fmla="*/ 0 h 170"/>
                  <a:gd name="T8" fmla="*/ 481013 w 320"/>
                  <a:gd name="T9" fmla="*/ 222250 h 170"/>
                  <a:gd name="T10" fmla="*/ 481013 w 320"/>
                  <a:gd name="T11" fmla="*/ 222250 h 170"/>
                  <a:gd name="T12" fmla="*/ 479425 w 320"/>
                  <a:gd name="T13" fmla="*/ 233363 h 170"/>
                  <a:gd name="T14" fmla="*/ 474663 w 320"/>
                  <a:gd name="T15" fmla="*/ 241300 h 170"/>
                  <a:gd name="T16" fmla="*/ 465138 w 320"/>
                  <a:gd name="T17" fmla="*/ 249238 h 170"/>
                  <a:gd name="T18" fmla="*/ 457200 w 320"/>
                  <a:gd name="T19" fmla="*/ 255588 h 170"/>
                  <a:gd name="T20" fmla="*/ 449263 w 320"/>
                  <a:gd name="T21" fmla="*/ 260350 h 170"/>
                  <a:gd name="T22" fmla="*/ 438150 w 320"/>
                  <a:gd name="T23" fmla="*/ 265113 h 170"/>
                  <a:gd name="T24" fmla="*/ 427038 w 320"/>
                  <a:gd name="T25" fmla="*/ 266700 h 170"/>
                  <a:gd name="T26" fmla="*/ 419100 w 320"/>
                  <a:gd name="T27" fmla="*/ 266700 h 170"/>
                  <a:gd name="T28" fmla="*/ 419100 w 320"/>
                  <a:gd name="T29" fmla="*/ 266700 h 170"/>
                  <a:gd name="T30" fmla="*/ 1588 w 320"/>
                  <a:gd name="T31" fmla="*/ 269875 h 170"/>
                  <a:gd name="T32" fmla="*/ 1588 w 320"/>
                  <a:gd name="T33" fmla="*/ 269875 h 170"/>
                  <a:gd name="T34" fmla="*/ 0 w 320"/>
                  <a:gd name="T35" fmla="*/ 0 h 170"/>
                  <a:gd name="T36" fmla="*/ 0 w 320"/>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20" h="170">
                    <a:moveTo>
                      <a:pt x="0" y="0"/>
                    </a:moveTo>
                    <a:lnTo>
                      <a:pt x="0" y="0"/>
                    </a:lnTo>
                    <a:lnTo>
                      <a:pt x="320" y="0"/>
                    </a:lnTo>
                    <a:lnTo>
                      <a:pt x="303" y="140"/>
                    </a:lnTo>
                    <a:lnTo>
                      <a:pt x="302" y="147"/>
                    </a:lnTo>
                    <a:lnTo>
                      <a:pt x="299" y="152"/>
                    </a:lnTo>
                    <a:lnTo>
                      <a:pt x="293" y="157"/>
                    </a:lnTo>
                    <a:lnTo>
                      <a:pt x="288" y="161"/>
                    </a:lnTo>
                    <a:lnTo>
                      <a:pt x="283" y="164"/>
                    </a:lnTo>
                    <a:lnTo>
                      <a:pt x="276" y="167"/>
                    </a:lnTo>
                    <a:lnTo>
                      <a:pt x="269" y="168"/>
                    </a:lnTo>
                    <a:lnTo>
                      <a:pt x="264"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1" name="ïSḷíḋe">
                <a:extLst>
                  <a:ext uri="{FF2B5EF4-FFF2-40B4-BE49-F238E27FC236}">
                    <a16:creationId xmlns:a16="http://schemas.microsoft.com/office/drawing/2014/main" id="{EBB25BA0-86BD-416D-A4B1-D6B7AFF245A6}"/>
                  </a:ext>
                </a:extLst>
              </p:cNvPr>
              <p:cNvSpPr/>
              <p:nvPr/>
            </p:nvSpPr>
            <p:spPr bwMode="auto">
              <a:xfrm>
                <a:off x="3055938" y="5083175"/>
                <a:ext cx="501650" cy="269875"/>
              </a:xfrm>
              <a:custGeom>
                <a:avLst/>
                <a:gdLst>
                  <a:gd name="T0" fmla="*/ 0 w 316"/>
                  <a:gd name="T1" fmla="*/ 0 h 170"/>
                  <a:gd name="T2" fmla="*/ 0 w 316"/>
                  <a:gd name="T3" fmla="*/ 0 h 170"/>
                  <a:gd name="T4" fmla="*/ 501650 w 316"/>
                  <a:gd name="T5" fmla="*/ 0 h 170"/>
                  <a:gd name="T6" fmla="*/ 501650 w 316"/>
                  <a:gd name="T7" fmla="*/ 0 h 170"/>
                  <a:gd name="T8" fmla="*/ 474663 w 316"/>
                  <a:gd name="T9" fmla="*/ 222250 h 170"/>
                  <a:gd name="T10" fmla="*/ 474663 w 316"/>
                  <a:gd name="T11" fmla="*/ 222250 h 170"/>
                  <a:gd name="T12" fmla="*/ 473075 w 316"/>
                  <a:gd name="T13" fmla="*/ 233363 h 170"/>
                  <a:gd name="T14" fmla="*/ 468313 w 316"/>
                  <a:gd name="T15" fmla="*/ 241300 h 170"/>
                  <a:gd name="T16" fmla="*/ 458788 w 316"/>
                  <a:gd name="T17" fmla="*/ 247650 h 170"/>
                  <a:gd name="T18" fmla="*/ 450850 w 316"/>
                  <a:gd name="T19" fmla="*/ 254000 h 170"/>
                  <a:gd name="T20" fmla="*/ 442913 w 316"/>
                  <a:gd name="T21" fmla="*/ 260350 h 170"/>
                  <a:gd name="T22" fmla="*/ 431800 w 316"/>
                  <a:gd name="T23" fmla="*/ 265113 h 170"/>
                  <a:gd name="T24" fmla="*/ 422275 w 316"/>
                  <a:gd name="T25" fmla="*/ 266700 h 170"/>
                  <a:gd name="T26" fmla="*/ 412750 w 316"/>
                  <a:gd name="T27" fmla="*/ 266700 h 170"/>
                  <a:gd name="T28" fmla="*/ 412750 w 316"/>
                  <a:gd name="T29" fmla="*/ 266700 h 170"/>
                  <a:gd name="T30" fmla="*/ 1588 w 316"/>
                  <a:gd name="T31" fmla="*/ 269875 h 170"/>
                  <a:gd name="T32" fmla="*/ 1588 w 316"/>
                  <a:gd name="T33" fmla="*/ 269875 h 170"/>
                  <a:gd name="T34" fmla="*/ 0 w 316"/>
                  <a:gd name="T35" fmla="*/ 0 h 170"/>
                  <a:gd name="T36" fmla="*/ 0 w 316"/>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6" h="170">
                    <a:moveTo>
                      <a:pt x="0" y="0"/>
                    </a:moveTo>
                    <a:lnTo>
                      <a:pt x="0" y="0"/>
                    </a:lnTo>
                    <a:lnTo>
                      <a:pt x="316" y="0"/>
                    </a:lnTo>
                    <a:lnTo>
                      <a:pt x="299" y="140"/>
                    </a:lnTo>
                    <a:lnTo>
                      <a:pt x="298" y="147"/>
                    </a:lnTo>
                    <a:lnTo>
                      <a:pt x="295" y="152"/>
                    </a:lnTo>
                    <a:lnTo>
                      <a:pt x="289" y="156"/>
                    </a:lnTo>
                    <a:lnTo>
                      <a:pt x="284" y="160"/>
                    </a:lnTo>
                    <a:lnTo>
                      <a:pt x="279" y="164"/>
                    </a:lnTo>
                    <a:lnTo>
                      <a:pt x="272" y="167"/>
                    </a:lnTo>
                    <a:lnTo>
                      <a:pt x="266" y="168"/>
                    </a:lnTo>
                    <a:lnTo>
                      <a:pt x="260" y="168"/>
                    </a:lnTo>
                    <a:lnTo>
                      <a:pt x="1" y="17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2" name="i$ḷïdé">
                <a:extLst>
                  <a:ext uri="{FF2B5EF4-FFF2-40B4-BE49-F238E27FC236}">
                    <a16:creationId xmlns:a16="http://schemas.microsoft.com/office/drawing/2014/main" id="{DAD378A2-F3F5-4095-A1DA-A4C0A9F7A2E2}"/>
                  </a:ext>
                </a:extLst>
              </p:cNvPr>
              <p:cNvSpPr/>
              <p:nvPr/>
            </p:nvSpPr>
            <p:spPr bwMode="auto">
              <a:xfrm>
                <a:off x="3062288" y="5083175"/>
                <a:ext cx="495300" cy="266700"/>
              </a:xfrm>
              <a:custGeom>
                <a:avLst/>
                <a:gdLst>
                  <a:gd name="T0" fmla="*/ 0 w 312"/>
                  <a:gd name="T1" fmla="*/ 0 h 168"/>
                  <a:gd name="T2" fmla="*/ 0 w 312"/>
                  <a:gd name="T3" fmla="*/ 0 h 168"/>
                  <a:gd name="T4" fmla="*/ 495300 w 312"/>
                  <a:gd name="T5" fmla="*/ 0 h 168"/>
                  <a:gd name="T6" fmla="*/ 495300 w 312"/>
                  <a:gd name="T7" fmla="*/ 0 h 168"/>
                  <a:gd name="T8" fmla="*/ 468313 w 312"/>
                  <a:gd name="T9" fmla="*/ 222250 h 168"/>
                  <a:gd name="T10" fmla="*/ 468313 w 312"/>
                  <a:gd name="T11" fmla="*/ 222250 h 168"/>
                  <a:gd name="T12" fmla="*/ 466725 w 312"/>
                  <a:gd name="T13" fmla="*/ 233363 h 168"/>
                  <a:gd name="T14" fmla="*/ 461963 w 312"/>
                  <a:gd name="T15" fmla="*/ 241300 h 168"/>
                  <a:gd name="T16" fmla="*/ 452438 w 312"/>
                  <a:gd name="T17" fmla="*/ 247650 h 168"/>
                  <a:gd name="T18" fmla="*/ 444500 w 312"/>
                  <a:gd name="T19" fmla="*/ 254000 h 168"/>
                  <a:gd name="T20" fmla="*/ 436563 w 312"/>
                  <a:gd name="T21" fmla="*/ 260350 h 168"/>
                  <a:gd name="T22" fmla="*/ 427038 w 312"/>
                  <a:gd name="T23" fmla="*/ 265113 h 168"/>
                  <a:gd name="T24" fmla="*/ 415925 w 312"/>
                  <a:gd name="T25" fmla="*/ 266700 h 168"/>
                  <a:gd name="T26" fmla="*/ 407988 w 312"/>
                  <a:gd name="T27" fmla="*/ 266700 h 168"/>
                  <a:gd name="T28" fmla="*/ 407988 w 312"/>
                  <a:gd name="T29" fmla="*/ 266700 h 168"/>
                  <a:gd name="T30" fmla="*/ 0 w 312"/>
                  <a:gd name="T31" fmla="*/ 266700 h 168"/>
                  <a:gd name="T32" fmla="*/ 0 w 312"/>
                  <a:gd name="T33" fmla="*/ 266700 h 168"/>
                  <a:gd name="T34" fmla="*/ 0 w 312"/>
                  <a:gd name="T35" fmla="*/ 0 h 168"/>
                  <a:gd name="T36" fmla="*/ 0 w 312"/>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12" h="168">
                    <a:moveTo>
                      <a:pt x="0" y="0"/>
                    </a:moveTo>
                    <a:lnTo>
                      <a:pt x="0" y="0"/>
                    </a:lnTo>
                    <a:lnTo>
                      <a:pt x="312" y="0"/>
                    </a:lnTo>
                    <a:lnTo>
                      <a:pt x="295" y="140"/>
                    </a:lnTo>
                    <a:lnTo>
                      <a:pt x="294" y="147"/>
                    </a:lnTo>
                    <a:lnTo>
                      <a:pt x="291" y="152"/>
                    </a:lnTo>
                    <a:lnTo>
                      <a:pt x="285" y="156"/>
                    </a:lnTo>
                    <a:lnTo>
                      <a:pt x="280" y="160"/>
                    </a:lnTo>
                    <a:lnTo>
                      <a:pt x="275" y="164"/>
                    </a:lnTo>
                    <a:lnTo>
                      <a:pt x="269" y="167"/>
                    </a:lnTo>
                    <a:lnTo>
                      <a:pt x="262" y="168"/>
                    </a:lnTo>
                    <a:lnTo>
                      <a:pt x="257" y="168"/>
                    </a:lnTo>
                    <a:lnTo>
                      <a:pt x="0" y="168"/>
                    </a:lnTo>
                    <a:lnTo>
                      <a:pt x="0" y="0"/>
                    </a:lnTo>
                    <a:close/>
                  </a:path>
                </a:pathLst>
              </a:custGeom>
              <a:solidFill>
                <a:srgbClr val="95959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3" name="î$ḻîḍe">
                <a:extLst>
                  <a:ext uri="{FF2B5EF4-FFF2-40B4-BE49-F238E27FC236}">
                    <a16:creationId xmlns:a16="http://schemas.microsoft.com/office/drawing/2014/main" id="{385CFC81-7991-437A-AA4E-8833D1489CEE}"/>
                  </a:ext>
                </a:extLst>
              </p:cNvPr>
              <p:cNvSpPr/>
              <p:nvPr/>
            </p:nvSpPr>
            <p:spPr bwMode="auto">
              <a:xfrm>
                <a:off x="3068638" y="5083175"/>
                <a:ext cx="488950" cy="266700"/>
              </a:xfrm>
              <a:custGeom>
                <a:avLst/>
                <a:gdLst>
                  <a:gd name="T0" fmla="*/ 0 w 308"/>
                  <a:gd name="T1" fmla="*/ 0 h 168"/>
                  <a:gd name="T2" fmla="*/ 0 w 308"/>
                  <a:gd name="T3" fmla="*/ 0 h 168"/>
                  <a:gd name="T4" fmla="*/ 488950 w 308"/>
                  <a:gd name="T5" fmla="*/ 0 h 168"/>
                  <a:gd name="T6" fmla="*/ 488950 w 308"/>
                  <a:gd name="T7" fmla="*/ 0 h 168"/>
                  <a:gd name="T8" fmla="*/ 461963 w 308"/>
                  <a:gd name="T9" fmla="*/ 222250 h 168"/>
                  <a:gd name="T10" fmla="*/ 461963 w 308"/>
                  <a:gd name="T11" fmla="*/ 222250 h 168"/>
                  <a:gd name="T12" fmla="*/ 460375 w 308"/>
                  <a:gd name="T13" fmla="*/ 233363 h 168"/>
                  <a:gd name="T14" fmla="*/ 455613 w 308"/>
                  <a:gd name="T15" fmla="*/ 241300 h 168"/>
                  <a:gd name="T16" fmla="*/ 446088 w 308"/>
                  <a:gd name="T17" fmla="*/ 247650 h 168"/>
                  <a:gd name="T18" fmla="*/ 439738 w 308"/>
                  <a:gd name="T19" fmla="*/ 254000 h 168"/>
                  <a:gd name="T20" fmla="*/ 430213 w 308"/>
                  <a:gd name="T21" fmla="*/ 260350 h 168"/>
                  <a:gd name="T22" fmla="*/ 420688 w 308"/>
                  <a:gd name="T23" fmla="*/ 263525 h 168"/>
                  <a:gd name="T24" fmla="*/ 409575 w 308"/>
                  <a:gd name="T25" fmla="*/ 266700 h 168"/>
                  <a:gd name="T26" fmla="*/ 401638 w 308"/>
                  <a:gd name="T27" fmla="*/ 266700 h 168"/>
                  <a:gd name="T28" fmla="*/ 401638 w 308"/>
                  <a:gd name="T29" fmla="*/ 266700 h 168"/>
                  <a:gd name="T30" fmla="*/ 0 w 308"/>
                  <a:gd name="T31" fmla="*/ 265113 h 168"/>
                  <a:gd name="T32" fmla="*/ 0 w 308"/>
                  <a:gd name="T33" fmla="*/ 265113 h 168"/>
                  <a:gd name="T34" fmla="*/ 0 w 308"/>
                  <a:gd name="T35" fmla="*/ 0 h 168"/>
                  <a:gd name="T36" fmla="*/ 0 w 308"/>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8" h="168">
                    <a:moveTo>
                      <a:pt x="0" y="0"/>
                    </a:moveTo>
                    <a:lnTo>
                      <a:pt x="0" y="0"/>
                    </a:lnTo>
                    <a:lnTo>
                      <a:pt x="308" y="0"/>
                    </a:lnTo>
                    <a:lnTo>
                      <a:pt x="291" y="140"/>
                    </a:lnTo>
                    <a:lnTo>
                      <a:pt x="290" y="147"/>
                    </a:lnTo>
                    <a:lnTo>
                      <a:pt x="287" y="152"/>
                    </a:lnTo>
                    <a:lnTo>
                      <a:pt x="281" y="156"/>
                    </a:lnTo>
                    <a:lnTo>
                      <a:pt x="277" y="160"/>
                    </a:lnTo>
                    <a:lnTo>
                      <a:pt x="271" y="164"/>
                    </a:lnTo>
                    <a:lnTo>
                      <a:pt x="265" y="166"/>
                    </a:lnTo>
                    <a:lnTo>
                      <a:pt x="258" y="168"/>
                    </a:lnTo>
                    <a:lnTo>
                      <a:pt x="253" y="168"/>
                    </a:lnTo>
                    <a:lnTo>
                      <a:pt x="0" y="167"/>
                    </a:lnTo>
                    <a:lnTo>
                      <a:pt x="0" y="0"/>
                    </a:lnTo>
                    <a:close/>
                  </a:path>
                </a:pathLst>
              </a:custGeom>
              <a:solidFill>
                <a:srgbClr val="9595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4" name="ïšlîḍê">
                <a:extLst>
                  <a:ext uri="{FF2B5EF4-FFF2-40B4-BE49-F238E27FC236}">
                    <a16:creationId xmlns:a16="http://schemas.microsoft.com/office/drawing/2014/main" id="{F138255E-B9CD-449B-AAB6-9C449586BFD2}"/>
                  </a:ext>
                </a:extLst>
              </p:cNvPr>
              <p:cNvSpPr/>
              <p:nvPr/>
            </p:nvSpPr>
            <p:spPr bwMode="auto">
              <a:xfrm>
                <a:off x="3074988" y="5083175"/>
                <a:ext cx="482600" cy="266700"/>
              </a:xfrm>
              <a:custGeom>
                <a:avLst/>
                <a:gdLst>
                  <a:gd name="T0" fmla="*/ 0 w 304"/>
                  <a:gd name="T1" fmla="*/ 0 h 168"/>
                  <a:gd name="T2" fmla="*/ 0 w 304"/>
                  <a:gd name="T3" fmla="*/ 0 h 168"/>
                  <a:gd name="T4" fmla="*/ 482600 w 304"/>
                  <a:gd name="T5" fmla="*/ 0 h 168"/>
                  <a:gd name="T6" fmla="*/ 482600 w 304"/>
                  <a:gd name="T7" fmla="*/ 0 h 168"/>
                  <a:gd name="T8" fmla="*/ 455613 w 304"/>
                  <a:gd name="T9" fmla="*/ 222250 h 168"/>
                  <a:gd name="T10" fmla="*/ 455613 w 304"/>
                  <a:gd name="T11" fmla="*/ 222250 h 168"/>
                  <a:gd name="T12" fmla="*/ 454025 w 304"/>
                  <a:gd name="T13" fmla="*/ 233363 h 168"/>
                  <a:gd name="T14" fmla="*/ 449263 w 304"/>
                  <a:gd name="T15" fmla="*/ 241300 h 168"/>
                  <a:gd name="T16" fmla="*/ 442913 w 304"/>
                  <a:gd name="T17" fmla="*/ 247650 h 168"/>
                  <a:gd name="T18" fmla="*/ 433388 w 304"/>
                  <a:gd name="T19" fmla="*/ 254000 h 168"/>
                  <a:gd name="T20" fmla="*/ 423863 w 304"/>
                  <a:gd name="T21" fmla="*/ 260350 h 168"/>
                  <a:gd name="T22" fmla="*/ 414338 w 304"/>
                  <a:gd name="T23" fmla="*/ 263525 h 168"/>
                  <a:gd name="T24" fmla="*/ 403225 w 304"/>
                  <a:gd name="T25" fmla="*/ 265113 h 168"/>
                  <a:gd name="T26" fmla="*/ 395288 w 304"/>
                  <a:gd name="T27" fmla="*/ 266700 h 168"/>
                  <a:gd name="T28" fmla="*/ 395288 w 304"/>
                  <a:gd name="T29" fmla="*/ 266700 h 168"/>
                  <a:gd name="T30" fmla="*/ 0 w 304"/>
                  <a:gd name="T31" fmla="*/ 263525 h 168"/>
                  <a:gd name="T32" fmla="*/ 0 w 304"/>
                  <a:gd name="T33" fmla="*/ 263525 h 168"/>
                  <a:gd name="T34" fmla="*/ 0 w 304"/>
                  <a:gd name="T35" fmla="*/ 0 h 168"/>
                  <a:gd name="T36" fmla="*/ 0 w 304"/>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4" h="168">
                    <a:moveTo>
                      <a:pt x="0" y="0"/>
                    </a:moveTo>
                    <a:lnTo>
                      <a:pt x="0" y="0"/>
                    </a:lnTo>
                    <a:lnTo>
                      <a:pt x="304" y="0"/>
                    </a:lnTo>
                    <a:lnTo>
                      <a:pt x="287" y="140"/>
                    </a:lnTo>
                    <a:lnTo>
                      <a:pt x="286" y="147"/>
                    </a:lnTo>
                    <a:lnTo>
                      <a:pt x="283" y="152"/>
                    </a:lnTo>
                    <a:lnTo>
                      <a:pt x="279" y="156"/>
                    </a:lnTo>
                    <a:lnTo>
                      <a:pt x="273" y="160"/>
                    </a:lnTo>
                    <a:lnTo>
                      <a:pt x="267" y="164"/>
                    </a:lnTo>
                    <a:lnTo>
                      <a:pt x="261" y="166"/>
                    </a:lnTo>
                    <a:lnTo>
                      <a:pt x="254" y="167"/>
                    </a:lnTo>
                    <a:lnTo>
                      <a:pt x="249" y="168"/>
                    </a:lnTo>
                    <a:lnTo>
                      <a:pt x="0" y="166"/>
                    </a:lnTo>
                    <a:lnTo>
                      <a:pt x="0" y="0"/>
                    </a:lnTo>
                    <a:close/>
                  </a:path>
                </a:pathLst>
              </a:custGeom>
              <a:solidFill>
                <a:srgbClr val="96969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5" name="íŝlíḍè">
                <a:extLst>
                  <a:ext uri="{FF2B5EF4-FFF2-40B4-BE49-F238E27FC236}">
                    <a16:creationId xmlns:a16="http://schemas.microsoft.com/office/drawing/2014/main" id="{586F09EC-6495-4804-BB39-80DE3E84137E}"/>
                  </a:ext>
                </a:extLst>
              </p:cNvPr>
              <p:cNvSpPr/>
              <p:nvPr/>
            </p:nvSpPr>
            <p:spPr bwMode="auto">
              <a:xfrm>
                <a:off x="3081338" y="5083175"/>
                <a:ext cx="476250" cy="266700"/>
              </a:xfrm>
              <a:custGeom>
                <a:avLst/>
                <a:gdLst>
                  <a:gd name="T0" fmla="*/ 0 w 300"/>
                  <a:gd name="T1" fmla="*/ 0 h 168"/>
                  <a:gd name="T2" fmla="*/ 0 w 300"/>
                  <a:gd name="T3" fmla="*/ 0 h 168"/>
                  <a:gd name="T4" fmla="*/ 476250 w 300"/>
                  <a:gd name="T5" fmla="*/ 0 h 168"/>
                  <a:gd name="T6" fmla="*/ 476250 w 300"/>
                  <a:gd name="T7" fmla="*/ 0 h 168"/>
                  <a:gd name="T8" fmla="*/ 449263 w 300"/>
                  <a:gd name="T9" fmla="*/ 222250 h 168"/>
                  <a:gd name="T10" fmla="*/ 449263 w 300"/>
                  <a:gd name="T11" fmla="*/ 222250 h 168"/>
                  <a:gd name="T12" fmla="*/ 447675 w 300"/>
                  <a:gd name="T13" fmla="*/ 233363 h 168"/>
                  <a:gd name="T14" fmla="*/ 442913 w 300"/>
                  <a:gd name="T15" fmla="*/ 241300 h 168"/>
                  <a:gd name="T16" fmla="*/ 436563 w 300"/>
                  <a:gd name="T17" fmla="*/ 247650 h 168"/>
                  <a:gd name="T18" fmla="*/ 427038 w 300"/>
                  <a:gd name="T19" fmla="*/ 254000 h 168"/>
                  <a:gd name="T20" fmla="*/ 419100 w 300"/>
                  <a:gd name="T21" fmla="*/ 258763 h 168"/>
                  <a:gd name="T22" fmla="*/ 407988 w 300"/>
                  <a:gd name="T23" fmla="*/ 263525 h 168"/>
                  <a:gd name="T24" fmla="*/ 400050 w 300"/>
                  <a:gd name="T25" fmla="*/ 265113 h 168"/>
                  <a:gd name="T26" fmla="*/ 388938 w 300"/>
                  <a:gd name="T27" fmla="*/ 266700 h 168"/>
                  <a:gd name="T28" fmla="*/ 388938 w 300"/>
                  <a:gd name="T29" fmla="*/ 266700 h 168"/>
                  <a:gd name="T30" fmla="*/ 0 w 300"/>
                  <a:gd name="T31" fmla="*/ 260350 h 168"/>
                  <a:gd name="T32" fmla="*/ 0 w 300"/>
                  <a:gd name="T33" fmla="*/ 260350 h 168"/>
                  <a:gd name="T34" fmla="*/ 0 w 300"/>
                  <a:gd name="T35" fmla="*/ 0 h 168"/>
                  <a:gd name="T36" fmla="*/ 0 w 300"/>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0" h="168">
                    <a:moveTo>
                      <a:pt x="0" y="0"/>
                    </a:moveTo>
                    <a:lnTo>
                      <a:pt x="0" y="0"/>
                    </a:lnTo>
                    <a:lnTo>
                      <a:pt x="300" y="0"/>
                    </a:lnTo>
                    <a:lnTo>
                      <a:pt x="283" y="140"/>
                    </a:lnTo>
                    <a:lnTo>
                      <a:pt x="282" y="147"/>
                    </a:lnTo>
                    <a:lnTo>
                      <a:pt x="279" y="152"/>
                    </a:lnTo>
                    <a:lnTo>
                      <a:pt x="275" y="156"/>
                    </a:lnTo>
                    <a:lnTo>
                      <a:pt x="269" y="160"/>
                    </a:lnTo>
                    <a:lnTo>
                      <a:pt x="264" y="163"/>
                    </a:lnTo>
                    <a:lnTo>
                      <a:pt x="257" y="166"/>
                    </a:lnTo>
                    <a:lnTo>
                      <a:pt x="252" y="167"/>
                    </a:lnTo>
                    <a:lnTo>
                      <a:pt x="245" y="168"/>
                    </a:lnTo>
                    <a:lnTo>
                      <a:pt x="0" y="164"/>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6" name="î$lídé">
                <a:extLst>
                  <a:ext uri="{FF2B5EF4-FFF2-40B4-BE49-F238E27FC236}">
                    <a16:creationId xmlns:a16="http://schemas.microsoft.com/office/drawing/2014/main" id="{161B89AC-6BF5-4F56-A013-52515B62A5A8}"/>
                  </a:ext>
                </a:extLst>
              </p:cNvPr>
              <p:cNvSpPr/>
              <p:nvPr/>
            </p:nvSpPr>
            <p:spPr bwMode="auto">
              <a:xfrm>
                <a:off x="3086101" y="5083175"/>
                <a:ext cx="471488" cy="266700"/>
              </a:xfrm>
              <a:custGeom>
                <a:avLst/>
                <a:gdLst>
                  <a:gd name="T0" fmla="*/ 0 w 297"/>
                  <a:gd name="T1" fmla="*/ 0 h 168"/>
                  <a:gd name="T2" fmla="*/ 0 w 297"/>
                  <a:gd name="T3" fmla="*/ 0 h 168"/>
                  <a:gd name="T4" fmla="*/ 471488 w 297"/>
                  <a:gd name="T5" fmla="*/ 0 h 168"/>
                  <a:gd name="T6" fmla="*/ 471488 w 297"/>
                  <a:gd name="T7" fmla="*/ 0 h 168"/>
                  <a:gd name="T8" fmla="*/ 444500 w 297"/>
                  <a:gd name="T9" fmla="*/ 222250 h 168"/>
                  <a:gd name="T10" fmla="*/ 444500 w 297"/>
                  <a:gd name="T11" fmla="*/ 222250 h 168"/>
                  <a:gd name="T12" fmla="*/ 442913 w 297"/>
                  <a:gd name="T13" fmla="*/ 233363 h 168"/>
                  <a:gd name="T14" fmla="*/ 438150 w 297"/>
                  <a:gd name="T15" fmla="*/ 241300 h 168"/>
                  <a:gd name="T16" fmla="*/ 431800 w 297"/>
                  <a:gd name="T17" fmla="*/ 247650 h 168"/>
                  <a:gd name="T18" fmla="*/ 422275 w 297"/>
                  <a:gd name="T19" fmla="*/ 254000 h 168"/>
                  <a:gd name="T20" fmla="*/ 414338 w 297"/>
                  <a:gd name="T21" fmla="*/ 258763 h 168"/>
                  <a:gd name="T22" fmla="*/ 403225 w 297"/>
                  <a:gd name="T23" fmla="*/ 263525 h 168"/>
                  <a:gd name="T24" fmla="*/ 395288 w 297"/>
                  <a:gd name="T25" fmla="*/ 265113 h 168"/>
                  <a:gd name="T26" fmla="*/ 385763 w 297"/>
                  <a:gd name="T27" fmla="*/ 266700 h 168"/>
                  <a:gd name="T28" fmla="*/ 385763 w 297"/>
                  <a:gd name="T29" fmla="*/ 266700 h 168"/>
                  <a:gd name="T30" fmla="*/ 1588 w 297"/>
                  <a:gd name="T31" fmla="*/ 258763 h 168"/>
                  <a:gd name="T32" fmla="*/ 1588 w 297"/>
                  <a:gd name="T33" fmla="*/ 258763 h 168"/>
                  <a:gd name="T34" fmla="*/ 0 w 297"/>
                  <a:gd name="T35" fmla="*/ 0 h 168"/>
                  <a:gd name="T36" fmla="*/ 0 w 297"/>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7" h="168">
                    <a:moveTo>
                      <a:pt x="0" y="0"/>
                    </a:moveTo>
                    <a:lnTo>
                      <a:pt x="0" y="0"/>
                    </a:lnTo>
                    <a:lnTo>
                      <a:pt x="297" y="0"/>
                    </a:lnTo>
                    <a:lnTo>
                      <a:pt x="280" y="140"/>
                    </a:lnTo>
                    <a:lnTo>
                      <a:pt x="279" y="147"/>
                    </a:lnTo>
                    <a:lnTo>
                      <a:pt x="276" y="152"/>
                    </a:lnTo>
                    <a:lnTo>
                      <a:pt x="272" y="156"/>
                    </a:lnTo>
                    <a:lnTo>
                      <a:pt x="266" y="160"/>
                    </a:lnTo>
                    <a:lnTo>
                      <a:pt x="261" y="163"/>
                    </a:lnTo>
                    <a:lnTo>
                      <a:pt x="254" y="166"/>
                    </a:lnTo>
                    <a:lnTo>
                      <a:pt x="249" y="167"/>
                    </a:lnTo>
                    <a:lnTo>
                      <a:pt x="243" y="168"/>
                    </a:lnTo>
                    <a:lnTo>
                      <a:pt x="1" y="163"/>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7" name="i$ľídé">
                <a:extLst>
                  <a:ext uri="{FF2B5EF4-FFF2-40B4-BE49-F238E27FC236}">
                    <a16:creationId xmlns:a16="http://schemas.microsoft.com/office/drawing/2014/main" id="{D37C4DF0-7F2A-4D22-944E-B4C1EC0A9220}"/>
                  </a:ext>
                </a:extLst>
              </p:cNvPr>
              <p:cNvSpPr/>
              <p:nvPr/>
            </p:nvSpPr>
            <p:spPr bwMode="auto">
              <a:xfrm>
                <a:off x="3092451" y="5083175"/>
                <a:ext cx="465138" cy="266700"/>
              </a:xfrm>
              <a:custGeom>
                <a:avLst/>
                <a:gdLst>
                  <a:gd name="T0" fmla="*/ 0 w 293"/>
                  <a:gd name="T1" fmla="*/ 0 h 168"/>
                  <a:gd name="T2" fmla="*/ 0 w 293"/>
                  <a:gd name="T3" fmla="*/ 0 h 168"/>
                  <a:gd name="T4" fmla="*/ 465138 w 293"/>
                  <a:gd name="T5" fmla="*/ 0 h 168"/>
                  <a:gd name="T6" fmla="*/ 465138 w 293"/>
                  <a:gd name="T7" fmla="*/ 0 h 168"/>
                  <a:gd name="T8" fmla="*/ 438150 w 293"/>
                  <a:gd name="T9" fmla="*/ 222250 h 168"/>
                  <a:gd name="T10" fmla="*/ 438150 w 293"/>
                  <a:gd name="T11" fmla="*/ 222250 h 168"/>
                  <a:gd name="T12" fmla="*/ 436563 w 293"/>
                  <a:gd name="T13" fmla="*/ 233363 h 168"/>
                  <a:gd name="T14" fmla="*/ 431800 w 293"/>
                  <a:gd name="T15" fmla="*/ 241300 h 168"/>
                  <a:gd name="T16" fmla="*/ 425450 w 293"/>
                  <a:gd name="T17" fmla="*/ 247650 h 168"/>
                  <a:gd name="T18" fmla="*/ 415925 w 293"/>
                  <a:gd name="T19" fmla="*/ 254000 h 168"/>
                  <a:gd name="T20" fmla="*/ 407988 w 293"/>
                  <a:gd name="T21" fmla="*/ 258763 h 168"/>
                  <a:gd name="T22" fmla="*/ 396875 w 293"/>
                  <a:gd name="T23" fmla="*/ 263525 h 168"/>
                  <a:gd name="T24" fmla="*/ 388938 w 293"/>
                  <a:gd name="T25" fmla="*/ 265113 h 168"/>
                  <a:gd name="T26" fmla="*/ 379413 w 293"/>
                  <a:gd name="T27" fmla="*/ 266700 h 168"/>
                  <a:gd name="T28" fmla="*/ 379413 w 293"/>
                  <a:gd name="T29" fmla="*/ 266700 h 168"/>
                  <a:gd name="T30" fmla="*/ 0 w 293"/>
                  <a:gd name="T31" fmla="*/ 258763 h 168"/>
                  <a:gd name="T32" fmla="*/ 0 w 293"/>
                  <a:gd name="T33" fmla="*/ 258763 h 168"/>
                  <a:gd name="T34" fmla="*/ 0 w 293"/>
                  <a:gd name="T35" fmla="*/ 0 h 168"/>
                  <a:gd name="T36" fmla="*/ 0 w 293"/>
                  <a:gd name="T37" fmla="*/ 0 h 1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3" h="168">
                    <a:moveTo>
                      <a:pt x="0" y="0"/>
                    </a:moveTo>
                    <a:lnTo>
                      <a:pt x="0" y="0"/>
                    </a:lnTo>
                    <a:lnTo>
                      <a:pt x="293" y="0"/>
                    </a:lnTo>
                    <a:lnTo>
                      <a:pt x="276" y="140"/>
                    </a:lnTo>
                    <a:lnTo>
                      <a:pt x="275" y="147"/>
                    </a:lnTo>
                    <a:lnTo>
                      <a:pt x="272" y="152"/>
                    </a:lnTo>
                    <a:lnTo>
                      <a:pt x="268" y="156"/>
                    </a:lnTo>
                    <a:lnTo>
                      <a:pt x="262" y="160"/>
                    </a:lnTo>
                    <a:lnTo>
                      <a:pt x="257" y="163"/>
                    </a:lnTo>
                    <a:lnTo>
                      <a:pt x="250" y="166"/>
                    </a:lnTo>
                    <a:lnTo>
                      <a:pt x="245" y="167"/>
                    </a:lnTo>
                    <a:lnTo>
                      <a:pt x="239" y="168"/>
                    </a:lnTo>
                    <a:lnTo>
                      <a:pt x="0" y="163"/>
                    </a:lnTo>
                    <a:lnTo>
                      <a:pt x="0" y="0"/>
                    </a:lnTo>
                    <a:close/>
                  </a:path>
                </a:pathLst>
              </a:custGeom>
              <a:solidFill>
                <a:srgbClr val="98989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8" name="iṡlíḑé">
                <a:extLst>
                  <a:ext uri="{FF2B5EF4-FFF2-40B4-BE49-F238E27FC236}">
                    <a16:creationId xmlns:a16="http://schemas.microsoft.com/office/drawing/2014/main" id="{3131D7BE-1856-4F46-8A65-01EE3EEA2B18}"/>
                  </a:ext>
                </a:extLst>
              </p:cNvPr>
              <p:cNvSpPr/>
              <p:nvPr/>
            </p:nvSpPr>
            <p:spPr bwMode="auto">
              <a:xfrm>
                <a:off x="3098801" y="5083175"/>
                <a:ext cx="458788" cy="266700"/>
              </a:xfrm>
              <a:custGeom>
                <a:avLst/>
                <a:gdLst>
                  <a:gd name="T0" fmla="*/ 0 w 289"/>
                  <a:gd name="T1" fmla="*/ 0 h 168"/>
                  <a:gd name="T2" fmla="*/ 0 w 289"/>
                  <a:gd name="T3" fmla="*/ 0 h 168"/>
                  <a:gd name="T4" fmla="*/ 458788 w 289"/>
                  <a:gd name="T5" fmla="*/ 0 h 168"/>
                  <a:gd name="T6" fmla="*/ 458788 w 289"/>
                  <a:gd name="T7" fmla="*/ 0 h 168"/>
                  <a:gd name="T8" fmla="*/ 431800 w 289"/>
                  <a:gd name="T9" fmla="*/ 222250 h 168"/>
                  <a:gd name="T10" fmla="*/ 431800 w 289"/>
                  <a:gd name="T11" fmla="*/ 222250 h 168"/>
                  <a:gd name="T12" fmla="*/ 430213 w 289"/>
                  <a:gd name="T13" fmla="*/ 233363 h 168"/>
                  <a:gd name="T14" fmla="*/ 425450 w 289"/>
                  <a:gd name="T15" fmla="*/ 239713 h 168"/>
                  <a:gd name="T16" fmla="*/ 419100 w 289"/>
                  <a:gd name="T17" fmla="*/ 247650 h 168"/>
                  <a:gd name="T18" fmla="*/ 409575 w 289"/>
                  <a:gd name="T19" fmla="*/ 254000 h 168"/>
                  <a:gd name="T20" fmla="*/ 401638 w 289"/>
                  <a:gd name="T21" fmla="*/ 258763 h 168"/>
                  <a:gd name="T22" fmla="*/ 393700 w 289"/>
                  <a:gd name="T23" fmla="*/ 263525 h 168"/>
                  <a:gd name="T24" fmla="*/ 373063 w 289"/>
                  <a:gd name="T25" fmla="*/ 266700 h 168"/>
                  <a:gd name="T26" fmla="*/ 373063 w 289"/>
                  <a:gd name="T27" fmla="*/ 266700 h 168"/>
                  <a:gd name="T28" fmla="*/ 0 w 289"/>
                  <a:gd name="T29" fmla="*/ 255588 h 168"/>
                  <a:gd name="T30" fmla="*/ 0 w 289"/>
                  <a:gd name="T31" fmla="*/ 255588 h 168"/>
                  <a:gd name="T32" fmla="*/ 0 w 289"/>
                  <a:gd name="T33" fmla="*/ 0 h 168"/>
                  <a:gd name="T34" fmla="*/ 0 w 289"/>
                  <a:gd name="T35" fmla="*/ 0 h 1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9" h="168">
                    <a:moveTo>
                      <a:pt x="0" y="0"/>
                    </a:moveTo>
                    <a:lnTo>
                      <a:pt x="0" y="0"/>
                    </a:lnTo>
                    <a:lnTo>
                      <a:pt x="289" y="0"/>
                    </a:lnTo>
                    <a:lnTo>
                      <a:pt x="272" y="140"/>
                    </a:lnTo>
                    <a:lnTo>
                      <a:pt x="271" y="147"/>
                    </a:lnTo>
                    <a:lnTo>
                      <a:pt x="268" y="151"/>
                    </a:lnTo>
                    <a:lnTo>
                      <a:pt x="264" y="156"/>
                    </a:lnTo>
                    <a:lnTo>
                      <a:pt x="258" y="160"/>
                    </a:lnTo>
                    <a:lnTo>
                      <a:pt x="253" y="163"/>
                    </a:lnTo>
                    <a:lnTo>
                      <a:pt x="248" y="166"/>
                    </a:lnTo>
                    <a:lnTo>
                      <a:pt x="235" y="168"/>
                    </a:lnTo>
                    <a:lnTo>
                      <a:pt x="0" y="161"/>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59" name="íşḷíḓe">
                <a:extLst>
                  <a:ext uri="{FF2B5EF4-FFF2-40B4-BE49-F238E27FC236}">
                    <a16:creationId xmlns:a16="http://schemas.microsoft.com/office/drawing/2014/main" id="{D461B93D-AE3C-4994-9399-07A29C2365CD}"/>
                  </a:ext>
                </a:extLst>
              </p:cNvPr>
              <p:cNvSpPr/>
              <p:nvPr/>
            </p:nvSpPr>
            <p:spPr bwMode="auto">
              <a:xfrm>
                <a:off x="3105151" y="5083175"/>
                <a:ext cx="452438" cy="265113"/>
              </a:xfrm>
              <a:custGeom>
                <a:avLst/>
                <a:gdLst>
                  <a:gd name="T0" fmla="*/ 0 w 285"/>
                  <a:gd name="T1" fmla="*/ 0 h 167"/>
                  <a:gd name="T2" fmla="*/ 0 w 285"/>
                  <a:gd name="T3" fmla="*/ 0 h 167"/>
                  <a:gd name="T4" fmla="*/ 452438 w 285"/>
                  <a:gd name="T5" fmla="*/ 0 h 167"/>
                  <a:gd name="T6" fmla="*/ 452438 w 285"/>
                  <a:gd name="T7" fmla="*/ 0 h 167"/>
                  <a:gd name="T8" fmla="*/ 425450 w 285"/>
                  <a:gd name="T9" fmla="*/ 222250 h 167"/>
                  <a:gd name="T10" fmla="*/ 425450 w 285"/>
                  <a:gd name="T11" fmla="*/ 222250 h 167"/>
                  <a:gd name="T12" fmla="*/ 423863 w 285"/>
                  <a:gd name="T13" fmla="*/ 233363 h 167"/>
                  <a:gd name="T14" fmla="*/ 419100 w 285"/>
                  <a:gd name="T15" fmla="*/ 239713 h 167"/>
                  <a:gd name="T16" fmla="*/ 412750 w 285"/>
                  <a:gd name="T17" fmla="*/ 247650 h 167"/>
                  <a:gd name="T18" fmla="*/ 403225 w 285"/>
                  <a:gd name="T19" fmla="*/ 254000 h 167"/>
                  <a:gd name="T20" fmla="*/ 395288 w 285"/>
                  <a:gd name="T21" fmla="*/ 258763 h 167"/>
                  <a:gd name="T22" fmla="*/ 387350 w 285"/>
                  <a:gd name="T23" fmla="*/ 263525 h 167"/>
                  <a:gd name="T24" fmla="*/ 366713 w 285"/>
                  <a:gd name="T25" fmla="*/ 265113 h 167"/>
                  <a:gd name="T26" fmla="*/ 366713 w 285"/>
                  <a:gd name="T27" fmla="*/ 265113 h 167"/>
                  <a:gd name="T28" fmla="*/ 0 w 285"/>
                  <a:gd name="T29" fmla="*/ 254000 h 167"/>
                  <a:gd name="T30" fmla="*/ 0 w 285"/>
                  <a:gd name="T31" fmla="*/ 254000 h 167"/>
                  <a:gd name="T32" fmla="*/ 0 w 285"/>
                  <a:gd name="T33" fmla="*/ 0 h 167"/>
                  <a:gd name="T34" fmla="*/ 0 w 285"/>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5" h="167">
                    <a:moveTo>
                      <a:pt x="0" y="0"/>
                    </a:moveTo>
                    <a:lnTo>
                      <a:pt x="0" y="0"/>
                    </a:lnTo>
                    <a:lnTo>
                      <a:pt x="285" y="0"/>
                    </a:lnTo>
                    <a:lnTo>
                      <a:pt x="268" y="140"/>
                    </a:lnTo>
                    <a:lnTo>
                      <a:pt x="267" y="147"/>
                    </a:lnTo>
                    <a:lnTo>
                      <a:pt x="264" y="151"/>
                    </a:lnTo>
                    <a:lnTo>
                      <a:pt x="260" y="156"/>
                    </a:lnTo>
                    <a:lnTo>
                      <a:pt x="254" y="160"/>
                    </a:lnTo>
                    <a:lnTo>
                      <a:pt x="249" y="163"/>
                    </a:lnTo>
                    <a:lnTo>
                      <a:pt x="244" y="166"/>
                    </a:lnTo>
                    <a:lnTo>
                      <a:pt x="231" y="167"/>
                    </a:lnTo>
                    <a:lnTo>
                      <a:pt x="0" y="160"/>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0" name="î$ļïďé">
                <a:extLst>
                  <a:ext uri="{FF2B5EF4-FFF2-40B4-BE49-F238E27FC236}">
                    <a16:creationId xmlns:a16="http://schemas.microsoft.com/office/drawing/2014/main" id="{43ACAEB3-88F2-4402-B90E-BEED963B970C}"/>
                  </a:ext>
                </a:extLst>
              </p:cNvPr>
              <p:cNvSpPr/>
              <p:nvPr/>
            </p:nvSpPr>
            <p:spPr bwMode="auto">
              <a:xfrm>
                <a:off x="3111501" y="5083175"/>
                <a:ext cx="446088" cy="265113"/>
              </a:xfrm>
              <a:custGeom>
                <a:avLst/>
                <a:gdLst>
                  <a:gd name="T0" fmla="*/ 0 w 281"/>
                  <a:gd name="T1" fmla="*/ 0 h 167"/>
                  <a:gd name="T2" fmla="*/ 0 w 281"/>
                  <a:gd name="T3" fmla="*/ 0 h 167"/>
                  <a:gd name="T4" fmla="*/ 446088 w 281"/>
                  <a:gd name="T5" fmla="*/ 0 h 167"/>
                  <a:gd name="T6" fmla="*/ 446088 w 281"/>
                  <a:gd name="T7" fmla="*/ 0 h 167"/>
                  <a:gd name="T8" fmla="*/ 419100 w 281"/>
                  <a:gd name="T9" fmla="*/ 222250 h 167"/>
                  <a:gd name="T10" fmla="*/ 419100 w 281"/>
                  <a:gd name="T11" fmla="*/ 222250 h 167"/>
                  <a:gd name="T12" fmla="*/ 417513 w 281"/>
                  <a:gd name="T13" fmla="*/ 230188 h 167"/>
                  <a:gd name="T14" fmla="*/ 412750 w 281"/>
                  <a:gd name="T15" fmla="*/ 239713 h 167"/>
                  <a:gd name="T16" fmla="*/ 406400 w 281"/>
                  <a:gd name="T17" fmla="*/ 247650 h 167"/>
                  <a:gd name="T18" fmla="*/ 396875 w 281"/>
                  <a:gd name="T19" fmla="*/ 254000 h 167"/>
                  <a:gd name="T20" fmla="*/ 388938 w 281"/>
                  <a:gd name="T21" fmla="*/ 258763 h 167"/>
                  <a:gd name="T22" fmla="*/ 381000 w 281"/>
                  <a:gd name="T23" fmla="*/ 263525 h 167"/>
                  <a:gd name="T24" fmla="*/ 363538 w 281"/>
                  <a:gd name="T25" fmla="*/ 265113 h 167"/>
                  <a:gd name="T26" fmla="*/ 363538 w 281"/>
                  <a:gd name="T27" fmla="*/ 265113 h 167"/>
                  <a:gd name="T28" fmla="*/ 0 w 281"/>
                  <a:gd name="T29" fmla="*/ 252413 h 167"/>
                  <a:gd name="T30" fmla="*/ 0 w 281"/>
                  <a:gd name="T31" fmla="*/ 252413 h 167"/>
                  <a:gd name="T32" fmla="*/ 0 w 281"/>
                  <a:gd name="T33" fmla="*/ 0 h 167"/>
                  <a:gd name="T34" fmla="*/ 0 w 281"/>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167">
                    <a:moveTo>
                      <a:pt x="0" y="0"/>
                    </a:moveTo>
                    <a:lnTo>
                      <a:pt x="0" y="0"/>
                    </a:lnTo>
                    <a:lnTo>
                      <a:pt x="281" y="0"/>
                    </a:lnTo>
                    <a:lnTo>
                      <a:pt x="264" y="140"/>
                    </a:lnTo>
                    <a:lnTo>
                      <a:pt x="263" y="145"/>
                    </a:lnTo>
                    <a:lnTo>
                      <a:pt x="260" y="151"/>
                    </a:lnTo>
                    <a:lnTo>
                      <a:pt x="256" y="156"/>
                    </a:lnTo>
                    <a:lnTo>
                      <a:pt x="250" y="160"/>
                    </a:lnTo>
                    <a:lnTo>
                      <a:pt x="245" y="163"/>
                    </a:lnTo>
                    <a:lnTo>
                      <a:pt x="240" y="166"/>
                    </a:lnTo>
                    <a:lnTo>
                      <a:pt x="229" y="167"/>
                    </a:lnTo>
                    <a:lnTo>
                      <a:pt x="0" y="159"/>
                    </a:lnTo>
                    <a:lnTo>
                      <a:pt x="0" y="0"/>
                    </a:lnTo>
                    <a:close/>
                  </a:path>
                </a:pathLst>
              </a:custGeom>
              <a:solidFill>
                <a:srgbClr val="9A9A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1" name="ïŝḷiḍê">
                <a:extLst>
                  <a:ext uri="{FF2B5EF4-FFF2-40B4-BE49-F238E27FC236}">
                    <a16:creationId xmlns:a16="http://schemas.microsoft.com/office/drawing/2014/main" id="{4B8C5340-DD7B-44CC-A135-EFDD58F66386}"/>
                  </a:ext>
                </a:extLst>
              </p:cNvPr>
              <p:cNvSpPr/>
              <p:nvPr/>
            </p:nvSpPr>
            <p:spPr bwMode="auto">
              <a:xfrm>
                <a:off x="3116263" y="5083175"/>
                <a:ext cx="441325" cy="265113"/>
              </a:xfrm>
              <a:custGeom>
                <a:avLst/>
                <a:gdLst>
                  <a:gd name="T0" fmla="*/ 1588 w 278"/>
                  <a:gd name="T1" fmla="*/ 0 h 167"/>
                  <a:gd name="T2" fmla="*/ 1588 w 278"/>
                  <a:gd name="T3" fmla="*/ 0 h 167"/>
                  <a:gd name="T4" fmla="*/ 441325 w 278"/>
                  <a:gd name="T5" fmla="*/ 0 h 167"/>
                  <a:gd name="T6" fmla="*/ 441325 w 278"/>
                  <a:gd name="T7" fmla="*/ 0 h 167"/>
                  <a:gd name="T8" fmla="*/ 414338 w 278"/>
                  <a:gd name="T9" fmla="*/ 222250 h 167"/>
                  <a:gd name="T10" fmla="*/ 414338 w 278"/>
                  <a:gd name="T11" fmla="*/ 222250 h 167"/>
                  <a:gd name="T12" fmla="*/ 412750 w 278"/>
                  <a:gd name="T13" fmla="*/ 230188 h 167"/>
                  <a:gd name="T14" fmla="*/ 407988 w 278"/>
                  <a:gd name="T15" fmla="*/ 239713 h 167"/>
                  <a:gd name="T16" fmla="*/ 401638 w 278"/>
                  <a:gd name="T17" fmla="*/ 247650 h 167"/>
                  <a:gd name="T18" fmla="*/ 392113 w 278"/>
                  <a:gd name="T19" fmla="*/ 252413 h 167"/>
                  <a:gd name="T20" fmla="*/ 384175 w 278"/>
                  <a:gd name="T21" fmla="*/ 258763 h 167"/>
                  <a:gd name="T22" fmla="*/ 376238 w 278"/>
                  <a:gd name="T23" fmla="*/ 263525 h 167"/>
                  <a:gd name="T24" fmla="*/ 358775 w 278"/>
                  <a:gd name="T25" fmla="*/ 265113 h 167"/>
                  <a:gd name="T26" fmla="*/ 358775 w 278"/>
                  <a:gd name="T27" fmla="*/ 265113 h 167"/>
                  <a:gd name="T28" fmla="*/ 0 w 278"/>
                  <a:gd name="T29" fmla="*/ 249238 h 167"/>
                  <a:gd name="T30" fmla="*/ 0 w 278"/>
                  <a:gd name="T31" fmla="*/ 249238 h 167"/>
                  <a:gd name="T32" fmla="*/ 1588 w 278"/>
                  <a:gd name="T33" fmla="*/ 0 h 167"/>
                  <a:gd name="T34" fmla="*/ 1588 w 278"/>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8" h="167">
                    <a:moveTo>
                      <a:pt x="1" y="0"/>
                    </a:moveTo>
                    <a:lnTo>
                      <a:pt x="1" y="0"/>
                    </a:lnTo>
                    <a:lnTo>
                      <a:pt x="278" y="0"/>
                    </a:lnTo>
                    <a:lnTo>
                      <a:pt x="261" y="140"/>
                    </a:lnTo>
                    <a:lnTo>
                      <a:pt x="260" y="145"/>
                    </a:lnTo>
                    <a:lnTo>
                      <a:pt x="257" y="151"/>
                    </a:lnTo>
                    <a:lnTo>
                      <a:pt x="253" y="156"/>
                    </a:lnTo>
                    <a:lnTo>
                      <a:pt x="247" y="159"/>
                    </a:lnTo>
                    <a:lnTo>
                      <a:pt x="242" y="163"/>
                    </a:lnTo>
                    <a:lnTo>
                      <a:pt x="237" y="166"/>
                    </a:lnTo>
                    <a:lnTo>
                      <a:pt x="226" y="167"/>
                    </a:lnTo>
                    <a:lnTo>
                      <a:pt x="0" y="157"/>
                    </a:lnTo>
                    <a:lnTo>
                      <a:pt x="1" y="0"/>
                    </a:lnTo>
                    <a:close/>
                  </a:path>
                </a:pathLst>
              </a:custGeom>
              <a:solidFill>
                <a:srgbClr val="9A9A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2" name="íS1íḑe">
                <a:extLst>
                  <a:ext uri="{FF2B5EF4-FFF2-40B4-BE49-F238E27FC236}">
                    <a16:creationId xmlns:a16="http://schemas.microsoft.com/office/drawing/2014/main" id="{E077A822-80FA-4F0C-A2A7-912F56268438}"/>
                  </a:ext>
                </a:extLst>
              </p:cNvPr>
              <p:cNvSpPr/>
              <p:nvPr/>
            </p:nvSpPr>
            <p:spPr bwMode="auto">
              <a:xfrm>
                <a:off x="3122613" y="5083175"/>
                <a:ext cx="434975" cy="265113"/>
              </a:xfrm>
              <a:custGeom>
                <a:avLst/>
                <a:gdLst>
                  <a:gd name="T0" fmla="*/ 1588 w 274"/>
                  <a:gd name="T1" fmla="*/ 0 h 167"/>
                  <a:gd name="T2" fmla="*/ 1588 w 274"/>
                  <a:gd name="T3" fmla="*/ 0 h 167"/>
                  <a:gd name="T4" fmla="*/ 434975 w 274"/>
                  <a:gd name="T5" fmla="*/ 0 h 167"/>
                  <a:gd name="T6" fmla="*/ 434975 w 274"/>
                  <a:gd name="T7" fmla="*/ 0 h 167"/>
                  <a:gd name="T8" fmla="*/ 407988 w 274"/>
                  <a:gd name="T9" fmla="*/ 222250 h 167"/>
                  <a:gd name="T10" fmla="*/ 407988 w 274"/>
                  <a:gd name="T11" fmla="*/ 222250 h 167"/>
                  <a:gd name="T12" fmla="*/ 406400 w 274"/>
                  <a:gd name="T13" fmla="*/ 230188 h 167"/>
                  <a:gd name="T14" fmla="*/ 401638 w 274"/>
                  <a:gd name="T15" fmla="*/ 239713 h 167"/>
                  <a:gd name="T16" fmla="*/ 395288 w 274"/>
                  <a:gd name="T17" fmla="*/ 247650 h 167"/>
                  <a:gd name="T18" fmla="*/ 388938 w 274"/>
                  <a:gd name="T19" fmla="*/ 252413 h 167"/>
                  <a:gd name="T20" fmla="*/ 379413 w 274"/>
                  <a:gd name="T21" fmla="*/ 258763 h 167"/>
                  <a:gd name="T22" fmla="*/ 369888 w 274"/>
                  <a:gd name="T23" fmla="*/ 260350 h 167"/>
                  <a:gd name="T24" fmla="*/ 352425 w 274"/>
                  <a:gd name="T25" fmla="*/ 265113 h 167"/>
                  <a:gd name="T26" fmla="*/ 352425 w 274"/>
                  <a:gd name="T27" fmla="*/ 265113 h 167"/>
                  <a:gd name="T28" fmla="*/ 0 w 274"/>
                  <a:gd name="T29" fmla="*/ 247650 h 167"/>
                  <a:gd name="T30" fmla="*/ 0 w 274"/>
                  <a:gd name="T31" fmla="*/ 247650 h 167"/>
                  <a:gd name="T32" fmla="*/ 1588 w 274"/>
                  <a:gd name="T33" fmla="*/ 0 h 167"/>
                  <a:gd name="T34" fmla="*/ 1588 w 274"/>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4" h="167">
                    <a:moveTo>
                      <a:pt x="1" y="0"/>
                    </a:moveTo>
                    <a:lnTo>
                      <a:pt x="1" y="0"/>
                    </a:lnTo>
                    <a:lnTo>
                      <a:pt x="274" y="0"/>
                    </a:lnTo>
                    <a:lnTo>
                      <a:pt x="257" y="140"/>
                    </a:lnTo>
                    <a:lnTo>
                      <a:pt x="256" y="145"/>
                    </a:lnTo>
                    <a:lnTo>
                      <a:pt x="253" y="151"/>
                    </a:lnTo>
                    <a:lnTo>
                      <a:pt x="249" y="156"/>
                    </a:lnTo>
                    <a:lnTo>
                      <a:pt x="245" y="159"/>
                    </a:lnTo>
                    <a:lnTo>
                      <a:pt x="239" y="163"/>
                    </a:lnTo>
                    <a:lnTo>
                      <a:pt x="233" y="164"/>
                    </a:lnTo>
                    <a:lnTo>
                      <a:pt x="222" y="167"/>
                    </a:lnTo>
                    <a:lnTo>
                      <a:pt x="0" y="156"/>
                    </a:lnTo>
                    <a:lnTo>
                      <a:pt x="1" y="0"/>
                    </a:lnTo>
                    <a:close/>
                  </a:path>
                </a:pathLst>
              </a:custGeom>
              <a:solidFill>
                <a:srgbClr val="9B9B9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3" name="ïṩḷîḋe">
                <a:extLst>
                  <a:ext uri="{FF2B5EF4-FFF2-40B4-BE49-F238E27FC236}">
                    <a16:creationId xmlns:a16="http://schemas.microsoft.com/office/drawing/2014/main" id="{5D0983C6-5E0D-49E1-B82E-ACCAB71247EC}"/>
                  </a:ext>
                </a:extLst>
              </p:cNvPr>
              <p:cNvSpPr/>
              <p:nvPr/>
            </p:nvSpPr>
            <p:spPr bwMode="auto">
              <a:xfrm>
                <a:off x="3128963" y="5083175"/>
                <a:ext cx="428625" cy="265113"/>
              </a:xfrm>
              <a:custGeom>
                <a:avLst/>
                <a:gdLst>
                  <a:gd name="T0" fmla="*/ 0 w 270"/>
                  <a:gd name="T1" fmla="*/ 0 h 167"/>
                  <a:gd name="T2" fmla="*/ 0 w 270"/>
                  <a:gd name="T3" fmla="*/ 0 h 167"/>
                  <a:gd name="T4" fmla="*/ 428625 w 270"/>
                  <a:gd name="T5" fmla="*/ 0 h 167"/>
                  <a:gd name="T6" fmla="*/ 428625 w 270"/>
                  <a:gd name="T7" fmla="*/ 0 h 167"/>
                  <a:gd name="T8" fmla="*/ 401638 w 270"/>
                  <a:gd name="T9" fmla="*/ 222250 h 167"/>
                  <a:gd name="T10" fmla="*/ 401638 w 270"/>
                  <a:gd name="T11" fmla="*/ 222250 h 167"/>
                  <a:gd name="T12" fmla="*/ 400050 w 270"/>
                  <a:gd name="T13" fmla="*/ 230188 h 167"/>
                  <a:gd name="T14" fmla="*/ 395288 w 270"/>
                  <a:gd name="T15" fmla="*/ 239713 h 167"/>
                  <a:gd name="T16" fmla="*/ 388938 w 270"/>
                  <a:gd name="T17" fmla="*/ 246063 h 167"/>
                  <a:gd name="T18" fmla="*/ 382588 w 270"/>
                  <a:gd name="T19" fmla="*/ 252413 h 167"/>
                  <a:gd name="T20" fmla="*/ 373063 w 270"/>
                  <a:gd name="T21" fmla="*/ 258763 h 167"/>
                  <a:gd name="T22" fmla="*/ 365125 w 270"/>
                  <a:gd name="T23" fmla="*/ 260350 h 167"/>
                  <a:gd name="T24" fmla="*/ 347663 w 270"/>
                  <a:gd name="T25" fmla="*/ 265113 h 167"/>
                  <a:gd name="T26" fmla="*/ 347663 w 270"/>
                  <a:gd name="T27" fmla="*/ 265113 h 167"/>
                  <a:gd name="T28" fmla="*/ 0 w 270"/>
                  <a:gd name="T29" fmla="*/ 247650 h 167"/>
                  <a:gd name="T30" fmla="*/ 0 w 270"/>
                  <a:gd name="T31" fmla="*/ 247650 h 167"/>
                  <a:gd name="T32" fmla="*/ 0 w 270"/>
                  <a:gd name="T33" fmla="*/ 0 h 167"/>
                  <a:gd name="T34" fmla="*/ 0 w 270"/>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0" h="167">
                    <a:moveTo>
                      <a:pt x="0" y="0"/>
                    </a:moveTo>
                    <a:lnTo>
                      <a:pt x="0" y="0"/>
                    </a:lnTo>
                    <a:lnTo>
                      <a:pt x="270" y="0"/>
                    </a:lnTo>
                    <a:lnTo>
                      <a:pt x="253" y="140"/>
                    </a:lnTo>
                    <a:lnTo>
                      <a:pt x="252" y="145"/>
                    </a:lnTo>
                    <a:lnTo>
                      <a:pt x="249" y="151"/>
                    </a:lnTo>
                    <a:lnTo>
                      <a:pt x="245" y="155"/>
                    </a:lnTo>
                    <a:lnTo>
                      <a:pt x="241" y="159"/>
                    </a:lnTo>
                    <a:lnTo>
                      <a:pt x="235" y="163"/>
                    </a:lnTo>
                    <a:lnTo>
                      <a:pt x="230" y="164"/>
                    </a:lnTo>
                    <a:lnTo>
                      <a:pt x="219" y="167"/>
                    </a:lnTo>
                    <a:lnTo>
                      <a:pt x="0" y="156"/>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4" name="îS1ídé">
                <a:extLst>
                  <a:ext uri="{FF2B5EF4-FFF2-40B4-BE49-F238E27FC236}">
                    <a16:creationId xmlns:a16="http://schemas.microsoft.com/office/drawing/2014/main" id="{6C92A6B3-5AA6-43F0-8882-20915F56D102}"/>
                  </a:ext>
                </a:extLst>
              </p:cNvPr>
              <p:cNvSpPr/>
              <p:nvPr/>
            </p:nvSpPr>
            <p:spPr bwMode="auto">
              <a:xfrm>
                <a:off x="3135313" y="5083175"/>
                <a:ext cx="422275" cy="265113"/>
              </a:xfrm>
              <a:custGeom>
                <a:avLst/>
                <a:gdLst>
                  <a:gd name="T0" fmla="*/ 0 w 266"/>
                  <a:gd name="T1" fmla="*/ 0 h 167"/>
                  <a:gd name="T2" fmla="*/ 0 w 266"/>
                  <a:gd name="T3" fmla="*/ 0 h 167"/>
                  <a:gd name="T4" fmla="*/ 422275 w 266"/>
                  <a:gd name="T5" fmla="*/ 0 h 167"/>
                  <a:gd name="T6" fmla="*/ 422275 w 266"/>
                  <a:gd name="T7" fmla="*/ 0 h 167"/>
                  <a:gd name="T8" fmla="*/ 395288 w 266"/>
                  <a:gd name="T9" fmla="*/ 222250 h 167"/>
                  <a:gd name="T10" fmla="*/ 395288 w 266"/>
                  <a:gd name="T11" fmla="*/ 222250 h 167"/>
                  <a:gd name="T12" fmla="*/ 393700 w 266"/>
                  <a:gd name="T13" fmla="*/ 230188 h 167"/>
                  <a:gd name="T14" fmla="*/ 388938 w 266"/>
                  <a:gd name="T15" fmla="*/ 239713 h 167"/>
                  <a:gd name="T16" fmla="*/ 382588 w 266"/>
                  <a:gd name="T17" fmla="*/ 246063 h 167"/>
                  <a:gd name="T18" fmla="*/ 376238 w 266"/>
                  <a:gd name="T19" fmla="*/ 252413 h 167"/>
                  <a:gd name="T20" fmla="*/ 358775 w 266"/>
                  <a:gd name="T21" fmla="*/ 260350 h 167"/>
                  <a:gd name="T22" fmla="*/ 341313 w 266"/>
                  <a:gd name="T23" fmla="*/ 265113 h 167"/>
                  <a:gd name="T24" fmla="*/ 341313 w 266"/>
                  <a:gd name="T25" fmla="*/ 265113 h 167"/>
                  <a:gd name="T26" fmla="*/ 0 w 266"/>
                  <a:gd name="T27" fmla="*/ 246063 h 167"/>
                  <a:gd name="T28" fmla="*/ 0 w 266"/>
                  <a:gd name="T29" fmla="*/ 246063 h 167"/>
                  <a:gd name="T30" fmla="*/ 0 w 266"/>
                  <a:gd name="T31" fmla="*/ 0 h 167"/>
                  <a:gd name="T32" fmla="*/ 0 w 266"/>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6" h="167">
                    <a:moveTo>
                      <a:pt x="0" y="0"/>
                    </a:moveTo>
                    <a:lnTo>
                      <a:pt x="0" y="0"/>
                    </a:lnTo>
                    <a:lnTo>
                      <a:pt x="266" y="0"/>
                    </a:lnTo>
                    <a:lnTo>
                      <a:pt x="249" y="140"/>
                    </a:lnTo>
                    <a:lnTo>
                      <a:pt x="248" y="145"/>
                    </a:lnTo>
                    <a:lnTo>
                      <a:pt x="245" y="151"/>
                    </a:lnTo>
                    <a:lnTo>
                      <a:pt x="241" y="155"/>
                    </a:lnTo>
                    <a:lnTo>
                      <a:pt x="237" y="159"/>
                    </a:lnTo>
                    <a:lnTo>
                      <a:pt x="226" y="164"/>
                    </a:lnTo>
                    <a:lnTo>
                      <a:pt x="215" y="167"/>
                    </a:lnTo>
                    <a:lnTo>
                      <a:pt x="0" y="155"/>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5" name="î$ļiďê">
                <a:extLst>
                  <a:ext uri="{FF2B5EF4-FFF2-40B4-BE49-F238E27FC236}">
                    <a16:creationId xmlns:a16="http://schemas.microsoft.com/office/drawing/2014/main" id="{EC7AD408-680C-4F77-B770-29DC3A879902}"/>
                  </a:ext>
                </a:extLst>
              </p:cNvPr>
              <p:cNvSpPr/>
              <p:nvPr/>
            </p:nvSpPr>
            <p:spPr bwMode="auto">
              <a:xfrm>
                <a:off x="3138488" y="5083175"/>
                <a:ext cx="419100" cy="265113"/>
              </a:xfrm>
              <a:custGeom>
                <a:avLst/>
                <a:gdLst>
                  <a:gd name="T0" fmla="*/ 3175 w 264"/>
                  <a:gd name="T1" fmla="*/ 0 h 167"/>
                  <a:gd name="T2" fmla="*/ 3175 w 264"/>
                  <a:gd name="T3" fmla="*/ 0 h 167"/>
                  <a:gd name="T4" fmla="*/ 419100 w 264"/>
                  <a:gd name="T5" fmla="*/ 0 h 167"/>
                  <a:gd name="T6" fmla="*/ 419100 w 264"/>
                  <a:gd name="T7" fmla="*/ 0 h 167"/>
                  <a:gd name="T8" fmla="*/ 392113 w 264"/>
                  <a:gd name="T9" fmla="*/ 222250 h 167"/>
                  <a:gd name="T10" fmla="*/ 392113 w 264"/>
                  <a:gd name="T11" fmla="*/ 222250 h 167"/>
                  <a:gd name="T12" fmla="*/ 390525 w 264"/>
                  <a:gd name="T13" fmla="*/ 230188 h 167"/>
                  <a:gd name="T14" fmla="*/ 385763 w 264"/>
                  <a:gd name="T15" fmla="*/ 239713 h 167"/>
                  <a:gd name="T16" fmla="*/ 379413 w 264"/>
                  <a:gd name="T17" fmla="*/ 246063 h 167"/>
                  <a:gd name="T18" fmla="*/ 373063 w 264"/>
                  <a:gd name="T19" fmla="*/ 252413 h 167"/>
                  <a:gd name="T20" fmla="*/ 355600 w 264"/>
                  <a:gd name="T21" fmla="*/ 260350 h 167"/>
                  <a:gd name="T22" fmla="*/ 338138 w 264"/>
                  <a:gd name="T23" fmla="*/ 265113 h 167"/>
                  <a:gd name="T24" fmla="*/ 338138 w 264"/>
                  <a:gd name="T25" fmla="*/ 265113 h 167"/>
                  <a:gd name="T26" fmla="*/ 0 w 264"/>
                  <a:gd name="T27" fmla="*/ 242888 h 167"/>
                  <a:gd name="T28" fmla="*/ 0 w 264"/>
                  <a:gd name="T29" fmla="*/ 242888 h 167"/>
                  <a:gd name="T30" fmla="*/ 3175 w 264"/>
                  <a:gd name="T31" fmla="*/ 0 h 167"/>
                  <a:gd name="T32" fmla="*/ 3175 w 264"/>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4" h="167">
                    <a:moveTo>
                      <a:pt x="2" y="0"/>
                    </a:moveTo>
                    <a:lnTo>
                      <a:pt x="2" y="0"/>
                    </a:lnTo>
                    <a:lnTo>
                      <a:pt x="264" y="0"/>
                    </a:lnTo>
                    <a:lnTo>
                      <a:pt x="247" y="140"/>
                    </a:lnTo>
                    <a:lnTo>
                      <a:pt x="246" y="145"/>
                    </a:lnTo>
                    <a:lnTo>
                      <a:pt x="243" y="151"/>
                    </a:lnTo>
                    <a:lnTo>
                      <a:pt x="239" y="155"/>
                    </a:lnTo>
                    <a:lnTo>
                      <a:pt x="235" y="159"/>
                    </a:lnTo>
                    <a:lnTo>
                      <a:pt x="224" y="164"/>
                    </a:lnTo>
                    <a:lnTo>
                      <a:pt x="213" y="167"/>
                    </a:lnTo>
                    <a:lnTo>
                      <a:pt x="0" y="153"/>
                    </a:lnTo>
                    <a:lnTo>
                      <a:pt x="2" y="0"/>
                    </a:lnTo>
                    <a:close/>
                  </a:path>
                </a:pathLst>
              </a:custGeom>
              <a:solidFill>
                <a:srgbClr val="9D9DA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6" name="ïśľïḍè">
                <a:extLst>
                  <a:ext uri="{FF2B5EF4-FFF2-40B4-BE49-F238E27FC236}">
                    <a16:creationId xmlns:a16="http://schemas.microsoft.com/office/drawing/2014/main" id="{AECA3FA3-2CEB-49DA-913E-51EA9AD53478}"/>
                  </a:ext>
                </a:extLst>
              </p:cNvPr>
              <p:cNvSpPr/>
              <p:nvPr/>
            </p:nvSpPr>
            <p:spPr bwMode="auto">
              <a:xfrm>
                <a:off x="3144838" y="5083175"/>
                <a:ext cx="412750" cy="265113"/>
              </a:xfrm>
              <a:custGeom>
                <a:avLst/>
                <a:gdLst>
                  <a:gd name="T0" fmla="*/ 3175 w 260"/>
                  <a:gd name="T1" fmla="*/ 0 h 167"/>
                  <a:gd name="T2" fmla="*/ 3175 w 260"/>
                  <a:gd name="T3" fmla="*/ 0 h 167"/>
                  <a:gd name="T4" fmla="*/ 412750 w 260"/>
                  <a:gd name="T5" fmla="*/ 0 h 167"/>
                  <a:gd name="T6" fmla="*/ 412750 w 260"/>
                  <a:gd name="T7" fmla="*/ 0 h 167"/>
                  <a:gd name="T8" fmla="*/ 385763 w 260"/>
                  <a:gd name="T9" fmla="*/ 222250 h 167"/>
                  <a:gd name="T10" fmla="*/ 385763 w 260"/>
                  <a:gd name="T11" fmla="*/ 222250 h 167"/>
                  <a:gd name="T12" fmla="*/ 384175 w 260"/>
                  <a:gd name="T13" fmla="*/ 230188 h 167"/>
                  <a:gd name="T14" fmla="*/ 379413 w 260"/>
                  <a:gd name="T15" fmla="*/ 239713 h 167"/>
                  <a:gd name="T16" fmla="*/ 373063 w 260"/>
                  <a:gd name="T17" fmla="*/ 246063 h 167"/>
                  <a:gd name="T18" fmla="*/ 366713 w 260"/>
                  <a:gd name="T19" fmla="*/ 252413 h 167"/>
                  <a:gd name="T20" fmla="*/ 349250 w 260"/>
                  <a:gd name="T21" fmla="*/ 260350 h 167"/>
                  <a:gd name="T22" fmla="*/ 331788 w 260"/>
                  <a:gd name="T23" fmla="*/ 265113 h 167"/>
                  <a:gd name="T24" fmla="*/ 331788 w 260"/>
                  <a:gd name="T25" fmla="*/ 265113 h 167"/>
                  <a:gd name="T26" fmla="*/ 0 w 260"/>
                  <a:gd name="T27" fmla="*/ 241300 h 167"/>
                  <a:gd name="T28" fmla="*/ 0 w 260"/>
                  <a:gd name="T29" fmla="*/ 241300 h 167"/>
                  <a:gd name="T30" fmla="*/ 3175 w 260"/>
                  <a:gd name="T31" fmla="*/ 0 h 167"/>
                  <a:gd name="T32" fmla="*/ 3175 w 260"/>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0" h="167">
                    <a:moveTo>
                      <a:pt x="2" y="0"/>
                    </a:moveTo>
                    <a:lnTo>
                      <a:pt x="2" y="0"/>
                    </a:lnTo>
                    <a:lnTo>
                      <a:pt x="260" y="0"/>
                    </a:lnTo>
                    <a:lnTo>
                      <a:pt x="243" y="140"/>
                    </a:lnTo>
                    <a:lnTo>
                      <a:pt x="242" y="145"/>
                    </a:lnTo>
                    <a:lnTo>
                      <a:pt x="239" y="151"/>
                    </a:lnTo>
                    <a:lnTo>
                      <a:pt x="235" y="155"/>
                    </a:lnTo>
                    <a:lnTo>
                      <a:pt x="231" y="159"/>
                    </a:lnTo>
                    <a:lnTo>
                      <a:pt x="220" y="164"/>
                    </a:lnTo>
                    <a:lnTo>
                      <a:pt x="209" y="167"/>
                    </a:lnTo>
                    <a:lnTo>
                      <a:pt x="0" y="152"/>
                    </a:lnTo>
                    <a:lnTo>
                      <a:pt x="2" y="0"/>
                    </a:lnTo>
                    <a:close/>
                  </a:path>
                </a:pathLst>
              </a:custGeom>
              <a:solidFill>
                <a:srgbClr val="9D9D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7" name="ïşḻídé">
                <a:extLst>
                  <a:ext uri="{FF2B5EF4-FFF2-40B4-BE49-F238E27FC236}">
                    <a16:creationId xmlns:a16="http://schemas.microsoft.com/office/drawing/2014/main" id="{338AD088-5813-4C04-A45A-D7BAF7C463A8}"/>
                  </a:ext>
                </a:extLst>
              </p:cNvPr>
              <p:cNvSpPr/>
              <p:nvPr/>
            </p:nvSpPr>
            <p:spPr bwMode="auto">
              <a:xfrm>
                <a:off x="3152776" y="5083175"/>
                <a:ext cx="404813" cy="265113"/>
              </a:xfrm>
              <a:custGeom>
                <a:avLst/>
                <a:gdLst>
                  <a:gd name="T0" fmla="*/ 1588 w 255"/>
                  <a:gd name="T1" fmla="*/ 0 h 167"/>
                  <a:gd name="T2" fmla="*/ 1588 w 255"/>
                  <a:gd name="T3" fmla="*/ 0 h 167"/>
                  <a:gd name="T4" fmla="*/ 404813 w 255"/>
                  <a:gd name="T5" fmla="*/ 0 h 167"/>
                  <a:gd name="T6" fmla="*/ 404813 w 255"/>
                  <a:gd name="T7" fmla="*/ 0 h 167"/>
                  <a:gd name="T8" fmla="*/ 377825 w 255"/>
                  <a:gd name="T9" fmla="*/ 222250 h 167"/>
                  <a:gd name="T10" fmla="*/ 377825 w 255"/>
                  <a:gd name="T11" fmla="*/ 222250 h 167"/>
                  <a:gd name="T12" fmla="*/ 376238 w 255"/>
                  <a:gd name="T13" fmla="*/ 230188 h 167"/>
                  <a:gd name="T14" fmla="*/ 371475 w 255"/>
                  <a:gd name="T15" fmla="*/ 239713 h 167"/>
                  <a:gd name="T16" fmla="*/ 365125 w 255"/>
                  <a:gd name="T17" fmla="*/ 246063 h 167"/>
                  <a:gd name="T18" fmla="*/ 358775 w 255"/>
                  <a:gd name="T19" fmla="*/ 252413 h 167"/>
                  <a:gd name="T20" fmla="*/ 341313 w 255"/>
                  <a:gd name="T21" fmla="*/ 260350 h 167"/>
                  <a:gd name="T22" fmla="*/ 325438 w 255"/>
                  <a:gd name="T23" fmla="*/ 265113 h 167"/>
                  <a:gd name="T24" fmla="*/ 325438 w 255"/>
                  <a:gd name="T25" fmla="*/ 265113 h 167"/>
                  <a:gd name="T26" fmla="*/ 0 w 255"/>
                  <a:gd name="T27" fmla="*/ 239713 h 167"/>
                  <a:gd name="T28" fmla="*/ 0 w 255"/>
                  <a:gd name="T29" fmla="*/ 239713 h 167"/>
                  <a:gd name="T30" fmla="*/ 1588 w 255"/>
                  <a:gd name="T31" fmla="*/ 0 h 167"/>
                  <a:gd name="T32" fmla="*/ 1588 w 255"/>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5" h="167">
                    <a:moveTo>
                      <a:pt x="1" y="0"/>
                    </a:moveTo>
                    <a:lnTo>
                      <a:pt x="1" y="0"/>
                    </a:lnTo>
                    <a:lnTo>
                      <a:pt x="255" y="0"/>
                    </a:lnTo>
                    <a:lnTo>
                      <a:pt x="238" y="140"/>
                    </a:lnTo>
                    <a:lnTo>
                      <a:pt x="237" y="145"/>
                    </a:lnTo>
                    <a:lnTo>
                      <a:pt x="234" y="151"/>
                    </a:lnTo>
                    <a:lnTo>
                      <a:pt x="230" y="155"/>
                    </a:lnTo>
                    <a:lnTo>
                      <a:pt x="226" y="159"/>
                    </a:lnTo>
                    <a:lnTo>
                      <a:pt x="215" y="164"/>
                    </a:lnTo>
                    <a:lnTo>
                      <a:pt x="205" y="167"/>
                    </a:lnTo>
                    <a:lnTo>
                      <a:pt x="0" y="151"/>
                    </a:lnTo>
                    <a:lnTo>
                      <a:pt x="1" y="0"/>
                    </a:lnTo>
                    <a:close/>
                  </a:path>
                </a:pathLst>
              </a:custGeom>
              <a:solidFill>
                <a:srgbClr val="9E9EA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8" name="îSľîḑe">
                <a:extLst>
                  <a:ext uri="{FF2B5EF4-FFF2-40B4-BE49-F238E27FC236}">
                    <a16:creationId xmlns:a16="http://schemas.microsoft.com/office/drawing/2014/main" id="{90D36AE5-5379-4858-9E0A-BFE1F945608A}"/>
                  </a:ext>
                </a:extLst>
              </p:cNvPr>
              <p:cNvSpPr/>
              <p:nvPr/>
            </p:nvSpPr>
            <p:spPr bwMode="auto">
              <a:xfrm>
                <a:off x="3159126" y="5083175"/>
                <a:ext cx="398463" cy="265113"/>
              </a:xfrm>
              <a:custGeom>
                <a:avLst/>
                <a:gdLst>
                  <a:gd name="T0" fmla="*/ 1588 w 251"/>
                  <a:gd name="T1" fmla="*/ 0 h 167"/>
                  <a:gd name="T2" fmla="*/ 1588 w 251"/>
                  <a:gd name="T3" fmla="*/ 0 h 167"/>
                  <a:gd name="T4" fmla="*/ 398463 w 251"/>
                  <a:gd name="T5" fmla="*/ 0 h 167"/>
                  <a:gd name="T6" fmla="*/ 398463 w 251"/>
                  <a:gd name="T7" fmla="*/ 0 h 167"/>
                  <a:gd name="T8" fmla="*/ 371475 w 251"/>
                  <a:gd name="T9" fmla="*/ 222250 h 167"/>
                  <a:gd name="T10" fmla="*/ 371475 w 251"/>
                  <a:gd name="T11" fmla="*/ 222250 h 167"/>
                  <a:gd name="T12" fmla="*/ 369888 w 251"/>
                  <a:gd name="T13" fmla="*/ 230188 h 167"/>
                  <a:gd name="T14" fmla="*/ 365125 w 251"/>
                  <a:gd name="T15" fmla="*/ 239713 h 167"/>
                  <a:gd name="T16" fmla="*/ 358775 w 251"/>
                  <a:gd name="T17" fmla="*/ 246063 h 167"/>
                  <a:gd name="T18" fmla="*/ 352425 w 251"/>
                  <a:gd name="T19" fmla="*/ 252413 h 167"/>
                  <a:gd name="T20" fmla="*/ 336550 w 251"/>
                  <a:gd name="T21" fmla="*/ 260350 h 167"/>
                  <a:gd name="T22" fmla="*/ 319088 w 251"/>
                  <a:gd name="T23" fmla="*/ 265113 h 167"/>
                  <a:gd name="T24" fmla="*/ 319088 w 251"/>
                  <a:gd name="T25" fmla="*/ 265113 h 167"/>
                  <a:gd name="T26" fmla="*/ 0 w 251"/>
                  <a:gd name="T27" fmla="*/ 236538 h 167"/>
                  <a:gd name="T28" fmla="*/ 0 w 251"/>
                  <a:gd name="T29" fmla="*/ 236538 h 167"/>
                  <a:gd name="T30" fmla="*/ 1588 w 251"/>
                  <a:gd name="T31" fmla="*/ 0 h 167"/>
                  <a:gd name="T32" fmla="*/ 1588 w 251"/>
                  <a:gd name="T33" fmla="*/ 0 h 16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1" h="167">
                    <a:moveTo>
                      <a:pt x="1" y="0"/>
                    </a:moveTo>
                    <a:lnTo>
                      <a:pt x="1" y="0"/>
                    </a:lnTo>
                    <a:lnTo>
                      <a:pt x="251" y="0"/>
                    </a:lnTo>
                    <a:lnTo>
                      <a:pt x="234" y="140"/>
                    </a:lnTo>
                    <a:lnTo>
                      <a:pt x="233" y="145"/>
                    </a:lnTo>
                    <a:lnTo>
                      <a:pt x="230" y="151"/>
                    </a:lnTo>
                    <a:lnTo>
                      <a:pt x="226" y="155"/>
                    </a:lnTo>
                    <a:lnTo>
                      <a:pt x="222" y="159"/>
                    </a:lnTo>
                    <a:lnTo>
                      <a:pt x="212" y="164"/>
                    </a:lnTo>
                    <a:lnTo>
                      <a:pt x="201" y="167"/>
                    </a:lnTo>
                    <a:lnTo>
                      <a:pt x="0" y="149"/>
                    </a:lnTo>
                    <a:lnTo>
                      <a:pt x="1" y="0"/>
                    </a:lnTo>
                    <a:close/>
                  </a:path>
                </a:pathLst>
              </a:custGeom>
              <a:solidFill>
                <a:srgbClr val="9F9FA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69" name="íšḻîḋê">
                <a:extLst>
                  <a:ext uri="{FF2B5EF4-FFF2-40B4-BE49-F238E27FC236}">
                    <a16:creationId xmlns:a16="http://schemas.microsoft.com/office/drawing/2014/main" id="{BADF6D75-9637-40AA-A26C-8CDDD7812B3D}"/>
                  </a:ext>
                </a:extLst>
              </p:cNvPr>
              <p:cNvSpPr/>
              <p:nvPr/>
            </p:nvSpPr>
            <p:spPr bwMode="auto">
              <a:xfrm>
                <a:off x="3162301" y="5083175"/>
                <a:ext cx="395288" cy="263525"/>
              </a:xfrm>
              <a:custGeom>
                <a:avLst/>
                <a:gdLst>
                  <a:gd name="T0" fmla="*/ 3175 w 249"/>
                  <a:gd name="T1" fmla="*/ 0 h 166"/>
                  <a:gd name="T2" fmla="*/ 3175 w 249"/>
                  <a:gd name="T3" fmla="*/ 0 h 166"/>
                  <a:gd name="T4" fmla="*/ 395288 w 249"/>
                  <a:gd name="T5" fmla="*/ 0 h 166"/>
                  <a:gd name="T6" fmla="*/ 395288 w 249"/>
                  <a:gd name="T7" fmla="*/ 0 h 166"/>
                  <a:gd name="T8" fmla="*/ 368300 w 249"/>
                  <a:gd name="T9" fmla="*/ 222250 h 166"/>
                  <a:gd name="T10" fmla="*/ 368300 w 249"/>
                  <a:gd name="T11" fmla="*/ 222250 h 166"/>
                  <a:gd name="T12" fmla="*/ 366713 w 249"/>
                  <a:gd name="T13" fmla="*/ 230188 h 166"/>
                  <a:gd name="T14" fmla="*/ 361950 w 249"/>
                  <a:gd name="T15" fmla="*/ 239713 h 166"/>
                  <a:gd name="T16" fmla="*/ 357188 w 249"/>
                  <a:gd name="T17" fmla="*/ 246063 h 166"/>
                  <a:gd name="T18" fmla="*/ 349250 w 249"/>
                  <a:gd name="T19" fmla="*/ 252413 h 166"/>
                  <a:gd name="T20" fmla="*/ 333375 w 249"/>
                  <a:gd name="T21" fmla="*/ 260350 h 166"/>
                  <a:gd name="T22" fmla="*/ 315913 w 249"/>
                  <a:gd name="T23" fmla="*/ 263525 h 166"/>
                  <a:gd name="T24" fmla="*/ 315913 w 249"/>
                  <a:gd name="T25" fmla="*/ 263525 h 166"/>
                  <a:gd name="T26" fmla="*/ 0 w 249"/>
                  <a:gd name="T27" fmla="*/ 234950 h 166"/>
                  <a:gd name="T28" fmla="*/ 0 w 249"/>
                  <a:gd name="T29" fmla="*/ 234950 h 166"/>
                  <a:gd name="T30" fmla="*/ 3175 w 249"/>
                  <a:gd name="T31" fmla="*/ 0 h 166"/>
                  <a:gd name="T32" fmla="*/ 3175 w 249"/>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9" h="166">
                    <a:moveTo>
                      <a:pt x="2" y="0"/>
                    </a:moveTo>
                    <a:lnTo>
                      <a:pt x="2" y="0"/>
                    </a:lnTo>
                    <a:lnTo>
                      <a:pt x="249" y="0"/>
                    </a:lnTo>
                    <a:lnTo>
                      <a:pt x="232" y="140"/>
                    </a:lnTo>
                    <a:lnTo>
                      <a:pt x="231" y="145"/>
                    </a:lnTo>
                    <a:lnTo>
                      <a:pt x="228" y="151"/>
                    </a:lnTo>
                    <a:lnTo>
                      <a:pt x="225" y="155"/>
                    </a:lnTo>
                    <a:lnTo>
                      <a:pt x="220" y="159"/>
                    </a:lnTo>
                    <a:lnTo>
                      <a:pt x="210" y="164"/>
                    </a:lnTo>
                    <a:lnTo>
                      <a:pt x="199" y="166"/>
                    </a:lnTo>
                    <a:lnTo>
                      <a:pt x="0" y="148"/>
                    </a:lnTo>
                    <a:lnTo>
                      <a:pt x="2" y="0"/>
                    </a:lnTo>
                    <a:close/>
                  </a:path>
                </a:pathLst>
              </a:custGeom>
              <a:solidFill>
                <a:srgbClr val="9F9F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0" name="îṩļiḑe">
                <a:extLst>
                  <a:ext uri="{FF2B5EF4-FFF2-40B4-BE49-F238E27FC236}">
                    <a16:creationId xmlns:a16="http://schemas.microsoft.com/office/drawing/2014/main" id="{B889EC78-5745-4CFD-BD4F-1339EC1007F0}"/>
                  </a:ext>
                </a:extLst>
              </p:cNvPr>
              <p:cNvSpPr/>
              <p:nvPr/>
            </p:nvSpPr>
            <p:spPr bwMode="auto">
              <a:xfrm>
                <a:off x="3168651" y="5083175"/>
                <a:ext cx="388938" cy="263525"/>
              </a:xfrm>
              <a:custGeom>
                <a:avLst/>
                <a:gdLst>
                  <a:gd name="T0" fmla="*/ 3175 w 245"/>
                  <a:gd name="T1" fmla="*/ 0 h 166"/>
                  <a:gd name="T2" fmla="*/ 3175 w 245"/>
                  <a:gd name="T3" fmla="*/ 0 h 166"/>
                  <a:gd name="T4" fmla="*/ 388938 w 245"/>
                  <a:gd name="T5" fmla="*/ 0 h 166"/>
                  <a:gd name="T6" fmla="*/ 388938 w 245"/>
                  <a:gd name="T7" fmla="*/ 0 h 166"/>
                  <a:gd name="T8" fmla="*/ 361950 w 245"/>
                  <a:gd name="T9" fmla="*/ 222250 h 166"/>
                  <a:gd name="T10" fmla="*/ 361950 w 245"/>
                  <a:gd name="T11" fmla="*/ 222250 h 166"/>
                  <a:gd name="T12" fmla="*/ 360363 w 245"/>
                  <a:gd name="T13" fmla="*/ 230188 h 166"/>
                  <a:gd name="T14" fmla="*/ 355600 w 245"/>
                  <a:gd name="T15" fmla="*/ 239713 h 166"/>
                  <a:gd name="T16" fmla="*/ 350838 w 245"/>
                  <a:gd name="T17" fmla="*/ 246063 h 166"/>
                  <a:gd name="T18" fmla="*/ 342900 w 245"/>
                  <a:gd name="T19" fmla="*/ 252413 h 166"/>
                  <a:gd name="T20" fmla="*/ 327025 w 245"/>
                  <a:gd name="T21" fmla="*/ 258763 h 166"/>
                  <a:gd name="T22" fmla="*/ 309563 w 245"/>
                  <a:gd name="T23" fmla="*/ 263525 h 166"/>
                  <a:gd name="T24" fmla="*/ 309563 w 245"/>
                  <a:gd name="T25" fmla="*/ 263525 h 166"/>
                  <a:gd name="T26" fmla="*/ 0 w 245"/>
                  <a:gd name="T27" fmla="*/ 234950 h 166"/>
                  <a:gd name="T28" fmla="*/ 0 w 245"/>
                  <a:gd name="T29" fmla="*/ 234950 h 166"/>
                  <a:gd name="T30" fmla="*/ 3175 w 245"/>
                  <a:gd name="T31" fmla="*/ 0 h 166"/>
                  <a:gd name="T32" fmla="*/ 3175 w 245"/>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5" h="166">
                    <a:moveTo>
                      <a:pt x="2" y="0"/>
                    </a:moveTo>
                    <a:lnTo>
                      <a:pt x="2" y="0"/>
                    </a:lnTo>
                    <a:lnTo>
                      <a:pt x="245" y="0"/>
                    </a:lnTo>
                    <a:lnTo>
                      <a:pt x="228" y="140"/>
                    </a:lnTo>
                    <a:lnTo>
                      <a:pt x="227" y="145"/>
                    </a:lnTo>
                    <a:lnTo>
                      <a:pt x="224" y="151"/>
                    </a:lnTo>
                    <a:lnTo>
                      <a:pt x="221" y="155"/>
                    </a:lnTo>
                    <a:lnTo>
                      <a:pt x="216" y="159"/>
                    </a:lnTo>
                    <a:lnTo>
                      <a:pt x="206" y="163"/>
                    </a:lnTo>
                    <a:lnTo>
                      <a:pt x="195" y="166"/>
                    </a:lnTo>
                    <a:lnTo>
                      <a:pt x="0" y="148"/>
                    </a:lnTo>
                    <a:lnTo>
                      <a:pt x="2" y="0"/>
                    </a:lnTo>
                    <a:close/>
                  </a:path>
                </a:pathLst>
              </a:custGeom>
              <a:solidFill>
                <a:srgbClr val="A0A0A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1" name="í$1iḍè">
                <a:extLst>
                  <a:ext uri="{FF2B5EF4-FFF2-40B4-BE49-F238E27FC236}">
                    <a16:creationId xmlns:a16="http://schemas.microsoft.com/office/drawing/2014/main" id="{070A284C-FE22-472C-86EA-13119F9618DF}"/>
                  </a:ext>
                </a:extLst>
              </p:cNvPr>
              <p:cNvSpPr/>
              <p:nvPr/>
            </p:nvSpPr>
            <p:spPr bwMode="auto">
              <a:xfrm>
                <a:off x="3175001" y="5083175"/>
                <a:ext cx="382588" cy="263525"/>
              </a:xfrm>
              <a:custGeom>
                <a:avLst/>
                <a:gdLst>
                  <a:gd name="T0" fmla="*/ 3175 w 241"/>
                  <a:gd name="T1" fmla="*/ 0 h 166"/>
                  <a:gd name="T2" fmla="*/ 3175 w 241"/>
                  <a:gd name="T3" fmla="*/ 0 h 166"/>
                  <a:gd name="T4" fmla="*/ 382588 w 241"/>
                  <a:gd name="T5" fmla="*/ 0 h 166"/>
                  <a:gd name="T6" fmla="*/ 382588 w 241"/>
                  <a:gd name="T7" fmla="*/ 0 h 166"/>
                  <a:gd name="T8" fmla="*/ 355600 w 241"/>
                  <a:gd name="T9" fmla="*/ 222250 h 166"/>
                  <a:gd name="T10" fmla="*/ 355600 w 241"/>
                  <a:gd name="T11" fmla="*/ 222250 h 166"/>
                  <a:gd name="T12" fmla="*/ 354013 w 241"/>
                  <a:gd name="T13" fmla="*/ 230188 h 166"/>
                  <a:gd name="T14" fmla="*/ 349250 w 241"/>
                  <a:gd name="T15" fmla="*/ 239713 h 166"/>
                  <a:gd name="T16" fmla="*/ 344488 w 241"/>
                  <a:gd name="T17" fmla="*/ 246063 h 166"/>
                  <a:gd name="T18" fmla="*/ 336550 w 241"/>
                  <a:gd name="T19" fmla="*/ 249238 h 166"/>
                  <a:gd name="T20" fmla="*/ 320675 w 241"/>
                  <a:gd name="T21" fmla="*/ 258763 h 166"/>
                  <a:gd name="T22" fmla="*/ 306388 w 241"/>
                  <a:gd name="T23" fmla="*/ 263525 h 166"/>
                  <a:gd name="T24" fmla="*/ 306388 w 241"/>
                  <a:gd name="T25" fmla="*/ 263525 h 166"/>
                  <a:gd name="T26" fmla="*/ 0 w 241"/>
                  <a:gd name="T27" fmla="*/ 233363 h 166"/>
                  <a:gd name="T28" fmla="*/ 0 w 241"/>
                  <a:gd name="T29" fmla="*/ 233363 h 166"/>
                  <a:gd name="T30" fmla="*/ 3175 w 241"/>
                  <a:gd name="T31" fmla="*/ 0 h 166"/>
                  <a:gd name="T32" fmla="*/ 3175 w 241"/>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1" h="166">
                    <a:moveTo>
                      <a:pt x="2" y="0"/>
                    </a:moveTo>
                    <a:lnTo>
                      <a:pt x="2" y="0"/>
                    </a:lnTo>
                    <a:lnTo>
                      <a:pt x="241" y="0"/>
                    </a:lnTo>
                    <a:lnTo>
                      <a:pt x="224" y="140"/>
                    </a:lnTo>
                    <a:lnTo>
                      <a:pt x="223" y="145"/>
                    </a:lnTo>
                    <a:lnTo>
                      <a:pt x="220" y="151"/>
                    </a:lnTo>
                    <a:lnTo>
                      <a:pt x="217" y="155"/>
                    </a:lnTo>
                    <a:lnTo>
                      <a:pt x="212" y="157"/>
                    </a:lnTo>
                    <a:lnTo>
                      <a:pt x="202" y="163"/>
                    </a:lnTo>
                    <a:lnTo>
                      <a:pt x="193" y="166"/>
                    </a:lnTo>
                    <a:lnTo>
                      <a:pt x="0" y="147"/>
                    </a:lnTo>
                    <a:lnTo>
                      <a:pt x="2"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2" name="ïş1íďè">
                <a:extLst>
                  <a:ext uri="{FF2B5EF4-FFF2-40B4-BE49-F238E27FC236}">
                    <a16:creationId xmlns:a16="http://schemas.microsoft.com/office/drawing/2014/main" id="{8A9D3B81-714C-42A8-899B-31A5431641EA}"/>
                  </a:ext>
                </a:extLst>
              </p:cNvPr>
              <p:cNvSpPr/>
              <p:nvPr/>
            </p:nvSpPr>
            <p:spPr bwMode="auto">
              <a:xfrm>
                <a:off x="3182938" y="5083175"/>
                <a:ext cx="374650" cy="263525"/>
              </a:xfrm>
              <a:custGeom>
                <a:avLst/>
                <a:gdLst>
                  <a:gd name="T0" fmla="*/ 1588 w 236"/>
                  <a:gd name="T1" fmla="*/ 0 h 166"/>
                  <a:gd name="T2" fmla="*/ 1588 w 236"/>
                  <a:gd name="T3" fmla="*/ 0 h 166"/>
                  <a:gd name="T4" fmla="*/ 374650 w 236"/>
                  <a:gd name="T5" fmla="*/ 0 h 166"/>
                  <a:gd name="T6" fmla="*/ 374650 w 236"/>
                  <a:gd name="T7" fmla="*/ 0 h 166"/>
                  <a:gd name="T8" fmla="*/ 347663 w 236"/>
                  <a:gd name="T9" fmla="*/ 222250 h 166"/>
                  <a:gd name="T10" fmla="*/ 347663 w 236"/>
                  <a:gd name="T11" fmla="*/ 222250 h 166"/>
                  <a:gd name="T12" fmla="*/ 346075 w 236"/>
                  <a:gd name="T13" fmla="*/ 230188 h 166"/>
                  <a:gd name="T14" fmla="*/ 341313 w 236"/>
                  <a:gd name="T15" fmla="*/ 239713 h 166"/>
                  <a:gd name="T16" fmla="*/ 336550 w 236"/>
                  <a:gd name="T17" fmla="*/ 246063 h 166"/>
                  <a:gd name="T18" fmla="*/ 330200 w 236"/>
                  <a:gd name="T19" fmla="*/ 249238 h 166"/>
                  <a:gd name="T20" fmla="*/ 312738 w 236"/>
                  <a:gd name="T21" fmla="*/ 258763 h 166"/>
                  <a:gd name="T22" fmla="*/ 298450 w 236"/>
                  <a:gd name="T23" fmla="*/ 263525 h 166"/>
                  <a:gd name="T24" fmla="*/ 298450 w 236"/>
                  <a:gd name="T25" fmla="*/ 263525 h 166"/>
                  <a:gd name="T26" fmla="*/ 0 w 236"/>
                  <a:gd name="T27" fmla="*/ 230188 h 166"/>
                  <a:gd name="T28" fmla="*/ 0 w 236"/>
                  <a:gd name="T29" fmla="*/ 230188 h 166"/>
                  <a:gd name="T30" fmla="*/ 1588 w 236"/>
                  <a:gd name="T31" fmla="*/ 0 h 166"/>
                  <a:gd name="T32" fmla="*/ 1588 w 23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6" h="166">
                    <a:moveTo>
                      <a:pt x="1" y="0"/>
                    </a:moveTo>
                    <a:lnTo>
                      <a:pt x="1" y="0"/>
                    </a:lnTo>
                    <a:lnTo>
                      <a:pt x="236" y="0"/>
                    </a:lnTo>
                    <a:lnTo>
                      <a:pt x="219" y="140"/>
                    </a:lnTo>
                    <a:lnTo>
                      <a:pt x="218" y="145"/>
                    </a:lnTo>
                    <a:lnTo>
                      <a:pt x="215" y="151"/>
                    </a:lnTo>
                    <a:lnTo>
                      <a:pt x="212" y="155"/>
                    </a:lnTo>
                    <a:lnTo>
                      <a:pt x="208" y="157"/>
                    </a:lnTo>
                    <a:lnTo>
                      <a:pt x="197" y="163"/>
                    </a:lnTo>
                    <a:lnTo>
                      <a:pt x="188" y="166"/>
                    </a:lnTo>
                    <a:lnTo>
                      <a:pt x="0" y="145"/>
                    </a:lnTo>
                    <a:lnTo>
                      <a:pt x="1"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3" name="iś1îḓê">
                <a:extLst>
                  <a:ext uri="{FF2B5EF4-FFF2-40B4-BE49-F238E27FC236}">
                    <a16:creationId xmlns:a16="http://schemas.microsoft.com/office/drawing/2014/main" id="{58000713-4300-4561-87BD-889B6A400C3D}"/>
                  </a:ext>
                </a:extLst>
              </p:cNvPr>
              <p:cNvSpPr/>
              <p:nvPr/>
            </p:nvSpPr>
            <p:spPr bwMode="auto">
              <a:xfrm>
                <a:off x="3189288" y="5083175"/>
                <a:ext cx="368300" cy="263525"/>
              </a:xfrm>
              <a:custGeom>
                <a:avLst/>
                <a:gdLst>
                  <a:gd name="T0" fmla="*/ 1588 w 232"/>
                  <a:gd name="T1" fmla="*/ 0 h 166"/>
                  <a:gd name="T2" fmla="*/ 1588 w 232"/>
                  <a:gd name="T3" fmla="*/ 0 h 166"/>
                  <a:gd name="T4" fmla="*/ 368300 w 232"/>
                  <a:gd name="T5" fmla="*/ 0 h 166"/>
                  <a:gd name="T6" fmla="*/ 368300 w 232"/>
                  <a:gd name="T7" fmla="*/ 0 h 166"/>
                  <a:gd name="T8" fmla="*/ 341313 w 232"/>
                  <a:gd name="T9" fmla="*/ 222250 h 166"/>
                  <a:gd name="T10" fmla="*/ 341313 w 232"/>
                  <a:gd name="T11" fmla="*/ 222250 h 166"/>
                  <a:gd name="T12" fmla="*/ 339725 w 232"/>
                  <a:gd name="T13" fmla="*/ 230188 h 166"/>
                  <a:gd name="T14" fmla="*/ 334963 w 232"/>
                  <a:gd name="T15" fmla="*/ 239713 h 166"/>
                  <a:gd name="T16" fmla="*/ 330200 w 232"/>
                  <a:gd name="T17" fmla="*/ 246063 h 166"/>
                  <a:gd name="T18" fmla="*/ 323850 w 232"/>
                  <a:gd name="T19" fmla="*/ 249238 h 166"/>
                  <a:gd name="T20" fmla="*/ 309563 w 232"/>
                  <a:gd name="T21" fmla="*/ 258763 h 166"/>
                  <a:gd name="T22" fmla="*/ 292100 w 232"/>
                  <a:gd name="T23" fmla="*/ 263525 h 166"/>
                  <a:gd name="T24" fmla="*/ 292100 w 232"/>
                  <a:gd name="T25" fmla="*/ 263525 h 166"/>
                  <a:gd name="T26" fmla="*/ 0 w 232"/>
                  <a:gd name="T27" fmla="*/ 228600 h 166"/>
                  <a:gd name="T28" fmla="*/ 0 w 232"/>
                  <a:gd name="T29" fmla="*/ 228600 h 166"/>
                  <a:gd name="T30" fmla="*/ 1588 w 232"/>
                  <a:gd name="T31" fmla="*/ 0 h 166"/>
                  <a:gd name="T32" fmla="*/ 1588 w 23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2" h="166">
                    <a:moveTo>
                      <a:pt x="1" y="0"/>
                    </a:moveTo>
                    <a:lnTo>
                      <a:pt x="1" y="0"/>
                    </a:lnTo>
                    <a:lnTo>
                      <a:pt x="232" y="0"/>
                    </a:lnTo>
                    <a:lnTo>
                      <a:pt x="215" y="140"/>
                    </a:lnTo>
                    <a:lnTo>
                      <a:pt x="214" y="145"/>
                    </a:lnTo>
                    <a:lnTo>
                      <a:pt x="211" y="151"/>
                    </a:lnTo>
                    <a:lnTo>
                      <a:pt x="208" y="155"/>
                    </a:lnTo>
                    <a:lnTo>
                      <a:pt x="204" y="157"/>
                    </a:lnTo>
                    <a:lnTo>
                      <a:pt x="195" y="163"/>
                    </a:lnTo>
                    <a:lnTo>
                      <a:pt x="184" y="166"/>
                    </a:lnTo>
                    <a:lnTo>
                      <a:pt x="0" y="144"/>
                    </a:lnTo>
                    <a:lnTo>
                      <a:pt x="1" y="0"/>
                    </a:lnTo>
                    <a:close/>
                  </a:path>
                </a:pathLst>
              </a:custGeom>
              <a:solidFill>
                <a:srgbClr val="A2A2A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4" name="isḷíḑe">
                <a:extLst>
                  <a:ext uri="{FF2B5EF4-FFF2-40B4-BE49-F238E27FC236}">
                    <a16:creationId xmlns:a16="http://schemas.microsoft.com/office/drawing/2014/main" id="{87082E2F-A875-485B-9D76-7D2A702D0445}"/>
                  </a:ext>
                </a:extLst>
              </p:cNvPr>
              <p:cNvSpPr/>
              <p:nvPr/>
            </p:nvSpPr>
            <p:spPr bwMode="auto">
              <a:xfrm>
                <a:off x="3192463" y="5083175"/>
                <a:ext cx="365125" cy="263525"/>
              </a:xfrm>
              <a:custGeom>
                <a:avLst/>
                <a:gdLst>
                  <a:gd name="T0" fmla="*/ 4763 w 230"/>
                  <a:gd name="T1" fmla="*/ 0 h 166"/>
                  <a:gd name="T2" fmla="*/ 4763 w 230"/>
                  <a:gd name="T3" fmla="*/ 0 h 166"/>
                  <a:gd name="T4" fmla="*/ 365125 w 230"/>
                  <a:gd name="T5" fmla="*/ 0 h 166"/>
                  <a:gd name="T6" fmla="*/ 365125 w 230"/>
                  <a:gd name="T7" fmla="*/ 0 h 166"/>
                  <a:gd name="T8" fmla="*/ 338138 w 230"/>
                  <a:gd name="T9" fmla="*/ 222250 h 166"/>
                  <a:gd name="T10" fmla="*/ 338138 w 230"/>
                  <a:gd name="T11" fmla="*/ 222250 h 166"/>
                  <a:gd name="T12" fmla="*/ 336550 w 230"/>
                  <a:gd name="T13" fmla="*/ 230188 h 166"/>
                  <a:gd name="T14" fmla="*/ 331788 w 230"/>
                  <a:gd name="T15" fmla="*/ 236538 h 166"/>
                  <a:gd name="T16" fmla="*/ 327025 w 230"/>
                  <a:gd name="T17" fmla="*/ 242888 h 166"/>
                  <a:gd name="T18" fmla="*/ 320675 w 230"/>
                  <a:gd name="T19" fmla="*/ 249238 h 166"/>
                  <a:gd name="T20" fmla="*/ 306388 w 230"/>
                  <a:gd name="T21" fmla="*/ 258763 h 166"/>
                  <a:gd name="T22" fmla="*/ 290513 w 230"/>
                  <a:gd name="T23" fmla="*/ 263525 h 166"/>
                  <a:gd name="T24" fmla="*/ 290513 w 230"/>
                  <a:gd name="T25" fmla="*/ 263525 h 166"/>
                  <a:gd name="T26" fmla="*/ 0 w 230"/>
                  <a:gd name="T27" fmla="*/ 227013 h 166"/>
                  <a:gd name="T28" fmla="*/ 0 w 230"/>
                  <a:gd name="T29" fmla="*/ 227013 h 166"/>
                  <a:gd name="T30" fmla="*/ 4763 w 230"/>
                  <a:gd name="T31" fmla="*/ 0 h 166"/>
                  <a:gd name="T32" fmla="*/ 4763 w 230"/>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0" h="166">
                    <a:moveTo>
                      <a:pt x="3" y="0"/>
                    </a:moveTo>
                    <a:lnTo>
                      <a:pt x="3" y="0"/>
                    </a:lnTo>
                    <a:lnTo>
                      <a:pt x="230" y="0"/>
                    </a:lnTo>
                    <a:lnTo>
                      <a:pt x="213" y="140"/>
                    </a:lnTo>
                    <a:lnTo>
                      <a:pt x="212" y="145"/>
                    </a:lnTo>
                    <a:lnTo>
                      <a:pt x="209" y="149"/>
                    </a:lnTo>
                    <a:lnTo>
                      <a:pt x="206" y="153"/>
                    </a:lnTo>
                    <a:lnTo>
                      <a:pt x="202" y="157"/>
                    </a:lnTo>
                    <a:lnTo>
                      <a:pt x="193" y="163"/>
                    </a:lnTo>
                    <a:lnTo>
                      <a:pt x="183" y="166"/>
                    </a:lnTo>
                    <a:lnTo>
                      <a:pt x="0" y="143"/>
                    </a:lnTo>
                    <a:lnTo>
                      <a:pt x="3" y="0"/>
                    </a:lnTo>
                    <a:close/>
                  </a:path>
                </a:pathLst>
              </a:custGeom>
              <a:solidFill>
                <a:srgbClr val="A2A2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5" name="ïśḻîḋê">
                <a:extLst>
                  <a:ext uri="{FF2B5EF4-FFF2-40B4-BE49-F238E27FC236}">
                    <a16:creationId xmlns:a16="http://schemas.microsoft.com/office/drawing/2014/main" id="{C5BB8A93-089D-4681-806F-97C4C3E6DB05}"/>
                  </a:ext>
                </a:extLst>
              </p:cNvPr>
              <p:cNvSpPr/>
              <p:nvPr/>
            </p:nvSpPr>
            <p:spPr bwMode="auto">
              <a:xfrm>
                <a:off x="3198813" y="5083175"/>
                <a:ext cx="358775" cy="263525"/>
              </a:xfrm>
              <a:custGeom>
                <a:avLst/>
                <a:gdLst>
                  <a:gd name="T0" fmla="*/ 4763 w 226"/>
                  <a:gd name="T1" fmla="*/ 0 h 166"/>
                  <a:gd name="T2" fmla="*/ 4763 w 226"/>
                  <a:gd name="T3" fmla="*/ 0 h 166"/>
                  <a:gd name="T4" fmla="*/ 358775 w 226"/>
                  <a:gd name="T5" fmla="*/ 0 h 166"/>
                  <a:gd name="T6" fmla="*/ 358775 w 226"/>
                  <a:gd name="T7" fmla="*/ 0 h 166"/>
                  <a:gd name="T8" fmla="*/ 331788 w 226"/>
                  <a:gd name="T9" fmla="*/ 222250 h 166"/>
                  <a:gd name="T10" fmla="*/ 331788 w 226"/>
                  <a:gd name="T11" fmla="*/ 222250 h 166"/>
                  <a:gd name="T12" fmla="*/ 330200 w 226"/>
                  <a:gd name="T13" fmla="*/ 230188 h 166"/>
                  <a:gd name="T14" fmla="*/ 325438 w 226"/>
                  <a:gd name="T15" fmla="*/ 236538 h 166"/>
                  <a:gd name="T16" fmla="*/ 320675 w 226"/>
                  <a:gd name="T17" fmla="*/ 242888 h 166"/>
                  <a:gd name="T18" fmla="*/ 314325 w 226"/>
                  <a:gd name="T19" fmla="*/ 249238 h 166"/>
                  <a:gd name="T20" fmla="*/ 300038 w 226"/>
                  <a:gd name="T21" fmla="*/ 258763 h 166"/>
                  <a:gd name="T22" fmla="*/ 284163 w 226"/>
                  <a:gd name="T23" fmla="*/ 263525 h 166"/>
                  <a:gd name="T24" fmla="*/ 284163 w 226"/>
                  <a:gd name="T25" fmla="*/ 263525 h 166"/>
                  <a:gd name="T26" fmla="*/ 0 w 226"/>
                  <a:gd name="T27" fmla="*/ 223838 h 166"/>
                  <a:gd name="T28" fmla="*/ 0 w 226"/>
                  <a:gd name="T29" fmla="*/ 223838 h 166"/>
                  <a:gd name="T30" fmla="*/ 4763 w 226"/>
                  <a:gd name="T31" fmla="*/ 0 h 166"/>
                  <a:gd name="T32" fmla="*/ 4763 w 226"/>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6" h="166">
                    <a:moveTo>
                      <a:pt x="3" y="0"/>
                    </a:moveTo>
                    <a:lnTo>
                      <a:pt x="3" y="0"/>
                    </a:lnTo>
                    <a:lnTo>
                      <a:pt x="226" y="0"/>
                    </a:lnTo>
                    <a:lnTo>
                      <a:pt x="209" y="140"/>
                    </a:lnTo>
                    <a:lnTo>
                      <a:pt x="208" y="145"/>
                    </a:lnTo>
                    <a:lnTo>
                      <a:pt x="205" y="149"/>
                    </a:lnTo>
                    <a:lnTo>
                      <a:pt x="202" y="153"/>
                    </a:lnTo>
                    <a:lnTo>
                      <a:pt x="198" y="157"/>
                    </a:lnTo>
                    <a:lnTo>
                      <a:pt x="189" y="163"/>
                    </a:lnTo>
                    <a:lnTo>
                      <a:pt x="179" y="166"/>
                    </a:lnTo>
                    <a:lnTo>
                      <a:pt x="0" y="141"/>
                    </a:lnTo>
                    <a:lnTo>
                      <a:pt x="3" y="0"/>
                    </a:lnTo>
                    <a:close/>
                  </a:path>
                </a:pathLst>
              </a:custGeom>
              <a:solidFill>
                <a:srgbClr val="A3A3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6" name="ïṣľîdê">
                <a:extLst>
                  <a:ext uri="{FF2B5EF4-FFF2-40B4-BE49-F238E27FC236}">
                    <a16:creationId xmlns:a16="http://schemas.microsoft.com/office/drawing/2014/main" id="{637C93EB-D272-4FEF-B8E4-DFC54DF1280C}"/>
                  </a:ext>
                </a:extLst>
              </p:cNvPr>
              <p:cNvSpPr/>
              <p:nvPr/>
            </p:nvSpPr>
            <p:spPr bwMode="auto">
              <a:xfrm>
                <a:off x="3205163" y="5083175"/>
                <a:ext cx="352425" cy="263525"/>
              </a:xfrm>
              <a:custGeom>
                <a:avLst/>
                <a:gdLst>
                  <a:gd name="T0" fmla="*/ 3175 w 222"/>
                  <a:gd name="T1" fmla="*/ 0 h 166"/>
                  <a:gd name="T2" fmla="*/ 3175 w 222"/>
                  <a:gd name="T3" fmla="*/ 0 h 166"/>
                  <a:gd name="T4" fmla="*/ 352425 w 222"/>
                  <a:gd name="T5" fmla="*/ 0 h 166"/>
                  <a:gd name="T6" fmla="*/ 352425 w 222"/>
                  <a:gd name="T7" fmla="*/ 0 h 166"/>
                  <a:gd name="T8" fmla="*/ 325438 w 222"/>
                  <a:gd name="T9" fmla="*/ 222250 h 166"/>
                  <a:gd name="T10" fmla="*/ 325438 w 222"/>
                  <a:gd name="T11" fmla="*/ 222250 h 166"/>
                  <a:gd name="T12" fmla="*/ 323850 w 222"/>
                  <a:gd name="T13" fmla="*/ 230188 h 166"/>
                  <a:gd name="T14" fmla="*/ 319088 w 222"/>
                  <a:gd name="T15" fmla="*/ 236538 h 166"/>
                  <a:gd name="T16" fmla="*/ 314325 w 222"/>
                  <a:gd name="T17" fmla="*/ 242888 h 166"/>
                  <a:gd name="T18" fmla="*/ 307975 w 222"/>
                  <a:gd name="T19" fmla="*/ 249238 h 166"/>
                  <a:gd name="T20" fmla="*/ 293688 w 222"/>
                  <a:gd name="T21" fmla="*/ 258763 h 166"/>
                  <a:gd name="T22" fmla="*/ 277813 w 222"/>
                  <a:gd name="T23" fmla="*/ 263525 h 166"/>
                  <a:gd name="T24" fmla="*/ 277813 w 222"/>
                  <a:gd name="T25" fmla="*/ 263525 h 166"/>
                  <a:gd name="T26" fmla="*/ 0 w 222"/>
                  <a:gd name="T27" fmla="*/ 223838 h 166"/>
                  <a:gd name="T28" fmla="*/ 0 w 222"/>
                  <a:gd name="T29" fmla="*/ 223838 h 166"/>
                  <a:gd name="T30" fmla="*/ 3175 w 222"/>
                  <a:gd name="T31" fmla="*/ 0 h 166"/>
                  <a:gd name="T32" fmla="*/ 3175 w 222"/>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2" h="166">
                    <a:moveTo>
                      <a:pt x="2" y="0"/>
                    </a:moveTo>
                    <a:lnTo>
                      <a:pt x="2" y="0"/>
                    </a:lnTo>
                    <a:lnTo>
                      <a:pt x="222" y="0"/>
                    </a:lnTo>
                    <a:lnTo>
                      <a:pt x="205" y="140"/>
                    </a:lnTo>
                    <a:lnTo>
                      <a:pt x="204" y="145"/>
                    </a:lnTo>
                    <a:lnTo>
                      <a:pt x="201" y="149"/>
                    </a:lnTo>
                    <a:lnTo>
                      <a:pt x="198" y="153"/>
                    </a:lnTo>
                    <a:lnTo>
                      <a:pt x="194" y="157"/>
                    </a:lnTo>
                    <a:lnTo>
                      <a:pt x="185" y="163"/>
                    </a:lnTo>
                    <a:lnTo>
                      <a:pt x="175" y="166"/>
                    </a:lnTo>
                    <a:lnTo>
                      <a:pt x="0" y="141"/>
                    </a:lnTo>
                    <a:lnTo>
                      <a:pt x="2" y="0"/>
                    </a:lnTo>
                    <a:close/>
                  </a:path>
                </a:pathLst>
              </a:custGeom>
              <a:solidFill>
                <a:srgbClr val="A4A4A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7" name="íṩļiḓé">
                <a:extLst>
                  <a:ext uri="{FF2B5EF4-FFF2-40B4-BE49-F238E27FC236}">
                    <a16:creationId xmlns:a16="http://schemas.microsoft.com/office/drawing/2014/main" id="{C7CB2A65-DCE0-4F24-85EF-EF59CB39E049}"/>
                  </a:ext>
                </a:extLst>
              </p:cNvPr>
              <p:cNvSpPr/>
              <p:nvPr/>
            </p:nvSpPr>
            <p:spPr bwMode="auto">
              <a:xfrm>
                <a:off x="3211513" y="5083175"/>
                <a:ext cx="346075" cy="263525"/>
              </a:xfrm>
              <a:custGeom>
                <a:avLst/>
                <a:gdLst>
                  <a:gd name="T0" fmla="*/ 3175 w 218"/>
                  <a:gd name="T1" fmla="*/ 0 h 166"/>
                  <a:gd name="T2" fmla="*/ 3175 w 218"/>
                  <a:gd name="T3" fmla="*/ 0 h 166"/>
                  <a:gd name="T4" fmla="*/ 346075 w 218"/>
                  <a:gd name="T5" fmla="*/ 0 h 166"/>
                  <a:gd name="T6" fmla="*/ 346075 w 218"/>
                  <a:gd name="T7" fmla="*/ 0 h 166"/>
                  <a:gd name="T8" fmla="*/ 319088 w 218"/>
                  <a:gd name="T9" fmla="*/ 222250 h 166"/>
                  <a:gd name="T10" fmla="*/ 319088 w 218"/>
                  <a:gd name="T11" fmla="*/ 222250 h 166"/>
                  <a:gd name="T12" fmla="*/ 317500 w 218"/>
                  <a:gd name="T13" fmla="*/ 230188 h 166"/>
                  <a:gd name="T14" fmla="*/ 312738 w 218"/>
                  <a:gd name="T15" fmla="*/ 236538 h 166"/>
                  <a:gd name="T16" fmla="*/ 307975 w 218"/>
                  <a:gd name="T17" fmla="*/ 242888 h 166"/>
                  <a:gd name="T18" fmla="*/ 301625 w 218"/>
                  <a:gd name="T19" fmla="*/ 249238 h 166"/>
                  <a:gd name="T20" fmla="*/ 287338 w 218"/>
                  <a:gd name="T21" fmla="*/ 258763 h 166"/>
                  <a:gd name="T22" fmla="*/ 271463 w 218"/>
                  <a:gd name="T23" fmla="*/ 263525 h 166"/>
                  <a:gd name="T24" fmla="*/ 271463 w 218"/>
                  <a:gd name="T25" fmla="*/ 263525 h 166"/>
                  <a:gd name="T26" fmla="*/ 0 w 218"/>
                  <a:gd name="T27" fmla="*/ 222250 h 166"/>
                  <a:gd name="T28" fmla="*/ 0 w 218"/>
                  <a:gd name="T29" fmla="*/ 222250 h 166"/>
                  <a:gd name="T30" fmla="*/ 3175 w 218"/>
                  <a:gd name="T31" fmla="*/ 0 h 166"/>
                  <a:gd name="T32" fmla="*/ 3175 w 218"/>
                  <a:gd name="T33" fmla="*/ 0 h 1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8" h="166">
                    <a:moveTo>
                      <a:pt x="2" y="0"/>
                    </a:moveTo>
                    <a:lnTo>
                      <a:pt x="2" y="0"/>
                    </a:lnTo>
                    <a:lnTo>
                      <a:pt x="218" y="0"/>
                    </a:lnTo>
                    <a:lnTo>
                      <a:pt x="201" y="140"/>
                    </a:lnTo>
                    <a:lnTo>
                      <a:pt x="200" y="145"/>
                    </a:lnTo>
                    <a:lnTo>
                      <a:pt x="197" y="149"/>
                    </a:lnTo>
                    <a:lnTo>
                      <a:pt x="194" y="153"/>
                    </a:lnTo>
                    <a:lnTo>
                      <a:pt x="190" y="157"/>
                    </a:lnTo>
                    <a:lnTo>
                      <a:pt x="181" y="163"/>
                    </a:lnTo>
                    <a:lnTo>
                      <a:pt x="171" y="166"/>
                    </a:lnTo>
                    <a:lnTo>
                      <a:pt x="0" y="140"/>
                    </a:lnTo>
                    <a:lnTo>
                      <a:pt x="2" y="0"/>
                    </a:lnTo>
                    <a:close/>
                  </a:path>
                </a:pathLst>
              </a:custGeom>
              <a:solidFill>
                <a:srgbClr val="A4A4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8" name="is1îḑê">
                <a:extLst>
                  <a:ext uri="{FF2B5EF4-FFF2-40B4-BE49-F238E27FC236}">
                    <a16:creationId xmlns:a16="http://schemas.microsoft.com/office/drawing/2014/main" id="{30116A04-2B35-4E1E-815C-64E224252EF4}"/>
                  </a:ext>
                </a:extLst>
              </p:cNvPr>
              <p:cNvSpPr/>
              <p:nvPr/>
            </p:nvSpPr>
            <p:spPr bwMode="auto">
              <a:xfrm>
                <a:off x="3216276" y="5083175"/>
                <a:ext cx="341313" cy="260350"/>
              </a:xfrm>
              <a:custGeom>
                <a:avLst/>
                <a:gdLst>
                  <a:gd name="T0" fmla="*/ 4763 w 215"/>
                  <a:gd name="T1" fmla="*/ 0 h 164"/>
                  <a:gd name="T2" fmla="*/ 4763 w 215"/>
                  <a:gd name="T3" fmla="*/ 0 h 164"/>
                  <a:gd name="T4" fmla="*/ 341313 w 215"/>
                  <a:gd name="T5" fmla="*/ 0 h 164"/>
                  <a:gd name="T6" fmla="*/ 341313 w 215"/>
                  <a:gd name="T7" fmla="*/ 0 h 164"/>
                  <a:gd name="T8" fmla="*/ 314325 w 215"/>
                  <a:gd name="T9" fmla="*/ 222250 h 164"/>
                  <a:gd name="T10" fmla="*/ 314325 w 215"/>
                  <a:gd name="T11" fmla="*/ 222250 h 164"/>
                  <a:gd name="T12" fmla="*/ 312738 w 215"/>
                  <a:gd name="T13" fmla="*/ 230188 h 164"/>
                  <a:gd name="T14" fmla="*/ 309563 w 215"/>
                  <a:gd name="T15" fmla="*/ 236538 h 164"/>
                  <a:gd name="T16" fmla="*/ 303213 w 215"/>
                  <a:gd name="T17" fmla="*/ 242888 h 164"/>
                  <a:gd name="T18" fmla="*/ 296863 w 215"/>
                  <a:gd name="T19" fmla="*/ 249238 h 164"/>
                  <a:gd name="T20" fmla="*/ 282575 w 215"/>
                  <a:gd name="T21" fmla="*/ 258763 h 164"/>
                  <a:gd name="T22" fmla="*/ 268288 w 215"/>
                  <a:gd name="T23" fmla="*/ 260350 h 164"/>
                  <a:gd name="T24" fmla="*/ 268288 w 215"/>
                  <a:gd name="T25" fmla="*/ 260350 h 164"/>
                  <a:gd name="T26" fmla="*/ 0 w 215"/>
                  <a:gd name="T27" fmla="*/ 219075 h 164"/>
                  <a:gd name="T28" fmla="*/ 0 w 215"/>
                  <a:gd name="T29" fmla="*/ 219075 h 164"/>
                  <a:gd name="T30" fmla="*/ 4763 w 215"/>
                  <a:gd name="T31" fmla="*/ 0 h 164"/>
                  <a:gd name="T32" fmla="*/ 4763 w 215"/>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5" h="164">
                    <a:moveTo>
                      <a:pt x="3" y="0"/>
                    </a:moveTo>
                    <a:lnTo>
                      <a:pt x="3" y="0"/>
                    </a:lnTo>
                    <a:lnTo>
                      <a:pt x="215" y="0"/>
                    </a:lnTo>
                    <a:lnTo>
                      <a:pt x="198" y="140"/>
                    </a:lnTo>
                    <a:lnTo>
                      <a:pt x="197" y="145"/>
                    </a:lnTo>
                    <a:lnTo>
                      <a:pt x="195" y="149"/>
                    </a:lnTo>
                    <a:lnTo>
                      <a:pt x="191" y="153"/>
                    </a:lnTo>
                    <a:lnTo>
                      <a:pt x="187" y="157"/>
                    </a:lnTo>
                    <a:lnTo>
                      <a:pt x="178" y="163"/>
                    </a:lnTo>
                    <a:lnTo>
                      <a:pt x="169" y="164"/>
                    </a:lnTo>
                    <a:lnTo>
                      <a:pt x="0" y="138"/>
                    </a:lnTo>
                    <a:lnTo>
                      <a:pt x="3" y="0"/>
                    </a:lnTo>
                    <a:close/>
                  </a:path>
                </a:pathLst>
              </a:custGeom>
              <a:solidFill>
                <a:srgbClr val="A5A5A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79" name="ïşļîdè">
                <a:extLst>
                  <a:ext uri="{FF2B5EF4-FFF2-40B4-BE49-F238E27FC236}">
                    <a16:creationId xmlns:a16="http://schemas.microsoft.com/office/drawing/2014/main" id="{D763FBEE-D1B6-4B77-9687-AF7E162A8C15}"/>
                  </a:ext>
                </a:extLst>
              </p:cNvPr>
              <p:cNvSpPr/>
              <p:nvPr/>
            </p:nvSpPr>
            <p:spPr bwMode="auto">
              <a:xfrm>
                <a:off x="3222626" y="5083175"/>
                <a:ext cx="334963" cy="260350"/>
              </a:xfrm>
              <a:custGeom>
                <a:avLst/>
                <a:gdLst>
                  <a:gd name="T0" fmla="*/ 4763 w 211"/>
                  <a:gd name="T1" fmla="*/ 0 h 164"/>
                  <a:gd name="T2" fmla="*/ 4763 w 211"/>
                  <a:gd name="T3" fmla="*/ 0 h 164"/>
                  <a:gd name="T4" fmla="*/ 334963 w 211"/>
                  <a:gd name="T5" fmla="*/ 0 h 164"/>
                  <a:gd name="T6" fmla="*/ 334963 w 211"/>
                  <a:gd name="T7" fmla="*/ 0 h 164"/>
                  <a:gd name="T8" fmla="*/ 307975 w 211"/>
                  <a:gd name="T9" fmla="*/ 222250 h 164"/>
                  <a:gd name="T10" fmla="*/ 307975 w 211"/>
                  <a:gd name="T11" fmla="*/ 222250 h 164"/>
                  <a:gd name="T12" fmla="*/ 306388 w 211"/>
                  <a:gd name="T13" fmla="*/ 230188 h 164"/>
                  <a:gd name="T14" fmla="*/ 303213 w 211"/>
                  <a:gd name="T15" fmla="*/ 236538 h 164"/>
                  <a:gd name="T16" fmla="*/ 296863 w 211"/>
                  <a:gd name="T17" fmla="*/ 242888 h 164"/>
                  <a:gd name="T18" fmla="*/ 290513 w 211"/>
                  <a:gd name="T19" fmla="*/ 249238 h 164"/>
                  <a:gd name="T20" fmla="*/ 277813 w 211"/>
                  <a:gd name="T21" fmla="*/ 255588 h 164"/>
                  <a:gd name="T22" fmla="*/ 261938 w 211"/>
                  <a:gd name="T23" fmla="*/ 260350 h 164"/>
                  <a:gd name="T24" fmla="*/ 261938 w 211"/>
                  <a:gd name="T25" fmla="*/ 260350 h 164"/>
                  <a:gd name="T26" fmla="*/ 0 w 211"/>
                  <a:gd name="T27" fmla="*/ 217488 h 164"/>
                  <a:gd name="T28" fmla="*/ 0 w 211"/>
                  <a:gd name="T29" fmla="*/ 217488 h 164"/>
                  <a:gd name="T30" fmla="*/ 4763 w 211"/>
                  <a:gd name="T31" fmla="*/ 0 h 164"/>
                  <a:gd name="T32" fmla="*/ 4763 w 211"/>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1" h="164">
                    <a:moveTo>
                      <a:pt x="3" y="0"/>
                    </a:moveTo>
                    <a:lnTo>
                      <a:pt x="3" y="0"/>
                    </a:lnTo>
                    <a:lnTo>
                      <a:pt x="211" y="0"/>
                    </a:lnTo>
                    <a:lnTo>
                      <a:pt x="194" y="140"/>
                    </a:lnTo>
                    <a:lnTo>
                      <a:pt x="193" y="145"/>
                    </a:lnTo>
                    <a:lnTo>
                      <a:pt x="191" y="149"/>
                    </a:lnTo>
                    <a:lnTo>
                      <a:pt x="187" y="153"/>
                    </a:lnTo>
                    <a:lnTo>
                      <a:pt x="183" y="157"/>
                    </a:lnTo>
                    <a:lnTo>
                      <a:pt x="175" y="161"/>
                    </a:lnTo>
                    <a:lnTo>
                      <a:pt x="165" y="164"/>
                    </a:lnTo>
                    <a:lnTo>
                      <a:pt x="0" y="137"/>
                    </a:lnTo>
                    <a:lnTo>
                      <a:pt x="3" y="0"/>
                    </a:lnTo>
                    <a:close/>
                  </a:path>
                </a:pathLst>
              </a:custGeom>
              <a:solidFill>
                <a:srgbClr val="A6A6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0" name="íşļiḋe">
                <a:extLst>
                  <a:ext uri="{FF2B5EF4-FFF2-40B4-BE49-F238E27FC236}">
                    <a16:creationId xmlns:a16="http://schemas.microsoft.com/office/drawing/2014/main" id="{432CEE27-1628-409A-9F59-6F408E3EAE18}"/>
                  </a:ext>
                </a:extLst>
              </p:cNvPr>
              <p:cNvSpPr/>
              <p:nvPr/>
            </p:nvSpPr>
            <p:spPr bwMode="auto">
              <a:xfrm>
                <a:off x="3228976" y="5083175"/>
                <a:ext cx="328613" cy="260350"/>
              </a:xfrm>
              <a:custGeom>
                <a:avLst/>
                <a:gdLst>
                  <a:gd name="T0" fmla="*/ 4763 w 207"/>
                  <a:gd name="T1" fmla="*/ 0 h 164"/>
                  <a:gd name="T2" fmla="*/ 4763 w 207"/>
                  <a:gd name="T3" fmla="*/ 0 h 164"/>
                  <a:gd name="T4" fmla="*/ 328613 w 207"/>
                  <a:gd name="T5" fmla="*/ 0 h 164"/>
                  <a:gd name="T6" fmla="*/ 328613 w 207"/>
                  <a:gd name="T7" fmla="*/ 0 h 164"/>
                  <a:gd name="T8" fmla="*/ 301625 w 207"/>
                  <a:gd name="T9" fmla="*/ 222250 h 164"/>
                  <a:gd name="T10" fmla="*/ 301625 w 207"/>
                  <a:gd name="T11" fmla="*/ 222250 h 164"/>
                  <a:gd name="T12" fmla="*/ 300038 w 207"/>
                  <a:gd name="T13" fmla="*/ 230188 h 164"/>
                  <a:gd name="T14" fmla="*/ 296863 w 207"/>
                  <a:gd name="T15" fmla="*/ 236538 h 164"/>
                  <a:gd name="T16" fmla="*/ 290513 w 207"/>
                  <a:gd name="T17" fmla="*/ 242888 h 164"/>
                  <a:gd name="T18" fmla="*/ 284163 w 207"/>
                  <a:gd name="T19" fmla="*/ 247650 h 164"/>
                  <a:gd name="T20" fmla="*/ 271463 w 207"/>
                  <a:gd name="T21" fmla="*/ 255588 h 164"/>
                  <a:gd name="T22" fmla="*/ 255588 w 207"/>
                  <a:gd name="T23" fmla="*/ 260350 h 164"/>
                  <a:gd name="T24" fmla="*/ 255588 w 207"/>
                  <a:gd name="T25" fmla="*/ 260350 h 164"/>
                  <a:gd name="T26" fmla="*/ 0 w 207"/>
                  <a:gd name="T27" fmla="*/ 215900 h 164"/>
                  <a:gd name="T28" fmla="*/ 0 w 207"/>
                  <a:gd name="T29" fmla="*/ 215900 h 164"/>
                  <a:gd name="T30" fmla="*/ 4763 w 207"/>
                  <a:gd name="T31" fmla="*/ 0 h 164"/>
                  <a:gd name="T32" fmla="*/ 4763 w 207"/>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7" h="164">
                    <a:moveTo>
                      <a:pt x="3" y="0"/>
                    </a:moveTo>
                    <a:lnTo>
                      <a:pt x="3" y="0"/>
                    </a:lnTo>
                    <a:lnTo>
                      <a:pt x="207" y="0"/>
                    </a:lnTo>
                    <a:lnTo>
                      <a:pt x="190" y="140"/>
                    </a:lnTo>
                    <a:lnTo>
                      <a:pt x="189" y="145"/>
                    </a:lnTo>
                    <a:lnTo>
                      <a:pt x="187" y="149"/>
                    </a:lnTo>
                    <a:lnTo>
                      <a:pt x="183" y="153"/>
                    </a:lnTo>
                    <a:lnTo>
                      <a:pt x="179" y="156"/>
                    </a:lnTo>
                    <a:lnTo>
                      <a:pt x="171" y="161"/>
                    </a:lnTo>
                    <a:lnTo>
                      <a:pt x="161" y="164"/>
                    </a:lnTo>
                    <a:lnTo>
                      <a:pt x="0" y="136"/>
                    </a:lnTo>
                    <a:lnTo>
                      <a:pt x="3" y="0"/>
                    </a:lnTo>
                    <a:close/>
                  </a:path>
                </a:pathLst>
              </a:custGeom>
              <a:solidFill>
                <a:srgbClr val="A6A6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1" name="íśļiḑe">
                <a:extLst>
                  <a:ext uri="{FF2B5EF4-FFF2-40B4-BE49-F238E27FC236}">
                    <a16:creationId xmlns:a16="http://schemas.microsoft.com/office/drawing/2014/main" id="{226F02EE-3171-4BE3-8952-6161D928F3D2}"/>
                  </a:ext>
                </a:extLst>
              </p:cNvPr>
              <p:cNvSpPr/>
              <p:nvPr/>
            </p:nvSpPr>
            <p:spPr bwMode="auto">
              <a:xfrm>
                <a:off x="3235326" y="5083175"/>
                <a:ext cx="322263" cy="260350"/>
              </a:xfrm>
              <a:custGeom>
                <a:avLst/>
                <a:gdLst>
                  <a:gd name="T0" fmla="*/ 4763 w 203"/>
                  <a:gd name="T1" fmla="*/ 0 h 164"/>
                  <a:gd name="T2" fmla="*/ 4763 w 203"/>
                  <a:gd name="T3" fmla="*/ 0 h 164"/>
                  <a:gd name="T4" fmla="*/ 322263 w 203"/>
                  <a:gd name="T5" fmla="*/ 0 h 164"/>
                  <a:gd name="T6" fmla="*/ 322263 w 203"/>
                  <a:gd name="T7" fmla="*/ 0 h 164"/>
                  <a:gd name="T8" fmla="*/ 295275 w 203"/>
                  <a:gd name="T9" fmla="*/ 222250 h 164"/>
                  <a:gd name="T10" fmla="*/ 295275 w 203"/>
                  <a:gd name="T11" fmla="*/ 222250 h 164"/>
                  <a:gd name="T12" fmla="*/ 293688 w 203"/>
                  <a:gd name="T13" fmla="*/ 230188 h 164"/>
                  <a:gd name="T14" fmla="*/ 290513 w 203"/>
                  <a:gd name="T15" fmla="*/ 236538 h 164"/>
                  <a:gd name="T16" fmla="*/ 284163 w 203"/>
                  <a:gd name="T17" fmla="*/ 242888 h 164"/>
                  <a:gd name="T18" fmla="*/ 279400 w 203"/>
                  <a:gd name="T19" fmla="*/ 247650 h 164"/>
                  <a:gd name="T20" fmla="*/ 265113 w 203"/>
                  <a:gd name="T21" fmla="*/ 255588 h 164"/>
                  <a:gd name="T22" fmla="*/ 249238 w 203"/>
                  <a:gd name="T23" fmla="*/ 260350 h 164"/>
                  <a:gd name="T24" fmla="*/ 249238 w 203"/>
                  <a:gd name="T25" fmla="*/ 260350 h 164"/>
                  <a:gd name="T26" fmla="*/ 0 w 203"/>
                  <a:gd name="T27" fmla="*/ 212725 h 164"/>
                  <a:gd name="T28" fmla="*/ 0 w 203"/>
                  <a:gd name="T29" fmla="*/ 212725 h 164"/>
                  <a:gd name="T30" fmla="*/ 4763 w 203"/>
                  <a:gd name="T31" fmla="*/ 0 h 164"/>
                  <a:gd name="T32" fmla="*/ 4763 w 203"/>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3" h="164">
                    <a:moveTo>
                      <a:pt x="3" y="0"/>
                    </a:moveTo>
                    <a:lnTo>
                      <a:pt x="3" y="0"/>
                    </a:lnTo>
                    <a:lnTo>
                      <a:pt x="203" y="0"/>
                    </a:lnTo>
                    <a:lnTo>
                      <a:pt x="186" y="140"/>
                    </a:lnTo>
                    <a:lnTo>
                      <a:pt x="185" y="145"/>
                    </a:lnTo>
                    <a:lnTo>
                      <a:pt x="183" y="149"/>
                    </a:lnTo>
                    <a:lnTo>
                      <a:pt x="179" y="153"/>
                    </a:lnTo>
                    <a:lnTo>
                      <a:pt x="176" y="156"/>
                    </a:lnTo>
                    <a:lnTo>
                      <a:pt x="167" y="161"/>
                    </a:lnTo>
                    <a:lnTo>
                      <a:pt x="157" y="164"/>
                    </a:lnTo>
                    <a:lnTo>
                      <a:pt x="0" y="134"/>
                    </a:lnTo>
                    <a:lnTo>
                      <a:pt x="3" y="0"/>
                    </a:lnTo>
                    <a:close/>
                  </a:path>
                </a:pathLst>
              </a:custGeom>
              <a:solidFill>
                <a:srgbClr val="A7A7A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2" name="ïś1idè">
                <a:extLst>
                  <a:ext uri="{FF2B5EF4-FFF2-40B4-BE49-F238E27FC236}">
                    <a16:creationId xmlns:a16="http://schemas.microsoft.com/office/drawing/2014/main" id="{0C337212-5E98-4DC6-B352-7A099BFBC5E4}"/>
                  </a:ext>
                </a:extLst>
              </p:cNvPr>
              <p:cNvSpPr/>
              <p:nvPr/>
            </p:nvSpPr>
            <p:spPr bwMode="auto">
              <a:xfrm>
                <a:off x="3240088" y="5083175"/>
                <a:ext cx="317500" cy="260350"/>
              </a:xfrm>
              <a:custGeom>
                <a:avLst/>
                <a:gdLst>
                  <a:gd name="T0" fmla="*/ 4763 w 200"/>
                  <a:gd name="T1" fmla="*/ 0 h 164"/>
                  <a:gd name="T2" fmla="*/ 4763 w 200"/>
                  <a:gd name="T3" fmla="*/ 0 h 164"/>
                  <a:gd name="T4" fmla="*/ 317500 w 200"/>
                  <a:gd name="T5" fmla="*/ 0 h 164"/>
                  <a:gd name="T6" fmla="*/ 317500 w 200"/>
                  <a:gd name="T7" fmla="*/ 0 h 164"/>
                  <a:gd name="T8" fmla="*/ 290513 w 200"/>
                  <a:gd name="T9" fmla="*/ 222250 h 164"/>
                  <a:gd name="T10" fmla="*/ 290513 w 200"/>
                  <a:gd name="T11" fmla="*/ 222250 h 164"/>
                  <a:gd name="T12" fmla="*/ 288925 w 200"/>
                  <a:gd name="T13" fmla="*/ 230188 h 164"/>
                  <a:gd name="T14" fmla="*/ 285750 w 200"/>
                  <a:gd name="T15" fmla="*/ 236538 h 164"/>
                  <a:gd name="T16" fmla="*/ 279400 w 200"/>
                  <a:gd name="T17" fmla="*/ 242888 h 164"/>
                  <a:gd name="T18" fmla="*/ 274638 w 200"/>
                  <a:gd name="T19" fmla="*/ 247650 h 164"/>
                  <a:gd name="T20" fmla="*/ 260350 w 200"/>
                  <a:gd name="T21" fmla="*/ 255588 h 164"/>
                  <a:gd name="T22" fmla="*/ 247650 w 200"/>
                  <a:gd name="T23" fmla="*/ 260350 h 164"/>
                  <a:gd name="T24" fmla="*/ 247650 w 200"/>
                  <a:gd name="T25" fmla="*/ 260350 h 164"/>
                  <a:gd name="T26" fmla="*/ 0 w 200"/>
                  <a:gd name="T27" fmla="*/ 212725 h 164"/>
                  <a:gd name="T28" fmla="*/ 0 w 200"/>
                  <a:gd name="T29" fmla="*/ 212725 h 164"/>
                  <a:gd name="T30" fmla="*/ 4763 w 200"/>
                  <a:gd name="T31" fmla="*/ 0 h 164"/>
                  <a:gd name="T32" fmla="*/ 4763 w 200"/>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0" h="164">
                    <a:moveTo>
                      <a:pt x="3" y="0"/>
                    </a:moveTo>
                    <a:lnTo>
                      <a:pt x="3" y="0"/>
                    </a:lnTo>
                    <a:lnTo>
                      <a:pt x="200" y="0"/>
                    </a:lnTo>
                    <a:lnTo>
                      <a:pt x="183" y="140"/>
                    </a:lnTo>
                    <a:lnTo>
                      <a:pt x="182" y="145"/>
                    </a:lnTo>
                    <a:lnTo>
                      <a:pt x="180" y="149"/>
                    </a:lnTo>
                    <a:lnTo>
                      <a:pt x="176" y="153"/>
                    </a:lnTo>
                    <a:lnTo>
                      <a:pt x="173" y="156"/>
                    </a:lnTo>
                    <a:lnTo>
                      <a:pt x="164" y="161"/>
                    </a:lnTo>
                    <a:lnTo>
                      <a:pt x="156" y="164"/>
                    </a:lnTo>
                    <a:lnTo>
                      <a:pt x="0" y="134"/>
                    </a:lnTo>
                    <a:lnTo>
                      <a:pt x="3" y="0"/>
                    </a:lnTo>
                    <a:close/>
                  </a:path>
                </a:pathLst>
              </a:custGeom>
              <a:solidFill>
                <a:srgbClr val="A7A7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3" name="íşľiḋè">
                <a:extLst>
                  <a:ext uri="{FF2B5EF4-FFF2-40B4-BE49-F238E27FC236}">
                    <a16:creationId xmlns:a16="http://schemas.microsoft.com/office/drawing/2014/main" id="{E73B6661-664E-4592-B396-D089A112FD5C}"/>
                  </a:ext>
                </a:extLst>
              </p:cNvPr>
              <p:cNvSpPr/>
              <p:nvPr/>
            </p:nvSpPr>
            <p:spPr bwMode="auto">
              <a:xfrm>
                <a:off x="3246438" y="5083175"/>
                <a:ext cx="311150" cy="260350"/>
              </a:xfrm>
              <a:custGeom>
                <a:avLst/>
                <a:gdLst>
                  <a:gd name="T0" fmla="*/ 4763 w 196"/>
                  <a:gd name="T1" fmla="*/ 0 h 164"/>
                  <a:gd name="T2" fmla="*/ 4763 w 196"/>
                  <a:gd name="T3" fmla="*/ 0 h 164"/>
                  <a:gd name="T4" fmla="*/ 311150 w 196"/>
                  <a:gd name="T5" fmla="*/ 0 h 164"/>
                  <a:gd name="T6" fmla="*/ 311150 w 196"/>
                  <a:gd name="T7" fmla="*/ 0 h 164"/>
                  <a:gd name="T8" fmla="*/ 284163 w 196"/>
                  <a:gd name="T9" fmla="*/ 222250 h 164"/>
                  <a:gd name="T10" fmla="*/ 284163 w 196"/>
                  <a:gd name="T11" fmla="*/ 222250 h 164"/>
                  <a:gd name="T12" fmla="*/ 282575 w 196"/>
                  <a:gd name="T13" fmla="*/ 230188 h 164"/>
                  <a:gd name="T14" fmla="*/ 279400 w 196"/>
                  <a:gd name="T15" fmla="*/ 236538 h 164"/>
                  <a:gd name="T16" fmla="*/ 273050 w 196"/>
                  <a:gd name="T17" fmla="*/ 242888 h 164"/>
                  <a:gd name="T18" fmla="*/ 268288 w 196"/>
                  <a:gd name="T19" fmla="*/ 247650 h 164"/>
                  <a:gd name="T20" fmla="*/ 254000 w 196"/>
                  <a:gd name="T21" fmla="*/ 255588 h 164"/>
                  <a:gd name="T22" fmla="*/ 241300 w 196"/>
                  <a:gd name="T23" fmla="*/ 260350 h 164"/>
                  <a:gd name="T24" fmla="*/ 241300 w 196"/>
                  <a:gd name="T25" fmla="*/ 260350 h 164"/>
                  <a:gd name="T26" fmla="*/ 0 w 196"/>
                  <a:gd name="T27" fmla="*/ 211138 h 164"/>
                  <a:gd name="T28" fmla="*/ 0 w 196"/>
                  <a:gd name="T29" fmla="*/ 211138 h 164"/>
                  <a:gd name="T30" fmla="*/ 4763 w 196"/>
                  <a:gd name="T31" fmla="*/ 0 h 164"/>
                  <a:gd name="T32" fmla="*/ 4763 w 196"/>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6" h="164">
                    <a:moveTo>
                      <a:pt x="3" y="0"/>
                    </a:moveTo>
                    <a:lnTo>
                      <a:pt x="3" y="0"/>
                    </a:lnTo>
                    <a:lnTo>
                      <a:pt x="196" y="0"/>
                    </a:lnTo>
                    <a:lnTo>
                      <a:pt x="179" y="140"/>
                    </a:lnTo>
                    <a:lnTo>
                      <a:pt x="178" y="145"/>
                    </a:lnTo>
                    <a:lnTo>
                      <a:pt x="176" y="149"/>
                    </a:lnTo>
                    <a:lnTo>
                      <a:pt x="172" y="153"/>
                    </a:lnTo>
                    <a:lnTo>
                      <a:pt x="169" y="156"/>
                    </a:lnTo>
                    <a:lnTo>
                      <a:pt x="160" y="161"/>
                    </a:lnTo>
                    <a:lnTo>
                      <a:pt x="152" y="164"/>
                    </a:lnTo>
                    <a:lnTo>
                      <a:pt x="0" y="133"/>
                    </a:lnTo>
                    <a:lnTo>
                      <a:pt x="3" y="0"/>
                    </a:lnTo>
                    <a:close/>
                  </a:path>
                </a:pathLst>
              </a:custGeom>
              <a:solidFill>
                <a:srgbClr val="A8A8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4" name="ïṡḷiḓè">
                <a:extLst>
                  <a:ext uri="{FF2B5EF4-FFF2-40B4-BE49-F238E27FC236}">
                    <a16:creationId xmlns:a16="http://schemas.microsoft.com/office/drawing/2014/main" id="{6EFCBB21-B27A-4DC3-9FE4-55F9FFB2C788}"/>
                  </a:ext>
                </a:extLst>
              </p:cNvPr>
              <p:cNvSpPr/>
              <p:nvPr/>
            </p:nvSpPr>
            <p:spPr bwMode="auto">
              <a:xfrm>
                <a:off x="3252788" y="5083175"/>
                <a:ext cx="304800" cy="260350"/>
              </a:xfrm>
              <a:custGeom>
                <a:avLst/>
                <a:gdLst>
                  <a:gd name="T0" fmla="*/ 4763 w 192"/>
                  <a:gd name="T1" fmla="*/ 0 h 164"/>
                  <a:gd name="T2" fmla="*/ 4763 w 192"/>
                  <a:gd name="T3" fmla="*/ 0 h 164"/>
                  <a:gd name="T4" fmla="*/ 304800 w 192"/>
                  <a:gd name="T5" fmla="*/ 0 h 164"/>
                  <a:gd name="T6" fmla="*/ 304800 w 192"/>
                  <a:gd name="T7" fmla="*/ 0 h 164"/>
                  <a:gd name="T8" fmla="*/ 277813 w 192"/>
                  <a:gd name="T9" fmla="*/ 222250 h 164"/>
                  <a:gd name="T10" fmla="*/ 277813 w 192"/>
                  <a:gd name="T11" fmla="*/ 222250 h 164"/>
                  <a:gd name="T12" fmla="*/ 276225 w 192"/>
                  <a:gd name="T13" fmla="*/ 230188 h 164"/>
                  <a:gd name="T14" fmla="*/ 273050 w 192"/>
                  <a:gd name="T15" fmla="*/ 236538 h 164"/>
                  <a:gd name="T16" fmla="*/ 268288 w 192"/>
                  <a:gd name="T17" fmla="*/ 242888 h 164"/>
                  <a:gd name="T18" fmla="*/ 261938 w 192"/>
                  <a:gd name="T19" fmla="*/ 247650 h 164"/>
                  <a:gd name="T20" fmla="*/ 249238 w 192"/>
                  <a:gd name="T21" fmla="*/ 255588 h 164"/>
                  <a:gd name="T22" fmla="*/ 234950 w 192"/>
                  <a:gd name="T23" fmla="*/ 260350 h 164"/>
                  <a:gd name="T24" fmla="*/ 234950 w 192"/>
                  <a:gd name="T25" fmla="*/ 260350 h 164"/>
                  <a:gd name="T26" fmla="*/ 0 w 192"/>
                  <a:gd name="T27" fmla="*/ 209550 h 164"/>
                  <a:gd name="T28" fmla="*/ 0 w 192"/>
                  <a:gd name="T29" fmla="*/ 209550 h 164"/>
                  <a:gd name="T30" fmla="*/ 4763 w 192"/>
                  <a:gd name="T31" fmla="*/ 0 h 164"/>
                  <a:gd name="T32" fmla="*/ 4763 w 192"/>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164">
                    <a:moveTo>
                      <a:pt x="3" y="0"/>
                    </a:moveTo>
                    <a:lnTo>
                      <a:pt x="3" y="0"/>
                    </a:lnTo>
                    <a:lnTo>
                      <a:pt x="192" y="0"/>
                    </a:lnTo>
                    <a:lnTo>
                      <a:pt x="175" y="140"/>
                    </a:lnTo>
                    <a:lnTo>
                      <a:pt x="174" y="145"/>
                    </a:lnTo>
                    <a:lnTo>
                      <a:pt x="172" y="149"/>
                    </a:lnTo>
                    <a:lnTo>
                      <a:pt x="169" y="153"/>
                    </a:lnTo>
                    <a:lnTo>
                      <a:pt x="165" y="156"/>
                    </a:lnTo>
                    <a:lnTo>
                      <a:pt x="157" y="161"/>
                    </a:lnTo>
                    <a:lnTo>
                      <a:pt x="148" y="164"/>
                    </a:lnTo>
                    <a:lnTo>
                      <a:pt x="0" y="132"/>
                    </a:lnTo>
                    <a:lnTo>
                      <a:pt x="3" y="0"/>
                    </a:lnTo>
                    <a:close/>
                  </a:path>
                </a:pathLst>
              </a:custGeom>
              <a:solidFill>
                <a:srgbClr val="A9A9A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5" name="ísļïḋe">
                <a:extLst>
                  <a:ext uri="{FF2B5EF4-FFF2-40B4-BE49-F238E27FC236}">
                    <a16:creationId xmlns:a16="http://schemas.microsoft.com/office/drawing/2014/main" id="{B5D6B072-4154-4A85-B03A-625FEBF104BF}"/>
                  </a:ext>
                </a:extLst>
              </p:cNvPr>
              <p:cNvSpPr/>
              <p:nvPr/>
            </p:nvSpPr>
            <p:spPr bwMode="auto">
              <a:xfrm>
                <a:off x="3259138" y="5083175"/>
                <a:ext cx="298450" cy="260350"/>
              </a:xfrm>
              <a:custGeom>
                <a:avLst/>
                <a:gdLst>
                  <a:gd name="T0" fmla="*/ 4763 w 188"/>
                  <a:gd name="T1" fmla="*/ 0 h 164"/>
                  <a:gd name="T2" fmla="*/ 4763 w 188"/>
                  <a:gd name="T3" fmla="*/ 0 h 164"/>
                  <a:gd name="T4" fmla="*/ 298450 w 188"/>
                  <a:gd name="T5" fmla="*/ 0 h 164"/>
                  <a:gd name="T6" fmla="*/ 298450 w 188"/>
                  <a:gd name="T7" fmla="*/ 0 h 164"/>
                  <a:gd name="T8" fmla="*/ 271463 w 188"/>
                  <a:gd name="T9" fmla="*/ 222250 h 164"/>
                  <a:gd name="T10" fmla="*/ 271463 w 188"/>
                  <a:gd name="T11" fmla="*/ 222250 h 164"/>
                  <a:gd name="T12" fmla="*/ 269875 w 188"/>
                  <a:gd name="T13" fmla="*/ 230188 h 164"/>
                  <a:gd name="T14" fmla="*/ 266700 w 188"/>
                  <a:gd name="T15" fmla="*/ 236538 h 164"/>
                  <a:gd name="T16" fmla="*/ 261938 w 188"/>
                  <a:gd name="T17" fmla="*/ 242888 h 164"/>
                  <a:gd name="T18" fmla="*/ 255588 w 188"/>
                  <a:gd name="T19" fmla="*/ 247650 h 164"/>
                  <a:gd name="T20" fmla="*/ 242888 w 188"/>
                  <a:gd name="T21" fmla="*/ 255588 h 164"/>
                  <a:gd name="T22" fmla="*/ 228600 w 188"/>
                  <a:gd name="T23" fmla="*/ 260350 h 164"/>
                  <a:gd name="T24" fmla="*/ 228600 w 188"/>
                  <a:gd name="T25" fmla="*/ 260350 h 164"/>
                  <a:gd name="T26" fmla="*/ 0 w 188"/>
                  <a:gd name="T27" fmla="*/ 206375 h 164"/>
                  <a:gd name="T28" fmla="*/ 0 w 188"/>
                  <a:gd name="T29" fmla="*/ 206375 h 164"/>
                  <a:gd name="T30" fmla="*/ 4763 w 188"/>
                  <a:gd name="T31" fmla="*/ 0 h 164"/>
                  <a:gd name="T32" fmla="*/ 4763 w 188"/>
                  <a:gd name="T33" fmla="*/ 0 h 1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8" h="164">
                    <a:moveTo>
                      <a:pt x="3" y="0"/>
                    </a:moveTo>
                    <a:lnTo>
                      <a:pt x="3" y="0"/>
                    </a:lnTo>
                    <a:lnTo>
                      <a:pt x="188" y="0"/>
                    </a:lnTo>
                    <a:lnTo>
                      <a:pt x="171" y="140"/>
                    </a:lnTo>
                    <a:lnTo>
                      <a:pt x="170" y="145"/>
                    </a:lnTo>
                    <a:lnTo>
                      <a:pt x="168" y="149"/>
                    </a:lnTo>
                    <a:lnTo>
                      <a:pt x="165" y="153"/>
                    </a:lnTo>
                    <a:lnTo>
                      <a:pt x="161" y="156"/>
                    </a:lnTo>
                    <a:lnTo>
                      <a:pt x="153" y="161"/>
                    </a:lnTo>
                    <a:lnTo>
                      <a:pt x="144" y="164"/>
                    </a:lnTo>
                    <a:lnTo>
                      <a:pt x="0" y="130"/>
                    </a:lnTo>
                    <a:lnTo>
                      <a:pt x="3" y="0"/>
                    </a:lnTo>
                    <a:close/>
                  </a:path>
                </a:pathLst>
              </a:custGeom>
              <a:solidFill>
                <a:srgbClr val="A9A9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6" name="íślîďè">
                <a:extLst>
                  <a:ext uri="{FF2B5EF4-FFF2-40B4-BE49-F238E27FC236}">
                    <a16:creationId xmlns:a16="http://schemas.microsoft.com/office/drawing/2014/main" id="{EC73F6C3-4274-4519-9A7E-307C64BF0368}"/>
                  </a:ext>
                </a:extLst>
              </p:cNvPr>
              <p:cNvSpPr/>
              <p:nvPr/>
            </p:nvSpPr>
            <p:spPr bwMode="auto">
              <a:xfrm>
                <a:off x="3265488" y="5083175"/>
                <a:ext cx="292100" cy="260350"/>
              </a:xfrm>
              <a:custGeom>
                <a:avLst/>
                <a:gdLst>
                  <a:gd name="T0" fmla="*/ 4763 w 184"/>
                  <a:gd name="T1" fmla="*/ 0 h 164"/>
                  <a:gd name="T2" fmla="*/ 4763 w 184"/>
                  <a:gd name="T3" fmla="*/ 0 h 164"/>
                  <a:gd name="T4" fmla="*/ 292100 w 184"/>
                  <a:gd name="T5" fmla="*/ 0 h 164"/>
                  <a:gd name="T6" fmla="*/ 292100 w 184"/>
                  <a:gd name="T7" fmla="*/ 0 h 164"/>
                  <a:gd name="T8" fmla="*/ 265113 w 184"/>
                  <a:gd name="T9" fmla="*/ 222250 h 164"/>
                  <a:gd name="T10" fmla="*/ 265113 w 184"/>
                  <a:gd name="T11" fmla="*/ 222250 h 164"/>
                  <a:gd name="T12" fmla="*/ 263525 w 184"/>
                  <a:gd name="T13" fmla="*/ 230188 h 164"/>
                  <a:gd name="T14" fmla="*/ 260350 w 184"/>
                  <a:gd name="T15" fmla="*/ 236538 h 164"/>
                  <a:gd name="T16" fmla="*/ 249238 w 184"/>
                  <a:gd name="T17" fmla="*/ 247650 h 164"/>
                  <a:gd name="T18" fmla="*/ 236538 w 184"/>
                  <a:gd name="T19" fmla="*/ 255588 h 164"/>
                  <a:gd name="T20" fmla="*/ 223838 w 184"/>
                  <a:gd name="T21" fmla="*/ 260350 h 164"/>
                  <a:gd name="T22" fmla="*/ 223838 w 184"/>
                  <a:gd name="T23" fmla="*/ 260350 h 164"/>
                  <a:gd name="T24" fmla="*/ 0 w 184"/>
                  <a:gd name="T25" fmla="*/ 204788 h 164"/>
                  <a:gd name="T26" fmla="*/ 0 w 184"/>
                  <a:gd name="T27" fmla="*/ 204788 h 164"/>
                  <a:gd name="T28" fmla="*/ 4763 w 184"/>
                  <a:gd name="T29" fmla="*/ 0 h 164"/>
                  <a:gd name="T30" fmla="*/ 4763 w 184"/>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4" h="164">
                    <a:moveTo>
                      <a:pt x="3" y="0"/>
                    </a:moveTo>
                    <a:lnTo>
                      <a:pt x="3" y="0"/>
                    </a:lnTo>
                    <a:lnTo>
                      <a:pt x="184" y="0"/>
                    </a:lnTo>
                    <a:lnTo>
                      <a:pt x="167" y="140"/>
                    </a:lnTo>
                    <a:lnTo>
                      <a:pt x="166" y="145"/>
                    </a:lnTo>
                    <a:lnTo>
                      <a:pt x="164" y="149"/>
                    </a:lnTo>
                    <a:lnTo>
                      <a:pt x="157" y="156"/>
                    </a:lnTo>
                    <a:lnTo>
                      <a:pt x="149" y="161"/>
                    </a:lnTo>
                    <a:lnTo>
                      <a:pt x="141" y="164"/>
                    </a:lnTo>
                    <a:lnTo>
                      <a:pt x="0" y="129"/>
                    </a:lnTo>
                    <a:lnTo>
                      <a:pt x="3" y="0"/>
                    </a:lnTo>
                    <a:close/>
                  </a:path>
                </a:pathLst>
              </a:custGeom>
              <a:solidFill>
                <a:srgbClr val="AAAAA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7" name="ïşļïḑe">
                <a:extLst>
                  <a:ext uri="{FF2B5EF4-FFF2-40B4-BE49-F238E27FC236}">
                    <a16:creationId xmlns:a16="http://schemas.microsoft.com/office/drawing/2014/main" id="{E71A00E0-DA84-4520-985A-A55E782BDC08}"/>
                  </a:ext>
                </a:extLst>
              </p:cNvPr>
              <p:cNvSpPr/>
              <p:nvPr/>
            </p:nvSpPr>
            <p:spPr bwMode="auto">
              <a:xfrm>
                <a:off x="3270251" y="5083175"/>
                <a:ext cx="287338" cy="260350"/>
              </a:xfrm>
              <a:custGeom>
                <a:avLst/>
                <a:gdLst>
                  <a:gd name="T0" fmla="*/ 6350 w 181"/>
                  <a:gd name="T1" fmla="*/ 0 h 164"/>
                  <a:gd name="T2" fmla="*/ 6350 w 181"/>
                  <a:gd name="T3" fmla="*/ 0 h 164"/>
                  <a:gd name="T4" fmla="*/ 287338 w 181"/>
                  <a:gd name="T5" fmla="*/ 0 h 164"/>
                  <a:gd name="T6" fmla="*/ 287338 w 181"/>
                  <a:gd name="T7" fmla="*/ 0 h 164"/>
                  <a:gd name="T8" fmla="*/ 260350 w 181"/>
                  <a:gd name="T9" fmla="*/ 222250 h 164"/>
                  <a:gd name="T10" fmla="*/ 260350 w 181"/>
                  <a:gd name="T11" fmla="*/ 222250 h 164"/>
                  <a:gd name="T12" fmla="*/ 258763 w 181"/>
                  <a:gd name="T13" fmla="*/ 230188 h 164"/>
                  <a:gd name="T14" fmla="*/ 255588 w 181"/>
                  <a:gd name="T15" fmla="*/ 236538 h 164"/>
                  <a:gd name="T16" fmla="*/ 244475 w 181"/>
                  <a:gd name="T17" fmla="*/ 247650 h 164"/>
                  <a:gd name="T18" fmla="*/ 231775 w 181"/>
                  <a:gd name="T19" fmla="*/ 254000 h 164"/>
                  <a:gd name="T20" fmla="*/ 219075 w 181"/>
                  <a:gd name="T21" fmla="*/ 260350 h 164"/>
                  <a:gd name="T22" fmla="*/ 219075 w 181"/>
                  <a:gd name="T23" fmla="*/ 260350 h 164"/>
                  <a:gd name="T24" fmla="*/ 0 w 181"/>
                  <a:gd name="T25" fmla="*/ 203200 h 164"/>
                  <a:gd name="T26" fmla="*/ 0 w 181"/>
                  <a:gd name="T27" fmla="*/ 203200 h 164"/>
                  <a:gd name="T28" fmla="*/ 6350 w 181"/>
                  <a:gd name="T29" fmla="*/ 0 h 164"/>
                  <a:gd name="T30" fmla="*/ 6350 w 181"/>
                  <a:gd name="T31" fmla="*/ 0 h 1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1" h="164">
                    <a:moveTo>
                      <a:pt x="4" y="0"/>
                    </a:moveTo>
                    <a:lnTo>
                      <a:pt x="4" y="0"/>
                    </a:lnTo>
                    <a:lnTo>
                      <a:pt x="181" y="0"/>
                    </a:lnTo>
                    <a:lnTo>
                      <a:pt x="164" y="140"/>
                    </a:lnTo>
                    <a:lnTo>
                      <a:pt x="163" y="145"/>
                    </a:lnTo>
                    <a:lnTo>
                      <a:pt x="161" y="149"/>
                    </a:lnTo>
                    <a:lnTo>
                      <a:pt x="154" y="156"/>
                    </a:lnTo>
                    <a:lnTo>
                      <a:pt x="146" y="160"/>
                    </a:lnTo>
                    <a:lnTo>
                      <a:pt x="138" y="164"/>
                    </a:lnTo>
                    <a:lnTo>
                      <a:pt x="0" y="128"/>
                    </a:lnTo>
                    <a:lnTo>
                      <a:pt x="4" y="0"/>
                    </a:lnTo>
                    <a:close/>
                  </a:path>
                </a:pathLst>
              </a:custGeom>
              <a:solidFill>
                <a:srgbClr val="AAAAA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8" name="ïṣḻíḋe">
                <a:extLst>
                  <a:ext uri="{FF2B5EF4-FFF2-40B4-BE49-F238E27FC236}">
                    <a16:creationId xmlns:a16="http://schemas.microsoft.com/office/drawing/2014/main" id="{3AD3E220-ED7C-4D4D-9E09-54FCE5D5FE11}"/>
                  </a:ext>
                </a:extLst>
              </p:cNvPr>
              <p:cNvSpPr/>
              <p:nvPr/>
            </p:nvSpPr>
            <p:spPr bwMode="auto">
              <a:xfrm>
                <a:off x="3276601" y="5083175"/>
                <a:ext cx="280988" cy="258763"/>
              </a:xfrm>
              <a:custGeom>
                <a:avLst/>
                <a:gdLst>
                  <a:gd name="T0" fmla="*/ 6350 w 177"/>
                  <a:gd name="T1" fmla="*/ 0 h 163"/>
                  <a:gd name="T2" fmla="*/ 6350 w 177"/>
                  <a:gd name="T3" fmla="*/ 0 h 163"/>
                  <a:gd name="T4" fmla="*/ 280988 w 177"/>
                  <a:gd name="T5" fmla="*/ 0 h 163"/>
                  <a:gd name="T6" fmla="*/ 280988 w 177"/>
                  <a:gd name="T7" fmla="*/ 0 h 163"/>
                  <a:gd name="T8" fmla="*/ 254000 w 177"/>
                  <a:gd name="T9" fmla="*/ 222250 h 163"/>
                  <a:gd name="T10" fmla="*/ 254000 w 177"/>
                  <a:gd name="T11" fmla="*/ 222250 h 163"/>
                  <a:gd name="T12" fmla="*/ 252413 w 177"/>
                  <a:gd name="T13" fmla="*/ 230188 h 163"/>
                  <a:gd name="T14" fmla="*/ 249238 w 177"/>
                  <a:gd name="T15" fmla="*/ 236538 h 163"/>
                  <a:gd name="T16" fmla="*/ 238125 w 177"/>
                  <a:gd name="T17" fmla="*/ 247650 h 163"/>
                  <a:gd name="T18" fmla="*/ 225425 w 177"/>
                  <a:gd name="T19" fmla="*/ 254000 h 163"/>
                  <a:gd name="T20" fmla="*/ 212725 w 177"/>
                  <a:gd name="T21" fmla="*/ 258763 h 163"/>
                  <a:gd name="T22" fmla="*/ 212725 w 177"/>
                  <a:gd name="T23" fmla="*/ 258763 h 163"/>
                  <a:gd name="T24" fmla="*/ 0 w 177"/>
                  <a:gd name="T25" fmla="*/ 203200 h 163"/>
                  <a:gd name="T26" fmla="*/ 0 w 177"/>
                  <a:gd name="T27" fmla="*/ 203200 h 163"/>
                  <a:gd name="T28" fmla="*/ 6350 w 177"/>
                  <a:gd name="T29" fmla="*/ 0 h 163"/>
                  <a:gd name="T30" fmla="*/ 6350 w 17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7" h="163">
                    <a:moveTo>
                      <a:pt x="4" y="0"/>
                    </a:moveTo>
                    <a:lnTo>
                      <a:pt x="4" y="0"/>
                    </a:lnTo>
                    <a:lnTo>
                      <a:pt x="177" y="0"/>
                    </a:lnTo>
                    <a:lnTo>
                      <a:pt x="160" y="140"/>
                    </a:lnTo>
                    <a:lnTo>
                      <a:pt x="159" y="145"/>
                    </a:lnTo>
                    <a:lnTo>
                      <a:pt x="157" y="149"/>
                    </a:lnTo>
                    <a:lnTo>
                      <a:pt x="150" y="156"/>
                    </a:lnTo>
                    <a:lnTo>
                      <a:pt x="142" y="160"/>
                    </a:lnTo>
                    <a:lnTo>
                      <a:pt x="134" y="163"/>
                    </a:lnTo>
                    <a:lnTo>
                      <a:pt x="0" y="128"/>
                    </a:lnTo>
                    <a:lnTo>
                      <a:pt x="4" y="0"/>
                    </a:lnTo>
                    <a:close/>
                  </a:path>
                </a:pathLst>
              </a:custGeom>
              <a:solidFill>
                <a:srgbClr val="ABAB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89" name="iśḷidê">
                <a:extLst>
                  <a:ext uri="{FF2B5EF4-FFF2-40B4-BE49-F238E27FC236}">
                    <a16:creationId xmlns:a16="http://schemas.microsoft.com/office/drawing/2014/main" id="{B86AD105-D772-4AF9-A758-186785C08B06}"/>
                  </a:ext>
                </a:extLst>
              </p:cNvPr>
              <p:cNvSpPr/>
              <p:nvPr/>
            </p:nvSpPr>
            <p:spPr bwMode="auto">
              <a:xfrm>
                <a:off x="3282951" y="5083175"/>
                <a:ext cx="274638" cy="258763"/>
              </a:xfrm>
              <a:custGeom>
                <a:avLst/>
                <a:gdLst>
                  <a:gd name="T0" fmla="*/ 4763 w 173"/>
                  <a:gd name="T1" fmla="*/ 0 h 163"/>
                  <a:gd name="T2" fmla="*/ 4763 w 173"/>
                  <a:gd name="T3" fmla="*/ 0 h 163"/>
                  <a:gd name="T4" fmla="*/ 274638 w 173"/>
                  <a:gd name="T5" fmla="*/ 0 h 163"/>
                  <a:gd name="T6" fmla="*/ 274638 w 173"/>
                  <a:gd name="T7" fmla="*/ 0 h 163"/>
                  <a:gd name="T8" fmla="*/ 247650 w 173"/>
                  <a:gd name="T9" fmla="*/ 222250 h 163"/>
                  <a:gd name="T10" fmla="*/ 247650 w 173"/>
                  <a:gd name="T11" fmla="*/ 222250 h 163"/>
                  <a:gd name="T12" fmla="*/ 246063 w 173"/>
                  <a:gd name="T13" fmla="*/ 230188 h 163"/>
                  <a:gd name="T14" fmla="*/ 242888 w 173"/>
                  <a:gd name="T15" fmla="*/ 236538 h 163"/>
                  <a:gd name="T16" fmla="*/ 231775 w 173"/>
                  <a:gd name="T17" fmla="*/ 247650 h 163"/>
                  <a:gd name="T18" fmla="*/ 222250 w 173"/>
                  <a:gd name="T19" fmla="*/ 254000 h 163"/>
                  <a:gd name="T20" fmla="*/ 209550 w 173"/>
                  <a:gd name="T21" fmla="*/ 258763 h 163"/>
                  <a:gd name="T22" fmla="*/ 209550 w 173"/>
                  <a:gd name="T23" fmla="*/ 258763 h 163"/>
                  <a:gd name="T24" fmla="*/ 0 w 173"/>
                  <a:gd name="T25" fmla="*/ 200025 h 163"/>
                  <a:gd name="T26" fmla="*/ 0 w 173"/>
                  <a:gd name="T27" fmla="*/ 200025 h 163"/>
                  <a:gd name="T28" fmla="*/ 4763 w 173"/>
                  <a:gd name="T29" fmla="*/ 0 h 163"/>
                  <a:gd name="T30" fmla="*/ 4763 w 17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 h="163">
                    <a:moveTo>
                      <a:pt x="3" y="0"/>
                    </a:moveTo>
                    <a:lnTo>
                      <a:pt x="3" y="0"/>
                    </a:lnTo>
                    <a:lnTo>
                      <a:pt x="173" y="0"/>
                    </a:lnTo>
                    <a:lnTo>
                      <a:pt x="156" y="140"/>
                    </a:lnTo>
                    <a:lnTo>
                      <a:pt x="155" y="145"/>
                    </a:lnTo>
                    <a:lnTo>
                      <a:pt x="153" y="149"/>
                    </a:lnTo>
                    <a:lnTo>
                      <a:pt x="146" y="156"/>
                    </a:lnTo>
                    <a:lnTo>
                      <a:pt x="140" y="160"/>
                    </a:lnTo>
                    <a:lnTo>
                      <a:pt x="132" y="163"/>
                    </a:lnTo>
                    <a:lnTo>
                      <a:pt x="0" y="126"/>
                    </a:lnTo>
                    <a:lnTo>
                      <a:pt x="3" y="0"/>
                    </a:lnTo>
                    <a:close/>
                  </a:path>
                </a:pathLst>
              </a:custGeom>
              <a:solidFill>
                <a:srgbClr val="ACAC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0" name="íśľíḓè">
                <a:extLst>
                  <a:ext uri="{FF2B5EF4-FFF2-40B4-BE49-F238E27FC236}">
                    <a16:creationId xmlns:a16="http://schemas.microsoft.com/office/drawing/2014/main" id="{EE7534F8-6334-4FAB-B1F0-B4A5D508681C}"/>
                  </a:ext>
                </a:extLst>
              </p:cNvPr>
              <p:cNvSpPr/>
              <p:nvPr/>
            </p:nvSpPr>
            <p:spPr bwMode="auto">
              <a:xfrm>
                <a:off x="3289301" y="5083175"/>
                <a:ext cx="268288" cy="258763"/>
              </a:xfrm>
              <a:custGeom>
                <a:avLst/>
                <a:gdLst>
                  <a:gd name="T0" fmla="*/ 4763 w 169"/>
                  <a:gd name="T1" fmla="*/ 0 h 163"/>
                  <a:gd name="T2" fmla="*/ 4763 w 169"/>
                  <a:gd name="T3" fmla="*/ 0 h 163"/>
                  <a:gd name="T4" fmla="*/ 268288 w 169"/>
                  <a:gd name="T5" fmla="*/ 0 h 163"/>
                  <a:gd name="T6" fmla="*/ 268288 w 169"/>
                  <a:gd name="T7" fmla="*/ 0 h 163"/>
                  <a:gd name="T8" fmla="*/ 241300 w 169"/>
                  <a:gd name="T9" fmla="*/ 222250 h 163"/>
                  <a:gd name="T10" fmla="*/ 241300 w 169"/>
                  <a:gd name="T11" fmla="*/ 222250 h 163"/>
                  <a:gd name="T12" fmla="*/ 239713 w 169"/>
                  <a:gd name="T13" fmla="*/ 228600 h 163"/>
                  <a:gd name="T14" fmla="*/ 236538 w 169"/>
                  <a:gd name="T15" fmla="*/ 234950 h 163"/>
                  <a:gd name="T16" fmla="*/ 225425 w 169"/>
                  <a:gd name="T17" fmla="*/ 246063 h 163"/>
                  <a:gd name="T18" fmla="*/ 215900 w 169"/>
                  <a:gd name="T19" fmla="*/ 254000 h 163"/>
                  <a:gd name="T20" fmla="*/ 203200 w 169"/>
                  <a:gd name="T21" fmla="*/ 258763 h 163"/>
                  <a:gd name="T22" fmla="*/ 203200 w 169"/>
                  <a:gd name="T23" fmla="*/ 258763 h 163"/>
                  <a:gd name="T24" fmla="*/ 0 w 169"/>
                  <a:gd name="T25" fmla="*/ 198438 h 163"/>
                  <a:gd name="T26" fmla="*/ 0 w 169"/>
                  <a:gd name="T27" fmla="*/ 198438 h 163"/>
                  <a:gd name="T28" fmla="*/ 4763 w 169"/>
                  <a:gd name="T29" fmla="*/ 0 h 163"/>
                  <a:gd name="T30" fmla="*/ 4763 w 169"/>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9" h="163">
                    <a:moveTo>
                      <a:pt x="3" y="0"/>
                    </a:moveTo>
                    <a:lnTo>
                      <a:pt x="3" y="0"/>
                    </a:lnTo>
                    <a:lnTo>
                      <a:pt x="169" y="0"/>
                    </a:lnTo>
                    <a:lnTo>
                      <a:pt x="152" y="140"/>
                    </a:lnTo>
                    <a:lnTo>
                      <a:pt x="151" y="144"/>
                    </a:lnTo>
                    <a:lnTo>
                      <a:pt x="149" y="148"/>
                    </a:lnTo>
                    <a:lnTo>
                      <a:pt x="142" y="155"/>
                    </a:lnTo>
                    <a:lnTo>
                      <a:pt x="136" y="160"/>
                    </a:lnTo>
                    <a:lnTo>
                      <a:pt x="128" y="163"/>
                    </a:lnTo>
                    <a:lnTo>
                      <a:pt x="0" y="125"/>
                    </a:lnTo>
                    <a:lnTo>
                      <a:pt x="3" y="0"/>
                    </a:lnTo>
                    <a:close/>
                  </a:path>
                </a:pathLst>
              </a:custGeom>
              <a:solidFill>
                <a:srgbClr val="ACAC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1" name="îS1iďê">
                <a:extLst>
                  <a:ext uri="{FF2B5EF4-FFF2-40B4-BE49-F238E27FC236}">
                    <a16:creationId xmlns:a16="http://schemas.microsoft.com/office/drawing/2014/main" id="{7DF40D8E-0886-4364-8C4C-4C435B373D66}"/>
                  </a:ext>
                </a:extLst>
              </p:cNvPr>
              <p:cNvSpPr/>
              <p:nvPr/>
            </p:nvSpPr>
            <p:spPr bwMode="auto">
              <a:xfrm>
                <a:off x="3294063" y="5083175"/>
                <a:ext cx="263525" cy="258763"/>
              </a:xfrm>
              <a:custGeom>
                <a:avLst/>
                <a:gdLst>
                  <a:gd name="T0" fmla="*/ 6350 w 166"/>
                  <a:gd name="T1" fmla="*/ 0 h 163"/>
                  <a:gd name="T2" fmla="*/ 6350 w 166"/>
                  <a:gd name="T3" fmla="*/ 0 h 163"/>
                  <a:gd name="T4" fmla="*/ 263525 w 166"/>
                  <a:gd name="T5" fmla="*/ 0 h 163"/>
                  <a:gd name="T6" fmla="*/ 263525 w 166"/>
                  <a:gd name="T7" fmla="*/ 0 h 163"/>
                  <a:gd name="T8" fmla="*/ 236538 w 166"/>
                  <a:gd name="T9" fmla="*/ 222250 h 163"/>
                  <a:gd name="T10" fmla="*/ 236538 w 166"/>
                  <a:gd name="T11" fmla="*/ 222250 h 163"/>
                  <a:gd name="T12" fmla="*/ 234950 w 166"/>
                  <a:gd name="T13" fmla="*/ 228600 h 163"/>
                  <a:gd name="T14" fmla="*/ 231775 w 166"/>
                  <a:gd name="T15" fmla="*/ 234950 h 163"/>
                  <a:gd name="T16" fmla="*/ 223838 w 166"/>
                  <a:gd name="T17" fmla="*/ 246063 h 163"/>
                  <a:gd name="T18" fmla="*/ 211138 w 166"/>
                  <a:gd name="T19" fmla="*/ 254000 h 163"/>
                  <a:gd name="T20" fmla="*/ 198438 w 166"/>
                  <a:gd name="T21" fmla="*/ 258763 h 163"/>
                  <a:gd name="T22" fmla="*/ 198438 w 166"/>
                  <a:gd name="T23" fmla="*/ 258763 h 163"/>
                  <a:gd name="T24" fmla="*/ 0 w 166"/>
                  <a:gd name="T25" fmla="*/ 196850 h 163"/>
                  <a:gd name="T26" fmla="*/ 0 w 166"/>
                  <a:gd name="T27" fmla="*/ 196850 h 163"/>
                  <a:gd name="T28" fmla="*/ 6350 w 166"/>
                  <a:gd name="T29" fmla="*/ 0 h 163"/>
                  <a:gd name="T30" fmla="*/ 6350 w 166"/>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163">
                    <a:moveTo>
                      <a:pt x="4" y="0"/>
                    </a:moveTo>
                    <a:lnTo>
                      <a:pt x="4" y="0"/>
                    </a:lnTo>
                    <a:lnTo>
                      <a:pt x="166" y="0"/>
                    </a:lnTo>
                    <a:lnTo>
                      <a:pt x="149" y="140"/>
                    </a:lnTo>
                    <a:lnTo>
                      <a:pt x="148" y="144"/>
                    </a:lnTo>
                    <a:lnTo>
                      <a:pt x="146" y="148"/>
                    </a:lnTo>
                    <a:lnTo>
                      <a:pt x="141" y="155"/>
                    </a:lnTo>
                    <a:lnTo>
                      <a:pt x="133" y="160"/>
                    </a:lnTo>
                    <a:lnTo>
                      <a:pt x="125" y="163"/>
                    </a:lnTo>
                    <a:lnTo>
                      <a:pt x="0" y="124"/>
                    </a:lnTo>
                    <a:lnTo>
                      <a:pt x="4" y="0"/>
                    </a:lnTo>
                    <a:close/>
                  </a:path>
                </a:pathLst>
              </a:custGeom>
              <a:solidFill>
                <a:srgbClr val="ADADB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2" name="iṧ1ïḋe">
                <a:extLst>
                  <a:ext uri="{FF2B5EF4-FFF2-40B4-BE49-F238E27FC236}">
                    <a16:creationId xmlns:a16="http://schemas.microsoft.com/office/drawing/2014/main" id="{983AAC2C-503B-4B3A-9809-3759806224E2}"/>
                  </a:ext>
                </a:extLst>
              </p:cNvPr>
              <p:cNvSpPr/>
              <p:nvPr/>
            </p:nvSpPr>
            <p:spPr bwMode="auto">
              <a:xfrm>
                <a:off x="3300413" y="5083175"/>
                <a:ext cx="257175" cy="258763"/>
              </a:xfrm>
              <a:custGeom>
                <a:avLst/>
                <a:gdLst>
                  <a:gd name="T0" fmla="*/ 6350 w 162"/>
                  <a:gd name="T1" fmla="*/ 0 h 163"/>
                  <a:gd name="T2" fmla="*/ 6350 w 162"/>
                  <a:gd name="T3" fmla="*/ 0 h 163"/>
                  <a:gd name="T4" fmla="*/ 257175 w 162"/>
                  <a:gd name="T5" fmla="*/ 0 h 163"/>
                  <a:gd name="T6" fmla="*/ 257175 w 162"/>
                  <a:gd name="T7" fmla="*/ 0 h 163"/>
                  <a:gd name="T8" fmla="*/ 230188 w 162"/>
                  <a:gd name="T9" fmla="*/ 222250 h 163"/>
                  <a:gd name="T10" fmla="*/ 230188 w 162"/>
                  <a:gd name="T11" fmla="*/ 222250 h 163"/>
                  <a:gd name="T12" fmla="*/ 228600 w 162"/>
                  <a:gd name="T13" fmla="*/ 228600 h 163"/>
                  <a:gd name="T14" fmla="*/ 225425 w 162"/>
                  <a:gd name="T15" fmla="*/ 234950 h 163"/>
                  <a:gd name="T16" fmla="*/ 217488 w 162"/>
                  <a:gd name="T17" fmla="*/ 246063 h 163"/>
                  <a:gd name="T18" fmla="*/ 204788 w 162"/>
                  <a:gd name="T19" fmla="*/ 254000 h 163"/>
                  <a:gd name="T20" fmla="*/ 192088 w 162"/>
                  <a:gd name="T21" fmla="*/ 258763 h 163"/>
                  <a:gd name="T22" fmla="*/ 192088 w 162"/>
                  <a:gd name="T23" fmla="*/ 258763 h 163"/>
                  <a:gd name="T24" fmla="*/ 0 w 162"/>
                  <a:gd name="T25" fmla="*/ 193675 h 163"/>
                  <a:gd name="T26" fmla="*/ 0 w 162"/>
                  <a:gd name="T27" fmla="*/ 193675 h 163"/>
                  <a:gd name="T28" fmla="*/ 6350 w 162"/>
                  <a:gd name="T29" fmla="*/ 0 h 163"/>
                  <a:gd name="T30" fmla="*/ 6350 w 162"/>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2" h="163">
                    <a:moveTo>
                      <a:pt x="4" y="0"/>
                    </a:moveTo>
                    <a:lnTo>
                      <a:pt x="4" y="0"/>
                    </a:lnTo>
                    <a:lnTo>
                      <a:pt x="162" y="0"/>
                    </a:lnTo>
                    <a:lnTo>
                      <a:pt x="145" y="140"/>
                    </a:lnTo>
                    <a:lnTo>
                      <a:pt x="144" y="144"/>
                    </a:lnTo>
                    <a:lnTo>
                      <a:pt x="142" y="148"/>
                    </a:lnTo>
                    <a:lnTo>
                      <a:pt x="137" y="155"/>
                    </a:lnTo>
                    <a:lnTo>
                      <a:pt x="129" y="160"/>
                    </a:lnTo>
                    <a:lnTo>
                      <a:pt x="121" y="163"/>
                    </a:lnTo>
                    <a:lnTo>
                      <a:pt x="0" y="122"/>
                    </a:lnTo>
                    <a:lnTo>
                      <a:pt x="4" y="0"/>
                    </a:lnTo>
                    <a:close/>
                  </a:path>
                </a:pathLst>
              </a:custGeom>
              <a:solidFill>
                <a:srgbClr val="AEAEB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3" name="ïsḷîde">
                <a:extLst>
                  <a:ext uri="{FF2B5EF4-FFF2-40B4-BE49-F238E27FC236}">
                    <a16:creationId xmlns:a16="http://schemas.microsoft.com/office/drawing/2014/main" id="{86EED32D-BE69-4CC9-9E1E-B34F3CFA1E5C}"/>
                  </a:ext>
                </a:extLst>
              </p:cNvPr>
              <p:cNvSpPr/>
              <p:nvPr/>
            </p:nvSpPr>
            <p:spPr bwMode="auto">
              <a:xfrm>
                <a:off x="3306763" y="5083175"/>
                <a:ext cx="250825" cy="258763"/>
              </a:xfrm>
              <a:custGeom>
                <a:avLst/>
                <a:gdLst>
                  <a:gd name="T0" fmla="*/ 6350 w 158"/>
                  <a:gd name="T1" fmla="*/ 0 h 163"/>
                  <a:gd name="T2" fmla="*/ 6350 w 158"/>
                  <a:gd name="T3" fmla="*/ 0 h 163"/>
                  <a:gd name="T4" fmla="*/ 250825 w 158"/>
                  <a:gd name="T5" fmla="*/ 0 h 163"/>
                  <a:gd name="T6" fmla="*/ 250825 w 158"/>
                  <a:gd name="T7" fmla="*/ 0 h 163"/>
                  <a:gd name="T8" fmla="*/ 223838 w 158"/>
                  <a:gd name="T9" fmla="*/ 222250 h 163"/>
                  <a:gd name="T10" fmla="*/ 223838 w 158"/>
                  <a:gd name="T11" fmla="*/ 222250 h 163"/>
                  <a:gd name="T12" fmla="*/ 222250 w 158"/>
                  <a:gd name="T13" fmla="*/ 228600 h 163"/>
                  <a:gd name="T14" fmla="*/ 219075 w 158"/>
                  <a:gd name="T15" fmla="*/ 234950 h 163"/>
                  <a:gd name="T16" fmla="*/ 211138 w 158"/>
                  <a:gd name="T17" fmla="*/ 246063 h 163"/>
                  <a:gd name="T18" fmla="*/ 198438 w 158"/>
                  <a:gd name="T19" fmla="*/ 254000 h 163"/>
                  <a:gd name="T20" fmla="*/ 187325 w 158"/>
                  <a:gd name="T21" fmla="*/ 258763 h 163"/>
                  <a:gd name="T22" fmla="*/ 187325 w 158"/>
                  <a:gd name="T23" fmla="*/ 258763 h 163"/>
                  <a:gd name="T24" fmla="*/ 0 w 158"/>
                  <a:gd name="T25" fmla="*/ 192088 h 163"/>
                  <a:gd name="T26" fmla="*/ 0 w 158"/>
                  <a:gd name="T27" fmla="*/ 192088 h 163"/>
                  <a:gd name="T28" fmla="*/ 6350 w 158"/>
                  <a:gd name="T29" fmla="*/ 0 h 163"/>
                  <a:gd name="T30" fmla="*/ 6350 w 158"/>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8" h="163">
                    <a:moveTo>
                      <a:pt x="4" y="0"/>
                    </a:moveTo>
                    <a:lnTo>
                      <a:pt x="4" y="0"/>
                    </a:lnTo>
                    <a:lnTo>
                      <a:pt x="158" y="0"/>
                    </a:lnTo>
                    <a:lnTo>
                      <a:pt x="141" y="140"/>
                    </a:lnTo>
                    <a:lnTo>
                      <a:pt x="140" y="144"/>
                    </a:lnTo>
                    <a:lnTo>
                      <a:pt x="138" y="148"/>
                    </a:lnTo>
                    <a:lnTo>
                      <a:pt x="133" y="155"/>
                    </a:lnTo>
                    <a:lnTo>
                      <a:pt x="125" y="160"/>
                    </a:lnTo>
                    <a:lnTo>
                      <a:pt x="118" y="163"/>
                    </a:lnTo>
                    <a:lnTo>
                      <a:pt x="0" y="121"/>
                    </a:lnTo>
                    <a:lnTo>
                      <a:pt x="4" y="0"/>
                    </a:lnTo>
                    <a:close/>
                  </a:path>
                </a:pathLst>
              </a:custGeom>
              <a:solidFill>
                <a:srgbClr val="AEAE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4" name="íSḷíḓê">
                <a:extLst>
                  <a:ext uri="{FF2B5EF4-FFF2-40B4-BE49-F238E27FC236}">
                    <a16:creationId xmlns:a16="http://schemas.microsoft.com/office/drawing/2014/main" id="{946EB4AB-B3D6-487F-8B23-7BDA4813326B}"/>
                  </a:ext>
                </a:extLst>
              </p:cNvPr>
              <p:cNvSpPr/>
              <p:nvPr/>
            </p:nvSpPr>
            <p:spPr bwMode="auto">
              <a:xfrm>
                <a:off x="3313113" y="5083175"/>
                <a:ext cx="244475" cy="258763"/>
              </a:xfrm>
              <a:custGeom>
                <a:avLst/>
                <a:gdLst>
                  <a:gd name="T0" fmla="*/ 6350 w 154"/>
                  <a:gd name="T1" fmla="*/ 0 h 163"/>
                  <a:gd name="T2" fmla="*/ 6350 w 154"/>
                  <a:gd name="T3" fmla="*/ 0 h 163"/>
                  <a:gd name="T4" fmla="*/ 244475 w 154"/>
                  <a:gd name="T5" fmla="*/ 0 h 163"/>
                  <a:gd name="T6" fmla="*/ 244475 w 154"/>
                  <a:gd name="T7" fmla="*/ 0 h 163"/>
                  <a:gd name="T8" fmla="*/ 217488 w 154"/>
                  <a:gd name="T9" fmla="*/ 222250 h 163"/>
                  <a:gd name="T10" fmla="*/ 217488 w 154"/>
                  <a:gd name="T11" fmla="*/ 222250 h 163"/>
                  <a:gd name="T12" fmla="*/ 215900 w 154"/>
                  <a:gd name="T13" fmla="*/ 228600 h 163"/>
                  <a:gd name="T14" fmla="*/ 212725 w 154"/>
                  <a:gd name="T15" fmla="*/ 234950 h 163"/>
                  <a:gd name="T16" fmla="*/ 204788 w 154"/>
                  <a:gd name="T17" fmla="*/ 246063 h 163"/>
                  <a:gd name="T18" fmla="*/ 193675 w 154"/>
                  <a:gd name="T19" fmla="*/ 254000 h 163"/>
                  <a:gd name="T20" fmla="*/ 180975 w 154"/>
                  <a:gd name="T21" fmla="*/ 258763 h 163"/>
                  <a:gd name="T22" fmla="*/ 180975 w 154"/>
                  <a:gd name="T23" fmla="*/ 258763 h 163"/>
                  <a:gd name="T24" fmla="*/ 0 w 154"/>
                  <a:gd name="T25" fmla="*/ 188913 h 163"/>
                  <a:gd name="T26" fmla="*/ 0 w 154"/>
                  <a:gd name="T27" fmla="*/ 188913 h 163"/>
                  <a:gd name="T28" fmla="*/ 6350 w 154"/>
                  <a:gd name="T29" fmla="*/ 0 h 163"/>
                  <a:gd name="T30" fmla="*/ 6350 w 154"/>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4" h="163">
                    <a:moveTo>
                      <a:pt x="4" y="0"/>
                    </a:moveTo>
                    <a:lnTo>
                      <a:pt x="4" y="0"/>
                    </a:lnTo>
                    <a:lnTo>
                      <a:pt x="154" y="0"/>
                    </a:lnTo>
                    <a:lnTo>
                      <a:pt x="137" y="140"/>
                    </a:lnTo>
                    <a:lnTo>
                      <a:pt x="136" y="144"/>
                    </a:lnTo>
                    <a:lnTo>
                      <a:pt x="134" y="148"/>
                    </a:lnTo>
                    <a:lnTo>
                      <a:pt x="129" y="155"/>
                    </a:lnTo>
                    <a:lnTo>
                      <a:pt x="122" y="160"/>
                    </a:lnTo>
                    <a:lnTo>
                      <a:pt x="114" y="163"/>
                    </a:lnTo>
                    <a:lnTo>
                      <a:pt x="0" y="119"/>
                    </a:lnTo>
                    <a:lnTo>
                      <a:pt x="4" y="0"/>
                    </a:lnTo>
                    <a:close/>
                  </a:path>
                </a:pathLst>
              </a:custGeom>
              <a:solidFill>
                <a:srgbClr val="AFAFB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5" name="ís1íḋé">
                <a:extLst>
                  <a:ext uri="{FF2B5EF4-FFF2-40B4-BE49-F238E27FC236}">
                    <a16:creationId xmlns:a16="http://schemas.microsoft.com/office/drawing/2014/main" id="{41A8C3E5-4992-42DA-8FD5-316EBB39FC31}"/>
                  </a:ext>
                </a:extLst>
              </p:cNvPr>
              <p:cNvSpPr/>
              <p:nvPr/>
            </p:nvSpPr>
            <p:spPr bwMode="auto">
              <a:xfrm>
                <a:off x="3317876" y="5083175"/>
                <a:ext cx="239713" cy="258763"/>
              </a:xfrm>
              <a:custGeom>
                <a:avLst/>
                <a:gdLst>
                  <a:gd name="T0" fmla="*/ 6350 w 151"/>
                  <a:gd name="T1" fmla="*/ 0 h 163"/>
                  <a:gd name="T2" fmla="*/ 6350 w 151"/>
                  <a:gd name="T3" fmla="*/ 0 h 163"/>
                  <a:gd name="T4" fmla="*/ 239713 w 151"/>
                  <a:gd name="T5" fmla="*/ 0 h 163"/>
                  <a:gd name="T6" fmla="*/ 239713 w 151"/>
                  <a:gd name="T7" fmla="*/ 0 h 163"/>
                  <a:gd name="T8" fmla="*/ 212725 w 151"/>
                  <a:gd name="T9" fmla="*/ 222250 h 163"/>
                  <a:gd name="T10" fmla="*/ 212725 w 151"/>
                  <a:gd name="T11" fmla="*/ 222250 h 163"/>
                  <a:gd name="T12" fmla="*/ 211138 w 151"/>
                  <a:gd name="T13" fmla="*/ 228600 h 163"/>
                  <a:gd name="T14" fmla="*/ 207963 w 151"/>
                  <a:gd name="T15" fmla="*/ 234950 h 163"/>
                  <a:gd name="T16" fmla="*/ 200025 w 151"/>
                  <a:gd name="T17" fmla="*/ 246063 h 163"/>
                  <a:gd name="T18" fmla="*/ 188913 w 151"/>
                  <a:gd name="T19" fmla="*/ 254000 h 163"/>
                  <a:gd name="T20" fmla="*/ 176213 w 151"/>
                  <a:gd name="T21" fmla="*/ 258763 h 163"/>
                  <a:gd name="T22" fmla="*/ 176213 w 151"/>
                  <a:gd name="T23" fmla="*/ 258763 h 163"/>
                  <a:gd name="T24" fmla="*/ 0 w 151"/>
                  <a:gd name="T25" fmla="*/ 188913 h 163"/>
                  <a:gd name="T26" fmla="*/ 0 w 151"/>
                  <a:gd name="T27" fmla="*/ 188913 h 163"/>
                  <a:gd name="T28" fmla="*/ 6350 w 151"/>
                  <a:gd name="T29" fmla="*/ 0 h 163"/>
                  <a:gd name="T30" fmla="*/ 6350 w 151"/>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1" h="163">
                    <a:moveTo>
                      <a:pt x="4" y="0"/>
                    </a:moveTo>
                    <a:lnTo>
                      <a:pt x="4" y="0"/>
                    </a:lnTo>
                    <a:lnTo>
                      <a:pt x="151" y="0"/>
                    </a:lnTo>
                    <a:lnTo>
                      <a:pt x="134" y="140"/>
                    </a:lnTo>
                    <a:lnTo>
                      <a:pt x="133" y="144"/>
                    </a:lnTo>
                    <a:lnTo>
                      <a:pt x="131" y="148"/>
                    </a:lnTo>
                    <a:lnTo>
                      <a:pt x="126" y="155"/>
                    </a:lnTo>
                    <a:lnTo>
                      <a:pt x="119" y="160"/>
                    </a:lnTo>
                    <a:lnTo>
                      <a:pt x="111" y="163"/>
                    </a:lnTo>
                    <a:lnTo>
                      <a:pt x="0" y="119"/>
                    </a:lnTo>
                    <a:lnTo>
                      <a:pt x="4" y="0"/>
                    </a:lnTo>
                    <a:close/>
                  </a:path>
                </a:pathLst>
              </a:custGeom>
              <a:solidFill>
                <a:srgbClr val="AFAFB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6" name="iŝlidé">
                <a:extLst>
                  <a:ext uri="{FF2B5EF4-FFF2-40B4-BE49-F238E27FC236}">
                    <a16:creationId xmlns:a16="http://schemas.microsoft.com/office/drawing/2014/main" id="{B22B35EC-FE86-4FFC-AE24-EB894BC65FCC}"/>
                  </a:ext>
                </a:extLst>
              </p:cNvPr>
              <p:cNvSpPr/>
              <p:nvPr/>
            </p:nvSpPr>
            <p:spPr bwMode="auto">
              <a:xfrm>
                <a:off x="3324226" y="5083175"/>
                <a:ext cx="233363" cy="258763"/>
              </a:xfrm>
              <a:custGeom>
                <a:avLst/>
                <a:gdLst>
                  <a:gd name="T0" fmla="*/ 6350 w 147"/>
                  <a:gd name="T1" fmla="*/ 0 h 163"/>
                  <a:gd name="T2" fmla="*/ 6350 w 147"/>
                  <a:gd name="T3" fmla="*/ 0 h 163"/>
                  <a:gd name="T4" fmla="*/ 233363 w 147"/>
                  <a:gd name="T5" fmla="*/ 0 h 163"/>
                  <a:gd name="T6" fmla="*/ 233363 w 147"/>
                  <a:gd name="T7" fmla="*/ 0 h 163"/>
                  <a:gd name="T8" fmla="*/ 206375 w 147"/>
                  <a:gd name="T9" fmla="*/ 222250 h 163"/>
                  <a:gd name="T10" fmla="*/ 206375 w 147"/>
                  <a:gd name="T11" fmla="*/ 222250 h 163"/>
                  <a:gd name="T12" fmla="*/ 204788 w 147"/>
                  <a:gd name="T13" fmla="*/ 228600 h 163"/>
                  <a:gd name="T14" fmla="*/ 201613 w 147"/>
                  <a:gd name="T15" fmla="*/ 234950 h 163"/>
                  <a:gd name="T16" fmla="*/ 193675 w 147"/>
                  <a:gd name="T17" fmla="*/ 246063 h 163"/>
                  <a:gd name="T18" fmla="*/ 182563 w 147"/>
                  <a:gd name="T19" fmla="*/ 252413 h 163"/>
                  <a:gd name="T20" fmla="*/ 169863 w 147"/>
                  <a:gd name="T21" fmla="*/ 258763 h 163"/>
                  <a:gd name="T22" fmla="*/ 169863 w 147"/>
                  <a:gd name="T23" fmla="*/ 258763 h 163"/>
                  <a:gd name="T24" fmla="*/ 0 w 147"/>
                  <a:gd name="T25" fmla="*/ 187325 h 163"/>
                  <a:gd name="T26" fmla="*/ 0 w 147"/>
                  <a:gd name="T27" fmla="*/ 187325 h 163"/>
                  <a:gd name="T28" fmla="*/ 6350 w 147"/>
                  <a:gd name="T29" fmla="*/ 0 h 163"/>
                  <a:gd name="T30" fmla="*/ 6350 w 147"/>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7" h="163">
                    <a:moveTo>
                      <a:pt x="4" y="0"/>
                    </a:moveTo>
                    <a:lnTo>
                      <a:pt x="4" y="0"/>
                    </a:lnTo>
                    <a:lnTo>
                      <a:pt x="147" y="0"/>
                    </a:lnTo>
                    <a:lnTo>
                      <a:pt x="130" y="140"/>
                    </a:lnTo>
                    <a:lnTo>
                      <a:pt x="129" y="144"/>
                    </a:lnTo>
                    <a:lnTo>
                      <a:pt x="127" y="148"/>
                    </a:lnTo>
                    <a:lnTo>
                      <a:pt x="122" y="155"/>
                    </a:lnTo>
                    <a:lnTo>
                      <a:pt x="115" y="159"/>
                    </a:lnTo>
                    <a:lnTo>
                      <a:pt x="107" y="163"/>
                    </a:lnTo>
                    <a:lnTo>
                      <a:pt x="0" y="118"/>
                    </a:lnTo>
                    <a:lnTo>
                      <a:pt x="4" y="0"/>
                    </a:lnTo>
                    <a:close/>
                  </a:path>
                </a:pathLst>
              </a:custGeom>
              <a:solidFill>
                <a:srgbClr val="B0B0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7" name="iṧḷiḋè">
                <a:extLst>
                  <a:ext uri="{FF2B5EF4-FFF2-40B4-BE49-F238E27FC236}">
                    <a16:creationId xmlns:a16="http://schemas.microsoft.com/office/drawing/2014/main" id="{52E08DDC-B647-40A3-A882-5A512617B7A4}"/>
                  </a:ext>
                </a:extLst>
              </p:cNvPr>
              <p:cNvSpPr/>
              <p:nvPr/>
            </p:nvSpPr>
            <p:spPr bwMode="auto">
              <a:xfrm>
                <a:off x="3330576" y="5083175"/>
                <a:ext cx="227013" cy="258763"/>
              </a:xfrm>
              <a:custGeom>
                <a:avLst/>
                <a:gdLst>
                  <a:gd name="T0" fmla="*/ 6350 w 143"/>
                  <a:gd name="T1" fmla="*/ 0 h 163"/>
                  <a:gd name="T2" fmla="*/ 6350 w 143"/>
                  <a:gd name="T3" fmla="*/ 0 h 163"/>
                  <a:gd name="T4" fmla="*/ 227013 w 143"/>
                  <a:gd name="T5" fmla="*/ 0 h 163"/>
                  <a:gd name="T6" fmla="*/ 227013 w 143"/>
                  <a:gd name="T7" fmla="*/ 0 h 163"/>
                  <a:gd name="T8" fmla="*/ 200025 w 143"/>
                  <a:gd name="T9" fmla="*/ 222250 h 163"/>
                  <a:gd name="T10" fmla="*/ 200025 w 143"/>
                  <a:gd name="T11" fmla="*/ 222250 h 163"/>
                  <a:gd name="T12" fmla="*/ 198438 w 143"/>
                  <a:gd name="T13" fmla="*/ 228600 h 163"/>
                  <a:gd name="T14" fmla="*/ 195263 w 143"/>
                  <a:gd name="T15" fmla="*/ 234950 h 163"/>
                  <a:gd name="T16" fmla="*/ 187325 w 143"/>
                  <a:gd name="T17" fmla="*/ 246063 h 163"/>
                  <a:gd name="T18" fmla="*/ 176213 w 143"/>
                  <a:gd name="T19" fmla="*/ 252413 h 163"/>
                  <a:gd name="T20" fmla="*/ 165100 w 143"/>
                  <a:gd name="T21" fmla="*/ 258763 h 163"/>
                  <a:gd name="T22" fmla="*/ 165100 w 143"/>
                  <a:gd name="T23" fmla="*/ 258763 h 163"/>
                  <a:gd name="T24" fmla="*/ 0 w 143"/>
                  <a:gd name="T25" fmla="*/ 185738 h 163"/>
                  <a:gd name="T26" fmla="*/ 0 w 143"/>
                  <a:gd name="T27" fmla="*/ 185738 h 163"/>
                  <a:gd name="T28" fmla="*/ 6350 w 143"/>
                  <a:gd name="T29" fmla="*/ 0 h 163"/>
                  <a:gd name="T30" fmla="*/ 6350 w 143"/>
                  <a:gd name="T31" fmla="*/ 0 h 1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3" h="163">
                    <a:moveTo>
                      <a:pt x="4" y="0"/>
                    </a:moveTo>
                    <a:lnTo>
                      <a:pt x="4" y="0"/>
                    </a:lnTo>
                    <a:lnTo>
                      <a:pt x="143" y="0"/>
                    </a:lnTo>
                    <a:lnTo>
                      <a:pt x="126" y="140"/>
                    </a:lnTo>
                    <a:lnTo>
                      <a:pt x="125" y="144"/>
                    </a:lnTo>
                    <a:lnTo>
                      <a:pt x="123" y="148"/>
                    </a:lnTo>
                    <a:lnTo>
                      <a:pt x="118" y="155"/>
                    </a:lnTo>
                    <a:lnTo>
                      <a:pt x="111" y="159"/>
                    </a:lnTo>
                    <a:lnTo>
                      <a:pt x="104" y="163"/>
                    </a:lnTo>
                    <a:lnTo>
                      <a:pt x="0" y="117"/>
                    </a:lnTo>
                    <a:lnTo>
                      <a:pt x="4" y="0"/>
                    </a:lnTo>
                    <a:close/>
                  </a:path>
                </a:pathLst>
              </a:custGeom>
              <a:solidFill>
                <a:srgbClr val="B1B1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8" name="i$1îḋe">
                <a:extLst>
                  <a:ext uri="{FF2B5EF4-FFF2-40B4-BE49-F238E27FC236}">
                    <a16:creationId xmlns:a16="http://schemas.microsoft.com/office/drawing/2014/main" id="{0DA49EBA-7358-4AD8-AB18-E26187D8E169}"/>
                  </a:ext>
                </a:extLst>
              </p:cNvPr>
              <p:cNvSpPr/>
              <p:nvPr/>
            </p:nvSpPr>
            <p:spPr bwMode="auto">
              <a:xfrm>
                <a:off x="3336926" y="5083175"/>
                <a:ext cx="220663" cy="255588"/>
              </a:xfrm>
              <a:custGeom>
                <a:avLst/>
                <a:gdLst>
                  <a:gd name="T0" fmla="*/ 6350 w 139"/>
                  <a:gd name="T1" fmla="*/ 0 h 161"/>
                  <a:gd name="T2" fmla="*/ 6350 w 139"/>
                  <a:gd name="T3" fmla="*/ 0 h 161"/>
                  <a:gd name="T4" fmla="*/ 220663 w 139"/>
                  <a:gd name="T5" fmla="*/ 0 h 161"/>
                  <a:gd name="T6" fmla="*/ 220663 w 139"/>
                  <a:gd name="T7" fmla="*/ 0 h 161"/>
                  <a:gd name="T8" fmla="*/ 193675 w 139"/>
                  <a:gd name="T9" fmla="*/ 222250 h 161"/>
                  <a:gd name="T10" fmla="*/ 193675 w 139"/>
                  <a:gd name="T11" fmla="*/ 222250 h 161"/>
                  <a:gd name="T12" fmla="*/ 192088 w 139"/>
                  <a:gd name="T13" fmla="*/ 228600 h 161"/>
                  <a:gd name="T14" fmla="*/ 188913 w 139"/>
                  <a:gd name="T15" fmla="*/ 234950 h 161"/>
                  <a:gd name="T16" fmla="*/ 180975 w 139"/>
                  <a:gd name="T17" fmla="*/ 246063 h 161"/>
                  <a:gd name="T18" fmla="*/ 169863 w 139"/>
                  <a:gd name="T19" fmla="*/ 252413 h 161"/>
                  <a:gd name="T20" fmla="*/ 158750 w 139"/>
                  <a:gd name="T21" fmla="*/ 255588 h 161"/>
                  <a:gd name="T22" fmla="*/ 158750 w 139"/>
                  <a:gd name="T23" fmla="*/ 255588 h 161"/>
                  <a:gd name="T24" fmla="*/ 0 w 139"/>
                  <a:gd name="T25" fmla="*/ 182563 h 161"/>
                  <a:gd name="T26" fmla="*/ 0 w 139"/>
                  <a:gd name="T27" fmla="*/ 182563 h 161"/>
                  <a:gd name="T28" fmla="*/ 6350 w 139"/>
                  <a:gd name="T29" fmla="*/ 0 h 161"/>
                  <a:gd name="T30" fmla="*/ 6350 w 139"/>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9" h="161">
                    <a:moveTo>
                      <a:pt x="4" y="0"/>
                    </a:moveTo>
                    <a:lnTo>
                      <a:pt x="4" y="0"/>
                    </a:lnTo>
                    <a:lnTo>
                      <a:pt x="139" y="0"/>
                    </a:lnTo>
                    <a:lnTo>
                      <a:pt x="122" y="140"/>
                    </a:lnTo>
                    <a:lnTo>
                      <a:pt x="121" y="144"/>
                    </a:lnTo>
                    <a:lnTo>
                      <a:pt x="119" y="148"/>
                    </a:lnTo>
                    <a:lnTo>
                      <a:pt x="114" y="155"/>
                    </a:lnTo>
                    <a:lnTo>
                      <a:pt x="107" y="159"/>
                    </a:lnTo>
                    <a:lnTo>
                      <a:pt x="100" y="161"/>
                    </a:lnTo>
                    <a:lnTo>
                      <a:pt x="0" y="115"/>
                    </a:lnTo>
                    <a:lnTo>
                      <a:pt x="4" y="0"/>
                    </a:lnTo>
                    <a:close/>
                  </a:path>
                </a:pathLst>
              </a:custGeom>
              <a:solidFill>
                <a:srgbClr val="B1B1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99" name="iṧ1iďé">
                <a:extLst>
                  <a:ext uri="{FF2B5EF4-FFF2-40B4-BE49-F238E27FC236}">
                    <a16:creationId xmlns:a16="http://schemas.microsoft.com/office/drawing/2014/main" id="{2CA9A5F6-1952-4907-9DB4-45348B0F2751}"/>
                  </a:ext>
                </a:extLst>
              </p:cNvPr>
              <p:cNvSpPr/>
              <p:nvPr/>
            </p:nvSpPr>
            <p:spPr bwMode="auto">
              <a:xfrm>
                <a:off x="3343276" y="5083175"/>
                <a:ext cx="214313" cy="255588"/>
              </a:xfrm>
              <a:custGeom>
                <a:avLst/>
                <a:gdLst>
                  <a:gd name="T0" fmla="*/ 6350 w 135"/>
                  <a:gd name="T1" fmla="*/ 0 h 161"/>
                  <a:gd name="T2" fmla="*/ 6350 w 135"/>
                  <a:gd name="T3" fmla="*/ 0 h 161"/>
                  <a:gd name="T4" fmla="*/ 214313 w 135"/>
                  <a:gd name="T5" fmla="*/ 0 h 161"/>
                  <a:gd name="T6" fmla="*/ 214313 w 135"/>
                  <a:gd name="T7" fmla="*/ 0 h 161"/>
                  <a:gd name="T8" fmla="*/ 187325 w 135"/>
                  <a:gd name="T9" fmla="*/ 222250 h 161"/>
                  <a:gd name="T10" fmla="*/ 187325 w 135"/>
                  <a:gd name="T11" fmla="*/ 222250 h 161"/>
                  <a:gd name="T12" fmla="*/ 185738 w 135"/>
                  <a:gd name="T13" fmla="*/ 228600 h 161"/>
                  <a:gd name="T14" fmla="*/ 182563 w 135"/>
                  <a:gd name="T15" fmla="*/ 234950 h 161"/>
                  <a:gd name="T16" fmla="*/ 174625 w 135"/>
                  <a:gd name="T17" fmla="*/ 246063 h 161"/>
                  <a:gd name="T18" fmla="*/ 163513 w 135"/>
                  <a:gd name="T19" fmla="*/ 252413 h 161"/>
                  <a:gd name="T20" fmla="*/ 152400 w 135"/>
                  <a:gd name="T21" fmla="*/ 255588 h 161"/>
                  <a:gd name="T22" fmla="*/ 152400 w 135"/>
                  <a:gd name="T23" fmla="*/ 255588 h 161"/>
                  <a:gd name="T24" fmla="*/ 0 w 135"/>
                  <a:gd name="T25" fmla="*/ 180975 h 161"/>
                  <a:gd name="T26" fmla="*/ 0 w 135"/>
                  <a:gd name="T27" fmla="*/ 180975 h 161"/>
                  <a:gd name="T28" fmla="*/ 6350 w 135"/>
                  <a:gd name="T29" fmla="*/ 0 h 161"/>
                  <a:gd name="T30" fmla="*/ 6350 w 135"/>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 h="161">
                    <a:moveTo>
                      <a:pt x="4" y="0"/>
                    </a:moveTo>
                    <a:lnTo>
                      <a:pt x="4" y="0"/>
                    </a:lnTo>
                    <a:lnTo>
                      <a:pt x="135" y="0"/>
                    </a:lnTo>
                    <a:lnTo>
                      <a:pt x="118" y="140"/>
                    </a:lnTo>
                    <a:lnTo>
                      <a:pt x="117" y="144"/>
                    </a:lnTo>
                    <a:lnTo>
                      <a:pt x="115" y="148"/>
                    </a:lnTo>
                    <a:lnTo>
                      <a:pt x="110" y="155"/>
                    </a:lnTo>
                    <a:lnTo>
                      <a:pt x="103" y="159"/>
                    </a:lnTo>
                    <a:lnTo>
                      <a:pt x="96" y="161"/>
                    </a:lnTo>
                    <a:lnTo>
                      <a:pt x="0" y="114"/>
                    </a:lnTo>
                    <a:lnTo>
                      <a:pt x="4" y="0"/>
                    </a:lnTo>
                    <a:close/>
                  </a:path>
                </a:pathLst>
              </a:custGeom>
              <a:solidFill>
                <a:srgbClr val="B2B2B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0" name="îśliḓê">
                <a:extLst>
                  <a:ext uri="{FF2B5EF4-FFF2-40B4-BE49-F238E27FC236}">
                    <a16:creationId xmlns:a16="http://schemas.microsoft.com/office/drawing/2014/main" id="{89F26321-F637-4176-BF4E-31DD88A84879}"/>
                  </a:ext>
                </a:extLst>
              </p:cNvPr>
              <p:cNvSpPr/>
              <p:nvPr/>
            </p:nvSpPr>
            <p:spPr bwMode="auto">
              <a:xfrm>
                <a:off x="3348038" y="5083175"/>
                <a:ext cx="209550" cy="255588"/>
              </a:xfrm>
              <a:custGeom>
                <a:avLst/>
                <a:gdLst>
                  <a:gd name="T0" fmla="*/ 7938 w 132"/>
                  <a:gd name="T1" fmla="*/ 0 h 161"/>
                  <a:gd name="T2" fmla="*/ 7938 w 132"/>
                  <a:gd name="T3" fmla="*/ 0 h 161"/>
                  <a:gd name="T4" fmla="*/ 209550 w 132"/>
                  <a:gd name="T5" fmla="*/ 0 h 161"/>
                  <a:gd name="T6" fmla="*/ 209550 w 132"/>
                  <a:gd name="T7" fmla="*/ 0 h 161"/>
                  <a:gd name="T8" fmla="*/ 182563 w 132"/>
                  <a:gd name="T9" fmla="*/ 222250 h 161"/>
                  <a:gd name="T10" fmla="*/ 182563 w 132"/>
                  <a:gd name="T11" fmla="*/ 222250 h 161"/>
                  <a:gd name="T12" fmla="*/ 180975 w 132"/>
                  <a:gd name="T13" fmla="*/ 228600 h 161"/>
                  <a:gd name="T14" fmla="*/ 177800 w 132"/>
                  <a:gd name="T15" fmla="*/ 234950 h 161"/>
                  <a:gd name="T16" fmla="*/ 171450 w 132"/>
                  <a:gd name="T17" fmla="*/ 242888 h 161"/>
                  <a:gd name="T18" fmla="*/ 160338 w 132"/>
                  <a:gd name="T19" fmla="*/ 252413 h 161"/>
                  <a:gd name="T20" fmla="*/ 150813 w 132"/>
                  <a:gd name="T21" fmla="*/ 255588 h 161"/>
                  <a:gd name="T22" fmla="*/ 150813 w 132"/>
                  <a:gd name="T23" fmla="*/ 255588 h 161"/>
                  <a:gd name="T24" fmla="*/ 0 w 132"/>
                  <a:gd name="T25" fmla="*/ 179388 h 161"/>
                  <a:gd name="T26" fmla="*/ 0 w 132"/>
                  <a:gd name="T27" fmla="*/ 179388 h 161"/>
                  <a:gd name="T28" fmla="*/ 7938 w 132"/>
                  <a:gd name="T29" fmla="*/ 0 h 161"/>
                  <a:gd name="T30" fmla="*/ 7938 w 132"/>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161">
                    <a:moveTo>
                      <a:pt x="5" y="0"/>
                    </a:moveTo>
                    <a:lnTo>
                      <a:pt x="5" y="0"/>
                    </a:lnTo>
                    <a:lnTo>
                      <a:pt x="132" y="0"/>
                    </a:lnTo>
                    <a:lnTo>
                      <a:pt x="115" y="140"/>
                    </a:lnTo>
                    <a:lnTo>
                      <a:pt x="114" y="144"/>
                    </a:lnTo>
                    <a:lnTo>
                      <a:pt x="112" y="148"/>
                    </a:lnTo>
                    <a:lnTo>
                      <a:pt x="108" y="153"/>
                    </a:lnTo>
                    <a:lnTo>
                      <a:pt x="101" y="159"/>
                    </a:lnTo>
                    <a:lnTo>
                      <a:pt x="95" y="161"/>
                    </a:lnTo>
                    <a:lnTo>
                      <a:pt x="0" y="113"/>
                    </a:lnTo>
                    <a:lnTo>
                      <a:pt x="5" y="0"/>
                    </a:lnTo>
                    <a:close/>
                  </a:path>
                </a:pathLst>
              </a:custGeom>
              <a:solidFill>
                <a:srgbClr val="B2B2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1" name="îŝļíďè">
                <a:extLst>
                  <a:ext uri="{FF2B5EF4-FFF2-40B4-BE49-F238E27FC236}">
                    <a16:creationId xmlns:a16="http://schemas.microsoft.com/office/drawing/2014/main" id="{FAFC2D5B-89A5-4A1F-B795-1B074DAD91AB}"/>
                  </a:ext>
                </a:extLst>
              </p:cNvPr>
              <p:cNvSpPr/>
              <p:nvPr/>
            </p:nvSpPr>
            <p:spPr bwMode="auto">
              <a:xfrm>
                <a:off x="3354388" y="5083175"/>
                <a:ext cx="203200" cy="255588"/>
              </a:xfrm>
              <a:custGeom>
                <a:avLst/>
                <a:gdLst>
                  <a:gd name="T0" fmla="*/ 6350 w 128"/>
                  <a:gd name="T1" fmla="*/ 0 h 161"/>
                  <a:gd name="T2" fmla="*/ 6350 w 128"/>
                  <a:gd name="T3" fmla="*/ 0 h 161"/>
                  <a:gd name="T4" fmla="*/ 203200 w 128"/>
                  <a:gd name="T5" fmla="*/ 0 h 161"/>
                  <a:gd name="T6" fmla="*/ 203200 w 128"/>
                  <a:gd name="T7" fmla="*/ 0 h 161"/>
                  <a:gd name="T8" fmla="*/ 176213 w 128"/>
                  <a:gd name="T9" fmla="*/ 222250 h 161"/>
                  <a:gd name="T10" fmla="*/ 176213 w 128"/>
                  <a:gd name="T11" fmla="*/ 222250 h 161"/>
                  <a:gd name="T12" fmla="*/ 176213 w 128"/>
                  <a:gd name="T13" fmla="*/ 228600 h 161"/>
                  <a:gd name="T14" fmla="*/ 171450 w 128"/>
                  <a:gd name="T15" fmla="*/ 234950 h 161"/>
                  <a:gd name="T16" fmla="*/ 165100 w 128"/>
                  <a:gd name="T17" fmla="*/ 242888 h 161"/>
                  <a:gd name="T18" fmla="*/ 153988 w 128"/>
                  <a:gd name="T19" fmla="*/ 252413 h 161"/>
                  <a:gd name="T20" fmla="*/ 144463 w 128"/>
                  <a:gd name="T21" fmla="*/ 255588 h 161"/>
                  <a:gd name="T22" fmla="*/ 144463 w 128"/>
                  <a:gd name="T23" fmla="*/ 255588 h 161"/>
                  <a:gd name="T24" fmla="*/ 0 w 128"/>
                  <a:gd name="T25" fmla="*/ 179388 h 161"/>
                  <a:gd name="T26" fmla="*/ 0 w 128"/>
                  <a:gd name="T27" fmla="*/ 179388 h 161"/>
                  <a:gd name="T28" fmla="*/ 6350 w 128"/>
                  <a:gd name="T29" fmla="*/ 0 h 161"/>
                  <a:gd name="T30" fmla="*/ 6350 w 128"/>
                  <a:gd name="T31" fmla="*/ 0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8" h="161">
                    <a:moveTo>
                      <a:pt x="4" y="0"/>
                    </a:moveTo>
                    <a:lnTo>
                      <a:pt x="4" y="0"/>
                    </a:lnTo>
                    <a:lnTo>
                      <a:pt x="128" y="0"/>
                    </a:lnTo>
                    <a:lnTo>
                      <a:pt x="111" y="140"/>
                    </a:lnTo>
                    <a:lnTo>
                      <a:pt x="111" y="144"/>
                    </a:lnTo>
                    <a:lnTo>
                      <a:pt x="108" y="148"/>
                    </a:lnTo>
                    <a:lnTo>
                      <a:pt x="104" y="153"/>
                    </a:lnTo>
                    <a:lnTo>
                      <a:pt x="97" y="159"/>
                    </a:lnTo>
                    <a:lnTo>
                      <a:pt x="91" y="161"/>
                    </a:lnTo>
                    <a:lnTo>
                      <a:pt x="0" y="113"/>
                    </a:lnTo>
                    <a:lnTo>
                      <a:pt x="4" y="0"/>
                    </a:lnTo>
                    <a:close/>
                  </a:path>
                </a:pathLst>
              </a:custGeom>
              <a:solidFill>
                <a:srgbClr val="B3B3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2" name="ïṧḻiḍè">
                <a:extLst>
                  <a:ext uri="{FF2B5EF4-FFF2-40B4-BE49-F238E27FC236}">
                    <a16:creationId xmlns:a16="http://schemas.microsoft.com/office/drawing/2014/main" id="{23B95598-1097-4678-B94B-B591AB36CCEC}"/>
                  </a:ext>
                </a:extLst>
              </p:cNvPr>
              <p:cNvSpPr/>
              <p:nvPr/>
            </p:nvSpPr>
            <p:spPr bwMode="auto">
              <a:xfrm>
                <a:off x="3360738" y="5083175"/>
                <a:ext cx="196850" cy="255588"/>
              </a:xfrm>
              <a:custGeom>
                <a:avLst/>
                <a:gdLst>
                  <a:gd name="T0" fmla="*/ 6350 w 124"/>
                  <a:gd name="T1" fmla="*/ 0 h 161"/>
                  <a:gd name="T2" fmla="*/ 6350 w 124"/>
                  <a:gd name="T3" fmla="*/ 0 h 161"/>
                  <a:gd name="T4" fmla="*/ 196850 w 124"/>
                  <a:gd name="T5" fmla="*/ 0 h 161"/>
                  <a:gd name="T6" fmla="*/ 196850 w 124"/>
                  <a:gd name="T7" fmla="*/ 0 h 161"/>
                  <a:gd name="T8" fmla="*/ 169863 w 124"/>
                  <a:gd name="T9" fmla="*/ 222250 h 161"/>
                  <a:gd name="T10" fmla="*/ 169863 w 124"/>
                  <a:gd name="T11" fmla="*/ 222250 h 161"/>
                  <a:gd name="T12" fmla="*/ 165100 w 124"/>
                  <a:gd name="T13" fmla="*/ 234950 h 161"/>
                  <a:gd name="T14" fmla="*/ 158750 w 124"/>
                  <a:gd name="T15" fmla="*/ 242888 h 161"/>
                  <a:gd name="T16" fmla="*/ 147638 w 124"/>
                  <a:gd name="T17" fmla="*/ 252413 h 161"/>
                  <a:gd name="T18" fmla="*/ 138113 w 124"/>
                  <a:gd name="T19" fmla="*/ 255588 h 161"/>
                  <a:gd name="T20" fmla="*/ 138113 w 124"/>
                  <a:gd name="T21" fmla="*/ 255588 h 161"/>
                  <a:gd name="T22" fmla="*/ 0 w 124"/>
                  <a:gd name="T23" fmla="*/ 176213 h 161"/>
                  <a:gd name="T24" fmla="*/ 0 w 124"/>
                  <a:gd name="T25" fmla="*/ 176213 h 161"/>
                  <a:gd name="T26" fmla="*/ 6350 w 124"/>
                  <a:gd name="T27" fmla="*/ 0 h 161"/>
                  <a:gd name="T28" fmla="*/ 6350 w 124"/>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4" h="161">
                    <a:moveTo>
                      <a:pt x="4" y="0"/>
                    </a:moveTo>
                    <a:lnTo>
                      <a:pt x="4" y="0"/>
                    </a:lnTo>
                    <a:lnTo>
                      <a:pt x="124" y="0"/>
                    </a:lnTo>
                    <a:lnTo>
                      <a:pt x="107" y="140"/>
                    </a:lnTo>
                    <a:lnTo>
                      <a:pt x="104" y="148"/>
                    </a:lnTo>
                    <a:lnTo>
                      <a:pt x="100" y="153"/>
                    </a:lnTo>
                    <a:lnTo>
                      <a:pt x="93" y="159"/>
                    </a:lnTo>
                    <a:lnTo>
                      <a:pt x="87" y="161"/>
                    </a:lnTo>
                    <a:lnTo>
                      <a:pt x="0" y="111"/>
                    </a:lnTo>
                    <a:lnTo>
                      <a:pt x="4" y="0"/>
                    </a:lnTo>
                    <a:close/>
                  </a:path>
                </a:pathLst>
              </a:custGeom>
              <a:solidFill>
                <a:srgbClr val="B4B4B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3" name="íśḷíḋé">
                <a:extLst>
                  <a:ext uri="{FF2B5EF4-FFF2-40B4-BE49-F238E27FC236}">
                    <a16:creationId xmlns:a16="http://schemas.microsoft.com/office/drawing/2014/main" id="{EC3565FD-9A26-4E00-BDA8-7B43629DF67A}"/>
                  </a:ext>
                </a:extLst>
              </p:cNvPr>
              <p:cNvSpPr/>
              <p:nvPr/>
            </p:nvSpPr>
            <p:spPr bwMode="auto">
              <a:xfrm>
                <a:off x="3367088" y="5083175"/>
                <a:ext cx="190500" cy="255588"/>
              </a:xfrm>
              <a:custGeom>
                <a:avLst/>
                <a:gdLst>
                  <a:gd name="T0" fmla="*/ 6350 w 120"/>
                  <a:gd name="T1" fmla="*/ 0 h 161"/>
                  <a:gd name="T2" fmla="*/ 6350 w 120"/>
                  <a:gd name="T3" fmla="*/ 0 h 161"/>
                  <a:gd name="T4" fmla="*/ 190500 w 120"/>
                  <a:gd name="T5" fmla="*/ 0 h 161"/>
                  <a:gd name="T6" fmla="*/ 190500 w 120"/>
                  <a:gd name="T7" fmla="*/ 0 h 161"/>
                  <a:gd name="T8" fmla="*/ 163513 w 120"/>
                  <a:gd name="T9" fmla="*/ 222250 h 161"/>
                  <a:gd name="T10" fmla="*/ 163513 w 120"/>
                  <a:gd name="T11" fmla="*/ 222250 h 161"/>
                  <a:gd name="T12" fmla="*/ 158750 w 120"/>
                  <a:gd name="T13" fmla="*/ 234950 h 161"/>
                  <a:gd name="T14" fmla="*/ 152400 w 120"/>
                  <a:gd name="T15" fmla="*/ 242888 h 161"/>
                  <a:gd name="T16" fmla="*/ 141288 w 120"/>
                  <a:gd name="T17" fmla="*/ 252413 h 161"/>
                  <a:gd name="T18" fmla="*/ 131763 w 120"/>
                  <a:gd name="T19" fmla="*/ 255588 h 161"/>
                  <a:gd name="T20" fmla="*/ 131763 w 120"/>
                  <a:gd name="T21" fmla="*/ 255588 h 161"/>
                  <a:gd name="T22" fmla="*/ 0 w 120"/>
                  <a:gd name="T23" fmla="*/ 174625 h 161"/>
                  <a:gd name="T24" fmla="*/ 0 w 120"/>
                  <a:gd name="T25" fmla="*/ 174625 h 161"/>
                  <a:gd name="T26" fmla="*/ 6350 w 120"/>
                  <a:gd name="T27" fmla="*/ 0 h 161"/>
                  <a:gd name="T28" fmla="*/ 6350 w 120"/>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161">
                    <a:moveTo>
                      <a:pt x="4" y="0"/>
                    </a:moveTo>
                    <a:lnTo>
                      <a:pt x="4" y="0"/>
                    </a:lnTo>
                    <a:lnTo>
                      <a:pt x="120" y="0"/>
                    </a:lnTo>
                    <a:lnTo>
                      <a:pt x="103" y="140"/>
                    </a:lnTo>
                    <a:lnTo>
                      <a:pt x="100" y="148"/>
                    </a:lnTo>
                    <a:lnTo>
                      <a:pt x="96" y="153"/>
                    </a:lnTo>
                    <a:lnTo>
                      <a:pt x="89" y="159"/>
                    </a:lnTo>
                    <a:lnTo>
                      <a:pt x="83" y="161"/>
                    </a:lnTo>
                    <a:lnTo>
                      <a:pt x="0" y="110"/>
                    </a:lnTo>
                    <a:lnTo>
                      <a:pt x="4" y="0"/>
                    </a:lnTo>
                    <a:close/>
                  </a:path>
                </a:pathLst>
              </a:custGeom>
              <a:solidFill>
                <a:srgbClr val="B4B4B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4" name="ïṣḻiḋè">
                <a:extLst>
                  <a:ext uri="{FF2B5EF4-FFF2-40B4-BE49-F238E27FC236}">
                    <a16:creationId xmlns:a16="http://schemas.microsoft.com/office/drawing/2014/main" id="{C487B514-68D2-4DEA-8960-E694B4A88275}"/>
                  </a:ext>
                </a:extLst>
              </p:cNvPr>
              <p:cNvSpPr/>
              <p:nvPr/>
            </p:nvSpPr>
            <p:spPr bwMode="auto">
              <a:xfrm>
                <a:off x="3371851" y="5083175"/>
                <a:ext cx="185738" cy="255588"/>
              </a:xfrm>
              <a:custGeom>
                <a:avLst/>
                <a:gdLst>
                  <a:gd name="T0" fmla="*/ 7938 w 117"/>
                  <a:gd name="T1" fmla="*/ 0 h 161"/>
                  <a:gd name="T2" fmla="*/ 7938 w 117"/>
                  <a:gd name="T3" fmla="*/ 0 h 161"/>
                  <a:gd name="T4" fmla="*/ 185738 w 117"/>
                  <a:gd name="T5" fmla="*/ 0 h 161"/>
                  <a:gd name="T6" fmla="*/ 185738 w 117"/>
                  <a:gd name="T7" fmla="*/ 0 h 161"/>
                  <a:gd name="T8" fmla="*/ 158750 w 117"/>
                  <a:gd name="T9" fmla="*/ 222250 h 161"/>
                  <a:gd name="T10" fmla="*/ 158750 w 117"/>
                  <a:gd name="T11" fmla="*/ 222250 h 161"/>
                  <a:gd name="T12" fmla="*/ 153988 w 117"/>
                  <a:gd name="T13" fmla="*/ 234950 h 161"/>
                  <a:gd name="T14" fmla="*/ 147638 w 117"/>
                  <a:gd name="T15" fmla="*/ 242888 h 161"/>
                  <a:gd name="T16" fmla="*/ 136525 w 117"/>
                  <a:gd name="T17" fmla="*/ 249238 h 161"/>
                  <a:gd name="T18" fmla="*/ 128588 w 117"/>
                  <a:gd name="T19" fmla="*/ 255588 h 161"/>
                  <a:gd name="T20" fmla="*/ 128588 w 117"/>
                  <a:gd name="T21" fmla="*/ 255588 h 161"/>
                  <a:gd name="T22" fmla="*/ 0 w 117"/>
                  <a:gd name="T23" fmla="*/ 173038 h 161"/>
                  <a:gd name="T24" fmla="*/ 0 w 117"/>
                  <a:gd name="T25" fmla="*/ 173038 h 161"/>
                  <a:gd name="T26" fmla="*/ 7938 w 117"/>
                  <a:gd name="T27" fmla="*/ 0 h 161"/>
                  <a:gd name="T28" fmla="*/ 7938 w 11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 h="161">
                    <a:moveTo>
                      <a:pt x="5" y="0"/>
                    </a:moveTo>
                    <a:lnTo>
                      <a:pt x="5" y="0"/>
                    </a:lnTo>
                    <a:lnTo>
                      <a:pt x="117" y="0"/>
                    </a:lnTo>
                    <a:lnTo>
                      <a:pt x="100" y="140"/>
                    </a:lnTo>
                    <a:lnTo>
                      <a:pt x="97" y="148"/>
                    </a:lnTo>
                    <a:lnTo>
                      <a:pt x="93" y="153"/>
                    </a:lnTo>
                    <a:lnTo>
                      <a:pt x="86" y="157"/>
                    </a:lnTo>
                    <a:lnTo>
                      <a:pt x="81" y="161"/>
                    </a:lnTo>
                    <a:lnTo>
                      <a:pt x="0" y="109"/>
                    </a:lnTo>
                    <a:lnTo>
                      <a:pt x="5" y="0"/>
                    </a:lnTo>
                    <a:close/>
                  </a:path>
                </a:pathLst>
              </a:custGeom>
              <a:solidFill>
                <a:srgbClr val="B5B5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5" name="îṧḷíḍê">
                <a:extLst>
                  <a:ext uri="{FF2B5EF4-FFF2-40B4-BE49-F238E27FC236}">
                    <a16:creationId xmlns:a16="http://schemas.microsoft.com/office/drawing/2014/main" id="{8F7E151D-41CE-4C39-8D78-1A043DD4892C}"/>
                  </a:ext>
                </a:extLst>
              </p:cNvPr>
              <p:cNvSpPr/>
              <p:nvPr/>
            </p:nvSpPr>
            <p:spPr bwMode="auto">
              <a:xfrm>
                <a:off x="3378201" y="5083175"/>
                <a:ext cx="179388" cy="255588"/>
              </a:xfrm>
              <a:custGeom>
                <a:avLst/>
                <a:gdLst>
                  <a:gd name="T0" fmla="*/ 7938 w 113"/>
                  <a:gd name="T1" fmla="*/ 0 h 161"/>
                  <a:gd name="T2" fmla="*/ 7938 w 113"/>
                  <a:gd name="T3" fmla="*/ 0 h 161"/>
                  <a:gd name="T4" fmla="*/ 179388 w 113"/>
                  <a:gd name="T5" fmla="*/ 0 h 161"/>
                  <a:gd name="T6" fmla="*/ 179388 w 113"/>
                  <a:gd name="T7" fmla="*/ 0 h 161"/>
                  <a:gd name="T8" fmla="*/ 152400 w 113"/>
                  <a:gd name="T9" fmla="*/ 222250 h 161"/>
                  <a:gd name="T10" fmla="*/ 152400 w 113"/>
                  <a:gd name="T11" fmla="*/ 222250 h 161"/>
                  <a:gd name="T12" fmla="*/ 147638 w 113"/>
                  <a:gd name="T13" fmla="*/ 233363 h 161"/>
                  <a:gd name="T14" fmla="*/ 141288 w 113"/>
                  <a:gd name="T15" fmla="*/ 242888 h 161"/>
                  <a:gd name="T16" fmla="*/ 133350 w 113"/>
                  <a:gd name="T17" fmla="*/ 249238 h 161"/>
                  <a:gd name="T18" fmla="*/ 122238 w 113"/>
                  <a:gd name="T19" fmla="*/ 255588 h 161"/>
                  <a:gd name="T20" fmla="*/ 122238 w 113"/>
                  <a:gd name="T21" fmla="*/ 255588 h 161"/>
                  <a:gd name="T22" fmla="*/ 0 w 113"/>
                  <a:gd name="T23" fmla="*/ 169863 h 161"/>
                  <a:gd name="T24" fmla="*/ 0 w 113"/>
                  <a:gd name="T25" fmla="*/ 169863 h 161"/>
                  <a:gd name="T26" fmla="*/ 7938 w 113"/>
                  <a:gd name="T27" fmla="*/ 0 h 161"/>
                  <a:gd name="T28" fmla="*/ 7938 w 113"/>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3" h="161">
                    <a:moveTo>
                      <a:pt x="5" y="0"/>
                    </a:moveTo>
                    <a:lnTo>
                      <a:pt x="5" y="0"/>
                    </a:lnTo>
                    <a:lnTo>
                      <a:pt x="113" y="0"/>
                    </a:lnTo>
                    <a:lnTo>
                      <a:pt x="96" y="140"/>
                    </a:lnTo>
                    <a:lnTo>
                      <a:pt x="93" y="147"/>
                    </a:lnTo>
                    <a:lnTo>
                      <a:pt x="89" y="153"/>
                    </a:lnTo>
                    <a:lnTo>
                      <a:pt x="84" y="157"/>
                    </a:lnTo>
                    <a:lnTo>
                      <a:pt x="77" y="161"/>
                    </a:lnTo>
                    <a:lnTo>
                      <a:pt x="0" y="107"/>
                    </a:lnTo>
                    <a:lnTo>
                      <a:pt x="5" y="0"/>
                    </a:lnTo>
                    <a:close/>
                  </a:path>
                </a:pathLst>
              </a:custGeom>
              <a:solidFill>
                <a:srgbClr val="B6B6B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6" name="íS1ïḍé">
                <a:extLst>
                  <a:ext uri="{FF2B5EF4-FFF2-40B4-BE49-F238E27FC236}">
                    <a16:creationId xmlns:a16="http://schemas.microsoft.com/office/drawing/2014/main" id="{542E865D-8F5B-4189-A284-78494EA82062}"/>
                  </a:ext>
                </a:extLst>
              </p:cNvPr>
              <p:cNvSpPr/>
              <p:nvPr/>
            </p:nvSpPr>
            <p:spPr bwMode="auto">
              <a:xfrm>
                <a:off x="3384551" y="5083175"/>
                <a:ext cx="173038" cy="255588"/>
              </a:xfrm>
              <a:custGeom>
                <a:avLst/>
                <a:gdLst>
                  <a:gd name="T0" fmla="*/ 7938 w 109"/>
                  <a:gd name="T1" fmla="*/ 0 h 161"/>
                  <a:gd name="T2" fmla="*/ 7938 w 109"/>
                  <a:gd name="T3" fmla="*/ 0 h 161"/>
                  <a:gd name="T4" fmla="*/ 173038 w 109"/>
                  <a:gd name="T5" fmla="*/ 0 h 161"/>
                  <a:gd name="T6" fmla="*/ 173038 w 109"/>
                  <a:gd name="T7" fmla="*/ 0 h 161"/>
                  <a:gd name="T8" fmla="*/ 146050 w 109"/>
                  <a:gd name="T9" fmla="*/ 222250 h 161"/>
                  <a:gd name="T10" fmla="*/ 146050 w 109"/>
                  <a:gd name="T11" fmla="*/ 222250 h 161"/>
                  <a:gd name="T12" fmla="*/ 141288 w 109"/>
                  <a:gd name="T13" fmla="*/ 233363 h 161"/>
                  <a:gd name="T14" fmla="*/ 134938 w 109"/>
                  <a:gd name="T15" fmla="*/ 242888 h 161"/>
                  <a:gd name="T16" fmla="*/ 127000 w 109"/>
                  <a:gd name="T17" fmla="*/ 249238 h 161"/>
                  <a:gd name="T18" fmla="*/ 115888 w 109"/>
                  <a:gd name="T19" fmla="*/ 255588 h 161"/>
                  <a:gd name="T20" fmla="*/ 115888 w 109"/>
                  <a:gd name="T21" fmla="*/ 255588 h 161"/>
                  <a:gd name="T22" fmla="*/ 0 w 109"/>
                  <a:gd name="T23" fmla="*/ 168275 h 161"/>
                  <a:gd name="T24" fmla="*/ 0 w 109"/>
                  <a:gd name="T25" fmla="*/ 168275 h 161"/>
                  <a:gd name="T26" fmla="*/ 7938 w 109"/>
                  <a:gd name="T27" fmla="*/ 0 h 161"/>
                  <a:gd name="T28" fmla="*/ 7938 w 109"/>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9" h="161">
                    <a:moveTo>
                      <a:pt x="5" y="0"/>
                    </a:moveTo>
                    <a:lnTo>
                      <a:pt x="5" y="0"/>
                    </a:lnTo>
                    <a:lnTo>
                      <a:pt x="109" y="0"/>
                    </a:lnTo>
                    <a:lnTo>
                      <a:pt x="92" y="140"/>
                    </a:lnTo>
                    <a:lnTo>
                      <a:pt x="89" y="147"/>
                    </a:lnTo>
                    <a:lnTo>
                      <a:pt x="85" y="153"/>
                    </a:lnTo>
                    <a:lnTo>
                      <a:pt x="80" y="157"/>
                    </a:lnTo>
                    <a:lnTo>
                      <a:pt x="73" y="161"/>
                    </a:lnTo>
                    <a:lnTo>
                      <a:pt x="0" y="106"/>
                    </a:lnTo>
                    <a:lnTo>
                      <a:pt x="5" y="0"/>
                    </a:lnTo>
                    <a:close/>
                  </a:path>
                </a:pathLst>
              </a:custGeom>
              <a:solidFill>
                <a:srgbClr val="B6B6B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7" name="ïṧlîḑè">
                <a:extLst>
                  <a:ext uri="{FF2B5EF4-FFF2-40B4-BE49-F238E27FC236}">
                    <a16:creationId xmlns:a16="http://schemas.microsoft.com/office/drawing/2014/main" id="{03FB728C-D8AB-48A9-9419-E76986554B5C}"/>
                  </a:ext>
                </a:extLst>
              </p:cNvPr>
              <p:cNvSpPr/>
              <p:nvPr/>
            </p:nvSpPr>
            <p:spPr bwMode="auto">
              <a:xfrm>
                <a:off x="3390901" y="5083175"/>
                <a:ext cx="166688" cy="254000"/>
              </a:xfrm>
              <a:custGeom>
                <a:avLst/>
                <a:gdLst>
                  <a:gd name="T0" fmla="*/ 7938 w 105"/>
                  <a:gd name="T1" fmla="*/ 0 h 160"/>
                  <a:gd name="T2" fmla="*/ 7938 w 105"/>
                  <a:gd name="T3" fmla="*/ 0 h 160"/>
                  <a:gd name="T4" fmla="*/ 166688 w 105"/>
                  <a:gd name="T5" fmla="*/ 0 h 160"/>
                  <a:gd name="T6" fmla="*/ 166688 w 105"/>
                  <a:gd name="T7" fmla="*/ 0 h 160"/>
                  <a:gd name="T8" fmla="*/ 139700 w 105"/>
                  <a:gd name="T9" fmla="*/ 222250 h 160"/>
                  <a:gd name="T10" fmla="*/ 139700 w 105"/>
                  <a:gd name="T11" fmla="*/ 222250 h 160"/>
                  <a:gd name="T12" fmla="*/ 138113 w 105"/>
                  <a:gd name="T13" fmla="*/ 233363 h 160"/>
                  <a:gd name="T14" fmla="*/ 128588 w 105"/>
                  <a:gd name="T15" fmla="*/ 242888 h 160"/>
                  <a:gd name="T16" fmla="*/ 120650 w 105"/>
                  <a:gd name="T17" fmla="*/ 249238 h 160"/>
                  <a:gd name="T18" fmla="*/ 109538 w 105"/>
                  <a:gd name="T19" fmla="*/ 254000 h 160"/>
                  <a:gd name="T20" fmla="*/ 109538 w 105"/>
                  <a:gd name="T21" fmla="*/ 254000 h 160"/>
                  <a:gd name="T22" fmla="*/ 0 w 105"/>
                  <a:gd name="T23" fmla="*/ 168275 h 160"/>
                  <a:gd name="T24" fmla="*/ 0 w 105"/>
                  <a:gd name="T25" fmla="*/ 168275 h 160"/>
                  <a:gd name="T26" fmla="*/ 7938 w 105"/>
                  <a:gd name="T27" fmla="*/ 0 h 160"/>
                  <a:gd name="T28" fmla="*/ 7938 w 10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5" h="160">
                    <a:moveTo>
                      <a:pt x="5" y="0"/>
                    </a:moveTo>
                    <a:lnTo>
                      <a:pt x="5" y="0"/>
                    </a:lnTo>
                    <a:lnTo>
                      <a:pt x="105" y="0"/>
                    </a:lnTo>
                    <a:lnTo>
                      <a:pt x="88" y="140"/>
                    </a:lnTo>
                    <a:lnTo>
                      <a:pt x="87" y="147"/>
                    </a:lnTo>
                    <a:lnTo>
                      <a:pt x="81" y="153"/>
                    </a:lnTo>
                    <a:lnTo>
                      <a:pt x="76" y="157"/>
                    </a:lnTo>
                    <a:lnTo>
                      <a:pt x="69" y="160"/>
                    </a:lnTo>
                    <a:lnTo>
                      <a:pt x="0" y="106"/>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8" name="işľîḓé">
                <a:extLst>
                  <a:ext uri="{FF2B5EF4-FFF2-40B4-BE49-F238E27FC236}">
                    <a16:creationId xmlns:a16="http://schemas.microsoft.com/office/drawing/2014/main" id="{BA531146-5253-4EA1-946C-6DC5A5F1C996}"/>
                  </a:ext>
                </a:extLst>
              </p:cNvPr>
              <p:cNvSpPr/>
              <p:nvPr/>
            </p:nvSpPr>
            <p:spPr bwMode="auto">
              <a:xfrm>
                <a:off x="3395663" y="5083175"/>
                <a:ext cx="161925" cy="254000"/>
              </a:xfrm>
              <a:custGeom>
                <a:avLst/>
                <a:gdLst>
                  <a:gd name="T0" fmla="*/ 7938 w 102"/>
                  <a:gd name="T1" fmla="*/ 0 h 160"/>
                  <a:gd name="T2" fmla="*/ 7938 w 102"/>
                  <a:gd name="T3" fmla="*/ 0 h 160"/>
                  <a:gd name="T4" fmla="*/ 161925 w 102"/>
                  <a:gd name="T5" fmla="*/ 0 h 160"/>
                  <a:gd name="T6" fmla="*/ 161925 w 102"/>
                  <a:gd name="T7" fmla="*/ 0 h 160"/>
                  <a:gd name="T8" fmla="*/ 134938 w 102"/>
                  <a:gd name="T9" fmla="*/ 222250 h 160"/>
                  <a:gd name="T10" fmla="*/ 134938 w 102"/>
                  <a:gd name="T11" fmla="*/ 222250 h 160"/>
                  <a:gd name="T12" fmla="*/ 133350 w 102"/>
                  <a:gd name="T13" fmla="*/ 233363 h 160"/>
                  <a:gd name="T14" fmla="*/ 123825 w 102"/>
                  <a:gd name="T15" fmla="*/ 242888 h 160"/>
                  <a:gd name="T16" fmla="*/ 115888 w 102"/>
                  <a:gd name="T17" fmla="*/ 249238 h 160"/>
                  <a:gd name="T18" fmla="*/ 106363 w 102"/>
                  <a:gd name="T19" fmla="*/ 254000 h 160"/>
                  <a:gd name="T20" fmla="*/ 106363 w 102"/>
                  <a:gd name="T21" fmla="*/ 254000 h 160"/>
                  <a:gd name="T22" fmla="*/ 0 w 102"/>
                  <a:gd name="T23" fmla="*/ 166688 h 160"/>
                  <a:gd name="T24" fmla="*/ 0 w 102"/>
                  <a:gd name="T25" fmla="*/ 166688 h 160"/>
                  <a:gd name="T26" fmla="*/ 7938 w 102"/>
                  <a:gd name="T27" fmla="*/ 0 h 160"/>
                  <a:gd name="T28" fmla="*/ 7938 w 102"/>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2" h="160">
                    <a:moveTo>
                      <a:pt x="5" y="0"/>
                    </a:moveTo>
                    <a:lnTo>
                      <a:pt x="5" y="0"/>
                    </a:lnTo>
                    <a:lnTo>
                      <a:pt x="102" y="0"/>
                    </a:lnTo>
                    <a:lnTo>
                      <a:pt x="85" y="140"/>
                    </a:lnTo>
                    <a:lnTo>
                      <a:pt x="84" y="147"/>
                    </a:lnTo>
                    <a:lnTo>
                      <a:pt x="78" y="153"/>
                    </a:lnTo>
                    <a:lnTo>
                      <a:pt x="73" y="157"/>
                    </a:lnTo>
                    <a:lnTo>
                      <a:pt x="67" y="160"/>
                    </a:lnTo>
                    <a:lnTo>
                      <a:pt x="0" y="105"/>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09" name="ïś1îḋe">
                <a:extLst>
                  <a:ext uri="{FF2B5EF4-FFF2-40B4-BE49-F238E27FC236}">
                    <a16:creationId xmlns:a16="http://schemas.microsoft.com/office/drawing/2014/main" id="{3D98F033-E26B-46B4-AE4A-FCA33A66EA72}"/>
                  </a:ext>
                </a:extLst>
              </p:cNvPr>
              <p:cNvSpPr/>
              <p:nvPr/>
            </p:nvSpPr>
            <p:spPr bwMode="auto">
              <a:xfrm>
                <a:off x="3402013" y="5083175"/>
                <a:ext cx="155575" cy="254000"/>
              </a:xfrm>
              <a:custGeom>
                <a:avLst/>
                <a:gdLst>
                  <a:gd name="T0" fmla="*/ 7938 w 98"/>
                  <a:gd name="T1" fmla="*/ 0 h 160"/>
                  <a:gd name="T2" fmla="*/ 7938 w 98"/>
                  <a:gd name="T3" fmla="*/ 0 h 160"/>
                  <a:gd name="T4" fmla="*/ 155575 w 98"/>
                  <a:gd name="T5" fmla="*/ 0 h 160"/>
                  <a:gd name="T6" fmla="*/ 155575 w 98"/>
                  <a:gd name="T7" fmla="*/ 0 h 160"/>
                  <a:gd name="T8" fmla="*/ 128588 w 98"/>
                  <a:gd name="T9" fmla="*/ 222250 h 160"/>
                  <a:gd name="T10" fmla="*/ 128588 w 98"/>
                  <a:gd name="T11" fmla="*/ 222250 h 160"/>
                  <a:gd name="T12" fmla="*/ 127000 w 98"/>
                  <a:gd name="T13" fmla="*/ 233363 h 160"/>
                  <a:gd name="T14" fmla="*/ 117475 w 98"/>
                  <a:gd name="T15" fmla="*/ 241300 h 160"/>
                  <a:gd name="T16" fmla="*/ 109538 w 98"/>
                  <a:gd name="T17" fmla="*/ 249238 h 160"/>
                  <a:gd name="T18" fmla="*/ 100013 w 98"/>
                  <a:gd name="T19" fmla="*/ 254000 h 160"/>
                  <a:gd name="T20" fmla="*/ 100013 w 98"/>
                  <a:gd name="T21" fmla="*/ 254000 h 160"/>
                  <a:gd name="T22" fmla="*/ 0 w 98"/>
                  <a:gd name="T23" fmla="*/ 163513 h 160"/>
                  <a:gd name="T24" fmla="*/ 0 w 98"/>
                  <a:gd name="T25" fmla="*/ 163513 h 160"/>
                  <a:gd name="T26" fmla="*/ 7938 w 98"/>
                  <a:gd name="T27" fmla="*/ 0 h 160"/>
                  <a:gd name="T28" fmla="*/ 7938 w 9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8" h="160">
                    <a:moveTo>
                      <a:pt x="5" y="0"/>
                    </a:moveTo>
                    <a:lnTo>
                      <a:pt x="5" y="0"/>
                    </a:lnTo>
                    <a:lnTo>
                      <a:pt x="98" y="0"/>
                    </a:lnTo>
                    <a:lnTo>
                      <a:pt x="81" y="140"/>
                    </a:lnTo>
                    <a:lnTo>
                      <a:pt x="80" y="147"/>
                    </a:lnTo>
                    <a:lnTo>
                      <a:pt x="74" y="152"/>
                    </a:lnTo>
                    <a:lnTo>
                      <a:pt x="69" y="157"/>
                    </a:lnTo>
                    <a:lnTo>
                      <a:pt x="63" y="160"/>
                    </a:lnTo>
                    <a:lnTo>
                      <a:pt x="0" y="103"/>
                    </a:lnTo>
                    <a:lnTo>
                      <a:pt x="5" y="0"/>
                    </a:lnTo>
                    <a:close/>
                  </a:path>
                </a:pathLst>
              </a:custGeom>
              <a:solidFill>
                <a:srgbClr val="B8B8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0" name="ïṥľiďe">
                <a:extLst>
                  <a:ext uri="{FF2B5EF4-FFF2-40B4-BE49-F238E27FC236}">
                    <a16:creationId xmlns:a16="http://schemas.microsoft.com/office/drawing/2014/main" id="{2035AF1D-A8E6-4619-A170-BEF86AE96753}"/>
                  </a:ext>
                </a:extLst>
              </p:cNvPr>
              <p:cNvSpPr/>
              <p:nvPr/>
            </p:nvSpPr>
            <p:spPr bwMode="auto">
              <a:xfrm>
                <a:off x="3408363" y="5083175"/>
                <a:ext cx="149225" cy="254000"/>
              </a:xfrm>
              <a:custGeom>
                <a:avLst/>
                <a:gdLst>
                  <a:gd name="T0" fmla="*/ 7938 w 94"/>
                  <a:gd name="T1" fmla="*/ 0 h 160"/>
                  <a:gd name="T2" fmla="*/ 7938 w 94"/>
                  <a:gd name="T3" fmla="*/ 0 h 160"/>
                  <a:gd name="T4" fmla="*/ 149225 w 94"/>
                  <a:gd name="T5" fmla="*/ 0 h 160"/>
                  <a:gd name="T6" fmla="*/ 149225 w 94"/>
                  <a:gd name="T7" fmla="*/ 0 h 160"/>
                  <a:gd name="T8" fmla="*/ 122238 w 94"/>
                  <a:gd name="T9" fmla="*/ 222250 h 160"/>
                  <a:gd name="T10" fmla="*/ 122238 w 94"/>
                  <a:gd name="T11" fmla="*/ 222250 h 160"/>
                  <a:gd name="T12" fmla="*/ 120650 w 94"/>
                  <a:gd name="T13" fmla="*/ 233363 h 160"/>
                  <a:gd name="T14" fmla="*/ 112713 w 94"/>
                  <a:gd name="T15" fmla="*/ 241300 h 160"/>
                  <a:gd name="T16" fmla="*/ 104775 w 94"/>
                  <a:gd name="T17" fmla="*/ 249238 h 160"/>
                  <a:gd name="T18" fmla="*/ 93663 w 94"/>
                  <a:gd name="T19" fmla="*/ 254000 h 160"/>
                  <a:gd name="T20" fmla="*/ 93663 w 94"/>
                  <a:gd name="T21" fmla="*/ 254000 h 160"/>
                  <a:gd name="T22" fmla="*/ 0 w 94"/>
                  <a:gd name="T23" fmla="*/ 161925 h 160"/>
                  <a:gd name="T24" fmla="*/ 0 w 94"/>
                  <a:gd name="T25" fmla="*/ 161925 h 160"/>
                  <a:gd name="T26" fmla="*/ 7938 w 94"/>
                  <a:gd name="T27" fmla="*/ 0 h 160"/>
                  <a:gd name="T28" fmla="*/ 7938 w 94"/>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4" h="160">
                    <a:moveTo>
                      <a:pt x="5" y="0"/>
                    </a:moveTo>
                    <a:lnTo>
                      <a:pt x="5" y="0"/>
                    </a:lnTo>
                    <a:lnTo>
                      <a:pt x="94" y="0"/>
                    </a:lnTo>
                    <a:lnTo>
                      <a:pt x="77" y="140"/>
                    </a:lnTo>
                    <a:lnTo>
                      <a:pt x="76" y="147"/>
                    </a:lnTo>
                    <a:lnTo>
                      <a:pt x="71" y="152"/>
                    </a:lnTo>
                    <a:lnTo>
                      <a:pt x="66" y="157"/>
                    </a:lnTo>
                    <a:lnTo>
                      <a:pt x="59" y="160"/>
                    </a:lnTo>
                    <a:lnTo>
                      <a:pt x="0" y="102"/>
                    </a:lnTo>
                    <a:lnTo>
                      <a:pt x="5" y="0"/>
                    </a:lnTo>
                    <a:close/>
                  </a:path>
                </a:pathLst>
              </a:custGeom>
              <a:solidFill>
                <a:srgbClr val="B9B9B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1" name="îṥliḓè">
                <a:extLst>
                  <a:ext uri="{FF2B5EF4-FFF2-40B4-BE49-F238E27FC236}">
                    <a16:creationId xmlns:a16="http://schemas.microsoft.com/office/drawing/2014/main" id="{AEB4DA21-EA16-43DE-ACB6-BD3906CED9AA}"/>
                  </a:ext>
                </a:extLst>
              </p:cNvPr>
              <p:cNvSpPr/>
              <p:nvPr/>
            </p:nvSpPr>
            <p:spPr bwMode="auto">
              <a:xfrm>
                <a:off x="3414713" y="5083175"/>
                <a:ext cx="142875" cy="254000"/>
              </a:xfrm>
              <a:custGeom>
                <a:avLst/>
                <a:gdLst>
                  <a:gd name="T0" fmla="*/ 7938 w 90"/>
                  <a:gd name="T1" fmla="*/ 0 h 160"/>
                  <a:gd name="T2" fmla="*/ 7938 w 90"/>
                  <a:gd name="T3" fmla="*/ 0 h 160"/>
                  <a:gd name="T4" fmla="*/ 142875 w 90"/>
                  <a:gd name="T5" fmla="*/ 0 h 160"/>
                  <a:gd name="T6" fmla="*/ 142875 w 90"/>
                  <a:gd name="T7" fmla="*/ 0 h 160"/>
                  <a:gd name="T8" fmla="*/ 115888 w 90"/>
                  <a:gd name="T9" fmla="*/ 222250 h 160"/>
                  <a:gd name="T10" fmla="*/ 115888 w 90"/>
                  <a:gd name="T11" fmla="*/ 222250 h 160"/>
                  <a:gd name="T12" fmla="*/ 114300 w 90"/>
                  <a:gd name="T13" fmla="*/ 233363 h 160"/>
                  <a:gd name="T14" fmla="*/ 106363 w 90"/>
                  <a:gd name="T15" fmla="*/ 241300 h 160"/>
                  <a:gd name="T16" fmla="*/ 98425 w 90"/>
                  <a:gd name="T17" fmla="*/ 249238 h 160"/>
                  <a:gd name="T18" fmla="*/ 87313 w 90"/>
                  <a:gd name="T19" fmla="*/ 254000 h 160"/>
                  <a:gd name="T20" fmla="*/ 87313 w 90"/>
                  <a:gd name="T21" fmla="*/ 254000 h 160"/>
                  <a:gd name="T22" fmla="*/ 0 w 90"/>
                  <a:gd name="T23" fmla="*/ 160338 h 160"/>
                  <a:gd name="T24" fmla="*/ 0 w 90"/>
                  <a:gd name="T25" fmla="*/ 160338 h 160"/>
                  <a:gd name="T26" fmla="*/ 7938 w 90"/>
                  <a:gd name="T27" fmla="*/ 0 h 160"/>
                  <a:gd name="T28" fmla="*/ 7938 w 90"/>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0" h="160">
                    <a:moveTo>
                      <a:pt x="5" y="0"/>
                    </a:moveTo>
                    <a:lnTo>
                      <a:pt x="5" y="0"/>
                    </a:lnTo>
                    <a:lnTo>
                      <a:pt x="90" y="0"/>
                    </a:lnTo>
                    <a:lnTo>
                      <a:pt x="73" y="140"/>
                    </a:lnTo>
                    <a:lnTo>
                      <a:pt x="72" y="147"/>
                    </a:lnTo>
                    <a:lnTo>
                      <a:pt x="67" y="152"/>
                    </a:lnTo>
                    <a:lnTo>
                      <a:pt x="62" y="157"/>
                    </a:lnTo>
                    <a:lnTo>
                      <a:pt x="55" y="160"/>
                    </a:lnTo>
                    <a:lnTo>
                      <a:pt x="0" y="101"/>
                    </a:lnTo>
                    <a:lnTo>
                      <a:pt x="5" y="0"/>
                    </a:lnTo>
                    <a:close/>
                  </a:path>
                </a:pathLst>
              </a:custGeom>
              <a:solidFill>
                <a:srgbClr val="B9B9B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2" name="íṥḷíḍè">
                <a:extLst>
                  <a:ext uri="{FF2B5EF4-FFF2-40B4-BE49-F238E27FC236}">
                    <a16:creationId xmlns:a16="http://schemas.microsoft.com/office/drawing/2014/main" id="{B36DA0B8-DAEB-46B4-84B2-CE336E7AC30B}"/>
                  </a:ext>
                </a:extLst>
              </p:cNvPr>
              <p:cNvSpPr/>
              <p:nvPr/>
            </p:nvSpPr>
            <p:spPr bwMode="auto">
              <a:xfrm>
                <a:off x="3417888" y="5083175"/>
                <a:ext cx="139700" cy="254000"/>
              </a:xfrm>
              <a:custGeom>
                <a:avLst/>
                <a:gdLst>
                  <a:gd name="T0" fmla="*/ 11113 w 88"/>
                  <a:gd name="T1" fmla="*/ 0 h 160"/>
                  <a:gd name="T2" fmla="*/ 11113 w 88"/>
                  <a:gd name="T3" fmla="*/ 0 h 160"/>
                  <a:gd name="T4" fmla="*/ 139700 w 88"/>
                  <a:gd name="T5" fmla="*/ 0 h 160"/>
                  <a:gd name="T6" fmla="*/ 139700 w 88"/>
                  <a:gd name="T7" fmla="*/ 0 h 160"/>
                  <a:gd name="T8" fmla="*/ 112713 w 88"/>
                  <a:gd name="T9" fmla="*/ 222250 h 160"/>
                  <a:gd name="T10" fmla="*/ 112713 w 88"/>
                  <a:gd name="T11" fmla="*/ 222250 h 160"/>
                  <a:gd name="T12" fmla="*/ 111125 w 88"/>
                  <a:gd name="T13" fmla="*/ 233363 h 160"/>
                  <a:gd name="T14" fmla="*/ 103188 w 88"/>
                  <a:gd name="T15" fmla="*/ 241300 h 160"/>
                  <a:gd name="T16" fmla="*/ 95250 w 88"/>
                  <a:gd name="T17" fmla="*/ 249238 h 160"/>
                  <a:gd name="T18" fmla="*/ 87313 w 88"/>
                  <a:gd name="T19" fmla="*/ 254000 h 160"/>
                  <a:gd name="T20" fmla="*/ 87313 w 88"/>
                  <a:gd name="T21" fmla="*/ 254000 h 160"/>
                  <a:gd name="T22" fmla="*/ 0 w 88"/>
                  <a:gd name="T23" fmla="*/ 157163 h 160"/>
                  <a:gd name="T24" fmla="*/ 0 w 88"/>
                  <a:gd name="T25" fmla="*/ 157163 h 160"/>
                  <a:gd name="T26" fmla="*/ 11113 w 88"/>
                  <a:gd name="T27" fmla="*/ 0 h 160"/>
                  <a:gd name="T28" fmla="*/ 11113 w 88"/>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8" h="160">
                    <a:moveTo>
                      <a:pt x="7" y="0"/>
                    </a:moveTo>
                    <a:lnTo>
                      <a:pt x="7" y="0"/>
                    </a:lnTo>
                    <a:lnTo>
                      <a:pt x="88" y="0"/>
                    </a:lnTo>
                    <a:lnTo>
                      <a:pt x="71" y="140"/>
                    </a:lnTo>
                    <a:lnTo>
                      <a:pt x="70" y="147"/>
                    </a:lnTo>
                    <a:lnTo>
                      <a:pt x="65" y="152"/>
                    </a:lnTo>
                    <a:lnTo>
                      <a:pt x="60" y="157"/>
                    </a:lnTo>
                    <a:lnTo>
                      <a:pt x="55" y="160"/>
                    </a:lnTo>
                    <a:lnTo>
                      <a:pt x="0" y="99"/>
                    </a:lnTo>
                    <a:lnTo>
                      <a:pt x="7" y="0"/>
                    </a:lnTo>
                    <a:close/>
                  </a:path>
                </a:pathLst>
              </a:custGeom>
              <a:solidFill>
                <a:srgbClr val="BABA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3" name="í$ḻîdè">
                <a:extLst>
                  <a:ext uri="{FF2B5EF4-FFF2-40B4-BE49-F238E27FC236}">
                    <a16:creationId xmlns:a16="http://schemas.microsoft.com/office/drawing/2014/main" id="{D390CFC3-AD74-4D15-A28B-4CABE20A3012}"/>
                  </a:ext>
                </a:extLst>
              </p:cNvPr>
              <p:cNvSpPr/>
              <p:nvPr/>
            </p:nvSpPr>
            <p:spPr bwMode="auto">
              <a:xfrm>
                <a:off x="3425826" y="5083175"/>
                <a:ext cx="131763" cy="254000"/>
              </a:xfrm>
              <a:custGeom>
                <a:avLst/>
                <a:gdLst>
                  <a:gd name="T0" fmla="*/ 9525 w 83"/>
                  <a:gd name="T1" fmla="*/ 0 h 160"/>
                  <a:gd name="T2" fmla="*/ 9525 w 83"/>
                  <a:gd name="T3" fmla="*/ 0 h 160"/>
                  <a:gd name="T4" fmla="*/ 131763 w 83"/>
                  <a:gd name="T5" fmla="*/ 0 h 160"/>
                  <a:gd name="T6" fmla="*/ 131763 w 83"/>
                  <a:gd name="T7" fmla="*/ 0 h 160"/>
                  <a:gd name="T8" fmla="*/ 104775 w 83"/>
                  <a:gd name="T9" fmla="*/ 222250 h 160"/>
                  <a:gd name="T10" fmla="*/ 104775 w 83"/>
                  <a:gd name="T11" fmla="*/ 222250 h 160"/>
                  <a:gd name="T12" fmla="*/ 103188 w 83"/>
                  <a:gd name="T13" fmla="*/ 233363 h 160"/>
                  <a:gd name="T14" fmla="*/ 95250 w 83"/>
                  <a:gd name="T15" fmla="*/ 241300 h 160"/>
                  <a:gd name="T16" fmla="*/ 87313 w 83"/>
                  <a:gd name="T17" fmla="*/ 247650 h 160"/>
                  <a:gd name="T18" fmla="*/ 79375 w 83"/>
                  <a:gd name="T19" fmla="*/ 254000 h 160"/>
                  <a:gd name="T20" fmla="*/ 79375 w 83"/>
                  <a:gd name="T21" fmla="*/ 254000 h 160"/>
                  <a:gd name="T22" fmla="*/ 0 w 83"/>
                  <a:gd name="T23" fmla="*/ 157163 h 160"/>
                  <a:gd name="T24" fmla="*/ 0 w 83"/>
                  <a:gd name="T25" fmla="*/ 157163 h 160"/>
                  <a:gd name="T26" fmla="*/ 9525 w 83"/>
                  <a:gd name="T27" fmla="*/ 0 h 160"/>
                  <a:gd name="T28" fmla="*/ 9525 w 83"/>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3" h="160">
                    <a:moveTo>
                      <a:pt x="6" y="0"/>
                    </a:moveTo>
                    <a:lnTo>
                      <a:pt x="6" y="0"/>
                    </a:lnTo>
                    <a:lnTo>
                      <a:pt x="83" y="0"/>
                    </a:lnTo>
                    <a:lnTo>
                      <a:pt x="66" y="140"/>
                    </a:lnTo>
                    <a:lnTo>
                      <a:pt x="65" y="147"/>
                    </a:lnTo>
                    <a:lnTo>
                      <a:pt x="60" y="152"/>
                    </a:lnTo>
                    <a:lnTo>
                      <a:pt x="55" y="156"/>
                    </a:lnTo>
                    <a:lnTo>
                      <a:pt x="50" y="160"/>
                    </a:lnTo>
                    <a:lnTo>
                      <a:pt x="0" y="99"/>
                    </a:lnTo>
                    <a:lnTo>
                      <a:pt x="6" y="0"/>
                    </a:lnTo>
                    <a:close/>
                  </a:path>
                </a:pathLst>
              </a:custGeom>
              <a:solidFill>
                <a:srgbClr val="BBBBB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4" name="ïṧ1iḑe">
                <a:extLst>
                  <a:ext uri="{FF2B5EF4-FFF2-40B4-BE49-F238E27FC236}">
                    <a16:creationId xmlns:a16="http://schemas.microsoft.com/office/drawing/2014/main" id="{2C6D7BA1-71EE-4014-B94A-03DC8074E94E}"/>
                  </a:ext>
                </a:extLst>
              </p:cNvPr>
              <p:cNvSpPr/>
              <p:nvPr/>
            </p:nvSpPr>
            <p:spPr bwMode="auto">
              <a:xfrm>
                <a:off x="3432176" y="5083175"/>
                <a:ext cx="125413" cy="254000"/>
              </a:xfrm>
              <a:custGeom>
                <a:avLst/>
                <a:gdLst>
                  <a:gd name="T0" fmla="*/ 7938 w 79"/>
                  <a:gd name="T1" fmla="*/ 0 h 160"/>
                  <a:gd name="T2" fmla="*/ 7938 w 79"/>
                  <a:gd name="T3" fmla="*/ 0 h 160"/>
                  <a:gd name="T4" fmla="*/ 125413 w 79"/>
                  <a:gd name="T5" fmla="*/ 0 h 160"/>
                  <a:gd name="T6" fmla="*/ 125413 w 79"/>
                  <a:gd name="T7" fmla="*/ 0 h 160"/>
                  <a:gd name="T8" fmla="*/ 98425 w 79"/>
                  <a:gd name="T9" fmla="*/ 222250 h 160"/>
                  <a:gd name="T10" fmla="*/ 98425 w 79"/>
                  <a:gd name="T11" fmla="*/ 222250 h 160"/>
                  <a:gd name="T12" fmla="*/ 96838 w 79"/>
                  <a:gd name="T13" fmla="*/ 233363 h 160"/>
                  <a:gd name="T14" fmla="*/ 88900 w 79"/>
                  <a:gd name="T15" fmla="*/ 241300 h 160"/>
                  <a:gd name="T16" fmla="*/ 80963 w 79"/>
                  <a:gd name="T17" fmla="*/ 247650 h 160"/>
                  <a:gd name="T18" fmla="*/ 73025 w 79"/>
                  <a:gd name="T19" fmla="*/ 254000 h 160"/>
                  <a:gd name="T20" fmla="*/ 73025 w 79"/>
                  <a:gd name="T21" fmla="*/ 254000 h 160"/>
                  <a:gd name="T22" fmla="*/ 0 w 79"/>
                  <a:gd name="T23" fmla="*/ 155575 h 160"/>
                  <a:gd name="T24" fmla="*/ 0 w 79"/>
                  <a:gd name="T25" fmla="*/ 155575 h 160"/>
                  <a:gd name="T26" fmla="*/ 7938 w 79"/>
                  <a:gd name="T27" fmla="*/ 0 h 160"/>
                  <a:gd name="T28" fmla="*/ 7938 w 79"/>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9" h="160">
                    <a:moveTo>
                      <a:pt x="5" y="0"/>
                    </a:moveTo>
                    <a:lnTo>
                      <a:pt x="5" y="0"/>
                    </a:lnTo>
                    <a:lnTo>
                      <a:pt x="79" y="0"/>
                    </a:lnTo>
                    <a:lnTo>
                      <a:pt x="62" y="140"/>
                    </a:lnTo>
                    <a:lnTo>
                      <a:pt x="61" y="147"/>
                    </a:lnTo>
                    <a:lnTo>
                      <a:pt x="56" y="152"/>
                    </a:lnTo>
                    <a:lnTo>
                      <a:pt x="51" y="156"/>
                    </a:lnTo>
                    <a:lnTo>
                      <a:pt x="46" y="160"/>
                    </a:lnTo>
                    <a:lnTo>
                      <a:pt x="0" y="98"/>
                    </a:lnTo>
                    <a:lnTo>
                      <a:pt x="5" y="0"/>
                    </a:lnTo>
                    <a:close/>
                  </a:path>
                </a:pathLst>
              </a:custGeom>
              <a:solidFill>
                <a:srgbClr val="BBBBB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5" name="îṧḷïḋê">
                <a:extLst>
                  <a:ext uri="{FF2B5EF4-FFF2-40B4-BE49-F238E27FC236}">
                    <a16:creationId xmlns:a16="http://schemas.microsoft.com/office/drawing/2014/main" id="{DFA1F13B-D31B-46EA-BD64-6591B5953847}"/>
                  </a:ext>
                </a:extLst>
              </p:cNvPr>
              <p:cNvSpPr/>
              <p:nvPr/>
            </p:nvSpPr>
            <p:spPr bwMode="auto">
              <a:xfrm>
                <a:off x="3438526" y="5083175"/>
                <a:ext cx="119063" cy="254000"/>
              </a:xfrm>
              <a:custGeom>
                <a:avLst/>
                <a:gdLst>
                  <a:gd name="T0" fmla="*/ 7938 w 75"/>
                  <a:gd name="T1" fmla="*/ 0 h 160"/>
                  <a:gd name="T2" fmla="*/ 7938 w 75"/>
                  <a:gd name="T3" fmla="*/ 0 h 160"/>
                  <a:gd name="T4" fmla="*/ 119063 w 75"/>
                  <a:gd name="T5" fmla="*/ 0 h 160"/>
                  <a:gd name="T6" fmla="*/ 119063 w 75"/>
                  <a:gd name="T7" fmla="*/ 0 h 160"/>
                  <a:gd name="T8" fmla="*/ 92075 w 75"/>
                  <a:gd name="T9" fmla="*/ 222250 h 160"/>
                  <a:gd name="T10" fmla="*/ 92075 w 75"/>
                  <a:gd name="T11" fmla="*/ 222250 h 160"/>
                  <a:gd name="T12" fmla="*/ 90488 w 75"/>
                  <a:gd name="T13" fmla="*/ 233363 h 160"/>
                  <a:gd name="T14" fmla="*/ 82550 w 75"/>
                  <a:gd name="T15" fmla="*/ 241300 h 160"/>
                  <a:gd name="T16" fmla="*/ 76200 w 75"/>
                  <a:gd name="T17" fmla="*/ 247650 h 160"/>
                  <a:gd name="T18" fmla="*/ 68263 w 75"/>
                  <a:gd name="T19" fmla="*/ 254000 h 160"/>
                  <a:gd name="T20" fmla="*/ 68263 w 75"/>
                  <a:gd name="T21" fmla="*/ 254000 h 160"/>
                  <a:gd name="T22" fmla="*/ 0 w 75"/>
                  <a:gd name="T23" fmla="*/ 152400 h 160"/>
                  <a:gd name="T24" fmla="*/ 0 w 75"/>
                  <a:gd name="T25" fmla="*/ 152400 h 160"/>
                  <a:gd name="T26" fmla="*/ 7938 w 75"/>
                  <a:gd name="T27" fmla="*/ 0 h 160"/>
                  <a:gd name="T28" fmla="*/ 7938 w 75"/>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5" h="160">
                    <a:moveTo>
                      <a:pt x="5" y="0"/>
                    </a:moveTo>
                    <a:lnTo>
                      <a:pt x="5" y="0"/>
                    </a:lnTo>
                    <a:lnTo>
                      <a:pt x="75" y="0"/>
                    </a:lnTo>
                    <a:lnTo>
                      <a:pt x="58" y="140"/>
                    </a:lnTo>
                    <a:lnTo>
                      <a:pt x="57" y="147"/>
                    </a:lnTo>
                    <a:lnTo>
                      <a:pt x="52" y="152"/>
                    </a:lnTo>
                    <a:lnTo>
                      <a:pt x="48" y="156"/>
                    </a:lnTo>
                    <a:lnTo>
                      <a:pt x="43" y="160"/>
                    </a:lnTo>
                    <a:lnTo>
                      <a:pt x="0" y="96"/>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6" name="iṣḻíďe">
                <a:extLst>
                  <a:ext uri="{FF2B5EF4-FFF2-40B4-BE49-F238E27FC236}">
                    <a16:creationId xmlns:a16="http://schemas.microsoft.com/office/drawing/2014/main" id="{F8D495B9-6DA1-48BA-B299-E3BD01A0AD11}"/>
                  </a:ext>
                </a:extLst>
              </p:cNvPr>
              <p:cNvSpPr/>
              <p:nvPr/>
            </p:nvSpPr>
            <p:spPr bwMode="auto">
              <a:xfrm>
                <a:off x="3444876" y="5083175"/>
                <a:ext cx="112713" cy="254000"/>
              </a:xfrm>
              <a:custGeom>
                <a:avLst/>
                <a:gdLst>
                  <a:gd name="T0" fmla="*/ 7938 w 71"/>
                  <a:gd name="T1" fmla="*/ 0 h 160"/>
                  <a:gd name="T2" fmla="*/ 7938 w 71"/>
                  <a:gd name="T3" fmla="*/ 0 h 160"/>
                  <a:gd name="T4" fmla="*/ 112713 w 71"/>
                  <a:gd name="T5" fmla="*/ 0 h 160"/>
                  <a:gd name="T6" fmla="*/ 112713 w 71"/>
                  <a:gd name="T7" fmla="*/ 0 h 160"/>
                  <a:gd name="T8" fmla="*/ 85725 w 71"/>
                  <a:gd name="T9" fmla="*/ 222250 h 160"/>
                  <a:gd name="T10" fmla="*/ 85725 w 71"/>
                  <a:gd name="T11" fmla="*/ 222250 h 160"/>
                  <a:gd name="T12" fmla="*/ 84138 w 71"/>
                  <a:gd name="T13" fmla="*/ 233363 h 160"/>
                  <a:gd name="T14" fmla="*/ 76200 w 71"/>
                  <a:gd name="T15" fmla="*/ 241300 h 160"/>
                  <a:gd name="T16" fmla="*/ 69850 w 71"/>
                  <a:gd name="T17" fmla="*/ 247650 h 160"/>
                  <a:gd name="T18" fmla="*/ 61913 w 71"/>
                  <a:gd name="T19" fmla="*/ 254000 h 160"/>
                  <a:gd name="T20" fmla="*/ 61913 w 71"/>
                  <a:gd name="T21" fmla="*/ 254000 h 160"/>
                  <a:gd name="T22" fmla="*/ 0 w 71"/>
                  <a:gd name="T23" fmla="*/ 150813 h 160"/>
                  <a:gd name="T24" fmla="*/ 0 w 71"/>
                  <a:gd name="T25" fmla="*/ 150813 h 160"/>
                  <a:gd name="T26" fmla="*/ 7938 w 71"/>
                  <a:gd name="T27" fmla="*/ 0 h 160"/>
                  <a:gd name="T28" fmla="*/ 7938 w 7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1" h="160">
                    <a:moveTo>
                      <a:pt x="5" y="0"/>
                    </a:moveTo>
                    <a:lnTo>
                      <a:pt x="5" y="0"/>
                    </a:lnTo>
                    <a:lnTo>
                      <a:pt x="71" y="0"/>
                    </a:lnTo>
                    <a:lnTo>
                      <a:pt x="54" y="140"/>
                    </a:lnTo>
                    <a:lnTo>
                      <a:pt x="53" y="147"/>
                    </a:lnTo>
                    <a:lnTo>
                      <a:pt x="48" y="152"/>
                    </a:lnTo>
                    <a:lnTo>
                      <a:pt x="44" y="156"/>
                    </a:lnTo>
                    <a:lnTo>
                      <a:pt x="39" y="160"/>
                    </a:lnTo>
                    <a:lnTo>
                      <a:pt x="0" y="95"/>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7" name="išliḍe">
                <a:extLst>
                  <a:ext uri="{FF2B5EF4-FFF2-40B4-BE49-F238E27FC236}">
                    <a16:creationId xmlns:a16="http://schemas.microsoft.com/office/drawing/2014/main" id="{E1204C67-54F5-4358-BDEE-1691641BB4AC}"/>
                  </a:ext>
                </a:extLst>
              </p:cNvPr>
              <p:cNvSpPr/>
              <p:nvPr/>
            </p:nvSpPr>
            <p:spPr bwMode="auto">
              <a:xfrm>
                <a:off x="3448051" y="5083175"/>
                <a:ext cx="109538" cy="252413"/>
              </a:xfrm>
              <a:custGeom>
                <a:avLst/>
                <a:gdLst>
                  <a:gd name="T0" fmla="*/ 11113 w 69"/>
                  <a:gd name="T1" fmla="*/ 0 h 159"/>
                  <a:gd name="T2" fmla="*/ 11113 w 69"/>
                  <a:gd name="T3" fmla="*/ 0 h 159"/>
                  <a:gd name="T4" fmla="*/ 109538 w 69"/>
                  <a:gd name="T5" fmla="*/ 0 h 159"/>
                  <a:gd name="T6" fmla="*/ 109538 w 69"/>
                  <a:gd name="T7" fmla="*/ 0 h 159"/>
                  <a:gd name="T8" fmla="*/ 82550 w 69"/>
                  <a:gd name="T9" fmla="*/ 222250 h 159"/>
                  <a:gd name="T10" fmla="*/ 82550 w 69"/>
                  <a:gd name="T11" fmla="*/ 222250 h 159"/>
                  <a:gd name="T12" fmla="*/ 80963 w 69"/>
                  <a:gd name="T13" fmla="*/ 233363 h 159"/>
                  <a:gd name="T14" fmla="*/ 73025 w 69"/>
                  <a:gd name="T15" fmla="*/ 241300 h 159"/>
                  <a:gd name="T16" fmla="*/ 66675 w 69"/>
                  <a:gd name="T17" fmla="*/ 247650 h 159"/>
                  <a:gd name="T18" fmla="*/ 58738 w 69"/>
                  <a:gd name="T19" fmla="*/ 252413 h 159"/>
                  <a:gd name="T20" fmla="*/ 58738 w 69"/>
                  <a:gd name="T21" fmla="*/ 252413 h 159"/>
                  <a:gd name="T22" fmla="*/ 0 w 69"/>
                  <a:gd name="T23" fmla="*/ 149225 h 159"/>
                  <a:gd name="T24" fmla="*/ 0 w 69"/>
                  <a:gd name="T25" fmla="*/ 149225 h 159"/>
                  <a:gd name="T26" fmla="*/ 11113 w 69"/>
                  <a:gd name="T27" fmla="*/ 0 h 159"/>
                  <a:gd name="T28" fmla="*/ 11113 w 6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159">
                    <a:moveTo>
                      <a:pt x="7" y="0"/>
                    </a:moveTo>
                    <a:lnTo>
                      <a:pt x="7" y="0"/>
                    </a:lnTo>
                    <a:lnTo>
                      <a:pt x="69" y="0"/>
                    </a:lnTo>
                    <a:lnTo>
                      <a:pt x="52" y="140"/>
                    </a:lnTo>
                    <a:lnTo>
                      <a:pt x="51" y="147"/>
                    </a:lnTo>
                    <a:lnTo>
                      <a:pt x="46" y="152"/>
                    </a:lnTo>
                    <a:lnTo>
                      <a:pt x="42" y="156"/>
                    </a:lnTo>
                    <a:lnTo>
                      <a:pt x="37" y="159"/>
                    </a:lnTo>
                    <a:lnTo>
                      <a:pt x="0" y="94"/>
                    </a:lnTo>
                    <a:lnTo>
                      <a:pt x="7" y="0"/>
                    </a:lnTo>
                    <a:close/>
                  </a:path>
                </a:pathLst>
              </a:custGeom>
              <a:solidFill>
                <a:srgbClr val="BDBD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8" name="ïṣḻîḍe">
                <a:extLst>
                  <a:ext uri="{FF2B5EF4-FFF2-40B4-BE49-F238E27FC236}">
                    <a16:creationId xmlns:a16="http://schemas.microsoft.com/office/drawing/2014/main" id="{0BE2A7E7-8A3A-400B-9E0B-8969667C42C6}"/>
                  </a:ext>
                </a:extLst>
              </p:cNvPr>
              <p:cNvSpPr/>
              <p:nvPr/>
            </p:nvSpPr>
            <p:spPr bwMode="auto">
              <a:xfrm>
                <a:off x="3454401" y="5083175"/>
                <a:ext cx="103188" cy="252413"/>
              </a:xfrm>
              <a:custGeom>
                <a:avLst/>
                <a:gdLst>
                  <a:gd name="T0" fmla="*/ 11113 w 65"/>
                  <a:gd name="T1" fmla="*/ 0 h 159"/>
                  <a:gd name="T2" fmla="*/ 11113 w 65"/>
                  <a:gd name="T3" fmla="*/ 0 h 159"/>
                  <a:gd name="T4" fmla="*/ 103188 w 65"/>
                  <a:gd name="T5" fmla="*/ 0 h 159"/>
                  <a:gd name="T6" fmla="*/ 103188 w 65"/>
                  <a:gd name="T7" fmla="*/ 0 h 159"/>
                  <a:gd name="T8" fmla="*/ 76200 w 65"/>
                  <a:gd name="T9" fmla="*/ 222250 h 159"/>
                  <a:gd name="T10" fmla="*/ 76200 w 65"/>
                  <a:gd name="T11" fmla="*/ 222250 h 159"/>
                  <a:gd name="T12" fmla="*/ 74613 w 65"/>
                  <a:gd name="T13" fmla="*/ 233363 h 159"/>
                  <a:gd name="T14" fmla="*/ 66675 w 65"/>
                  <a:gd name="T15" fmla="*/ 241300 h 159"/>
                  <a:gd name="T16" fmla="*/ 60325 w 65"/>
                  <a:gd name="T17" fmla="*/ 247650 h 159"/>
                  <a:gd name="T18" fmla="*/ 52388 w 65"/>
                  <a:gd name="T19" fmla="*/ 252413 h 159"/>
                  <a:gd name="T20" fmla="*/ 52388 w 65"/>
                  <a:gd name="T21" fmla="*/ 252413 h 159"/>
                  <a:gd name="T22" fmla="*/ 0 w 65"/>
                  <a:gd name="T23" fmla="*/ 146050 h 159"/>
                  <a:gd name="T24" fmla="*/ 0 w 65"/>
                  <a:gd name="T25" fmla="*/ 146050 h 159"/>
                  <a:gd name="T26" fmla="*/ 11113 w 65"/>
                  <a:gd name="T27" fmla="*/ 0 h 159"/>
                  <a:gd name="T28" fmla="*/ 11113 w 6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5" h="159">
                    <a:moveTo>
                      <a:pt x="7" y="0"/>
                    </a:moveTo>
                    <a:lnTo>
                      <a:pt x="7" y="0"/>
                    </a:lnTo>
                    <a:lnTo>
                      <a:pt x="65" y="0"/>
                    </a:lnTo>
                    <a:lnTo>
                      <a:pt x="48" y="140"/>
                    </a:lnTo>
                    <a:lnTo>
                      <a:pt x="47" y="147"/>
                    </a:lnTo>
                    <a:lnTo>
                      <a:pt x="42" y="152"/>
                    </a:lnTo>
                    <a:lnTo>
                      <a:pt x="38" y="156"/>
                    </a:lnTo>
                    <a:lnTo>
                      <a:pt x="33" y="159"/>
                    </a:lnTo>
                    <a:lnTo>
                      <a:pt x="0" y="92"/>
                    </a:lnTo>
                    <a:lnTo>
                      <a:pt x="7" y="0"/>
                    </a:lnTo>
                    <a:close/>
                  </a:path>
                </a:pathLst>
              </a:custGeom>
              <a:solidFill>
                <a:srgbClr val="BEBEC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19" name="iśľiḋe">
                <a:extLst>
                  <a:ext uri="{FF2B5EF4-FFF2-40B4-BE49-F238E27FC236}">
                    <a16:creationId xmlns:a16="http://schemas.microsoft.com/office/drawing/2014/main" id="{57F1AEDA-4ADD-41F8-880F-A7CE7FB83F78}"/>
                  </a:ext>
                </a:extLst>
              </p:cNvPr>
              <p:cNvSpPr/>
              <p:nvPr/>
            </p:nvSpPr>
            <p:spPr bwMode="auto">
              <a:xfrm>
                <a:off x="3462338" y="5083175"/>
                <a:ext cx="95250" cy="252413"/>
              </a:xfrm>
              <a:custGeom>
                <a:avLst/>
                <a:gdLst>
                  <a:gd name="T0" fmla="*/ 9525 w 60"/>
                  <a:gd name="T1" fmla="*/ 0 h 159"/>
                  <a:gd name="T2" fmla="*/ 9525 w 60"/>
                  <a:gd name="T3" fmla="*/ 0 h 159"/>
                  <a:gd name="T4" fmla="*/ 95250 w 60"/>
                  <a:gd name="T5" fmla="*/ 0 h 159"/>
                  <a:gd name="T6" fmla="*/ 95250 w 60"/>
                  <a:gd name="T7" fmla="*/ 0 h 159"/>
                  <a:gd name="T8" fmla="*/ 68263 w 60"/>
                  <a:gd name="T9" fmla="*/ 222250 h 159"/>
                  <a:gd name="T10" fmla="*/ 68263 w 60"/>
                  <a:gd name="T11" fmla="*/ 222250 h 159"/>
                  <a:gd name="T12" fmla="*/ 66675 w 60"/>
                  <a:gd name="T13" fmla="*/ 233363 h 159"/>
                  <a:gd name="T14" fmla="*/ 61913 w 60"/>
                  <a:gd name="T15" fmla="*/ 239713 h 159"/>
                  <a:gd name="T16" fmla="*/ 52388 w 60"/>
                  <a:gd name="T17" fmla="*/ 247650 h 159"/>
                  <a:gd name="T18" fmla="*/ 46038 w 60"/>
                  <a:gd name="T19" fmla="*/ 252413 h 159"/>
                  <a:gd name="T20" fmla="*/ 46038 w 60"/>
                  <a:gd name="T21" fmla="*/ 252413 h 159"/>
                  <a:gd name="T22" fmla="*/ 0 w 60"/>
                  <a:gd name="T23" fmla="*/ 144463 h 159"/>
                  <a:gd name="T24" fmla="*/ 0 w 60"/>
                  <a:gd name="T25" fmla="*/ 144463 h 159"/>
                  <a:gd name="T26" fmla="*/ 9525 w 60"/>
                  <a:gd name="T27" fmla="*/ 0 h 159"/>
                  <a:gd name="T28" fmla="*/ 9525 w 6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0" h="159">
                    <a:moveTo>
                      <a:pt x="6" y="0"/>
                    </a:moveTo>
                    <a:lnTo>
                      <a:pt x="6" y="0"/>
                    </a:lnTo>
                    <a:lnTo>
                      <a:pt x="60" y="0"/>
                    </a:lnTo>
                    <a:lnTo>
                      <a:pt x="43" y="140"/>
                    </a:lnTo>
                    <a:lnTo>
                      <a:pt x="42" y="147"/>
                    </a:lnTo>
                    <a:lnTo>
                      <a:pt x="39" y="151"/>
                    </a:lnTo>
                    <a:lnTo>
                      <a:pt x="33" y="156"/>
                    </a:lnTo>
                    <a:lnTo>
                      <a:pt x="29" y="159"/>
                    </a:lnTo>
                    <a:lnTo>
                      <a:pt x="0" y="91"/>
                    </a:lnTo>
                    <a:lnTo>
                      <a:pt x="6" y="0"/>
                    </a:lnTo>
                    <a:close/>
                  </a:path>
                </a:pathLst>
              </a:custGeom>
              <a:solidFill>
                <a:srgbClr val="BEBEC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0" name="iṩḻiḍê">
                <a:extLst>
                  <a:ext uri="{FF2B5EF4-FFF2-40B4-BE49-F238E27FC236}">
                    <a16:creationId xmlns:a16="http://schemas.microsoft.com/office/drawing/2014/main" id="{12F59273-6860-4DE8-BAD4-7141B6A1D69D}"/>
                  </a:ext>
                </a:extLst>
              </p:cNvPr>
              <p:cNvSpPr/>
              <p:nvPr/>
            </p:nvSpPr>
            <p:spPr bwMode="auto">
              <a:xfrm>
                <a:off x="3468688" y="5083175"/>
                <a:ext cx="88900" cy="252413"/>
              </a:xfrm>
              <a:custGeom>
                <a:avLst/>
                <a:gdLst>
                  <a:gd name="T0" fmla="*/ 9525 w 56"/>
                  <a:gd name="T1" fmla="*/ 0 h 159"/>
                  <a:gd name="T2" fmla="*/ 9525 w 56"/>
                  <a:gd name="T3" fmla="*/ 0 h 159"/>
                  <a:gd name="T4" fmla="*/ 88900 w 56"/>
                  <a:gd name="T5" fmla="*/ 0 h 159"/>
                  <a:gd name="T6" fmla="*/ 88900 w 56"/>
                  <a:gd name="T7" fmla="*/ 0 h 159"/>
                  <a:gd name="T8" fmla="*/ 61913 w 56"/>
                  <a:gd name="T9" fmla="*/ 222250 h 159"/>
                  <a:gd name="T10" fmla="*/ 61913 w 56"/>
                  <a:gd name="T11" fmla="*/ 222250 h 159"/>
                  <a:gd name="T12" fmla="*/ 60325 w 56"/>
                  <a:gd name="T13" fmla="*/ 233363 h 159"/>
                  <a:gd name="T14" fmla="*/ 55563 w 56"/>
                  <a:gd name="T15" fmla="*/ 239713 h 159"/>
                  <a:gd name="T16" fmla="*/ 46038 w 56"/>
                  <a:gd name="T17" fmla="*/ 247650 h 159"/>
                  <a:gd name="T18" fmla="*/ 39688 w 56"/>
                  <a:gd name="T19" fmla="*/ 252413 h 159"/>
                  <a:gd name="T20" fmla="*/ 39688 w 56"/>
                  <a:gd name="T21" fmla="*/ 252413 h 159"/>
                  <a:gd name="T22" fmla="*/ 0 w 56"/>
                  <a:gd name="T23" fmla="*/ 144463 h 159"/>
                  <a:gd name="T24" fmla="*/ 0 w 56"/>
                  <a:gd name="T25" fmla="*/ 144463 h 159"/>
                  <a:gd name="T26" fmla="*/ 9525 w 56"/>
                  <a:gd name="T27" fmla="*/ 0 h 159"/>
                  <a:gd name="T28" fmla="*/ 9525 w 5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 h="159">
                    <a:moveTo>
                      <a:pt x="6" y="0"/>
                    </a:moveTo>
                    <a:lnTo>
                      <a:pt x="6" y="0"/>
                    </a:lnTo>
                    <a:lnTo>
                      <a:pt x="56" y="0"/>
                    </a:lnTo>
                    <a:lnTo>
                      <a:pt x="39" y="140"/>
                    </a:lnTo>
                    <a:lnTo>
                      <a:pt x="38" y="147"/>
                    </a:lnTo>
                    <a:lnTo>
                      <a:pt x="35" y="151"/>
                    </a:lnTo>
                    <a:lnTo>
                      <a:pt x="29" y="156"/>
                    </a:lnTo>
                    <a:lnTo>
                      <a:pt x="25" y="159"/>
                    </a:lnTo>
                    <a:lnTo>
                      <a:pt x="0" y="91"/>
                    </a:lnTo>
                    <a:lnTo>
                      <a:pt x="6"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1" name="íṡľïḋê">
                <a:extLst>
                  <a:ext uri="{FF2B5EF4-FFF2-40B4-BE49-F238E27FC236}">
                    <a16:creationId xmlns:a16="http://schemas.microsoft.com/office/drawing/2014/main" id="{122ECF3B-7DC0-45AE-8E1F-328936EB8FC9}"/>
                  </a:ext>
                </a:extLst>
              </p:cNvPr>
              <p:cNvSpPr/>
              <p:nvPr/>
            </p:nvSpPr>
            <p:spPr bwMode="auto">
              <a:xfrm>
                <a:off x="3471863" y="5083175"/>
                <a:ext cx="85725" cy="252413"/>
              </a:xfrm>
              <a:custGeom>
                <a:avLst/>
                <a:gdLst>
                  <a:gd name="T0" fmla="*/ 11113 w 54"/>
                  <a:gd name="T1" fmla="*/ 0 h 159"/>
                  <a:gd name="T2" fmla="*/ 11113 w 54"/>
                  <a:gd name="T3" fmla="*/ 0 h 159"/>
                  <a:gd name="T4" fmla="*/ 85725 w 54"/>
                  <a:gd name="T5" fmla="*/ 0 h 159"/>
                  <a:gd name="T6" fmla="*/ 85725 w 54"/>
                  <a:gd name="T7" fmla="*/ 0 h 159"/>
                  <a:gd name="T8" fmla="*/ 58738 w 54"/>
                  <a:gd name="T9" fmla="*/ 222250 h 159"/>
                  <a:gd name="T10" fmla="*/ 58738 w 54"/>
                  <a:gd name="T11" fmla="*/ 222250 h 159"/>
                  <a:gd name="T12" fmla="*/ 57150 w 54"/>
                  <a:gd name="T13" fmla="*/ 230188 h 159"/>
                  <a:gd name="T14" fmla="*/ 52388 w 54"/>
                  <a:gd name="T15" fmla="*/ 239713 h 159"/>
                  <a:gd name="T16" fmla="*/ 46038 w 54"/>
                  <a:gd name="T17" fmla="*/ 246063 h 159"/>
                  <a:gd name="T18" fmla="*/ 36513 w 54"/>
                  <a:gd name="T19" fmla="*/ 252413 h 159"/>
                  <a:gd name="T20" fmla="*/ 36513 w 54"/>
                  <a:gd name="T21" fmla="*/ 252413 h 159"/>
                  <a:gd name="T22" fmla="*/ 0 w 54"/>
                  <a:gd name="T23" fmla="*/ 142875 h 159"/>
                  <a:gd name="T24" fmla="*/ 0 w 54"/>
                  <a:gd name="T25" fmla="*/ 142875 h 159"/>
                  <a:gd name="T26" fmla="*/ 11113 w 54"/>
                  <a:gd name="T27" fmla="*/ 0 h 159"/>
                  <a:gd name="T28" fmla="*/ 11113 w 54"/>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159">
                    <a:moveTo>
                      <a:pt x="7" y="0"/>
                    </a:moveTo>
                    <a:lnTo>
                      <a:pt x="7" y="0"/>
                    </a:lnTo>
                    <a:lnTo>
                      <a:pt x="54" y="0"/>
                    </a:lnTo>
                    <a:lnTo>
                      <a:pt x="37" y="140"/>
                    </a:lnTo>
                    <a:lnTo>
                      <a:pt x="36" y="145"/>
                    </a:lnTo>
                    <a:lnTo>
                      <a:pt x="33" y="151"/>
                    </a:lnTo>
                    <a:lnTo>
                      <a:pt x="29" y="155"/>
                    </a:lnTo>
                    <a:lnTo>
                      <a:pt x="23" y="159"/>
                    </a:lnTo>
                    <a:lnTo>
                      <a:pt x="0" y="90"/>
                    </a:lnTo>
                    <a:lnTo>
                      <a:pt x="7"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2" name="íSlïḍe">
                <a:extLst>
                  <a:ext uri="{FF2B5EF4-FFF2-40B4-BE49-F238E27FC236}">
                    <a16:creationId xmlns:a16="http://schemas.microsoft.com/office/drawing/2014/main" id="{76CF8C74-9C9D-4A69-AA5E-89F6C72F93BE}"/>
                  </a:ext>
                </a:extLst>
              </p:cNvPr>
              <p:cNvSpPr/>
              <p:nvPr/>
            </p:nvSpPr>
            <p:spPr bwMode="auto">
              <a:xfrm>
                <a:off x="3478213" y="5083175"/>
                <a:ext cx="79375" cy="252413"/>
              </a:xfrm>
              <a:custGeom>
                <a:avLst/>
                <a:gdLst>
                  <a:gd name="T0" fmla="*/ 11113 w 50"/>
                  <a:gd name="T1" fmla="*/ 0 h 159"/>
                  <a:gd name="T2" fmla="*/ 11113 w 50"/>
                  <a:gd name="T3" fmla="*/ 0 h 159"/>
                  <a:gd name="T4" fmla="*/ 79375 w 50"/>
                  <a:gd name="T5" fmla="*/ 0 h 159"/>
                  <a:gd name="T6" fmla="*/ 79375 w 50"/>
                  <a:gd name="T7" fmla="*/ 0 h 159"/>
                  <a:gd name="T8" fmla="*/ 52388 w 50"/>
                  <a:gd name="T9" fmla="*/ 222250 h 159"/>
                  <a:gd name="T10" fmla="*/ 52388 w 50"/>
                  <a:gd name="T11" fmla="*/ 222250 h 159"/>
                  <a:gd name="T12" fmla="*/ 50800 w 50"/>
                  <a:gd name="T13" fmla="*/ 230188 h 159"/>
                  <a:gd name="T14" fmla="*/ 46038 w 50"/>
                  <a:gd name="T15" fmla="*/ 239713 h 159"/>
                  <a:gd name="T16" fmla="*/ 39688 w 50"/>
                  <a:gd name="T17" fmla="*/ 246063 h 159"/>
                  <a:gd name="T18" fmla="*/ 30163 w 50"/>
                  <a:gd name="T19" fmla="*/ 252413 h 159"/>
                  <a:gd name="T20" fmla="*/ 30163 w 50"/>
                  <a:gd name="T21" fmla="*/ 252413 h 159"/>
                  <a:gd name="T22" fmla="*/ 0 w 50"/>
                  <a:gd name="T23" fmla="*/ 139700 h 159"/>
                  <a:gd name="T24" fmla="*/ 0 w 50"/>
                  <a:gd name="T25" fmla="*/ 139700 h 159"/>
                  <a:gd name="T26" fmla="*/ 11113 w 50"/>
                  <a:gd name="T27" fmla="*/ 0 h 159"/>
                  <a:gd name="T28" fmla="*/ 11113 w 50"/>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0" h="159">
                    <a:moveTo>
                      <a:pt x="7" y="0"/>
                    </a:moveTo>
                    <a:lnTo>
                      <a:pt x="7" y="0"/>
                    </a:lnTo>
                    <a:lnTo>
                      <a:pt x="50" y="0"/>
                    </a:lnTo>
                    <a:lnTo>
                      <a:pt x="33" y="140"/>
                    </a:lnTo>
                    <a:lnTo>
                      <a:pt x="32" y="145"/>
                    </a:lnTo>
                    <a:lnTo>
                      <a:pt x="29" y="151"/>
                    </a:lnTo>
                    <a:lnTo>
                      <a:pt x="25" y="155"/>
                    </a:lnTo>
                    <a:lnTo>
                      <a:pt x="19" y="159"/>
                    </a:lnTo>
                    <a:lnTo>
                      <a:pt x="0" y="88"/>
                    </a:lnTo>
                    <a:lnTo>
                      <a:pt x="7" y="0"/>
                    </a:lnTo>
                    <a:close/>
                  </a:path>
                </a:pathLst>
              </a:custGeom>
              <a:solidFill>
                <a:srgbClr val="C0C0C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3" name="iŝľïḍê">
                <a:extLst>
                  <a:ext uri="{FF2B5EF4-FFF2-40B4-BE49-F238E27FC236}">
                    <a16:creationId xmlns:a16="http://schemas.microsoft.com/office/drawing/2014/main" id="{65FEFA05-E4A0-4F9E-B6D1-990353D7C870}"/>
                  </a:ext>
                </a:extLst>
              </p:cNvPr>
              <p:cNvSpPr/>
              <p:nvPr/>
            </p:nvSpPr>
            <p:spPr bwMode="auto">
              <a:xfrm>
                <a:off x="3484563" y="5083175"/>
                <a:ext cx="73025" cy="252413"/>
              </a:xfrm>
              <a:custGeom>
                <a:avLst/>
                <a:gdLst>
                  <a:gd name="T0" fmla="*/ 11113 w 46"/>
                  <a:gd name="T1" fmla="*/ 0 h 159"/>
                  <a:gd name="T2" fmla="*/ 11113 w 46"/>
                  <a:gd name="T3" fmla="*/ 0 h 159"/>
                  <a:gd name="T4" fmla="*/ 73025 w 46"/>
                  <a:gd name="T5" fmla="*/ 0 h 159"/>
                  <a:gd name="T6" fmla="*/ 73025 w 46"/>
                  <a:gd name="T7" fmla="*/ 0 h 159"/>
                  <a:gd name="T8" fmla="*/ 46038 w 46"/>
                  <a:gd name="T9" fmla="*/ 222250 h 159"/>
                  <a:gd name="T10" fmla="*/ 46038 w 46"/>
                  <a:gd name="T11" fmla="*/ 222250 h 159"/>
                  <a:gd name="T12" fmla="*/ 44450 w 46"/>
                  <a:gd name="T13" fmla="*/ 230188 h 159"/>
                  <a:gd name="T14" fmla="*/ 39688 w 46"/>
                  <a:gd name="T15" fmla="*/ 239713 h 159"/>
                  <a:gd name="T16" fmla="*/ 33338 w 46"/>
                  <a:gd name="T17" fmla="*/ 246063 h 159"/>
                  <a:gd name="T18" fmla="*/ 26988 w 46"/>
                  <a:gd name="T19" fmla="*/ 252413 h 159"/>
                  <a:gd name="T20" fmla="*/ 26988 w 46"/>
                  <a:gd name="T21" fmla="*/ 252413 h 159"/>
                  <a:gd name="T22" fmla="*/ 0 w 46"/>
                  <a:gd name="T23" fmla="*/ 138113 h 159"/>
                  <a:gd name="T24" fmla="*/ 0 w 46"/>
                  <a:gd name="T25" fmla="*/ 138113 h 159"/>
                  <a:gd name="T26" fmla="*/ 11113 w 46"/>
                  <a:gd name="T27" fmla="*/ 0 h 159"/>
                  <a:gd name="T28" fmla="*/ 11113 w 46"/>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 h="159">
                    <a:moveTo>
                      <a:pt x="7" y="0"/>
                    </a:moveTo>
                    <a:lnTo>
                      <a:pt x="7" y="0"/>
                    </a:lnTo>
                    <a:lnTo>
                      <a:pt x="46" y="0"/>
                    </a:lnTo>
                    <a:lnTo>
                      <a:pt x="29" y="140"/>
                    </a:lnTo>
                    <a:lnTo>
                      <a:pt x="28" y="145"/>
                    </a:lnTo>
                    <a:lnTo>
                      <a:pt x="25" y="151"/>
                    </a:lnTo>
                    <a:lnTo>
                      <a:pt x="21" y="155"/>
                    </a:lnTo>
                    <a:lnTo>
                      <a:pt x="17" y="159"/>
                    </a:lnTo>
                    <a:lnTo>
                      <a:pt x="0" y="87"/>
                    </a:lnTo>
                    <a:lnTo>
                      <a:pt x="7"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4" name="íSľïḓê">
                <a:extLst>
                  <a:ext uri="{FF2B5EF4-FFF2-40B4-BE49-F238E27FC236}">
                    <a16:creationId xmlns:a16="http://schemas.microsoft.com/office/drawing/2014/main" id="{65EA92AB-7545-4B0F-AE1E-C8A5E08E1EC9}"/>
                  </a:ext>
                </a:extLst>
              </p:cNvPr>
              <p:cNvSpPr/>
              <p:nvPr/>
            </p:nvSpPr>
            <p:spPr bwMode="auto">
              <a:xfrm>
                <a:off x="3492501" y="5083175"/>
                <a:ext cx="65088" cy="252413"/>
              </a:xfrm>
              <a:custGeom>
                <a:avLst/>
                <a:gdLst>
                  <a:gd name="T0" fmla="*/ 9525 w 41"/>
                  <a:gd name="T1" fmla="*/ 0 h 159"/>
                  <a:gd name="T2" fmla="*/ 9525 w 41"/>
                  <a:gd name="T3" fmla="*/ 0 h 159"/>
                  <a:gd name="T4" fmla="*/ 65088 w 41"/>
                  <a:gd name="T5" fmla="*/ 0 h 159"/>
                  <a:gd name="T6" fmla="*/ 65088 w 41"/>
                  <a:gd name="T7" fmla="*/ 0 h 159"/>
                  <a:gd name="T8" fmla="*/ 38100 w 41"/>
                  <a:gd name="T9" fmla="*/ 222250 h 159"/>
                  <a:gd name="T10" fmla="*/ 38100 w 41"/>
                  <a:gd name="T11" fmla="*/ 222250 h 159"/>
                  <a:gd name="T12" fmla="*/ 36513 w 41"/>
                  <a:gd name="T13" fmla="*/ 230188 h 159"/>
                  <a:gd name="T14" fmla="*/ 31750 w 41"/>
                  <a:gd name="T15" fmla="*/ 239713 h 159"/>
                  <a:gd name="T16" fmla="*/ 25400 w 41"/>
                  <a:gd name="T17" fmla="*/ 246063 h 159"/>
                  <a:gd name="T18" fmla="*/ 19050 w 41"/>
                  <a:gd name="T19" fmla="*/ 252413 h 159"/>
                  <a:gd name="T20" fmla="*/ 19050 w 41"/>
                  <a:gd name="T21" fmla="*/ 252413 h 159"/>
                  <a:gd name="T22" fmla="*/ 0 w 41"/>
                  <a:gd name="T23" fmla="*/ 136525 h 159"/>
                  <a:gd name="T24" fmla="*/ 0 w 41"/>
                  <a:gd name="T25" fmla="*/ 136525 h 159"/>
                  <a:gd name="T26" fmla="*/ 9525 w 41"/>
                  <a:gd name="T27" fmla="*/ 0 h 159"/>
                  <a:gd name="T28" fmla="*/ 9525 w 41"/>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1" h="159">
                    <a:moveTo>
                      <a:pt x="6" y="0"/>
                    </a:moveTo>
                    <a:lnTo>
                      <a:pt x="6" y="0"/>
                    </a:lnTo>
                    <a:lnTo>
                      <a:pt x="41" y="0"/>
                    </a:lnTo>
                    <a:lnTo>
                      <a:pt x="24" y="140"/>
                    </a:lnTo>
                    <a:lnTo>
                      <a:pt x="23" y="145"/>
                    </a:lnTo>
                    <a:lnTo>
                      <a:pt x="20" y="151"/>
                    </a:lnTo>
                    <a:lnTo>
                      <a:pt x="16" y="155"/>
                    </a:lnTo>
                    <a:lnTo>
                      <a:pt x="12" y="159"/>
                    </a:lnTo>
                    <a:lnTo>
                      <a:pt x="0" y="86"/>
                    </a:lnTo>
                    <a:lnTo>
                      <a:pt x="6"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5" name="îşlïḋé">
                <a:extLst>
                  <a:ext uri="{FF2B5EF4-FFF2-40B4-BE49-F238E27FC236}">
                    <a16:creationId xmlns:a16="http://schemas.microsoft.com/office/drawing/2014/main" id="{DAAACAA7-F2F7-4A70-9CD6-464147FBBD6C}"/>
                  </a:ext>
                </a:extLst>
              </p:cNvPr>
              <p:cNvSpPr/>
              <p:nvPr/>
            </p:nvSpPr>
            <p:spPr bwMode="auto">
              <a:xfrm>
                <a:off x="3495676" y="5083175"/>
                <a:ext cx="61913" cy="252413"/>
              </a:xfrm>
              <a:custGeom>
                <a:avLst/>
                <a:gdLst>
                  <a:gd name="T0" fmla="*/ 12700 w 39"/>
                  <a:gd name="T1" fmla="*/ 0 h 159"/>
                  <a:gd name="T2" fmla="*/ 12700 w 39"/>
                  <a:gd name="T3" fmla="*/ 0 h 159"/>
                  <a:gd name="T4" fmla="*/ 61913 w 39"/>
                  <a:gd name="T5" fmla="*/ 0 h 159"/>
                  <a:gd name="T6" fmla="*/ 61913 w 39"/>
                  <a:gd name="T7" fmla="*/ 0 h 159"/>
                  <a:gd name="T8" fmla="*/ 34925 w 39"/>
                  <a:gd name="T9" fmla="*/ 222250 h 159"/>
                  <a:gd name="T10" fmla="*/ 34925 w 39"/>
                  <a:gd name="T11" fmla="*/ 222250 h 159"/>
                  <a:gd name="T12" fmla="*/ 33338 w 39"/>
                  <a:gd name="T13" fmla="*/ 230188 h 159"/>
                  <a:gd name="T14" fmla="*/ 28575 w 39"/>
                  <a:gd name="T15" fmla="*/ 239713 h 159"/>
                  <a:gd name="T16" fmla="*/ 22225 w 39"/>
                  <a:gd name="T17" fmla="*/ 246063 h 159"/>
                  <a:gd name="T18" fmla="*/ 15875 w 39"/>
                  <a:gd name="T19" fmla="*/ 252413 h 159"/>
                  <a:gd name="T20" fmla="*/ 15875 w 39"/>
                  <a:gd name="T21" fmla="*/ 252413 h 159"/>
                  <a:gd name="T22" fmla="*/ 0 w 39"/>
                  <a:gd name="T23" fmla="*/ 133350 h 159"/>
                  <a:gd name="T24" fmla="*/ 0 w 39"/>
                  <a:gd name="T25" fmla="*/ 133350 h 159"/>
                  <a:gd name="T26" fmla="*/ 12700 w 39"/>
                  <a:gd name="T27" fmla="*/ 0 h 159"/>
                  <a:gd name="T28" fmla="*/ 12700 w 39"/>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159">
                    <a:moveTo>
                      <a:pt x="8" y="0"/>
                    </a:moveTo>
                    <a:lnTo>
                      <a:pt x="8" y="0"/>
                    </a:lnTo>
                    <a:lnTo>
                      <a:pt x="39" y="0"/>
                    </a:lnTo>
                    <a:lnTo>
                      <a:pt x="22" y="140"/>
                    </a:lnTo>
                    <a:lnTo>
                      <a:pt x="21" y="145"/>
                    </a:lnTo>
                    <a:lnTo>
                      <a:pt x="18" y="151"/>
                    </a:lnTo>
                    <a:lnTo>
                      <a:pt x="14" y="155"/>
                    </a:lnTo>
                    <a:lnTo>
                      <a:pt x="10" y="159"/>
                    </a:lnTo>
                    <a:lnTo>
                      <a:pt x="0" y="84"/>
                    </a:lnTo>
                    <a:lnTo>
                      <a:pt x="8" y="0"/>
                    </a:lnTo>
                    <a:close/>
                  </a:path>
                </a:pathLst>
              </a:custGeom>
              <a:solidFill>
                <a:srgbClr val="C2C2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6" name="iSļíḓe">
                <a:extLst>
                  <a:ext uri="{FF2B5EF4-FFF2-40B4-BE49-F238E27FC236}">
                    <a16:creationId xmlns:a16="http://schemas.microsoft.com/office/drawing/2014/main" id="{F4D6C246-29BC-4A2E-AEF7-629C47CC1C9D}"/>
                  </a:ext>
                </a:extLst>
              </p:cNvPr>
              <p:cNvSpPr/>
              <p:nvPr/>
            </p:nvSpPr>
            <p:spPr bwMode="auto">
              <a:xfrm>
                <a:off x="3502026" y="5083175"/>
                <a:ext cx="55563" cy="252413"/>
              </a:xfrm>
              <a:custGeom>
                <a:avLst/>
                <a:gdLst>
                  <a:gd name="T0" fmla="*/ 12700 w 35"/>
                  <a:gd name="T1" fmla="*/ 0 h 159"/>
                  <a:gd name="T2" fmla="*/ 12700 w 35"/>
                  <a:gd name="T3" fmla="*/ 0 h 159"/>
                  <a:gd name="T4" fmla="*/ 55563 w 35"/>
                  <a:gd name="T5" fmla="*/ 0 h 159"/>
                  <a:gd name="T6" fmla="*/ 55563 w 35"/>
                  <a:gd name="T7" fmla="*/ 0 h 159"/>
                  <a:gd name="T8" fmla="*/ 28575 w 35"/>
                  <a:gd name="T9" fmla="*/ 222250 h 159"/>
                  <a:gd name="T10" fmla="*/ 28575 w 35"/>
                  <a:gd name="T11" fmla="*/ 222250 h 159"/>
                  <a:gd name="T12" fmla="*/ 26988 w 35"/>
                  <a:gd name="T13" fmla="*/ 230188 h 159"/>
                  <a:gd name="T14" fmla="*/ 22225 w 35"/>
                  <a:gd name="T15" fmla="*/ 239713 h 159"/>
                  <a:gd name="T16" fmla="*/ 17463 w 35"/>
                  <a:gd name="T17" fmla="*/ 246063 h 159"/>
                  <a:gd name="T18" fmla="*/ 11113 w 35"/>
                  <a:gd name="T19" fmla="*/ 252413 h 159"/>
                  <a:gd name="T20" fmla="*/ 11113 w 35"/>
                  <a:gd name="T21" fmla="*/ 252413 h 159"/>
                  <a:gd name="T22" fmla="*/ 0 w 35"/>
                  <a:gd name="T23" fmla="*/ 133350 h 159"/>
                  <a:gd name="T24" fmla="*/ 0 w 35"/>
                  <a:gd name="T25" fmla="*/ 133350 h 159"/>
                  <a:gd name="T26" fmla="*/ 12700 w 35"/>
                  <a:gd name="T27" fmla="*/ 0 h 159"/>
                  <a:gd name="T28" fmla="*/ 12700 w 35"/>
                  <a:gd name="T29" fmla="*/ 0 h 1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 h="159">
                    <a:moveTo>
                      <a:pt x="8" y="0"/>
                    </a:moveTo>
                    <a:lnTo>
                      <a:pt x="8" y="0"/>
                    </a:lnTo>
                    <a:lnTo>
                      <a:pt x="35" y="0"/>
                    </a:lnTo>
                    <a:lnTo>
                      <a:pt x="18" y="140"/>
                    </a:lnTo>
                    <a:lnTo>
                      <a:pt x="17" y="145"/>
                    </a:lnTo>
                    <a:lnTo>
                      <a:pt x="14" y="151"/>
                    </a:lnTo>
                    <a:lnTo>
                      <a:pt x="11" y="155"/>
                    </a:lnTo>
                    <a:lnTo>
                      <a:pt x="7" y="159"/>
                    </a:lnTo>
                    <a:lnTo>
                      <a:pt x="0" y="84"/>
                    </a:lnTo>
                    <a:lnTo>
                      <a:pt x="8" y="0"/>
                    </a:lnTo>
                    <a:close/>
                  </a:path>
                </a:pathLst>
              </a:custGeom>
              <a:solidFill>
                <a:srgbClr val="C3C3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7" name="ïSľïḋè">
                <a:extLst>
                  <a:ext uri="{FF2B5EF4-FFF2-40B4-BE49-F238E27FC236}">
                    <a16:creationId xmlns:a16="http://schemas.microsoft.com/office/drawing/2014/main" id="{26AC569E-CE5B-4E5C-890B-BB2B15813651}"/>
                  </a:ext>
                </a:extLst>
              </p:cNvPr>
              <p:cNvSpPr/>
              <p:nvPr/>
            </p:nvSpPr>
            <p:spPr bwMode="auto">
              <a:xfrm>
                <a:off x="3508376" y="5083175"/>
                <a:ext cx="49213" cy="249238"/>
              </a:xfrm>
              <a:custGeom>
                <a:avLst/>
                <a:gdLst>
                  <a:gd name="T0" fmla="*/ 11113 w 31"/>
                  <a:gd name="T1" fmla="*/ 0 h 157"/>
                  <a:gd name="T2" fmla="*/ 11113 w 31"/>
                  <a:gd name="T3" fmla="*/ 0 h 157"/>
                  <a:gd name="T4" fmla="*/ 49213 w 31"/>
                  <a:gd name="T5" fmla="*/ 0 h 157"/>
                  <a:gd name="T6" fmla="*/ 49213 w 31"/>
                  <a:gd name="T7" fmla="*/ 0 h 157"/>
                  <a:gd name="T8" fmla="*/ 22225 w 31"/>
                  <a:gd name="T9" fmla="*/ 222250 h 157"/>
                  <a:gd name="T10" fmla="*/ 22225 w 31"/>
                  <a:gd name="T11" fmla="*/ 222250 h 157"/>
                  <a:gd name="T12" fmla="*/ 20638 w 31"/>
                  <a:gd name="T13" fmla="*/ 230188 h 157"/>
                  <a:gd name="T14" fmla="*/ 15875 w 31"/>
                  <a:gd name="T15" fmla="*/ 239713 h 157"/>
                  <a:gd name="T16" fmla="*/ 11113 w 31"/>
                  <a:gd name="T17" fmla="*/ 246063 h 157"/>
                  <a:gd name="T18" fmla="*/ 4763 w 31"/>
                  <a:gd name="T19" fmla="*/ 249238 h 157"/>
                  <a:gd name="T20" fmla="*/ 4763 w 31"/>
                  <a:gd name="T21" fmla="*/ 249238 h 157"/>
                  <a:gd name="T22" fmla="*/ 0 w 31"/>
                  <a:gd name="T23" fmla="*/ 131763 h 157"/>
                  <a:gd name="T24" fmla="*/ 0 w 31"/>
                  <a:gd name="T25" fmla="*/ 131763 h 157"/>
                  <a:gd name="T26" fmla="*/ 11113 w 31"/>
                  <a:gd name="T27" fmla="*/ 0 h 157"/>
                  <a:gd name="T28" fmla="*/ 11113 w 31"/>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 h="157">
                    <a:moveTo>
                      <a:pt x="7" y="0"/>
                    </a:moveTo>
                    <a:lnTo>
                      <a:pt x="7" y="0"/>
                    </a:lnTo>
                    <a:lnTo>
                      <a:pt x="31" y="0"/>
                    </a:lnTo>
                    <a:lnTo>
                      <a:pt x="14" y="140"/>
                    </a:lnTo>
                    <a:lnTo>
                      <a:pt x="13" y="145"/>
                    </a:lnTo>
                    <a:lnTo>
                      <a:pt x="10" y="151"/>
                    </a:lnTo>
                    <a:lnTo>
                      <a:pt x="7" y="155"/>
                    </a:lnTo>
                    <a:lnTo>
                      <a:pt x="3" y="157"/>
                    </a:lnTo>
                    <a:lnTo>
                      <a:pt x="0" y="83"/>
                    </a:lnTo>
                    <a:lnTo>
                      <a:pt x="7" y="0"/>
                    </a:lnTo>
                    <a:close/>
                  </a:path>
                </a:pathLst>
              </a:custGeom>
              <a:solidFill>
                <a:srgbClr val="C3C3C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8" name="îśḻidé">
                <a:extLst>
                  <a:ext uri="{FF2B5EF4-FFF2-40B4-BE49-F238E27FC236}">
                    <a16:creationId xmlns:a16="http://schemas.microsoft.com/office/drawing/2014/main" id="{C8938638-E49B-42DD-BC61-B40D7EEE7B36}"/>
                  </a:ext>
                </a:extLst>
              </p:cNvPr>
              <p:cNvSpPr/>
              <p:nvPr/>
            </p:nvSpPr>
            <p:spPr bwMode="auto">
              <a:xfrm>
                <a:off x="3513138" y="5083175"/>
                <a:ext cx="44450" cy="249238"/>
              </a:xfrm>
              <a:custGeom>
                <a:avLst/>
                <a:gdLst>
                  <a:gd name="T0" fmla="*/ 12700 w 28"/>
                  <a:gd name="T1" fmla="*/ 0 h 157"/>
                  <a:gd name="T2" fmla="*/ 1270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1113 w 28"/>
                  <a:gd name="T15" fmla="*/ 239713 h 157"/>
                  <a:gd name="T16" fmla="*/ 6350 w 28"/>
                  <a:gd name="T17" fmla="*/ 246063 h 157"/>
                  <a:gd name="T18" fmla="*/ 0 w 28"/>
                  <a:gd name="T19" fmla="*/ 249238 h 157"/>
                  <a:gd name="T20" fmla="*/ 0 w 28"/>
                  <a:gd name="T21" fmla="*/ 249238 h 157"/>
                  <a:gd name="T22" fmla="*/ 1588 w 28"/>
                  <a:gd name="T23" fmla="*/ 130175 h 157"/>
                  <a:gd name="T24" fmla="*/ 1588 w 28"/>
                  <a:gd name="T25" fmla="*/ 130175 h 157"/>
                  <a:gd name="T26" fmla="*/ 12700 w 28"/>
                  <a:gd name="T27" fmla="*/ 0 h 157"/>
                  <a:gd name="T28" fmla="*/ 1270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8" y="0"/>
                    </a:moveTo>
                    <a:lnTo>
                      <a:pt x="8" y="0"/>
                    </a:lnTo>
                    <a:lnTo>
                      <a:pt x="28" y="0"/>
                    </a:lnTo>
                    <a:lnTo>
                      <a:pt x="11" y="140"/>
                    </a:lnTo>
                    <a:lnTo>
                      <a:pt x="10" y="145"/>
                    </a:lnTo>
                    <a:lnTo>
                      <a:pt x="7" y="151"/>
                    </a:lnTo>
                    <a:lnTo>
                      <a:pt x="4" y="155"/>
                    </a:lnTo>
                    <a:lnTo>
                      <a:pt x="0" y="157"/>
                    </a:lnTo>
                    <a:lnTo>
                      <a:pt x="1" y="82"/>
                    </a:lnTo>
                    <a:lnTo>
                      <a:pt x="8"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29" name="î$ḻiḓè">
                <a:extLst>
                  <a:ext uri="{FF2B5EF4-FFF2-40B4-BE49-F238E27FC236}">
                    <a16:creationId xmlns:a16="http://schemas.microsoft.com/office/drawing/2014/main" id="{EE082C01-9B5F-4BCC-9CF3-002808CFE111}"/>
                  </a:ext>
                </a:extLst>
              </p:cNvPr>
              <p:cNvSpPr/>
              <p:nvPr/>
            </p:nvSpPr>
            <p:spPr bwMode="auto">
              <a:xfrm>
                <a:off x="3513138" y="5083175"/>
                <a:ext cx="44450" cy="249238"/>
              </a:xfrm>
              <a:custGeom>
                <a:avLst/>
                <a:gdLst>
                  <a:gd name="T0" fmla="*/ 19050 w 28"/>
                  <a:gd name="T1" fmla="*/ 0 h 157"/>
                  <a:gd name="T2" fmla="*/ 19050 w 28"/>
                  <a:gd name="T3" fmla="*/ 0 h 157"/>
                  <a:gd name="T4" fmla="*/ 44450 w 28"/>
                  <a:gd name="T5" fmla="*/ 0 h 157"/>
                  <a:gd name="T6" fmla="*/ 44450 w 28"/>
                  <a:gd name="T7" fmla="*/ 0 h 157"/>
                  <a:gd name="T8" fmla="*/ 17463 w 28"/>
                  <a:gd name="T9" fmla="*/ 222250 h 157"/>
                  <a:gd name="T10" fmla="*/ 17463 w 28"/>
                  <a:gd name="T11" fmla="*/ 222250 h 157"/>
                  <a:gd name="T12" fmla="*/ 15875 w 28"/>
                  <a:gd name="T13" fmla="*/ 230188 h 157"/>
                  <a:gd name="T14" fmla="*/ 12700 w 28"/>
                  <a:gd name="T15" fmla="*/ 236538 h 157"/>
                  <a:gd name="T16" fmla="*/ 6350 w 28"/>
                  <a:gd name="T17" fmla="*/ 246063 h 157"/>
                  <a:gd name="T18" fmla="*/ 0 w 28"/>
                  <a:gd name="T19" fmla="*/ 249238 h 157"/>
                  <a:gd name="T20" fmla="*/ 0 w 28"/>
                  <a:gd name="T21" fmla="*/ 249238 h 157"/>
                  <a:gd name="T22" fmla="*/ 7938 w 28"/>
                  <a:gd name="T23" fmla="*/ 127000 h 157"/>
                  <a:gd name="T24" fmla="*/ 7938 w 28"/>
                  <a:gd name="T25" fmla="*/ 127000 h 157"/>
                  <a:gd name="T26" fmla="*/ 19050 w 28"/>
                  <a:gd name="T27" fmla="*/ 0 h 157"/>
                  <a:gd name="T28" fmla="*/ 19050 w 28"/>
                  <a:gd name="T29" fmla="*/ 0 h 1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 h="157">
                    <a:moveTo>
                      <a:pt x="12" y="0"/>
                    </a:moveTo>
                    <a:lnTo>
                      <a:pt x="12" y="0"/>
                    </a:lnTo>
                    <a:lnTo>
                      <a:pt x="28" y="0"/>
                    </a:lnTo>
                    <a:lnTo>
                      <a:pt x="11" y="140"/>
                    </a:lnTo>
                    <a:lnTo>
                      <a:pt x="10" y="145"/>
                    </a:lnTo>
                    <a:lnTo>
                      <a:pt x="8" y="149"/>
                    </a:lnTo>
                    <a:lnTo>
                      <a:pt x="4" y="155"/>
                    </a:lnTo>
                    <a:lnTo>
                      <a:pt x="0" y="157"/>
                    </a:lnTo>
                    <a:lnTo>
                      <a:pt x="5" y="80"/>
                    </a:lnTo>
                    <a:lnTo>
                      <a:pt x="12"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0" name="íṣļíḋe">
                <a:extLst>
                  <a:ext uri="{FF2B5EF4-FFF2-40B4-BE49-F238E27FC236}">
                    <a16:creationId xmlns:a16="http://schemas.microsoft.com/office/drawing/2014/main" id="{6160FE6B-DC2B-44AE-8F38-8399BDB81444}"/>
                  </a:ext>
                </a:extLst>
              </p:cNvPr>
              <p:cNvSpPr/>
              <p:nvPr/>
            </p:nvSpPr>
            <p:spPr bwMode="auto">
              <a:xfrm>
                <a:off x="3514726" y="5083175"/>
                <a:ext cx="42863" cy="249238"/>
              </a:xfrm>
              <a:custGeom>
                <a:avLst/>
                <a:gdLst>
                  <a:gd name="T0" fmla="*/ 23813 w 27"/>
                  <a:gd name="T1" fmla="*/ 0 h 157"/>
                  <a:gd name="T2" fmla="*/ 42863 w 27"/>
                  <a:gd name="T3" fmla="*/ 0 h 157"/>
                  <a:gd name="T4" fmla="*/ 15875 w 27"/>
                  <a:gd name="T5" fmla="*/ 222250 h 157"/>
                  <a:gd name="T6" fmla="*/ 15875 w 27"/>
                  <a:gd name="T7" fmla="*/ 222250 h 157"/>
                  <a:gd name="T8" fmla="*/ 14288 w 27"/>
                  <a:gd name="T9" fmla="*/ 230188 h 157"/>
                  <a:gd name="T10" fmla="*/ 11113 w 27"/>
                  <a:gd name="T11" fmla="*/ 236538 h 157"/>
                  <a:gd name="T12" fmla="*/ 4763 w 27"/>
                  <a:gd name="T13" fmla="*/ 242888 h 157"/>
                  <a:gd name="T14" fmla="*/ 0 w 27"/>
                  <a:gd name="T15" fmla="*/ 249238 h 157"/>
                  <a:gd name="T16" fmla="*/ 23813 w 27"/>
                  <a:gd name="T17" fmla="*/ 0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157">
                    <a:moveTo>
                      <a:pt x="15" y="0"/>
                    </a:moveTo>
                    <a:lnTo>
                      <a:pt x="27" y="0"/>
                    </a:lnTo>
                    <a:lnTo>
                      <a:pt x="10" y="140"/>
                    </a:lnTo>
                    <a:lnTo>
                      <a:pt x="9" y="145"/>
                    </a:lnTo>
                    <a:lnTo>
                      <a:pt x="7" y="149"/>
                    </a:lnTo>
                    <a:lnTo>
                      <a:pt x="3" y="153"/>
                    </a:lnTo>
                    <a:lnTo>
                      <a:pt x="0" y="157"/>
                    </a:lnTo>
                    <a:lnTo>
                      <a:pt x="15"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431" name="îṣḷïḑè">
                <a:extLst>
                  <a:ext uri="{FF2B5EF4-FFF2-40B4-BE49-F238E27FC236}">
                    <a16:creationId xmlns:a16="http://schemas.microsoft.com/office/drawing/2014/main" id="{6A3CB732-86D5-436D-9CCA-4F1DC9131803}"/>
                  </a:ext>
                </a:extLst>
              </p:cNvPr>
              <p:cNvSpPr/>
              <p:nvPr/>
            </p:nvSpPr>
            <p:spPr bwMode="auto">
              <a:xfrm>
                <a:off x="2687638" y="4930775"/>
                <a:ext cx="47625" cy="55563"/>
              </a:xfrm>
              <a:custGeom>
                <a:avLst/>
                <a:gdLst>
                  <a:gd name="T0" fmla="*/ 47625 w 30"/>
                  <a:gd name="T1" fmla="*/ 3175 h 35"/>
                  <a:gd name="T2" fmla="*/ 47625 w 30"/>
                  <a:gd name="T3" fmla="*/ 3175 h 35"/>
                  <a:gd name="T4" fmla="*/ 42863 w 30"/>
                  <a:gd name="T5" fmla="*/ 22225 h 35"/>
                  <a:gd name="T6" fmla="*/ 36513 w 30"/>
                  <a:gd name="T7" fmla="*/ 47625 h 35"/>
                  <a:gd name="T8" fmla="*/ 36513 w 30"/>
                  <a:gd name="T9" fmla="*/ 47625 h 35"/>
                  <a:gd name="T10" fmla="*/ 31750 w 30"/>
                  <a:gd name="T11" fmla="*/ 53975 h 35"/>
                  <a:gd name="T12" fmla="*/ 30163 w 30"/>
                  <a:gd name="T13" fmla="*/ 55563 h 35"/>
                  <a:gd name="T14" fmla="*/ 25400 w 30"/>
                  <a:gd name="T15" fmla="*/ 53975 h 35"/>
                  <a:gd name="T16" fmla="*/ 22225 w 30"/>
                  <a:gd name="T17" fmla="*/ 49213 h 35"/>
                  <a:gd name="T18" fmla="*/ 17463 w 30"/>
                  <a:gd name="T19" fmla="*/ 41275 h 35"/>
                  <a:gd name="T20" fmla="*/ 0 w 30"/>
                  <a:gd name="T21" fmla="*/ 11113 h 35"/>
                  <a:gd name="T22" fmla="*/ 0 w 30"/>
                  <a:gd name="T23" fmla="*/ 11113 h 35"/>
                  <a:gd name="T24" fmla="*/ 4763 w 30"/>
                  <a:gd name="T25" fmla="*/ 9525 h 35"/>
                  <a:gd name="T26" fmla="*/ 12700 w 30"/>
                  <a:gd name="T27" fmla="*/ 3175 h 35"/>
                  <a:gd name="T28" fmla="*/ 19050 w 30"/>
                  <a:gd name="T29" fmla="*/ 0 h 35"/>
                  <a:gd name="T30" fmla="*/ 28575 w 30"/>
                  <a:gd name="T31" fmla="*/ 0 h 35"/>
                  <a:gd name="T32" fmla="*/ 36513 w 30"/>
                  <a:gd name="T33" fmla="*/ 0 h 35"/>
                  <a:gd name="T34" fmla="*/ 47625 w 30"/>
                  <a:gd name="T35" fmla="*/ 3175 h 35"/>
                  <a:gd name="T36" fmla="*/ 47625 w 30"/>
                  <a:gd name="T37" fmla="*/ 3175 h 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 h="35">
                    <a:moveTo>
                      <a:pt x="30" y="2"/>
                    </a:moveTo>
                    <a:lnTo>
                      <a:pt x="30" y="2"/>
                    </a:lnTo>
                    <a:lnTo>
                      <a:pt x="27" y="14"/>
                    </a:lnTo>
                    <a:lnTo>
                      <a:pt x="23" y="30"/>
                    </a:lnTo>
                    <a:lnTo>
                      <a:pt x="20" y="34"/>
                    </a:lnTo>
                    <a:lnTo>
                      <a:pt x="19" y="35"/>
                    </a:lnTo>
                    <a:lnTo>
                      <a:pt x="16" y="34"/>
                    </a:lnTo>
                    <a:lnTo>
                      <a:pt x="14" y="31"/>
                    </a:lnTo>
                    <a:lnTo>
                      <a:pt x="11" y="26"/>
                    </a:lnTo>
                    <a:lnTo>
                      <a:pt x="0" y="7"/>
                    </a:lnTo>
                    <a:lnTo>
                      <a:pt x="3" y="6"/>
                    </a:lnTo>
                    <a:lnTo>
                      <a:pt x="8" y="2"/>
                    </a:lnTo>
                    <a:lnTo>
                      <a:pt x="12" y="0"/>
                    </a:lnTo>
                    <a:lnTo>
                      <a:pt x="18" y="0"/>
                    </a:lnTo>
                    <a:lnTo>
                      <a:pt x="23" y="0"/>
                    </a:lnTo>
                    <a:lnTo>
                      <a:pt x="30" y="2"/>
                    </a:lnTo>
                    <a:close/>
                  </a:path>
                </a:pathLst>
              </a:custGeom>
              <a:solidFill>
                <a:srgbClr val="F246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0" name="îsļïḍe">
              <a:extLst>
                <a:ext uri="{FF2B5EF4-FFF2-40B4-BE49-F238E27FC236}">
                  <a16:creationId xmlns:a16="http://schemas.microsoft.com/office/drawing/2014/main" id="{83E47F9B-6BB3-465D-876B-C21219E76309}"/>
                </a:ext>
              </a:extLst>
            </p:cNvPr>
            <p:cNvGrpSpPr/>
            <p:nvPr/>
          </p:nvGrpSpPr>
          <p:grpSpPr>
            <a:xfrm>
              <a:off x="5953997" y="4142724"/>
              <a:ext cx="183605" cy="543645"/>
              <a:chOff x="2555876" y="4340225"/>
              <a:chExt cx="203200" cy="601663"/>
            </a:xfrm>
            <a:solidFill>
              <a:srgbClr val="00A99D"/>
            </a:solidFill>
          </p:grpSpPr>
          <p:sp>
            <p:nvSpPr>
              <p:cNvPr id="331" name="îŝḻíďè">
                <a:extLst>
                  <a:ext uri="{FF2B5EF4-FFF2-40B4-BE49-F238E27FC236}">
                    <a16:creationId xmlns:a16="http://schemas.microsoft.com/office/drawing/2014/main" id="{1235B3EE-3145-4468-953C-31D884D638DB}"/>
                  </a:ext>
                </a:extLst>
              </p:cNvPr>
              <p:cNvSpPr/>
              <p:nvPr/>
            </p:nvSpPr>
            <p:spPr bwMode="auto">
              <a:xfrm>
                <a:off x="2582863" y="4424363"/>
                <a:ext cx="176213" cy="517525"/>
              </a:xfrm>
              <a:custGeom>
                <a:avLst/>
                <a:gdLst>
                  <a:gd name="T0" fmla="*/ 35 w 111"/>
                  <a:gd name="T1" fmla="*/ 266 h 326"/>
                  <a:gd name="T2" fmla="*/ 66 w 111"/>
                  <a:gd name="T3" fmla="*/ 326 h 326"/>
                  <a:gd name="T4" fmla="*/ 94 w 111"/>
                  <a:gd name="T5" fmla="*/ 322 h 326"/>
                  <a:gd name="T6" fmla="*/ 111 w 111"/>
                  <a:gd name="T7" fmla="*/ 256 h 326"/>
                  <a:gd name="T8" fmla="*/ 76 w 111"/>
                  <a:gd name="T9" fmla="*/ 0 h 326"/>
                  <a:gd name="T10" fmla="*/ 0 w 111"/>
                  <a:gd name="T11" fmla="*/ 11 h 326"/>
                  <a:gd name="T12" fmla="*/ 35 w 111"/>
                  <a:gd name="T13" fmla="*/ 266 h 326"/>
                </a:gdLst>
                <a:ahLst/>
                <a:cxnLst>
                  <a:cxn ang="0">
                    <a:pos x="T0" y="T1"/>
                  </a:cxn>
                  <a:cxn ang="0">
                    <a:pos x="T2" y="T3"/>
                  </a:cxn>
                  <a:cxn ang="0">
                    <a:pos x="T4" y="T5"/>
                  </a:cxn>
                  <a:cxn ang="0">
                    <a:pos x="T6" y="T7"/>
                  </a:cxn>
                  <a:cxn ang="0">
                    <a:pos x="T8" y="T9"/>
                  </a:cxn>
                  <a:cxn ang="0">
                    <a:pos x="T10" y="T11"/>
                  </a:cxn>
                  <a:cxn ang="0">
                    <a:pos x="T12" y="T13"/>
                  </a:cxn>
                </a:cxnLst>
                <a:rect l="0" t="0" r="r" b="b"/>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2" name="íṡḷidè">
                <a:extLst>
                  <a:ext uri="{FF2B5EF4-FFF2-40B4-BE49-F238E27FC236}">
                    <a16:creationId xmlns:a16="http://schemas.microsoft.com/office/drawing/2014/main" id="{92447E73-B508-44DC-8290-B000010AF5DA}"/>
                  </a:ext>
                </a:extLst>
              </p:cNvPr>
              <p:cNvSpPr/>
              <p:nvPr/>
            </p:nvSpPr>
            <p:spPr bwMode="auto">
              <a:xfrm>
                <a:off x="2576513" y="4340225"/>
                <a:ext cx="127000" cy="146050"/>
              </a:xfrm>
              <a:custGeom>
                <a:avLst/>
                <a:gdLst>
                  <a:gd name="T0" fmla="*/ 4 w 80"/>
                  <a:gd name="T1" fmla="*/ 59 h 92"/>
                  <a:gd name="T2" fmla="*/ 4 w 80"/>
                  <a:gd name="T3" fmla="*/ 59 h 92"/>
                  <a:gd name="T4" fmla="*/ 5 w 80"/>
                  <a:gd name="T5" fmla="*/ 66 h 92"/>
                  <a:gd name="T6" fmla="*/ 9 w 80"/>
                  <a:gd name="T7" fmla="*/ 73 h 92"/>
                  <a:gd name="T8" fmla="*/ 13 w 80"/>
                  <a:gd name="T9" fmla="*/ 80 h 92"/>
                  <a:gd name="T10" fmla="*/ 19 w 80"/>
                  <a:gd name="T11" fmla="*/ 84 h 92"/>
                  <a:gd name="T12" fmla="*/ 24 w 80"/>
                  <a:gd name="T13" fmla="*/ 88 h 92"/>
                  <a:gd name="T14" fmla="*/ 31 w 80"/>
                  <a:gd name="T15" fmla="*/ 91 h 92"/>
                  <a:gd name="T16" fmla="*/ 39 w 80"/>
                  <a:gd name="T17" fmla="*/ 92 h 92"/>
                  <a:gd name="T18" fmla="*/ 46 w 80"/>
                  <a:gd name="T19" fmla="*/ 92 h 92"/>
                  <a:gd name="T20" fmla="*/ 47 w 80"/>
                  <a:gd name="T21" fmla="*/ 92 h 92"/>
                  <a:gd name="T22" fmla="*/ 47 w 80"/>
                  <a:gd name="T23" fmla="*/ 92 h 92"/>
                  <a:gd name="T24" fmla="*/ 55 w 80"/>
                  <a:gd name="T25" fmla="*/ 89 h 92"/>
                  <a:gd name="T26" fmla="*/ 62 w 80"/>
                  <a:gd name="T27" fmla="*/ 87 h 92"/>
                  <a:gd name="T28" fmla="*/ 67 w 80"/>
                  <a:gd name="T29" fmla="*/ 82 h 92"/>
                  <a:gd name="T30" fmla="*/ 71 w 80"/>
                  <a:gd name="T31" fmla="*/ 77 h 92"/>
                  <a:gd name="T32" fmla="*/ 75 w 80"/>
                  <a:gd name="T33" fmla="*/ 70 h 92"/>
                  <a:gd name="T34" fmla="*/ 78 w 80"/>
                  <a:gd name="T35" fmla="*/ 64 h 92"/>
                  <a:gd name="T36" fmla="*/ 80 w 80"/>
                  <a:gd name="T37" fmla="*/ 57 h 92"/>
                  <a:gd name="T38" fmla="*/ 80 w 80"/>
                  <a:gd name="T39" fmla="*/ 49 h 92"/>
                  <a:gd name="T40" fmla="*/ 75 w 80"/>
                  <a:gd name="T41" fmla="*/ 15 h 92"/>
                  <a:gd name="T42" fmla="*/ 75 w 80"/>
                  <a:gd name="T43" fmla="*/ 15 h 92"/>
                  <a:gd name="T44" fmla="*/ 73 w 80"/>
                  <a:gd name="T45" fmla="*/ 8 h 92"/>
                  <a:gd name="T46" fmla="*/ 70 w 80"/>
                  <a:gd name="T47" fmla="*/ 4 h 92"/>
                  <a:gd name="T48" fmla="*/ 66 w 80"/>
                  <a:gd name="T49" fmla="*/ 1 h 92"/>
                  <a:gd name="T50" fmla="*/ 62 w 80"/>
                  <a:gd name="T51" fmla="*/ 0 h 92"/>
                  <a:gd name="T52" fmla="*/ 50 w 80"/>
                  <a:gd name="T53" fmla="*/ 1 h 92"/>
                  <a:gd name="T54" fmla="*/ 35 w 80"/>
                  <a:gd name="T55" fmla="*/ 3 h 92"/>
                  <a:gd name="T56" fmla="*/ 35 w 80"/>
                  <a:gd name="T57" fmla="*/ 3 h 92"/>
                  <a:gd name="T58" fmla="*/ 35 w 80"/>
                  <a:gd name="T59" fmla="*/ 3 h 92"/>
                  <a:gd name="T60" fmla="*/ 20 w 80"/>
                  <a:gd name="T61" fmla="*/ 5 h 92"/>
                  <a:gd name="T62" fmla="*/ 8 w 80"/>
                  <a:gd name="T63" fmla="*/ 7 h 92"/>
                  <a:gd name="T64" fmla="*/ 4 w 80"/>
                  <a:gd name="T65" fmla="*/ 9 h 92"/>
                  <a:gd name="T66" fmla="*/ 1 w 80"/>
                  <a:gd name="T67" fmla="*/ 13 h 92"/>
                  <a:gd name="T68" fmla="*/ 0 w 80"/>
                  <a:gd name="T69" fmla="*/ 17 h 92"/>
                  <a:gd name="T70" fmla="*/ 0 w 80"/>
                  <a:gd name="T71" fmla="*/ 24 h 92"/>
                  <a:gd name="T72" fmla="*/ 4 w 80"/>
                  <a:gd name="T73"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47" y="92"/>
                    </a:lnTo>
                    <a:lnTo>
                      <a:pt x="55" y="89"/>
                    </a:lnTo>
                    <a:lnTo>
                      <a:pt x="62" y="87"/>
                    </a:lnTo>
                    <a:lnTo>
                      <a:pt x="67" y="82"/>
                    </a:lnTo>
                    <a:lnTo>
                      <a:pt x="71" y="77"/>
                    </a:lnTo>
                    <a:lnTo>
                      <a:pt x="75" y="70"/>
                    </a:lnTo>
                    <a:lnTo>
                      <a:pt x="78" y="64"/>
                    </a:lnTo>
                    <a:lnTo>
                      <a:pt x="80" y="57"/>
                    </a:lnTo>
                    <a:lnTo>
                      <a:pt x="80" y="49"/>
                    </a:lnTo>
                    <a:lnTo>
                      <a:pt x="75" y="15"/>
                    </a:lnTo>
                    <a:lnTo>
                      <a:pt x="75" y="15"/>
                    </a:lnTo>
                    <a:lnTo>
                      <a:pt x="73" y="8"/>
                    </a:lnTo>
                    <a:lnTo>
                      <a:pt x="70" y="4"/>
                    </a:lnTo>
                    <a:lnTo>
                      <a:pt x="66" y="1"/>
                    </a:lnTo>
                    <a:lnTo>
                      <a:pt x="62" y="0"/>
                    </a:lnTo>
                    <a:lnTo>
                      <a:pt x="50" y="1"/>
                    </a:lnTo>
                    <a:lnTo>
                      <a:pt x="35" y="3"/>
                    </a:lnTo>
                    <a:lnTo>
                      <a:pt x="35" y="3"/>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3" name="iṡḻîde">
                <a:extLst>
                  <a:ext uri="{FF2B5EF4-FFF2-40B4-BE49-F238E27FC236}">
                    <a16:creationId xmlns:a16="http://schemas.microsoft.com/office/drawing/2014/main" id="{EF86BF54-3E2D-4D77-AF9B-45DEB0BB953B}"/>
                  </a:ext>
                </a:extLst>
              </p:cNvPr>
              <p:cNvSpPr/>
              <p:nvPr/>
            </p:nvSpPr>
            <p:spPr bwMode="auto">
              <a:xfrm>
                <a:off x="2571751" y="4389438"/>
                <a:ext cx="150813" cy="144463"/>
              </a:xfrm>
              <a:custGeom>
                <a:avLst/>
                <a:gdLst>
                  <a:gd name="T0" fmla="*/ 11 w 95"/>
                  <a:gd name="T1" fmla="*/ 91 h 91"/>
                  <a:gd name="T2" fmla="*/ 95 w 95"/>
                  <a:gd name="T3" fmla="*/ 80 h 91"/>
                  <a:gd name="T4" fmla="*/ 84 w 95"/>
                  <a:gd name="T5" fmla="*/ 0 h 91"/>
                  <a:gd name="T6" fmla="*/ 0 w 95"/>
                  <a:gd name="T7" fmla="*/ 11 h 91"/>
                  <a:gd name="T8" fmla="*/ 11 w 95"/>
                  <a:gd name="T9" fmla="*/ 91 h 91"/>
                </a:gdLst>
                <a:ahLst/>
                <a:cxnLst>
                  <a:cxn ang="0">
                    <a:pos x="T0" y="T1"/>
                  </a:cxn>
                  <a:cxn ang="0">
                    <a:pos x="T2" y="T3"/>
                  </a:cxn>
                  <a:cxn ang="0">
                    <a:pos x="T4" y="T5"/>
                  </a:cxn>
                  <a:cxn ang="0">
                    <a:pos x="T6" y="T7"/>
                  </a:cxn>
                  <a:cxn ang="0">
                    <a:pos x="T8" y="T9"/>
                  </a:cxn>
                </a:cxnLst>
                <a:rect l="0" t="0" r="r" b="b"/>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4" name="îsliḓe">
                <a:extLst>
                  <a:ext uri="{FF2B5EF4-FFF2-40B4-BE49-F238E27FC236}">
                    <a16:creationId xmlns:a16="http://schemas.microsoft.com/office/drawing/2014/main" id="{05B5E971-4CDD-48B8-93F8-577E118B00F5}"/>
                  </a:ext>
                </a:extLst>
              </p:cNvPr>
              <p:cNvSpPr/>
              <p:nvPr/>
            </p:nvSpPr>
            <p:spPr bwMode="auto">
              <a:xfrm>
                <a:off x="2555876" y="4430713"/>
                <a:ext cx="44450" cy="260350"/>
              </a:xfrm>
              <a:custGeom>
                <a:avLst/>
                <a:gdLst>
                  <a:gd name="T0" fmla="*/ 21 w 28"/>
                  <a:gd name="T1" fmla="*/ 0 h 164"/>
                  <a:gd name="T2" fmla="*/ 21 w 28"/>
                  <a:gd name="T3" fmla="*/ 0 h 164"/>
                  <a:gd name="T4" fmla="*/ 11 w 28"/>
                  <a:gd name="T5" fmla="*/ 7 h 164"/>
                  <a:gd name="T6" fmla="*/ 5 w 28"/>
                  <a:gd name="T7" fmla="*/ 13 h 164"/>
                  <a:gd name="T8" fmla="*/ 2 w 28"/>
                  <a:gd name="T9" fmla="*/ 17 h 164"/>
                  <a:gd name="T10" fmla="*/ 0 w 28"/>
                  <a:gd name="T11" fmla="*/ 20 h 164"/>
                  <a:gd name="T12" fmla="*/ 0 w 28"/>
                  <a:gd name="T13" fmla="*/ 20 h 164"/>
                  <a:gd name="T14" fmla="*/ 3 w 28"/>
                  <a:gd name="T15" fmla="*/ 44 h 164"/>
                  <a:gd name="T16" fmla="*/ 9 w 28"/>
                  <a:gd name="T17" fmla="*/ 90 h 164"/>
                  <a:gd name="T18" fmla="*/ 18 w 28"/>
                  <a:gd name="T19" fmla="*/ 154 h 164"/>
                  <a:gd name="T20" fmla="*/ 18 w 28"/>
                  <a:gd name="T21" fmla="*/ 154 h 164"/>
                  <a:gd name="T22" fmla="*/ 17 w 28"/>
                  <a:gd name="T23" fmla="*/ 155 h 164"/>
                  <a:gd name="T24" fmla="*/ 18 w 28"/>
                  <a:gd name="T25" fmla="*/ 160 h 164"/>
                  <a:gd name="T26" fmla="*/ 19 w 28"/>
                  <a:gd name="T27" fmla="*/ 161 h 164"/>
                  <a:gd name="T28" fmla="*/ 21 w 28"/>
                  <a:gd name="T29" fmla="*/ 162 h 164"/>
                  <a:gd name="T30" fmla="*/ 23 w 28"/>
                  <a:gd name="T31" fmla="*/ 164 h 164"/>
                  <a:gd name="T32" fmla="*/ 28 w 28"/>
                  <a:gd name="T33" fmla="*/ 164 h 164"/>
                  <a:gd name="T34" fmla="*/ 13 w 28"/>
                  <a:gd name="T35" fmla="*/ 58 h 164"/>
                  <a:gd name="T36" fmla="*/ 19 w 28"/>
                  <a:gd name="T37" fmla="*/ 44 h 164"/>
                  <a:gd name="T38" fmla="*/ 21 w 28"/>
                  <a:gd name="T39" fmla="*/ 0 h 164"/>
                  <a:gd name="T40" fmla="*/ 21 w 28"/>
                  <a:gd name="T4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64">
                    <a:moveTo>
                      <a:pt x="21" y="0"/>
                    </a:moveTo>
                    <a:lnTo>
                      <a:pt x="21" y="0"/>
                    </a:lnTo>
                    <a:lnTo>
                      <a:pt x="11" y="7"/>
                    </a:lnTo>
                    <a:lnTo>
                      <a:pt x="5" y="13"/>
                    </a:lnTo>
                    <a:lnTo>
                      <a:pt x="2" y="17"/>
                    </a:lnTo>
                    <a:lnTo>
                      <a:pt x="0" y="20"/>
                    </a:lnTo>
                    <a:lnTo>
                      <a:pt x="0" y="20"/>
                    </a:lnTo>
                    <a:lnTo>
                      <a:pt x="3" y="44"/>
                    </a:lnTo>
                    <a:lnTo>
                      <a:pt x="9" y="90"/>
                    </a:lnTo>
                    <a:lnTo>
                      <a:pt x="18" y="154"/>
                    </a:lnTo>
                    <a:lnTo>
                      <a:pt x="18" y="154"/>
                    </a:lnTo>
                    <a:lnTo>
                      <a:pt x="17" y="155"/>
                    </a:lnTo>
                    <a:lnTo>
                      <a:pt x="18" y="160"/>
                    </a:lnTo>
                    <a:lnTo>
                      <a:pt x="19" y="161"/>
                    </a:lnTo>
                    <a:lnTo>
                      <a:pt x="21" y="162"/>
                    </a:lnTo>
                    <a:lnTo>
                      <a:pt x="23" y="164"/>
                    </a:lnTo>
                    <a:lnTo>
                      <a:pt x="28" y="164"/>
                    </a:lnTo>
                    <a:lnTo>
                      <a:pt x="13" y="58"/>
                    </a:lnTo>
                    <a:lnTo>
                      <a:pt x="19" y="44"/>
                    </a:lnTo>
                    <a:lnTo>
                      <a:pt x="21" y="0"/>
                    </a:lnTo>
                    <a:lnTo>
                      <a:pt x="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1" name="îṣ1íḋè">
              <a:extLst>
                <a:ext uri="{FF2B5EF4-FFF2-40B4-BE49-F238E27FC236}">
                  <a16:creationId xmlns:a16="http://schemas.microsoft.com/office/drawing/2014/main" id="{1A0C3C9C-4D32-4250-B017-647F4CFE9E4F}"/>
                </a:ext>
              </a:extLst>
            </p:cNvPr>
            <p:cNvGrpSpPr/>
            <p:nvPr/>
          </p:nvGrpSpPr>
          <p:grpSpPr>
            <a:xfrm>
              <a:off x="6372847" y="4148453"/>
              <a:ext cx="720078" cy="553686"/>
              <a:chOff x="3019426" y="4346575"/>
              <a:chExt cx="796925" cy="612776"/>
            </a:xfrm>
            <a:solidFill>
              <a:srgbClr val="8CC63F"/>
            </a:solidFill>
          </p:grpSpPr>
          <p:sp>
            <p:nvSpPr>
              <p:cNvPr id="325" name="íṩḷiḍé">
                <a:extLst>
                  <a:ext uri="{FF2B5EF4-FFF2-40B4-BE49-F238E27FC236}">
                    <a16:creationId xmlns:a16="http://schemas.microsoft.com/office/drawing/2014/main" id="{D2796D67-F18A-4844-9EF7-14A729708C92}"/>
                  </a:ext>
                </a:extLst>
              </p:cNvPr>
              <p:cNvSpPr/>
              <p:nvPr/>
            </p:nvSpPr>
            <p:spPr bwMode="auto">
              <a:xfrm>
                <a:off x="3040063" y="4346575"/>
                <a:ext cx="776288" cy="347663"/>
              </a:xfrm>
              <a:custGeom>
                <a:avLst/>
                <a:gdLst>
                  <a:gd name="T0" fmla="*/ 247 w 489"/>
                  <a:gd name="T1" fmla="*/ 219 h 219"/>
                  <a:gd name="T2" fmla="*/ 489 w 489"/>
                  <a:gd name="T3" fmla="*/ 110 h 219"/>
                  <a:gd name="T4" fmla="*/ 240 w 489"/>
                  <a:gd name="T5" fmla="*/ 0 h 219"/>
                  <a:gd name="T6" fmla="*/ 0 w 489"/>
                  <a:gd name="T7" fmla="*/ 107 h 219"/>
                  <a:gd name="T8" fmla="*/ 247 w 489"/>
                  <a:gd name="T9" fmla="*/ 219 h 219"/>
                </a:gdLst>
                <a:ahLst/>
                <a:cxnLst>
                  <a:cxn ang="0">
                    <a:pos x="T0" y="T1"/>
                  </a:cxn>
                  <a:cxn ang="0">
                    <a:pos x="T2" y="T3"/>
                  </a:cxn>
                  <a:cxn ang="0">
                    <a:pos x="T4" y="T5"/>
                  </a:cxn>
                  <a:cxn ang="0">
                    <a:pos x="T6" y="T7"/>
                  </a:cxn>
                  <a:cxn ang="0">
                    <a:pos x="T8" y="T9"/>
                  </a:cxn>
                </a:cxnLst>
                <a:rect l="0" t="0" r="r" b="b"/>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6" name="îşḷîḑè">
                <a:extLst>
                  <a:ext uri="{FF2B5EF4-FFF2-40B4-BE49-F238E27FC236}">
                    <a16:creationId xmlns:a16="http://schemas.microsoft.com/office/drawing/2014/main" id="{A6EF8AC2-F4AE-4884-BBC1-C4FEB3058EE3}"/>
                  </a:ext>
                </a:extLst>
              </p:cNvPr>
              <p:cNvSpPr/>
              <p:nvPr/>
            </p:nvSpPr>
            <p:spPr bwMode="auto">
              <a:xfrm>
                <a:off x="3049588" y="4510088"/>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7" name="îṡlîḑè">
                <a:extLst>
                  <a:ext uri="{FF2B5EF4-FFF2-40B4-BE49-F238E27FC236}">
                    <a16:creationId xmlns:a16="http://schemas.microsoft.com/office/drawing/2014/main" id="{444149BE-5A94-4327-B4FF-4C6C24792588}"/>
                  </a:ext>
                </a:extLst>
              </p:cNvPr>
              <p:cNvSpPr/>
              <p:nvPr/>
            </p:nvSpPr>
            <p:spPr bwMode="auto">
              <a:xfrm>
                <a:off x="3022601" y="4735513"/>
                <a:ext cx="76200" cy="77788"/>
              </a:xfrm>
              <a:custGeom>
                <a:avLst/>
                <a:gdLst>
                  <a:gd name="T0" fmla="*/ 0 w 48"/>
                  <a:gd name="T1" fmla="*/ 24 h 49"/>
                  <a:gd name="T2" fmla="*/ 0 w 48"/>
                  <a:gd name="T3" fmla="*/ 24 h 49"/>
                  <a:gd name="T4" fmla="*/ 0 w 48"/>
                  <a:gd name="T5" fmla="*/ 20 h 49"/>
                  <a:gd name="T6" fmla="*/ 2 w 48"/>
                  <a:gd name="T7" fmla="*/ 15 h 49"/>
                  <a:gd name="T8" fmla="*/ 4 w 48"/>
                  <a:gd name="T9" fmla="*/ 11 h 49"/>
                  <a:gd name="T10" fmla="*/ 7 w 48"/>
                  <a:gd name="T11" fmla="*/ 8 h 49"/>
                  <a:gd name="T12" fmla="*/ 11 w 48"/>
                  <a:gd name="T13" fmla="*/ 4 h 49"/>
                  <a:gd name="T14" fmla="*/ 15 w 48"/>
                  <a:gd name="T15" fmla="*/ 3 h 49"/>
                  <a:gd name="T16" fmla="*/ 19 w 48"/>
                  <a:gd name="T17" fmla="*/ 1 h 49"/>
                  <a:gd name="T18" fmla="*/ 25 w 48"/>
                  <a:gd name="T19" fmla="*/ 0 h 49"/>
                  <a:gd name="T20" fmla="*/ 25 w 48"/>
                  <a:gd name="T21" fmla="*/ 0 h 49"/>
                  <a:gd name="T22" fmla="*/ 29 w 48"/>
                  <a:gd name="T23" fmla="*/ 1 h 49"/>
                  <a:gd name="T24" fmla="*/ 34 w 48"/>
                  <a:gd name="T25" fmla="*/ 3 h 49"/>
                  <a:gd name="T26" fmla="*/ 38 w 48"/>
                  <a:gd name="T27" fmla="*/ 4 h 49"/>
                  <a:gd name="T28" fmla="*/ 41 w 48"/>
                  <a:gd name="T29" fmla="*/ 8 h 49"/>
                  <a:gd name="T30" fmla="*/ 44 w 48"/>
                  <a:gd name="T31" fmla="*/ 11 h 49"/>
                  <a:gd name="T32" fmla="*/ 46 w 48"/>
                  <a:gd name="T33" fmla="*/ 15 h 49"/>
                  <a:gd name="T34" fmla="*/ 48 w 48"/>
                  <a:gd name="T35" fmla="*/ 20 h 49"/>
                  <a:gd name="T36" fmla="*/ 48 w 48"/>
                  <a:gd name="T37" fmla="*/ 24 h 49"/>
                  <a:gd name="T38" fmla="*/ 48 w 48"/>
                  <a:gd name="T39" fmla="*/ 24 h 49"/>
                  <a:gd name="T40" fmla="*/ 48 w 48"/>
                  <a:gd name="T41" fmla="*/ 30 h 49"/>
                  <a:gd name="T42" fmla="*/ 46 w 48"/>
                  <a:gd name="T43" fmla="*/ 34 h 49"/>
                  <a:gd name="T44" fmla="*/ 44 w 48"/>
                  <a:gd name="T45" fmla="*/ 38 h 49"/>
                  <a:gd name="T46" fmla="*/ 41 w 48"/>
                  <a:gd name="T47" fmla="*/ 42 h 49"/>
                  <a:gd name="T48" fmla="*/ 38 w 48"/>
                  <a:gd name="T49" fmla="*/ 45 h 49"/>
                  <a:gd name="T50" fmla="*/ 34 w 48"/>
                  <a:gd name="T51" fmla="*/ 47 h 49"/>
                  <a:gd name="T52" fmla="*/ 29 w 48"/>
                  <a:gd name="T53" fmla="*/ 49 h 49"/>
                  <a:gd name="T54" fmla="*/ 25 w 48"/>
                  <a:gd name="T55" fmla="*/ 49 h 49"/>
                  <a:gd name="T56" fmla="*/ 25 w 48"/>
                  <a:gd name="T57" fmla="*/ 49 h 49"/>
                  <a:gd name="T58" fmla="*/ 19 w 48"/>
                  <a:gd name="T59" fmla="*/ 49 h 49"/>
                  <a:gd name="T60" fmla="*/ 15 w 48"/>
                  <a:gd name="T61" fmla="*/ 47 h 49"/>
                  <a:gd name="T62" fmla="*/ 11 w 48"/>
                  <a:gd name="T63" fmla="*/ 45 h 49"/>
                  <a:gd name="T64" fmla="*/ 7 w 48"/>
                  <a:gd name="T65" fmla="*/ 42 h 49"/>
                  <a:gd name="T66" fmla="*/ 4 w 48"/>
                  <a:gd name="T67" fmla="*/ 38 h 49"/>
                  <a:gd name="T68" fmla="*/ 2 w 48"/>
                  <a:gd name="T69" fmla="*/ 34 h 49"/>
                  <a:gd name="T70" fmla="*/ 0 w 48"/>
                  <a:gd name="T71" fmla="*/ 30 h 49"/>
                  <a:gd name="T72" fmla="*/ 0 w 48"/>
                  <a:gd name="T73" fmla="*/ 24 h 49"/>
                  <a:gd name="T74" fmla="*/ 0 w 48"/>
                  <a:gd name="T75"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9">
                    <a:moveTo>
                      <a:pt x="0" y="24"/>
                    </a:moveTo>
                    <a:lnTo>
                      <a:pt x="0" y="24"/>
                    </a:lnTo>
                    <a:lnTo>
                      <a:pt x="0" y="20"/>
                    </a:lnTo>
                    <a:lnTo>
                      <a:pt x="2" y="15"/>
                    </a:lnTo>
                    <a:lnTo>
                      <a:pt x="4" y="11"/>
                    </a:lnTo>
                    <a:lnTo>
                      <a:pt x="7" y="8"/>
                    </a:lnTo>
                    <a:lnTo>
                      <a:pt x="11" y="4"/>
                    </a:lnTo>
                    <a:lnTo>
                      <a:pt x="15" y="3"/>
                    </a:lnTo>
                    <a:lnTo>
                      <a:pt x="19" y="1"/>
                    </a:lnTo>
                    <a:lnTo>
                      <a:pt x="25" y="0"/>
                    </a:lnTo>
                    <a:lnTo>
                      <a:pt x="25" y="0"/>
                    </a:lnTo>
                    <a:lnTo>
                      <a:pt x="29" y="1"/>
                    </a:lnTo>
                    <a:lnTo>
                      <a:pt x="34" y="3"/>
                    </a:lnTo>
                    <a:lnTo>
                      <a:pt x="38" y="4"/>
                    </a:lnTo>
                    <a:lnTo>
                      <a:pt x="41" y="8"/>
                    </a:lnTo>
                    <a:lnTo>
                      <a:pt x="44" y="11"/>
                    </a:lnTo>
                    <a:lnTo>
                      <a:pt x="46" y="15"/>
                    </a:lnTo>
                    <a:lnTo>
                      <a:pt x="48" y="20"/>
                    </a:lnTo>
                    <a:lnTo>
                      <a:pt x="48" y="24"/>
                    </a:lnTo>
                    <a:lnTo>
                      <a:pt x="48" y="24"/>
                    </a:lnTo>
                    <a:lnTo>
                      <a:pt x="48" y="30"/>
                    </a:lnTo>
                    <a:lnTo>
                      <a:pt x="46" y="34"/>
                    </a:lnTo>
                    <a:lnTo>
                      <a:pt x="44" y="38"/>
                    </a:lnTo>
                    <a:lnTo>
                      <a:pt x="41" y="42"/>
                    </a:lnTo>
                    <a:lnTo>
                      <a:pt x="38" y="45"/>
                    </a:lnTo>
                    <a:lnTo>
                      <a:pt x="34" y="47"/>
                    </a:lnTo>
                    <a:lnTo>
                      <a:pt x="29" y="49"/>
                    </a:lnTo>
                    <a:lnTo>
                      <a:pt x="25" y="49"/>
                    </a:lnTo>
                    <a:lnTo>
                      <a:pt x="25" y="49"/>
                    </a:lnTo>
                    <a:lnTo>
                      <a:pt x="19" y="49"/>
                    </a:lnTo>
                    <a:lnTo>
                      <a:pt x="15" y="47"/>
                    </a:lnTo>
                    <a:lnTo>
                      <a:pt x="11" y="45"/>
                    </a:lnTo>
                    <a:lnTo>
                      <a:pt x="7" y="42"/>
                    </a:lnTo>
                    <a:lnTo>
                      <a:pt x="4" y="38"/>
                    </a:lnTo>
                    <a:lnTo>
                      <a:pt x="2" y="34"/>
                    </a:lnTo>
                    <a:lnTo>
                      <a:pt x="0" y="30"/>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8" name="îṡļiḍê">
                <a:extLst>
                  <a:ext uri="{FF2B5EF4-FFF2-40B4-BE49-F238E27FC236}">
                    <a16:creationId xmlns:a16="http://schemas.microsoft.com/office/drawing/2014/main" id="{11660913-4935-4D73-A6E7-2E94F48066D3}"/>
                  </a:ext>
                </a:extLst>
              </p:cNvPr>
              <p:cNvSpPr/>
              <p:nvPr/>
            </p:nvSpPr>
            <p:spPr bwMode="auto">
              <a:xfrm>
                <a:off x="3052763" y="4778375"/>
                <a:ext cx="46038" cy="169863"/>
              </a:xfrm>
              <a:custGeom>
                <a:avLst/>
                <a:gdLst>
                  <a:gd name="T0" fmla="*/ 17 w 29"/>
                  <a:gd name="T1" fmla="*/ 5 h 107"/>
                  <a:gd name="T2" fmla="*/ 17 w 29"/>
                  <a:gd name="T3" fmla="*/ 5 h 107"/>
                  <a:gd name="T4" fmla="*/ 19 w 29"/>
                  <a:gd name="T5" fmla="*/ 12 h 107"/>
                  <a:gd name="T6" fmla="*/ 22 w 29"/>
                  <a:gd name="T7" fmla="*/ 22 h 107"/>
                  <a:gd name="T8" fmla="*/ 25 w 29"/>
                  <a:gd name="T9" fmla="*/ 33 h 107"/>
                  <a:gd name="T10" fmla="*/ 27 w 29"/>
                  <a:gd name="T11" fmla="*/ 47 h 107"/>
                  <a:gd name="T12" fmla="*/ 29 w 29"/>
                  <a:gd name="T13" fmla="*/ 65 h 107"/>
                  <a:gd name="T14" fmla="*/ 29 w 29"/>
                  <a:gd name="T15" fmla="*/ 84 h 107"/>
                  <a:gd name="T16" fmla="*/ 27 w 29"/>
                  <a:gd name="T17" fmla="*/ 107 h 107"/>
                  <a:gd name="T18" fmla="*/ 0 w 29"/>
                  <a:gd name="T19" fmla="*/ 107 h 107"/>
                  <a:gd name="T20" fmla="*/ 0 w 29"/>
                  <a:gd name="T21" fmla="*/ 0 h 107"/>
                  <a:gd name="T22" fmla="*/ 0 w 29"/>
                  <a:gd name="T23" fmla="*/ 0 h 107"/>
                  <a:gd name="T24" fmla="*/ 8 w 29"/>
                  <a:gd name="T25" fmla="*/ 4 h 107"/>
                  <a:gd name="T26" fmla="*/ 14 w 29"/>
                  <a:gd name="T27" fmla="*/ 5 h 107"/>
                  <a:gd name="T28" fmla="*/ 15 w 29"/>
                  <a:gd name="T29" fmla="*/ 5 h 107"/>
                  <a:gd name="T30" fmla="*/ 17 w 29"/>
                  <a:gd name="T31" fmla="*/ 5 h 107"/>
                  <a:gd name="T32" fmla="*/ 17 w 29"/>
                  <a:gd name="T33"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0" y="0"/>
                    </a:lnTo>
                    <a:lnTo>
                      <a:pt x="8" y="4"/>
                    </a:lnTo>
                    <a:lnTo>
                      <a:pt x="14" y="5"/>
                    </a:lnTo>
                    <a:lnTo>
                      <a:pt x="15" y="5"/>
                    </a:lnTo>
                    <a:lnTo>
                      <a:pt x="17" y="5"/>
                    </a:lnTo>
                    <a:lnTo>
                      <a:pt x="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9" name="íşļîḋè">
                <a:extLst>
                  <a:ext uri="{FF2B5EF4-FFF2-40B4-BE49-F238E27FC236}">
                    <a16:creationId xmlns:a16="http://schemas.microsoft.com/office/drawing/2014/main" id="{2A912F38-CAE3-465B-A247-B2B30714DC20}"/>
                  </a:ext>
                </a:extLst>
              </p:cNvPr>
              <p:cNvSpPr/>
              <p:nvPr/>
            </p:nvSpPr>
            <p:spPr bwMode="auto">
              <a:xfrm>
                <a:off x="3019426" y="4778375"/>
                <a:ext cx="46038" cy="169863"/>
              </a:xfrm>
              <a:custGeom>
                <a:avLst/>
                <a:gdLst>
                  <a:gd name="T0" fmla="*/ 13 w 29"/>
                  <a:gd name="T1" fmla="*/ 5 h 107"/>
                  <a:gd name="T2" fmla="*/ 13 w 29"/>
                  <a:gd name="T3" fmla="*/ 5 h 107"/>
                  <a:gd name="T4" fmla="*/ 10 w 29"/>
                  <a:gd name="T5" fmla="*/ 12 h 107"/>
                  <a:gd name="T6" fmla="*/ 4 w 29"/>
                  <a:gd name="T7" fmla="*/ 33 h 107"/>
                  <a:gd name="T8" fmla="*/ 2 w 29"/>
                  <a:gd name="T9" fmla="*/ 47 h 107"/>
                  <a:gd name="T10" fmla="*/ 0 w 29"/>
                  <a:gd name="T11" fmla="*/ 65 h 107"/>
                  <a:gd name="T12" fmla="*/ 0 w 29"/>
                  <a:gd name="T13" fmla="*/ 84 h 107"/>
                  <a:gd name="T14" fmla="*/ 1 w 29"/>
                  <a:gd name="T15" fmla="*/ 107 h 107"/>
                  <a:gd name="T16" fmla="*/ 29 w 29"/>
                  <a:gd name="T17" fmla="*/ 107 h 107"/>
                  <a:gd name="T18" fmla="*/ 29 w 29"/>
                  <a:gd name="T19" fmla="*/ 0 h 107"/>
                  <a:gd name="T20" fmla="*/ 29 w 29"/>
                  <a:gd name="T21" fmla="*/ 0 h 107"/>
                  <a:gd name="T22" fmla="*/ 21 w 29"/>
                  <a:gd name="T23" fmla="*/ 4 h 107"/>
                  <a:gd name="T24" fmla="*/ 16 w 29"/>
                  <a:gd name="T25" fmla="*/ 5 h 107"/>
                  <a:gd name="T26" fmla="*/ 13 w 29"/>
                  <a:gd name="T27" fmla="*/ 5 h 107"/>
                  <a:gd name="T28" fmla="*/ 13 w 29"/>
                  <a:gd name="T29" fmla="*/ 5 h 107"/>
                  <a:gd name="T30" fmla="*/ 13 w 29"/>
                  <a:gd name="T31"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07">
                    <a:moveTo>
                      <a:pt x="13" y="5"/>
                    </a:moveTo>
                    <a:lnTo>
                      <a:pt x="13" y="5"/>
                    </a:lnTo>
                    <a:lnTo>
                      <a:pt x="10" y="12"/>
                    </a:lnTo>
                    <a:lnTo>
                      <a:pt x="4" y="33"/>
                    </a:lnTo>
                    <a:lnTo>
                      <a:pt x="2" y="47"/>
                    </a:lnTo>
                    <a:lnTo>
                      <a:pt x="0" y="65"/>
                    </a:lnTo>
                    <a:lnTo>
                      <a:pt x="0" y="84"/>
                    </a:lnTo>
                    <a:lnTo>
                      <a:pt x="1" y="107"/>
                    </a:lnTo>
                    <a:lnTo>
                      <a:pt x="29" y="107"/>
                    </a:lnTo>
                    <a:lnTo>
                      <a:pt x="29" y="0"/>
                    </a:lnTo>
                    <a:lnTo>
                      <a:pt x="29" y="0"/>
                    </a:lnTo>
                    <a:lnTo>
                      <a:pt x="21" y="4"/>
                    </a:lnTo>
                    <a:lnTo>
                      <a:pt x="16" y="5"/>
                    </a:lnTo>
                    <a:lnTo>
                      <a:pt x="13" y="5"/>
                    </a:lnTo>
                    <a:lnTo>
                      <a:pt x="13" y="5"/>
                    </a:lnTo>
                    <a:lnTo>
                      <a:pt x="13"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30" name="iṥḻïďè">
                <a:extLst>
                  <a:ext uri="{FF2B5EF4-FFF2-40B4-BE49-F238E27FC236}">
                    <a16:creationId xmlns:a16="http://schemas.microsoft.com/office/drawing/2014/main" id="{6F12D06E-F95E-4044-96BE-6402E70C389B}"/>
                  </a:ext>
                </a:extLst>
              </p:cNvPr>
              <p:cNvSpPr/>
              <p:nvPr/>
            </p:nvSpPr>
            <p:spPr bwMode="auto">
              <a:xfrm>
                <a:off x="3211513" y="4624388"/>
                <a:ext cx="449263" cy="334963"/>
              </a:xfrm>
              <a:custGeom>
                <a:avLst/>
                <a:gdLst>
                  <a:gd name="T0" fmla="*/ 0 w 283"/>
                  <a:gd name="T1" fmla="*/ 0 h 211"/>
                  <a:gd name="T2" fmla="*/ 0 w 283"/>
                  <a:gd name="T3" fmla="*/ 0 h 211"/>
                  <a:gd name="T4" fmla="*/ 63 w 283"/>
                  <a:gd name="T5" fmla="*/ 29 h 211"/>
                  <a:gd name="T6" fmla="*/ 143 w 283"/>
                  <a:gd name="T7" fmla="*/ 67 h 211"/>
                  <a:gd name="T8" fmla="*/ 143 w 283"/>
                  <a:gd name="T9" fmla="*/ 67 h 211"/>
                  <a:gd name="T10" fmla="*/ 221 w 283"/>
                  <a:gd name="T11" fmla="*/ 29 h 211"/>
                  <a:gd name="T12" fmla="*/ 283 w 283"/>
                  <a:gd name="T13" fmla="*/ 0 h 211"/>
                  <a:gd name="T14" fmla="*/ 283 w 283"/>
                  <a:gd name="T15" fmla="*/ 163 h 211"/>
                  <a:gd name="T16" fmla="*/ 283 w 283"/>
                  <a:gd name="T17" fmla="*/ 163 h 211"/>
                  <a:gd name="T18" fmla="*/ 277 w 283"/>
                  <a:gd name="T19" fmla="*/ 170 h 211"/>
                  <a:gd name="T20" fmla="*/ 267 w 283"/>
                  <a:gd name="T21" fmla="*/ 177 h 211"/>
                  <a:gd name="T22" fmla="*/ 259 w 283"/>
                  <a:gd name="T23" fmla="*/ 182 h 211"/>
                  <a:gd name="T24" fmla="*/ 250 w 283"/>
                  <a:gd name="T25" fmla="*/ 188 h 211"/>
                  <a:gd name="T26" fmla="*/ 229 w 283"/>
                  <a:gd name="T27" fmla="*/ 196 h 211"/>
                  <a:gd name="T28" fmla="*/ 209 w 283"/>
                  <a:gd name="T29" fmla="*/ 201 h 211"/>
                  <a:gd name="T30" fmla="*/ 190 w 283"/>
                  <a:gd name="T31" fmla="*/ 205 h 211"/>
                  <a:gd name="T32" fmla="*/ 172 w 283"/>
                  <a:gd name="T33" fmla="*/ 208 h 211"/>
                  <a:gd name="T34" fmla="*/ 147 w 283"/>
                  <a:gd name="T35" fmla="*/ 211 h 211"/>
                  <a:gd name="T36" fmla="*/ 147 w 283"/>
                  <a:gd name="T37" fmla="*/ 211 h 211"/>
                  <a:gd name="T38" fmla="*/ 147 w 283"/>
                  <a:gd name="T39" fmla="*/ 211 h 211"/>
                  <a:gd name="T40" fmla="*/ 143 w 283"/>
                  <a:gd name="T41" fmla="*/ 211 h 211"/>
                  <a:gd name="T42" fmla="*/ 143 w 283"/>
                  <a:gd name="T43" fmla="*/ 211 h 211"/>
                  <a:gd name="T44" fmla="*/ 139 w 283"/>
                  <a:gd name="T45" fmla="*/ 211 h 211"/>
                  <a:gd name="T46" fmla="*/ 139 w 283"/>
                  <a:gd name="T47" fmla="*/ 211 h 211"/>
                  <a:gd name="T48" fmla="*/ 139 w 283"/>
                  <a:gd name="T49" fmla="*/ 211 h 211"/>
                  <a:gd name="T50" fmla="*/ 113 w 283"/>
                  <a:gd name="T51" fmla="*/ 208 h 211"/>
                  <a:gd name="T52" fmla="*/ 94 w 283"/>
                  <a:gd name="T53" fmla="*/ 205 h 211"/>
                  <a:gd name="T54" fmla="*/ 75 w 283"/>
                  <a:gd name="T55" fmla="*/ 201 h 211"/>
                  <a:gd name="T56" fmla="*/ 55 w 283"/>
                  <a:gd name="T57" fmla="*/ 196 h 211"/>
                  <a:gd name="T58" fmla="*/ 36 w 283"/>
                  <a:gd name="T59" fmla="*/ 188 h 211"/>
                  <a:gd name="T60" fmla="*/ 26 w 283"/>
                  <a:gd name="T61" fmla="*/ 182 h 211"/>
                  <a:gd name="T62" fmla="*/ 17 w 283"/>
                  <a:gd name="T63" fmla="*/ 177 h 211"/>
                  <a:gd name="T64" fmla="*/ 9 w 283"/>
                  <a:gd name="T65" fmla="*/ 170 h 211"/>
                  <a:gd name="T66" fmla="*/ 0 w 283"/>
                  <a:gd name="T67" fmla="*/ 163 h 211"/>
                  <a:gd name="T68" fmla="*/ 0 w 283"/>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11">
                    <a:moveTo>
                      <a:pt x="0" y="0"/>
                    </a:moveTo>
                    <a:lnTo>
                      <a:pt x="0" y="0"/>
                    </a:lnTo>
                    <a:lnTo>
                      <a:pt x="63" y="29"/>
                    </a:lnTo>
                    <a:lnTo>
                      <a:pt x="143" y="67"/>
                    </a:lnTo>
                    <a:lnTo>
                      <a:pt x="143" y="67"/>
                    </a:lnTo>
                    <a:lnTo>
                      <a:pt x="221" y="29"/>
                    </a:lnTo>
                    <a:lnTo>
                      <a:pt x="283" y="0"/>
                    </a:lnTo>
                    <a:lnTo>
                      <a:pt x="283" y="163"/>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7" y="211"/>
                    </a:lnTo>
                    <a:lnTo>
                      <a:pt x="147" y="211"/>
                    </a:lnTo>
                    <a:lnTo>
                      <a:pt x="143" y="211"/>
                    </a:lnTo>
                    <a:lnTo>
                      <a:pt x="143" y="211"/>
                    </a:lnTo>
                    <a:lnTo>
                      <a:pt x="139" y="211"/>
                    </a:lnTo>
                    <a:lnTo>
                      <a:pt x="139"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2" name="îśḻiḑe">
              <a:extLst>
                <a:ext uri="{FF2B5EF4-FFF2-40B4-BE49-F238E27FC236}">
                  <a16:creationId xmlns:a16="http://schemas.microsoft.com/office/drawing/2014/main" id="{1A9ED55E-5BC8-4AB7-B89E-778E6FA42FB4}"/>
                </a:ext>
              </a:extLst>
            </p:cNvPr>
            <p:cNvSpPr/>
            <p:nvPr/>
          </p:nvSpPr>
          <p:spPr bwMode="auto">
            <a:xfrm>
              <a:off x="7286571" y="2226950"/>
              <a:ext cx="354301" cy="444669"/>
            </a:xfrm>
            <a:custGeom>
              <a:avLst/>
              <a:gdLst>
                <a:gd name="T0" fmla="*/ 130175 w 247"/>
                <a:gd name="T1" fmla="*/ 238125 h 310"/>
                <a:gd name="T2" fmla="*/ 138113 w 247"/>
                <a:gd name="T3" fmla="*/ 209550 h 310"/>
                <a:gd name="T4" fmla="*/ 138113 w 247"/>
                <a:gd name="T5" fmla="*/ 93663 h 310"/>
                <a:gd name="T6" fmla="*/ 125413 w 247"/>
                <a:gd name="T7" fmla="*/ 79375 h 310"/>
                <a:gd name="T8" fmla="*/ 127000 w 247"/>
                <a:gd name="T9" fmla="*/ 26988 h 310"/>
                <a:gd name="T10" fmla="*/ 127000 w 247"/>
                <a:gd name="T11" fmla="*/ 20638 h 310"/>
                <a:gd name="T12" fmla="*/ 146050 w 247"/>
                <a:gd name="T13" fmla="*/ 7938 h 310"/>
                <a:gd name="T14" fmla="*/ 198438 w 247"/>
                <a:gd name="T15" fmla="*/ 0 h 310"/>
                <a:gd name="T16" fmla="*/ 257175 w 247"/>
                <a:gd name="T17" fmla="*/ 9525 h 310"/>
                <a:gd name="T18" fmla="*/ 266700 w 247"/>
                <a:gd name="T19" fmla="*/ 25400 h 310"/>
                <a:gd name="T20" fmla="*/ 269875 w 247"/>
                <a:gd name="T21" fmla="*/ 26988 h 310"/>
                <a:gd name="T22" fmla="*/ 266700 w 247"/>
                <a:gd name="T23" fmla="*/ 79375 h 310"/>
                <a:gd name="T24" fmla="*/ 257175 w 247"/>
                <a:gd name="T25" fmla="*/ 92075 h 310"/>
                <a:gd name="T26" fmla="*/ 247650 w 247"/>
                <a:gd name="T27" fmla="*/ 209550 h 310"/>
                <a:gd name="T28" fmla="*/ 249238 w 247"/>
                <a:gd name="T29" fmla="*/ 222250 h 310"/>
                <a:gd name="T30" fmla="*/ 263525 w 247"/>
                <a:gd name="T31" fmla="*/ 238125 h 310"/>
                <a:gd name="T32" fmla="*/ 301625 w 247"/>
                <a:gd name="T33" fmla="*/ 271463 h 310"/>
                <a:gd name="T34" fmla="*/ 366713 w 247"/>
                <a:gd name="T35" fmla="*/ 352425 h 310"/>
                <a:gd name="T36" fmla="*/ 390525 w 247"/>
                <a:gd name="T37" fmla="*/ 401638 h 310"/>
                <a:gd name="T38" fmla="*/ 385763 w 247"/>
                <a:gd name="T39" fmla="*/ 441325 h 310"/>
                <a:gd name="T40" fmla="*/ 374650 w 247"/>
                <a:gd name="T41" fmla="*/ 452438 h 310"/>
                <a:gd name="T42" fmla="*/ 296863 w 247"/>
                <a:gd name="T43" fmla="*/ 482600 h 310"/>
                <a:gd name="T44" fmla="*/ 223838 w 247"/>
                <a:gd name="T45" fmla="*/ 492125 h 310"/>
                <a:gd name="T46" fmla="*/ 179388 w 247"/>
                <a:gd name="T47" fmla="*/ 492125 h 310"/>
                <a:gd name="T48" fmla="*/ 80963 w 247"/>
                <a:gd name="T49" fmla="*/ 481013 h 310"/>
                <a:gd name="T50" fmla="*/ 100013 w 247"/>
                <a:gd name="T51" fmla="*/ 452438 h 310"/>
                <a:gd name="T52" fmla="*/ 131763 w 247"/>
                <a:gd name="T53" fmla="*/ 455613 h 310"/>
                <a:gd name="T54" fmla="*/ 96838 w 247"/>
                <a:gd name="T55" fmla="*/ 444500 h 310"/>
                <a:gd name="T56" fmla="*/ 80963 w 247"/>
                <a:gd name="T57" fmla="*/ 334963 h 310"/>
                <a:gd name="T58" fmla="*/ 120650 w 247"/>
                <a:gd name="T59" fmla="*/ 285750 h 310"/>
                <a:gd name="T60" fmla="*/ 80963 w 247"/>
                <a:gd name="T61" fmla="*/ 322263 h 310"/>
                <a:gd name="T62" fmla="*/ 107950 w 247"/>
                <a:gd name="T63" fmla="*/ 252413 h 310"/>
                <a:gd name="T64" fmla="*/ 80963 w 247"/>
                <a:gd name="T65" fmla="*/ 481013 h 310"/>
                <a:gd name="T66" fmla="*/ 47625 w 247"/>
                <a:gd name="T67" fmla="*/ 469900 h 310"/>
                <a:gd name="T68" fmla="*/ 17463 w 247"/>
                <a:gd name="T69" fmla="*/ 452438 h 310"/>
                <a:gd name="T70" fmla="*/ 3175 w 247"/>
                <a:gd name="T71" fmla="*/ 428625 h 310"/>
                <a:gd name="T72" fmla="*/ 4763 w 247"/>
                <a:gd name="T73" fmla="*/ 398463 h 310"/>
                <a:gd name="T74" fmla="*/ 42863 w 247"/>
                <a:gd name="T75" fmla="*/ 325438 h 310"/>
                <a:gd name="T76" fmla="*/ 80963 w 247"/>
                <a:gd name="T77" fmla="*/ 322263 h 310"/>
                <a:gd name="T78" fmla="*/ 42863 w 247"/>
                <a:gd name="T79" fmla="*/ 361950 h 310"/>
                <a:gd name="T80" fmla="*/ 28575 w 247"/>
                <a:gd name="T81" fmla="*/ 395288 h 310"/>
                <a:gd name="T82" fmla="*/ 28575 w 247"/>
                <a:gd name="T83" fmla="*/ 414338 h 310"/>
                <a:gd name="T84" fmla="*/ 42863 w 247"/>
                <a:gd name="T85" fmla="*/ 433388 h 310"/>
                <a:gd name="T86" fmla="*/ 80963 w 247"/>
                <a:gd name="T87" fmla="*/ 481013 h 310"/>
                <a:gd name="T88" fmla="*/ 80963 w 247"/>
                <a:gd name="T89" fmla="*/ 334963 h 310"/>
                <a:gd name="T90" fmla="*/ 53975 w 247"/>
                <a:gd name="T91" fmla="*/ 385763 h 310"/>
                <a:gd name="T92" fmla="*/ 57150 w 247"/>
                <a:gd name="T93" fmla="*/ 411163 h 310"/>
                <a:gd name="T94" fmla="*/ 80963 w 247"/>
                <a:gd name="T95" fmla="*/ 434975 h 3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47" h="310">
                  <a:moveTo>
                    <a:pt x="80" y="150"/>
                  </a:moveTo>
                  <a:lnTo>
                    <a:pt x="80" y="150"/>
                  </a:lnTo>
                  <a:lnTo>
                    <a:pt x="82" y="150"/>
                  </a:lnTo>
                  <a:lnTo>
                    <a:pt x="84" y="146"/>
                  </a:lnTo>
                  <a:lnTo>
                    <a:pt x="86" y="140"/>
                  </a:lnTo>
                  <a:lnTo>
                    <a:pt x="87" y="132"/>
                  </a:lnTo>
                  <a:lnTo>
                    <a:pt x="87" y="59"/>
                  </a:lnTo>
                  <a:lnTo>
                    <a:pt x="82" y="55"/>
                  </a:lnTo>
                  <a:lnTo>
                    <a:pt x="80" y="50"/>
                  </a:lnTo>
                  <a:lnTo>
                    <a:pt x="79" y="50"/>
                  </a:lnTo>
                  <a:lnTo>
                    <a:pt x="79" y="17"/>
                  </a:lnTo>
                  <a:lnTo>
                    <a:pt x="80" y="17"/>
                  </a:lnTo>
                  <a:lnTo>
                    <a:pt x="80" y="16"/>
                  </a:lnTo>
                  <a:lnTo>
                    <a:pt x="80" y="13"/>
                  </a:lnTo>
                  <a:lnTo>
                    <a:pt x="83" y="10"/>
                  </a:lnTo>
                  <a:lnTo>
                    <a:pt x="87" y="6"/>
                  </a:lnTo>
                  <a:lnTo>
                    <a:pt x="92" y="5"/>
                  </a:lnTo>
                  <a:lnTo>
                    <a:pt x="107" y="1"/>
                  </a:lnTo>
                  <a:lnTo>
                    <a:pt x="125" y="0"/>
                  </a:lnTo>
                  <a:lnTo>
                    <a:pt x="141" y="1"/>
                  </a:lnTo>
                  <a:lnTo>
                    <a:pt x="156" y="5"/>
                  </a:lnTo>
                  <a:lnTo>
                    <a:pt x="162" y="6"/>
                  </a:lnTo>
                  <a:lnTo>
                    <a:pt x="166" y="10"/>
                  </a:lnTo>
                  <a:lnTo>
                    <a:pt x="168" y="13"/>
                  </a:lnTo>
                  <a:lnTo>
                    <a:pt x="168" y="16"/>
                  </a:lnTo>
                  <a:lnTo>
                    <a:pt x="168" y="17"/>
                  </a:lnTo>
                  <a:lnTo>
                    <a:pt x="170" y="17"/>
                  </a:lnTo>
                  <a:lnTo>
                    <a:pt x="170" y="50"/>
                  </a:lnTo>
                  <a:lnTo>
                    <a:pt x="168" y="50"/>
                  </a:lnTo>
                  <a:lnTo>
                    <a:pt x="168" y="52"/>
                  </a:lnTo>
                  <a:lnTo>
                    <a:pt x="166" y="55"/>
                  </a:lnTo>
                  <a:lnTo>
                    <a:pt x="162" y="58"/>
                  </a:lnTo>
                  <a:lnTo>
                    <a:pt x="156" y="59"/>
                  </a:lnTo>
                  <a:lnTo>
                    <a:pt x="156" y="132"/>
                  </a:lnTo>
                  <a:lnTo>
                    <a:pt x="156" y="136"/>
                  </a:lnTo>
                  <a:lnTo>
                    <a:pt x="157" y="140"/>
                  </a:lnTo>
                  <a:lnTo>
                    <a:pt x="160" y="146"/>
                  </a:lnTo>
                  <a:lnTo>
                    <a:pt x="164"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21" y="293"/>
                  </a:lnTo>
                  <a:lnTo>
                    <a:pt x="205" y="300"/>
                  </a:lnTo>
                  <a:lnTo>
                    <a:pt x="187" y="304"/>
                  </a:lnTo>
                  <a:lnTo>
                    <a:pt x="171" y="307"/>
                  </a:lnTo>
                  <a:lnTo>
                    <a:pt x="155" y="310"/>
                  </a:lnTo>
                  <a:lnTo>
                    <a:pt x="141" y="310"/>
                  </a:lnTo>
                  <a:lnTo>
                    <a:pt x="124" y="310"/>
                  </a:lnTo>
                  <a:lnTo>
                    <a:pt x="113" y="310"/>
                  </a:lnTo>
                  <a:lnTo>
                    <a:pt x="95" y="310"/>
                  </a:lnTo>
                  <a:lnTo>
                    <a:pt x="74" y="307"/>
                  </a:lnTo>
                  <a:lnTo>
                    <a:pt x="51" y="303"/>
                  </a:lnTo>
                  <a:lnTo>
                    <a:pt x="51" y="282"/>
                  </a:lnTo>
                  <a:lnTo>
                    <a:pt x="63" y="285"/>
                  </a:lnTo>
                  <a:lnTo>
                    <a:pt x="72" y="287"/>
                  </a:lnTo>
                  <a:lnTo>
                    <a:pt x="83" y="287"/>
                  </a:lnTo>
                  <a:lnTo>
                    <a:pt x="72" y="284"/>
                  </a:lnTo>
                  <a:lnTo>
                    <a:pt x="61" y="280"/>
                  </a:lnTo>
                  <a:lnTo>
                    <a:pt x="51" y="274"/>
                  </a:lnTo>
                  <a:lnTo>
                    <a:pt x="51" y="211"/>
                  </a:lnTo>
                  <a:lnTo>
                    <a:pt x="60" y="199"/>
                  </a:lnTo>
                  <a:lnTo>
                    <a:pt x="68" y="189"/>
                  </a:lnTo>
                  <a:lnTo>
                    <a:pt x="76" y="180"/>
                  </a:lnTo>
                  <a:lnTo>
                    <a:pt x="68" y="186"/>
                  </a:lnTo>
                  <a:lnTo>
                    <a:pt x="51" y="203"/>
                  </a:lnTo>
                  <a:lnTo>
                    <a:pt x="51" y="178"/>
                  </a:lnTo>
                  <a:lnTo>
                    <a:pt x="68" y="159"/>
                  </a:lnTo>
                  <a:lnTo>
                    <a:pt x="80" y="150"/>
                  </a:lnTo>
                  <a:close/>
                  <a:moveTo>
                    <a:pt x="51" y="303"/>
                  </a:moveTo>
                  <a:lnTo>
                    <a:pt x="51" y="303"/>
                  </a:lnTo>
                  <a:lnTo>
                    <a:pt x="40" y="299"/>
                  </a:lnTo>
                  <a:lnTo>
                    <a:pt x="30" y="296"/>
                  </a:lnTo>
                  <a:lnTo>
                    <a:pt x="21" y="291"/>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38" y="215"/>
                  </a:lnTo>
                  <a:lnTo>
                    <a:pt x="27" y="228"/>
                  </a:lnTo>
                  <a:lnTo>
                    <a:pt x="23" y="235"/>
                  </a:lnTo>
                  <a:lnTo>
                    <a:pt x="21" y="242"/>
                  </a:lnTo>
                  <a:lnTo>
                    <a:pt x="18" y="249"/>
                  </a:lnTo>
                  <a:lnTo>
                    <a:pt x="18" y="255"/>
                  </a:lnTo>
                  <a:lnTo>
                    <a:pt x="18" y="261"/>
                  </a:lnTo>
                  <a:lnTo>
                    <a:pt x="21" y="266"/>
                  </a:lnTo>
                  <a:lnTo>
                    <a:pt x="23" y="270"/>
                  </a:lnTo>
                  <a:lnTo>
                    <a:pt x="27" y="273"/>
                  </a:lnTo>
                  <a:lnTo>
                    <a:pt x="38" y="278"/>
                  </a:lnTo>
                  <a:lnTo>
                    <a:pt x="51" y="282"/>
                  </a:lnTo>
                  <a:lnTo>
                    <a:pt x="51" y="303"/>
                  </a:lnTo>
                  <a:close/>
                  <a:moveTo>
                    <a:pt x="51" y="211"/>
                  </a:moveTo>
                  <a:lnTo>
                    <a:pt x="51" y="211"/>
                  </a:lnTo>
                  <a:lnTo>
                    <a:pt x="44" y="222"/>
                  </a:lnTo>
                  <a:lnTo>
                    <a:pt x="38" y="232"/>
                  </a:lnTo>
                  <a:lnTo>
                    <a:pt x="34" y="243"/>
                  </a:lnTo>
                  <a:lnTo>
                    <a:pt x="33" y="253"/>
                  </a:lnTo>
                  <a:lnTo>
                    <a:pt x="36" y="259"/>
                  </a:lnTo>
                  <a:lnTo>
                    <a:pt x="38" y="265"/>
                  </a:lnTo>
                  <a:lnTo>
                    <a:pt x="44" y="270"/>
                  </a:lnTo>
                  <a:lnTo>
                    <a:pt x="51" y="274"/>
                  </a:lnTo>
                  <a:lnTo>
                    <a:pt x="51" y="211"/>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3" name="íṧliḑe">
              <a:extLst>
                <a:ext uri="{FF2B5EF4-FFF2-40B4-BE49-F238E27FC236}">
                  <a16:creationId xmlns:a16="http://schemas.microsoft.com/office/drawing/2014/main" id="{A11B4C2F-21E7-41FB-9EBB-B610ECBF1450}"/>
                </a:ext>
              </a:extLst>
            </p:cNvPr>
            <p:cNvGrpSpPr/>
            <p:nvPr/>
          </p:nvGrpSpPr>
          <p:grpSpPr>
            <a:xfrm>
              <a:off x="4730441" y="2075728"/>
              <a:ext cx="365778" cy="552253"/>
              <a:chOff x="1201738" y="2052638"/>
              <a:chExt cx="404813" cy="611188"/>
            </a:xfrm>
            <a:solidFill>
              <a:srgbClr val="8CC63F"/>
            </a:solidFill>
          </p:grpSpPr>
          <p:sp>
            <p:nvSpPr>
              <p:cNvPr id="321" name="ïṥḻíďé">
                <a:extLst>
                  <a:ext uri="{FF2B5EF4-FFF2-40B4-BE49-F238E27FC236}">
                    <a16:creationId xmlns:a16="http://schemas.microsoft.com/office/drawing/2014/main" id="{137EB21C-4C70-4D9B-8077-3CBD805AD15E}"/>
                  </a:ext>
                </a:extLst>
              </p:cNvPr>
              <p:cNvSpPr/>
              <p:nvPr/>
            </p:nvSpPr>
            <p:spPr bwMode="auto">
              <a:xfrm>
                <a:off x="1325563" y="2101850"/>
                <a:ext cx="139700" cy="139700"/>
              </a:xfrm>
              <a:custGeom>
                <a:avLst/>
                <a:gdLst>
                  <a:gd name="T0" fmla="*/ 88 w 88"/>
                  <a:gd name="T1" fmla="*/ 44 h 88"/>
                  <a:gd name="T2" fmla="*/ 88 w 88"/>
                  <a:gd name="T3" fmla="*/ 44 h 88"/>
                  <a:gd name="T4" fmla="*/ 86 w 88"/>
                  <a:gd name="T5" fmla="*/ 36 h 88"/>
                  <a:gd name="T6" fmla="*/ 83 w 88"/>
                  <a:gd name="T7" fmla="*/ 27 h 88"/>
                  <a:gd name="T8" fmla="*/ 79 w 88"/>
                  <a:gd name="T9" fmla="*/ 19 h 88"/>
                  <a:gd name="T10" fmla="*/ 74 w 88"/>
                  <a:gd name="T11" fmla="*/ 13 h 88"/>
                  <a:gd name="T12" fmla="*/ 67 w 88"/>
                  <a:gd name="T13" fmla="*/ 7 h 88"/>
                  <a:gd name="T14" fmla="*/ 60 w 88"/>
                  <a:gd name="T15" fmla="*/ 3 h 88"/>
                  <a:gd name="T16" fmla="*/ 52 w 88"/>
                  <a:gd name="T17" fmla="*/ 0 h 88"/>
                  <a:gd name="T18" fmla="*/ 43 w 88"/>
                  <a:gd name="T19" fmla="*/ 0 h 88"/>
                  <a:gd name="T20" fmla="*/ 43 w 88"/>
                  <a:gd name="T21" fmla="*/ 0 h 88"/>
                  <a:gd name="T22" fmla="*/ 35 w 88"/>
                  <a:gd name="T23" fmla="*/ 0 h 88"/>
                  <a:gd name="T24" fmla="*/ 27 w 88"/>
                  <a:gd name="T25" fmla="*/ 3 h 88"/>
                  <a:gd name="T26" fmla="*/ 18 w 88"/>
                  <a:gd name="T27" fmla="*/ 7 h 88"/>
                  <a:gd name="T28" fmla="*/ 12 w 88"/>
                  <a:gd name="T29" fmla="*/ 13 h 88"/>
                  <a:gd name="T30" fmla="*/ 6 w 88"/>
                  <a:gd name="T31" fmla="*/ 19 h 88"/>
                  <a:gd name="T32" fmla="*/ 2 w 88"/>
                  <a:gd name="T33" fmla="*/ 27 h 88"/>
                  <a:gd name="T34" fmla="*/ 0 w 88"/>
                  <a:gd name="T35" fmla="*/ 36 h 88"/>
                  <a:gd name="T36" fmla="*/ 0 w 88"/>
                  <a:gd name="T37" fmla="*/ 44 h 88"/>
                  <a:gd name="T38" fmla="*/ 0 w 88"/>
                  <a:gd name="T39" fmla="*/ 44 h 88"/>
                  <a:gd name="T40" fmla="*/ 0 w 88"/>
                  <a:gd name="T41" fmla="*/ 53 h 88"/>
                  <a:gd name="T42" fmla="*/ 2 w 88"/>
                  <a:gd name="T43" fmla="*/ 61 h 88"/>
                  <a:gd name="T44" fmla="*/ 6 w 88"/>
                  <a:gd name="T45" fmla="*/ 68 h 88"/>
                  <a:gd name="T46" fmla="*/ 12 w 88"/>
                  <a:gd name="T47" fmla="*/ 75 h 88"/>
                  <a:gd name="T48" fmla="*/ 18 w 88"/>
                  <a:gd name="T49" fmla="*/ 80 h 88"/>
                  <a:gd name="T50" fmla="*/ 27 w 88"/>
                  <a:gd name="T51" fmla="*/ 84 h 88"/>
                  <a:gd name="T52" fmla="*/ 35 w 88"/>
                  <a:gd name="T53" fmla="*/ 87 h 88"/>
                  <a:gd name="T54" fmla="*/ 43 w 88"/>
                  <a:gd name="T55" fmla="*/ 88 h 88"/>
                  <a:gd name="T56" fmla="*/ 43 w 88"/>
                  <a:gd name="T57" fmla="*/ 88 h 88"/>
                  <a:gd name="T58" fmla="*/ 52 w 88"/>
                  <a:gd name="T59" fmla="*/ 87 h 88"/>
                  <a:gd name="T60" fmla="*/ 60 w 88"/>
                  <a:gd name="T61" fmla="*/ 84 h 88"/>
                  <a:gd name="T62" fmla="*/ 67 w 88"/>
                  <a:gd name="T63" fmla="*/ 80 h 88"/>
                  <a:gd name="T64" fmla="*/ 74 w 88"/>
                  <a:gd name="T65" fmla="*/ 75 h 88"/>
                  <a:gd name="T66" fmla="*/ 79 w 88"/>
                  <a:gd name="T67" fmla="*/ 68 h 88"/>
                  <a:gd name="T68" fmla="*/ 83 w 88"/>
                  <a:gd name="T69" fmla="*/ 61 h 88"/>
                  <a:gd name="T70" fmla="*/ 86 w 88"/>
                  <a:gd name="T71" fmla="*/ 53 h 88"/>
                  <a:gd name="T72" fmla="*/ 88 w 88"/>
                  <a:gd name="T73" fmla="*/ 44 h 88"/>
                  <a:gd name="T74" fmla="*/ 88 w 88"/>
                  <a:gd name="T75"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88" y="44"/>
                    </a:moveTo>
                    <a:lnTo>
                      <a:pt x="88" y="44"/>
                    </a:lnTo>
                    <a:lnTo>
                      <a:pt x="86" y="36"/>
                    </a:lnTo>
                    <a:lnTo>
                      <a:pt x="83" y="27"/>
                    </a:lnTo>
                    <a:lnTo>
                      <a:pt x="79" y="19"/>
                    </a:lnTo>
                    <a:lnTo>
                      <a:pt x="74" y="13"/>
                    </a:lnTo>
                    <a:lnTo>
                      <a:pt x="67" y="7"/>
                    </a:lnTo>
                    <a:lnTo>
                      <a:pt x="60" y="3"/>
                    </a:lnTo>
                    <a:lnTo>
                      <a:pt x="52" y="0"/>
                    </a:lnTo>
                    <a:lnTo>
                      <a:pt x="43" y="0"/>
                    </a:lnTo>
                    <a:lnTo>
                      <a:pt x="43" y="0"/>
                    </a:lnTo>
                    <a:lnTo>
                      <a:pt x="35" y="0"/>
                    </a:lnTo>
                    <a:lnTo>
                      <a:pt x="27" y="3"/>
                    </a:lnTo>
                    <a:lnTo>
                      <a:pt x="18" y="7"/>
                    </a:lnTo>
                    <a:lnTo>
                      <a:pt x="12" y="13"/>
                    </a:lnTo>
                    <a:lnTo>
                      <a:pt x="6" y="19"/>
                    </a:lnTo>
                    <a:lnTo>
                      <a:pt x="2" y="27"/>
                    </a:lnTo>
                    <a:lnTo>
                      <a:pt x="0" y="36"/>
                    </a:lnTo>
                    <a:lnTo>
                      <a:pt x="0" y="44"/>
                    </a:lnTo>
                    <a:lnTo>
                      <a:pt x="0" y="44"/>
                    </a:lnTo>
                    <a:lnTo>
                      <a:pt x="0" y="53"/>
                    </a:lnTo>
                    <a:lnTo>
                      <a:pt x="2" y="61"/>
                    </a:lnTo>
                    <a:lnTo>
                      <a:pt x="6" y="68"/>
                    </a:lnTo>
                    <a:lnTo>
                      <a:pt x="12" y="75"/>
                    </a:lnTo>
                    <a:lnTo>
                      <a:pt x="18" y="80"/>
                    </a:lnTo>
                    <a:lnTo>
                      <a:pt x="27" y="84"/>
                    </a:lnTo>
                    <a:lnTo>
                      <a:pt x="35" y="87"/>
                    </a:lnTo>
                    <a:lnTo>
                      <a:pt x="43" y="88"/>
                    </a:lnTo>
                    <a:lnTo>
                      <a:pt x="43" y="88"/>
                    </a:lnTo>
                    <a:lnTo>
                      <a:pt x="52" y="87"/>
                    </a:lnTo>
                    <a:lnTo>
                      <a:pt x="60" y="84"/>
                    </a:lnTo>
                    <a:lnTo>
                      <a:pt x="67" y="80"/>
                    </a:lnTo>
                    <a:lnTo>
                      <a:pt x="74" y="75"/>
                    </a:lnTo>
                    <a:lnTo>
                      <a:pt x="79" y="68"/>
                    </a:lnTo>
                    <a:lnTo>
                      <a:pt x="83" y="61"/>
                    </a:lnTo>
                    <a:lnTo>
                      <a:pt x="86" y="53"/>
                    </a:lnTo>
                    <a:lnTo>
                      <a:pt x="88" y="44"/>
                    </a:lnTo>
                    <a:lnTo>
                      <a:pt x="8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2" name="ïSļïḑè">
                <a:extLst>
                  <a:ext uri="{FF2B5EF4-FFF2-40B4-BE49-F238E27FC236}">
                    <a16:creationId xmlns:a16="http://schemas.microsoft.com/office/drawing/2014/main" id="{E0AD4C26-29E7-4279-B2F2-41FD9C67F68B}"/>
                  </a:ext>
                </a:extLst>
              </p:cNvPr>
              <p:cNvSpPr/>
              <p:nvPr/>
            </p:nvSpPr>
            <p:spPr bwMode="auto">
              <a:xfrm>
                <a:off x="1201738" y="2205038"/>
                <a:ext cx="212725" cy="458788"/>
              </a:xfrm>
              <a:custGeom>
                <a:avLst/>
                <a:gdLst>
                  <a:gd name="T0" fmla="*/ 134 w 134"/>
                  <a:gd name="T1" fmla="*/ 7 h 289"/>
                  <a:gd name="T2" fmla="*/ 134 w 134"/>
                  <a:gd name="T3" fmla="*/ 7 h 289"/>
                  <a:gd name="T4" fmla="*/ 88 w 134"/>
                  <a:gd name="T5" fmla="*/ 129 h 289"/>
                  <a:gd name="T6" fmla="*/ 42 w 134"/>
                  <a:gd name="T7" fmla="*/ 248 h 289"/>
                  <a:gd name="T8" fmla="*/ 42 w 134"/>
                  <a:gd name="T9" fmla="*/ 248 h 289"/>
                  <a:gd name="T10" fmla="*/ 22 w 134"/>
                  <a:gd name="T11" fmla="*/ 268 h 289"/>
                  <a:gd name="T12" fmla="*/ 8 w 134"/>
                  <a:gd name="T13" fmla="*/ 282 h 289"/>
                  <a:gd name="T14" fmla="*/ 3 w 134"/>
                  <a:gd name="T15" fmla="*/ 286 h 289"/>
                  <a:gd name="T16" fmla="*/ 0 w 134"/>
                  <a:gd name="T17" fmla="*/ 289 h 289"/>
                  <a:gd name="T18" fmla="*/ 0 w 134"/>
                  <a:gd name="T19" fmla="*/ 289 h 289"/>
                  <a:gd name="T20" fmla="*/ 3 w 134"/>
                  <a:gd name="T21" fmla="*/ 275 h 289"/>
                  <a:gd name="T22" fmla="*/ 15 w 134"/>
                  <a:gd name="T23" fmla="*/ 243 h 289"/>
                  <a:gd name="T24" fmla="*/ 50 w 134"/>
                  <a:gd name="T25" fmla="*/ 144 h 289"/>
                  <a:gd name="T26" fmla="*/ 105 w 134"/>
                  <a:gd name="T27" fmla="*/ 0 h 289"/>
                  <a:gd name="T28" fmla="*/ 134 w 134"/>
                  <a:gd name="T29" fmla="*/ 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 h="289">
                    <a:moveTo>
                      <a:pt x="134" y="7"/>
                    </a:moveTo>
                    <a:lnTo>
                      <a:pt x="134" y="7"/>
                    </a:lnTo>
                    <a:lnTo>
                      <a:pt x="88" y="129"/>
                    </a:lnTo>
                    <a:lnTo>
                      <a:pt x="42" y="248"/>
                    </a:lnTo>
                    <a:lnTo>
                      <a:pt x="42" y="248"/>
                    </a:lnTo>
                    <a:lnTo>
                      <a:pt x="22" y="268"/>
                    </a:lnTo>
                    <a:lnTo>
                      <a:pt x="8" y="282"/>
                    </a:lnTo>
                    <a:lnTo>
                      <a:pt x="3" y="286"/>
                    </a:lnTo>
                    <a:lnTo>
                      <a:pt x="0" y="289"/>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3" name="îṡ1ïḓè">
                <a:extLst>
                  <a:ext uri="{FF2B5EF4-FFF2-40B4-BE49-F238E27FC236}">
                    <a16:creationId xmlns:a16="http://schemas.microsoft.com/office/drawing/2014/main" id="{5F7048A0-9851-4F8E-B6B4-6FD080BD86FC}"/>
                  </a:ext>
                </a:extLst>
              </p:cNvPr>
              <p:cNvSpPr/>
              <p:nvPr/>
            </p:nvSpPr>
            <p:spPr bwMode="auto">
              <a:xfrm>
                <a:off x="1371601" y="2205038"/>
                <a:ext cx="234950" cy="449263"/>
              </a:xfrm>
              <a:custGeom>
                <a:avLst/>
                <a:gdLst>
                  <a:gd name="T0" fmla="*/ 2 w 148"/>
                  <a:gd name="T1" fmla="*/ 13 h 283"/>
                  <a:gd name="T2" fmla="*/ 109 w 148"/>
                  <a:gd name="T3" fmla="*/ 244 h 283"/>
                  <a:gd name="T4" fmla="*/ 148 w 148"/>
                  <a:gd name="T5" fmla="*/ 283 h 283"/>
                  <a:gd name="T6" fmla="*/ 137 w 148"/>
                  <a:gd name="T7" fmla="*/ 229 h 283"/>
                  <a:gd name="T8" fmla="*/ 33 w 148"/>
                  <a:gd name="T9" fmla="*/ 0 h 283"/>
                  <a:gd name="T10" fmla="*/ 0 w 148"/>
                  <a:gd name="T11" fmla="*/ 10 h 283"/>
                  <a:gd name="T12" fmla="*/ 2 w 148"/>
                  <a:gd name="T13" fmla="*/ 13 h 283"/>
                </a:gdLst>
                <a:ahLst/>
                <a:cxnLst>
                  <a:cxn ang="0">
                    <a:pos x="T0" y="T1"/>
                  </a:cxn>
                  <a:cxn ang="0">
                    <a:pos x="T2" y="T3"/>
                  </a:cxn>
                  <a:cxn ang="0">
                    <a:pos x="T4" y="T5"/>
                  </a:cxn>
                  <a:cxn ang="0">
                    <a:pos x="T6" y="T7"/>
                  </a:cxn>
                  <a:cxn ang="0">
                    <a:pos x="T8" y="T9"/>
                  </a:cxn>
                  <a:cxn ang="0">
                    <a:pos x="T10" y="T11"/>
                  </a:cxn>
                  <a:cxn ang="0">
                    <a:pos x="T12" y="T13"/>
                  </a:cxn>
                </a:cxnLst>
                <a:rect l="0" t="0" r="r" b="b"/>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4" name="išḷiḍê">
                <a:extLst>
                  <a:ext uri="{FF2B5EF4-FFF2-40B4-BE49-F238E27FC236}">
                    <a16:creationId xmlns:a16="http://schemas.microsoft.com/office/drawing/2014/main" id="{2D84915F-DF70-44CE-828E-DDAB206CAF6C}"/>
                  </a:ext>
                </a:extLst>
              </p:cNvPr>
              <p:cNvSpPr/>
              <p:nvPr/>
            </p:nvSpPr>
            <p:spPr bwMode="auto">
              <a:xfrm>
                <a:off x="1376363" y="2052638"/>
                <a:ext cx="25400" cy="77788"/>
              </a:xfrm>
              <a:custGeom>
                <a:avLst/>
                <a:gdLst>
                  <a:gd name="T0" fmla="*/ 0 w 16"/>
                  <a:gd name="T1" fmla="*/ 41 h 49"/>
                  <a:gd name="T2" fmla="*/ 0 w 16"/>
                  <a:gd name="T3" fmla="*/ 41 h 49"/>
                  <a:gd name="T4" fmla="*/ 0 w 16"/>
                  <a:gd name="T5" fmla="*/ 44 h 49"/>
                  <a:gd name="T6" fmla="*/ 3 w 16"/>
                  <a:gd name="T7" fmla="*/ 46 h 49"/>
                  <a:gd name="T8" fmla="*/ 4 w 16"/>
                  <a:gd name="T9" fmla="*/ 48 h 49"/>
                  <a:gd name="T10" fmla="*/ 8 w 16"/>
                  <a:gd name="T11" fmla="*/ 49 h 49"/>
                  <a:gd name="T12" fmla="*/ 8 w 16"/>
                  <a:gd name="T13" fmla="*/ 49 h 49"/>
                  <a:gd name="T14" fmla="*/ 11 w 16"/>
                  <a:gd name="T15" fmla="*/ 48 h 49"/>
                  <a:gd name="T16" fmla="*/ 14 w 16"/>
                  <a:gd name="T17" fmla="*/ 46 h 49"/>
                  <a:gd name="T18" fmla="*/ 15 w 16"/>
                  <a:gd name="T19" fmla="*/ 44 h 49"/>
                  <a:gd name="T20" fmla="*/ 16 w 16"/>
                  <a:gd name="T21" fmla="*/ 41 h 49"/>
                  <a:gd name="T22" fmla="*/ 16 w 16"/>
                  <a:gd name="T23" fmla="*/ 8 h 49"/>
                  <a:gd name="T24" fmla="*/ 16 w 16"/>
                  <a:gd name="T25" fmla="*/ 8 h 49"/>
                  <a:gd name="T26" fmla="*/ 15 w 16"/>
                  <a:gd name="T27" fmla="*/ 6 h 49"/>
                  <a:gd name="T28" fmla="*/ 14 w 16"/>
                  <a:gd name="T29" fmla="*/ 3 h 49"/>
                  <a:gd name="T30" fmla="*/ 11 w 16"/>
                  <a:gd name="T31" fmla="*/ 0 h 49"/>
                  <a:gd name="T32" fmla="*/ 8 w 16"/>
                  <a:gd name="T33" fmla="*/ 0 h 49"/>
                  <a:gd name="T34" fmla="*/ 8 w 16"/>
                  <a:gd name="T35" fmla="*/ 0 h 49"/>
                  <a:gd name="T36" fmla="*/ 4 w 16"/>
                  <a:gd name="T37" fmla="*/ 0 h 49"/>
                  <a:gd name="T38" fmla="*/ 3 w 16"/>
                  <a:gd name="T39" fmla="*/ 3 h 49"/>
                  <a:gd name="T40" fmla="*/ 0 w 16"/>
                  <a:gd name="T41" fmla="*/ 6 h 49"/>
                  <a:gd name="T42" fmla="*/ 0 w 16"/>
                  <a:gd name="T43" fmla="*/ 8 h 49"/>
                  <a:gd name="T44" fmla="*/ 0 w 16"/>
                  <a:gd name="T45" fmla="*/ 4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49">
                    <a:moveTo>
                      <a:pt x="0" y="41"/>
                    </a:moveTo>
                    <a:lnTo>
                      <a:pt x="0" y="41"/>
                    </a:lnTo>
                    <a:lnTo>
                      <a:pt x="0" y="44"/>
                    </a:lnTo>
                    <a:lnTo>
                      <a:pt x="3" y="46"/>
                    </a:lnTo>
                    <a:lnTo>
                      <a:pt x="4" y="48"/>
                    </a:lnTo>
                    <a:lnTo>
                      <a:pt x="8" y="49"/>
                    </a:lnTo>
                    <a:lnTo>
                      <a:pt x="8" y="49"/>
                    </a:lnTo>
                    <a:lnTo>
                      <a:pt x="11" y="48"/>
                    </a:lnTo>
                    <a:lnTo>
                      <a:pt x="14" y="46"/>
                    </a:lnTo>
                    <a:lnTo>
                      <a:pt x="15" y="44"/>
                    </a:lnTo>
                    <a:lnTo>
                      <a:pt x="16" y="41"/>
                    </a:lnTo>
                    <a:lnTo>
                      <a:pt x="16" y="8"/>
                    </a:lnTo>
                    <a:lnTo>
                      <a:pt x="16" y="8"/>
                    </a:lnTo>
                    <a:lnTo>
                      <a:pt x="15" y="6"/>
                    </a:lnTo>
                    <a:lnTo>
                      <a:pt x="14" y="3"/>
                    </a:lnTo>
                    <a:lnTo>
                      <a:pt x="11" y="0"/>
                    </a:lnTo>
                    <a:lnTo>
                      <a:pt x="8"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4" name="íSḻîḑé">
              <a:extLst>
                <a:ext uri="{FF2B5EF4-FFF2-40B4-BE49-F238E27FC236}">
                  <a16:creationId xmlns:a16="http://schemas.microsoft.com/office/drawing/2014/main" id="{6DB22B3B-E2FB-45C1-A825-9C7FD2DF6438}"/>
                </a:ext>
              </a:extLst>
            </p:cNvPr>
            <p:cNvGrpSpPr/>
            <p:nvPr/>
          </p:nvGrpSpPr>
          <p:grpSpPr>
            <a:xfrm>
              <a:off x="5552360" y="1768756"/>
              <a:ext cx="543645" cy="543644"/>
              <a:chOff x="2111376" y="1712913"/>
              <a:chExt cx="601663" cy="601663"/>
            </a:xfrm>
            <a:solidFill>
              <a:srgbClr val="8CC63F"/>
            </a:solidFill>
          </p:grpSpPr>
          <p:sp>
            <p:nvSpPr>
              <p:cNvPr id="316" name="îšļïďe">
                <a:extLst>
                  <a:ext uri="{FF2B5EF4-FFF2-40B4-BE49-F238E27FC236}">
                    <a16:creationId xmlns:a16="http://schemas.microsoft.com/office/drawing/2014/main" id="{C1337FC6-2AEE-4192-81ED-DAD18DDD8BA9}"/>
                  </a:ext>
                </a:extLst>
              </p:cNvPr>
              <p:cNvSpPr/>
              <p:nvPr/>
            </p:nvSpPr>
            <p:spPr bwMode="auto">
              <a:xfrm>
                <a:off x="2300288" y="1712913"/>
                <a:ext cx="223838" cy="601663"/>
              </a:xfrm>
              <a:custGeom>
                <a:avLst/>
                <a:gdLst>
                  <a:gd name="T0" fmla="*/ 71 w 141"/>
                  <a:gd name="T1" fmla="*/ 0 h 379"/>
                  <a:gd name="T2" fmla="*/ 84 w 141"/>
                  <a:gd name="T3" fmla="*/ 4 h 379"/>
                  <a:gd name="T4" fmla="*/ 98 w 141"/>
                  <a:gd name="T5" fmla="*/ 15 h 379"/>
                  <a:gd name="T6" fmla="*/ 110 w 141"/>
                  <a:gd name="T7" fmla="*/ 33 h 379"/>
                  <a:gd name="T8" fmla="*/ 119 w 141"/>
                  <a:gd name="T9" fmla="*/ 56 h 379"/>
                  <a:gd name="T10" fmla="*/ 136 w 141"/>
                  <a:gd name="T11" fmla="*/ 117 h 379"/>
                  <a:gd name="T12" fmla="*/ 141 w 141"/>
                  <a:gd name="T13" fmla="*/ 190 h 379"/>
                  <a:gd name="T14" fmla="*/ 140 w 141"/>
                  <a:gd name="T15" fmla="*/ 228 h 379"/>
                  <a:gd name="T16" fmla="*/ 129 w 141"/>
                  <a:gd name="T17" fmla="*/ 295 h 379"/>
                  <a:gd name="T18" fmla="*/ 115 w 141"/>
                  <a:gd name="T19" fmla="*/ 336 h 379"/>
                  <a:gd name="T20" fmla="*/ 105 w 141"/>
                  <a:gd name="T21" fmla="*/ 356 h 379"/>
                  <a:gd name="T22" fmla="*/ 91 w 141"/>
                  <a:gd name="T23" fmla="*/ 371 h 379"/>
                  <a:gd name="T24" fmla="*/ 77 w 141"/>
                  <a:gd name="T25" fmla="*/ 378 h 379"/>
                  <a:gd name="T26" fmla="*/ 71 w 141"/>
                  <a:gd name="T27" fmla="*/ 379 h 379"/>
                  <a:gd name="T28" fmla="*/ 71 w 141"/>
                  <a:gd name="T29" fmla="*/ 348 h 379"/>
                  <a:gd name="T30" fmla="*/ 71 w 141"/>
                  <a:gd name="T31" fmla="*/ 348 h 379"/>
                  <a:gd name="T32" fmla="*/ 83 w 141"/>
                  <a:gd name="T33" fmla="*/ 346 h 379"/>
                  <a:gd name="T34" fmla="*/ 94 w 141"/>
                  <a:gd name="T35" fmla="*/ 336 h 379"/>
                  <a:gd name="T36" fmla="*/ 103 w 141"/>
                  <a:gd name="T37" fmla="*/ 321 h 379"/>
                  <a:gd name="T38" fmla="*/ 119 w 141"/>
                  <a:gd name="T39" fmla="*/ 279 h 379"/>
                  <a:gd name="T40" fmla="*/ 128 w 141"/>
                  <a:gd name="T41" fmla="*/ 222 h 379"/>
                  <a:gd name="T42" fmla="*/ 129 w 141"/>
                  <a:gd name="T43" fmla="*/ 190 h 379"/>
                  <a:gd name="T44" fmla="*/ 125 w 141"/>
                  <a:gd name="T45" fmla="*/ 128 h 379"/>
                  <a:gd name="T46" fmla="*/ 113 w 141"/>
                  <a:gd name="T47" fmla="*/ 77 h 379"/>
                  <a:gd name="T48" fmla="*/ 99 w 141"/>
                  <a:gd name="T49" fmla="*/ 50 h 379"/>
                  <a:gd name="T50" fmla="*/ 88 w 141"/>
                  <a:gd name="T51" fmla="*/ 38 h 379"/>
                  <a:gd name="T52" fmla="*/ 76 w 141"/>
                  <a:gd name="T53" fmla="*/ 31 h 379"/>
                  <a:gd name="T54" fmla="*/ 71 w 141"/>
                  <a:gd name="T55" fmla="*/ 31 h 379"/>
                  <a:gd name="T56" fmla="*/ 71 w 141"/>
                  <a:gd name="T57" fmla="*/ 0 h 379"/>
                  <a:gd name="T58" fmla="*/ 71 w 141"/>
                  <a:gd name="T59" fmla="*/ 379 h 379"/>
                  <a:gd name="T60" fmla="*/ 57 w 141"/>
                  <a:gd name="T61" fmla="*/ 375 h 379"/>
                  <a:gd name="T62" fmla="*/ 44 w 141"/>
                  <a:gd name="T63" fmla="*/ 365 h 379"/>
                  <a:gd name="T64" fmla="*/ 31 w 141"/>
                  <a:gd name="T65" fmla="*/ 347 h 379"/>
                  <a:gd name="T66" fmla="*/ 22 w 141"/>
                  <a:gd name="T67" fmla="*/ 324 h 379"/>
                  <a:gd name="T68" fmla="*/ 7 w 141"/>
                  <a:gd name="T69" fmla="*/ 264 h 379"/>
                  <a:gd name="T70" fmla="*/ 0 w 141"/>
                  <a:gd name="T71" fmla="*/ 190 h 379"/>
                  <a:gd name="T72" fmla="*/ 3 w 141"/>
                  <a:gd name="T73" fmla="*/ 152 h 379"/>
                  <a:gd name="T74" fmla="*/ 12 w 141"/>
                  <a:gd name="T75" fmla="*/ 84 h 379"/>
                  <a:gd name="T76" fmla="*/ 26 w 141"/>
                  <a:gd name="T77" fmla="*/ 44 h 379"/>
                  <a:gd name="T78" fmla="*/ 37 w 141"/>
                  <a:gd name="T79" fmla="*/ 23 h 379"/>
                  <a:gd name="T80" fmla="*/ 50 w 141"/>
                  <a:gd name="T81" fmla="*/ 8 h 379"/>
                  <a:gd name="T82" fmla="*/ 64 w 141"/>
                  <a:gd name="T83" fmla="*/ 2 h 379"/>
                  <a:gd name="T84" fmla="*/ 71 w 141"/>
                  <a:gd name="T85" fmla="*/ 31 h 379"/>
                  <a:gd name="T86" fmla="*/ 65 w 141"/>
                  <a:gd name="T87" fmla="*/ 31 h 379"/>
                  <a:gd name="T88" fmla="*/ 53 w 141"/>
                  <a:gd name="T89" fmla="*/ 38 h 379"/>
                  <a:gd name="T90" fmla="*/ 42 w 141"/>
                  <a:gd name="T91" fmla="*/ 50 h 379"/>
                  <a:gd name="T92" fmla="*/ 29 w 141"/>
                  <a:gd name="T93" fmla="*/ 77 h 379"/>
                  <a:gd name="T94" fmla="*/ 17 w 141"/>
                  <a:gd name="T95" fmla="*/ 128 h 379"/>
                  <a:gd name="T96" fmla="*/ 12 w 141"/>
                  <a:gd name="T97" fmla="*/ 190 h 379"/>
                  <a:gd name="T98" fmla="*/ 14 w 141"/>
                  <a:gd name="T99" fmla="*/ 222 h 379"/>
                  <a:gd name="T100" fmla="*/ 22 w 141"/>
                  <a:gd name="T101" fmla="*/ 279 h 379"/>
                  <a:gd name="T102" fmla="*/ 38 w 141"/>
                  <a:gd name="T103" fmla="*/ 321 h 379"/>
                  <a:gd name="T104" fmla="*/ 48 w 141"/>
                  <a:gd name="T105" fmla="*/ 336 h 379"/>
                  <a:gd name="T106" fmla="*/ 59 w 141"/>
                  <a:gd name="T107" fmla="*/ 346 h 379"/>
                  <a:gd name="T108" fmla="*/ 71 w 141"/>
                  <a:gd name="T109" fmla="*/ 34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79"/>
                    </a:lnTo>
                    <a:lnTo>
                      <a:pt x="71" y="348"/>
                    </a:lnTo>
                    <a:lnTo>
                      <a:pt x="71" y="348"/>
                    </a:lnTo>
                    <a:lnTo>
                      <a:pt x="71" y="348"/>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31"/>
                    </a:lnTo>
                    <a:lnTo>
                      <a:pt x="71" y="0"/>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7" name="íṡḷíḋê">
                <a:extLst>
                  <a:ext uri="{FF2B5EF4-FFF2-40B4-BE49-F238E27FC236}">
                    <a16:creationId xmlns:a16="http://schemas.microsoft.com/office/drawing/2014/main" id="{C846BF5E-F7B6-495D-9D26-A5540E7E9A71}"/>
                  </a:ext>
                </a:extLst>
              </p:cNvPr>
              <p:cNvSpPr/>
              <p:nvPr/>
            </p:nvSpPr>
            <p:spPr bwMode="auto">
              <a:xfrm>
                <a:off x="2111376" y="1905000"/>
                <a:ext cx="601663" cy="220663"/>
              </a:xfrm>
              <a:custGeom>
                <a:avLst/>
                <a:gdLst>
                  <a:gd name="T0" fmla="*/ 190 w 379"/>
                  <a:gd name="T1" fmla="*/ 0 h 139"/>
                  <a:gd name="T2" fmla="*/ 228 w 379"/>
                  <a:gd name="T3" fmla="*/ 1 h 139"/>
                  <a:gd name="T4" fmla="*/ 295 w 379"/>
                  <a:gd name="T5" fmla="*/ 11 h 139"/>
                  <a:gd name="T6" fmla="*/ 336 w 379"/>
                  <a:gd name="T7" fmla="*/ 24 h 139"/>
                  <a:gd name="T8" fmla="*/ 356 w 379"/>
                  <a:gd name="T9" fmla="*/ 35 h 139"/>
                  <a:gd name="T10" fmla="*/ 371 w 379"/>
                  <a:gd name="T11" fmla="*/ 49 h 139"/>
                  <a:gd name="T12" fmla="*/ 378 w 379"/>
                  <a:gd name="T13" fmla="*/ 62 h 139"/>
                  <a:gd name="T14" fmla="*/ 379 w 379"/>
                  <a:gd name="T15" fmla="*/ 69 h 139"/>
                  <a:gd name="T16" fmla="*/ 375 w 379"/>
                  <a:gd name="T17" fmla="*/ 82 h 139"/>
                  <a:gd name="T18" fmla="*/ 364 w 379"/>
                  <a:gd name="T19" fmla="*/ 96 h 139"/>
                  <a:gd name="T20" fmla="*/ 347 w 379"/>
                  <a:gd name="T21" fmla="*/ 108 h 139"/>
                  <a:gd name="T22" fmla="*/ 324 w 379"/>
                  <a:gd name="T23" fmla="*/ 119 h 139"/>
                  <a:gd name="T24" fmla="*/ 264 w 379"/>
                  <a:gd name="T25" fmla="*/ 134 h 139"/>
                  <a:gd name="T26" fmla="*/ 190 w 379"/>
                  <a:gd name="T27" fmla="*/ 139 h 139"/>
                  <a:gd name="T28" fmla="*/ 190 w 379"/>
                  <a:gd name="T29" fmla="*/ 127 h 139"/>
                  <a:gd name="T30" fmla="*/ 190 w 379"/>
                  <a:gd name="T31" fmla="*/ 127 h 139"/>
                  <a:gd name="T32" fmla="*/ 252 w 379"/>
                  <a:gd name="T33" fmla="*/ 123 h 139"/>
                  <a:gd name="T34" fmla="*/ 302 w 379"/>
                  <a:gd name="T35" fmla="*/ 111 h 139"/>
                  <a:gd name="T36" fmla="*/ 329 w 379"/>
                  <a:gd name="T37" fmla="*/ 97 h 139"/>
                  <a:gd name="T38" fmla="*/ 341 w 379"/>
                  <a:gd name="T39" fmla="*/ 86 h 139"/>
                  <a:gd name="T40" fmla="*/ 348 w 379"/>
                  <a:gd name="T41" fmla="*/ 74 h 139"/>
                  <a:gd name="T42" fmla="*/ 348 w 379"/>
                  <a:gd name="T43" fmla="*/ 69 h 139"/>
                  <a:gd name="T44" fmla="*/ 348 w 379"/>
                  <a:gd name="T45" fmla="*/ 63 h 139"/>
                  <a:gd name="T46" fmla="*/ 341 w 379"/>
                  <a:gd name="T47" fmla="*/ 51 h 139"/>
                  <a:gd name="T48" fmla="*/ 329 w 379"/>
                  <a:gd name="T49" fmla="*/ 40 h 139"/>
                  <a:gd name="T50" fmla="*/ 302 w 379"/>
                  <a:gd name="T51" fmla="*/ 28 h 139"/>
                  <a:gd name="T52" fmla="*/ 252 w 379"/>
                  <a:gd name="T53" fmla="*/ 15 h 139"/>
                  <a:gd name="T54" fmla="*/ 190 w 379"/>
                  <a:gd name="T55" fmla="*/ 11 h 139"/>
                  <a:gd name="T56" fmla="*/ 190 w 379"/>
                  <a:gd name="T57" fmla="*/ 0 h 139"/>
                  <a:gd name="T58" fmla="*/ 0 w 379"/>
                  <a:gd name="T59" fmla="*/ 69 h 139"/>
                  <a:gd name="T60" fmla="*/ 4 w 379"/>
                  <a:gd name="T61" fmla="*/ 55 h 139"/>
                  <a:gd name="T62" fmla="*/ 15 w 379"/>
                  <a:gd name="T63" fmla="*/ 42 h 139"/>
                  <a:gd name="T64" fmla="*/ 33 w 379"/>
                  <a:gd name="T65" fmla="*/ 30 h 139"/>
                  <a:gd name="T66" fmla="*/ 56 w 379"/>
                  <a:gd name="T67" fmla="*/ 20 h 139"/>
                  <a:gd name="T68" fmla="*/ 117 w 379"/>
                  <a:gd name="T69" fmla="*/ 5 h 139"/>
                  <a:gd name="T70" fmla="*/ 190 w 379"/>
                  <a:gd name="T71" fmla="*/ 0 h 139"/>
                  <a:gd name="T72" fmla="*/ 190 w 379"/>
                  <a:gd name="T73" fmla="*/ 11 h 139"/>
                  <a:gd name="T74" fmla="*/ 127 w 379"/>
                  <a:gd name="T75" fmla="*/ 15 h 139"/>
                  <a:gd name="T76" fmla="*/ 77 w 379"/>
                  <a:gd name="T77" fmla="*/ 28 h 139"/>
                  <a:gd name="T78" fmla="*/ 50 w 379"/>
                  <a:gd name="T79" fmla="*/ 40 h 139"/>
                  <a:gd name="T80" fmla="*/ 38 w 379"/>
                  <a:gd name="T81" fmla="*/ 51 h 139"/>
                  <a:gd name="T82" fmla="*/ 31 w 379"/>
                  <a:gd name="T83" fmla="*/ 63 h 139"/>
                  <a:gd name="T84" fmla="*/ 31 w 379"/>
                  <a:gd name="T85" fmla="*/ 69 h 139"/>
                  <a:gd name="T86" fmla="*/ 34 w 379"/>
                  <a:gd name="T87" fmla="*/ 81 h 139"/>
                  <a:gd name="T88" fmla="*/ 43 w 379"/>
                  <a:gd name="T89" fmla="*/ 92 h 139"/>
                  <a:gd name="T90" fmla="*/ 58 w 379"/>
                  <a:gd name="T91" fmla="*/ 101 h 139"/>
                  <a:gd name="T92" fmla="*/ 102 w 379"/>
                  <a:gd name="T93" fmla="*/ 118 h 139"/>
                  <a:gd name="T94" fmla="*/ 157 w 379"/>
                  <a:gd name="T95" fmla="*/ 126 h 139"/>
                  <a:gd name="T96" fmla="*/ 190 w 379"/>
                  <a:gd name="T97" fmla="*/ 139 h 139"/>
                  <a:gd name="T98" fmla="*/ 152 w 379"/>
                  <a:gd name="T99" fmla="*/ 138 h 139"/>
                  <a:gd name="T100" fmla="*/ 84 w 379"/>
                  <a:gd name="T101" fmla="*/ 127 h 139"/>
                  <a:gd name="T102" fmla="*/ 43 w 379"/>
                  <a:gd name="T103" fmla="*/ 114 h 139"/>
                  <a:gd name="T104" fmla="*/ 23 w 379"/>
                  <a:gd name="T105" fmla="*/ 103 h 139"/>
                  <a:gd name="T106" fmla="*/ 8 w 379"/>
                  <a:gd name="T107" fmla="*/ 89 h 139"/>
                  <a:gd name="T108" fmla="*/ 1 w 379"/>
                  <a:gd name="T109" fmla="*/ 76 h 139"/>
                  <a:gd name="T110" fmla="*/ 0 w 379"/>
                  <a:gd name="T111"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9" h="139">
                    <a:moveTo>
                      <a:pt x="190" y="0"/>
                    </a:moveTo>
                    <a:lnTo>
                      <a:pt x="190" y="0"/>
                    </a:ln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39"/>
                    </a:lnTo>
                    <a:lnTo>
                      <a:pt x="190" y="127"/>
                    </a:lnTo>
                    <a:lnTo>
                      <a:pt x="190" y="127"/>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9"/>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lnTo>
                      <a:pt x="0"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8" name="ïşḻïďe">
                <a:extLst>
                  <a:ext uri="{FF2B5EF4-FFF2-40B4-BE49-F238E27FC236}">
                    <a16:creationId xmlns:a16="http://schemas.microsoft.com/office/drawing/2014/main" id="{539BC801-9343-41A8-A2CF-3D4E99554319}"/>
                  </a:ext>
                </a:extLst>
              </p:cNvPr>
              <p:cNvSpPr/>
              <p:nvPr/>
            </p:nvSpPr>
            <p:spPr bwMode="auto">
              <a:xfrm>
                <a:off x="2187576" y="1789113"/>
                <a:ext cx="450850" cy="452438"/>
              </a:xfrm>
              <a:custGeom>
                <a:avLst/>
                <a:gdLst>
                  <a:gd name="T0" fmla="*/ 142 w 284"/>
                  <a:gd name="T1" fmla="*/ 50 h 285"/>
                  <a:gd name="T2" fmla="*/ 190 w 284"/>
                  <a:gd name="T3" fmla="*/ 93 h 285"/>
                  <a:gd name="T4" fmla="*/ 218 w 284"/>
                  <a:gd name="T5" fmla="*/ 120 h 285"/>
                  <a:gd name="T6" fmla="*/ 258 w 284"/>
                  <a:gd name="T7" fmla="*/ 176 h 285"/>
                  <a:gd name="T8" fmla="*/ 277 w 284"/>
                  <a:gd name="T9" fmla="*/ 214 h 285"/>
                  <a:gd name="T10" fmla="*/ 283 w 284"/>
                  <a:gd name="T11" fmla="*/ 237 h 285"/>
                  <a:gd name="T12" fmla="*/ 284 w 284"/>
                  <a:gd name="T13" fmla="*/ 256 h 285"/>
                  <a:gd name="T14" fmla="*/ 280 w 284"/>
                  <a:gd name="T15" fmla="*/ 271 h 285"/>
                  <a:gd name="T16" fmla="*/ 276 w 284"/>
                  <a:gd name="T17" fmla="*/ 276 h 285"/>
                  <a:gd name="T18" fmla="*/ 266 w 284"/>
                  <a:gd name="T19" fmla="*/ 283 h 285"/>
                  <a:gd name="T20" fmla="*/ 254 w 284"/>
                  <a:gd name="T21" fmla="*/ 285 h 285"/>
                  <a:gd name="T22" fmla="*/ 223 w 284"/>
                  <a:gd name="T23" fmla="*/ 280 h 285"/>
                  <a:gd name="T24" fmla="*/ 184 w 284"/>
                  <a:gd name="T25" fmla="*/ 262 h 285"/>
                  <a:gd name="T26" fmla="*/ 142 w 284"/>
                  <a:gd name="T27" fmla="*/ 235 h 285"/>
                  <a:gd name="T28" fmla="*/ 142 w 284"/>
                  <a:gd name="T29" fmla="*/ 219 h 285"/>
                  <a:gd name="T30" fmla="*/ 177 w 284"/>
                  <a:gd name="T31" fmla="*/ 243 h 285"/>
                  <a:gd name="T32" fmla="*/ 209 w 284"/>
                  <a:gd name="T33" fmla="*/ 257 h 285"/>
                  <a:gd name="T34" fmla="*/ 235 w 284"/>
                  <a:gd name="T35" fmla="*/ 261 h 285"/>
                  <a:gd name="T36" fmla="*/ 246 w 284"/>
                  <a:gd name="T37" fmla="*/ 260 h 285"/>
                  <a:gd name="T38" fmla="*/ 254 w 284"/>
                  <a:gd name="T39" fmla="*/ 254 h 285"/>
                  <a:gd name="T40" fmla="*/ 254 w 284"/>
                  <a:gd name="T41" fmla="*/ 254 h 285"/>
                  <a:gd name="T42" fmla="*/ 260 w 284"/>
                  <a:gd name="T43" fmla="*/ 243 h 285"/>
                  <a:gd name="T44" fmla="*/ 261 w 284"/>
                  <a:gd name="T45" fmla="*/ 230 h 285"/>
                  <a:gd name="T46" fmla="*/ 258 w 284"/>
                  <a:gd name="T47" fmla="*/ 212 h 285"/>
                  <a:gd name="T48" fmla="*/ 239 w 284"/>
                  <a:gd name="T49" fmla="*/ 170 h 285"/>
                  <a:gd name="T50" fmla="*/ 205 w 284"/>
                  <a:gd name="T51" fmla="*/ 124 h 285"/>
                  <a:gd name="T52" fmla="*/ 184 w 284"/>
                  <a:gd name="T53" fmla="*/ 101 h 285"/>
                  <a:gd name="T54" fmla="*/ 142 w 284"/>
                  <a:gd name="T55" fmla="*/ 65 h 285"/>
                  <a:gd name="T56" fmla="*/ 8 w 284"/>
                  <a:gd name="T57" fmla="*/ 8 h 285"/>
                  <a:gd name="T58" fmla="*/ 12 w 284"/>
                  <a:gd name="T59" fmla="*/ 5 h 285"/>
                  <a:gd name="T60" fmla="*/ 23 w 284"/>
                  <a:gd name="T61" fmla="*/ 0 h 285"/>
                  <a:gd name="T62" fmla="*/ 44 w 284"/>
                  <a:gd name="T63" fmla="*/ 0 h 285"/>
                  <a:gd name="T64" fmla="*/ 79 w 284"/>
                  <a:gd name="T65" fmla="*/ 11 h 285"/>
                  <a:gd name="T66" fmla="*/ 120 w 284"/>
                  <a:gd name="T67" fmla="*/ 34 h 285"/>
                  <a:gd name="T68" fmla="*/ 142 w 284"/>
                  <a:gd name="T69" fmla="*/ 65 h 285"/>
                  <a:gd name="T70" fmla="*/ 124 w 284"/>
                  <a:gd name="T71" fmla="*/ 51 h 285"/>
                  <a:gd name="T72" fmla="*/ 89 w 284"/>
                  <a:gd name="T73" fmla="*/ 32 h 285"/>
                  <a:gd name="T74" fmla="*/ 60 w 284"/>
                  <a:gd name="T75" fmla="*/ 23 h 285"/>
                  <a:gd name="T76" fmla="*/ 43 w 284"/>
                  <a:gd name="T77" fmla="*/ 23 h 285"/>
                  <a:gd name="T78" fmla="*/ 33 w 284"/>
                  <a:gd name="T79" fmla="*/ 27 h 285"/>
                  <a:gd name="T80" fmla="*/ 29 w 284"/>
                  <a:gd name="T81" fmla="*/ 29 h 285"/>
                  <a:gd name="T82" fmla="*/ 24 w 284"/>
                  <a:gd name="T83" fmla="*/ 40 h 285"/>
                  <a:gd name="T84" fmla="*/ 23 w 284"/>
                  <a:gd name="T85" fmla="*/ 55 h 285"/>
                  <a:gd name="T86" fmla="*/ 25 w 284"/>
                  <a:gd name="T87" fmla="*/ 71 h 285"/>
                  <a:gd name="T88" fmla="*/ 44 w 284"/>
                  <a:gd name="T89" fmla="*/ 113 h 285"/>
                  <a:gd name="T90" fmla="*/ 78 w 284"/>
                  <a:gd name="T91" fmla="*/ 159 h 285"/>
                  <a:gd name="T92" fmla="*/ 100 w 284"/>
                  <a:gd name="T93" fmla="*/ 184 h 285"/>
                  <a:gd name="T94" fmla="*/ 142 w 284"/>
                  <a:gd name="T95" fmla="*/ 219 h 285"/>
                  <a:gd name="T96" fmla="*/ 142 w 284"/>
                  <a:gd name="T97" fmla="*/ 235 h 285"/>
                  <a:gd name="T98" fmla="*/ 93 w 284"/>
                  <a:gd name="T99" fmla="*/ 192 h 285"/>
                  <a:gd name="T100" fmla="*/ 66 w 284"/>
                  <a:gd name="T101" fmla="*/ 164 h 285"/>
                  <a:gd name="T102" fmla="*/ 25 w 284"/>
                  <a:gd name="T103" fmla="*/ 108 h 285"/>
                  <a:gd name="T104" fmla="*/ 6 w 284"/>
                  <a:gd name="T105" fmla="*/ 70 h 285"/>
                  <a:gd name="T106" fmla="*/ 1 w 284"/>
                  <a:gd name="T107" fmla="*/ 47 h 285"/>
                  <a:gd name="T108" fmla="*/ 0 w 284"/>
                  <a:gd name="T109" fmla="*/ 28 h 285"/>
                  <a:gd name="T110" fmla="*/ 4 w 284"/>
                  <a:gd name="T111" fmla="*/ 13 h 285"/>
                  <a:gd name="T112" fmla="*/ 8 w 284"/>
                  <a:gd name="T113"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6" y="70"/>
                    </a:lnTo>
                    <a:lnTo>
                      <a:pt x="190" y="93"/>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4" y="254"/>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00" y="184"/>
                    </a:lnTo>
                    <a:lnTo>
                      <a:pt x="121" y="203"/>
                    </a:lnTo>
                    <a:lnTo>
                      <a:pt x="142" y="219"/>
                    </a:lnTo>
                    <a:lnTo>
                      <a:pt x="142" y="235"/>
                    </a:lnTo>
                    <a:lnTo>
                      <a:pt x="142" y="235"/>
                    </a:lnTo>
                    <a:lnTo>
                      <a:pt x="117" y="215"/>
                    </a:lnTo>
                    <a:lnTo>
                      <a:pt x="93" y="192"/>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lnTo>
                      <a:pt x="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9" name="ïś1íḋé">
                <a:extLst>
                  <a:ext uri="{FF2B5EF4-FFF2-40B4-BE49-F238E27FC236}">
                    <a16:creationId xmlns:a16="http://schemas.microsoft.com/office/drawing/2014/main" id="{9A2C21D3-50C4-44FB-ACF0-F36D79B24407}"/>
                  </a:ext>
                </a:extLst>
              </p:cNvPr>
              <p:cNvSpPr/>
              <p:nvPr/>
            </p:nvSpPr>
            <p:spPr bwMode="auto">
              <a:xfrm>
                <a:off x="2187576" y="1789113"/>
                <a:ext cx="450850" cy="452438"/>
              </a:xfrm>
              <a:custGeom>
                <a:avLst/>
                <a:gdLst>
                  <a:gd name="T0" fmla="*/ 142 w 284"/>
                  <a:gd name="T1" fmla="*/ 50 h 285"/>
                  <a:gd name="T2" fmla="*/ 184 w 284"/>
                  <a:gd name="T3" fmla="*/ 21 h 285"/>
                  <a:gd name="T4" fmla="*/ 223 w 284"/>
                  <a:gd name="T5" fmla="*/ 4 h 285"/>
                  <a:gd name="T6" fmla="*/ 254 w 284"/>
                  <a:gd name="T7" fmla="*/ 0 h 285"/>
                  <a:gd name="T8" fmla="*/ 266 w 284"/>
                  <a:gd name="T9" fmla="*/ 2 h 285"/>
                  <a:gd name="T10" fmla="*/ 276 w 284"/>
                  <a:gd name="T11" fmla="*/ 8 h 285"/>
                  <a:gd name="T12" fmla="*/ 280 w 284"/>
                  <a:gd name="T13" fmla="*/ 13 h 285"/>
                  <a:gd name="T14" fmla="*/ 284 w 284"/>
                  <a:gd name="T15" fmla="*/ 28 h 285"/>
                  <a:gd name="T16" fmla="*/ 283 w 284"/>
                  <a:gd name="T17" fmla="*/ 47 h 285"/>
                  <a:gd name="T18" fmla="*/ 277 w 284"/>
                  <a:gd name="T19" fmla="*/ 70 h 285"/>
                  <a:gd name="T20" fmla="*/ 258 w 284"/>
                  <a:gd name="T21" fmla="*/ 108 h 285"/>
                  <a:gd name="T22" fmla="*/ 218 w 284"/>
                  <a:gd name="T23" fmla="*/ 164 h 285"/>
                  <a:gd name="T24" fmla="*/ 190 w 284"/>
                  <a:gd name="T25" fmla="*/ 192 h 285"/>
                  <a:gd name="T26" fmla="*/ 142 w 284"/>
                  <a:gd name="T27" fmla="*/ 235 h 285"/>
                  <a:gd name="T28" fmla="*/ 142 w 284"/>
                  <a:gd name="T29" fmla="*/ 219 h 285"/>
                  <a:gd name="T30" fmla="*/ 184 w 284"/>
                  <a:gd name="T31" fmla="*/ 184 h 285"/>
                  <a:gd name="T32" fmla="*/ 205 w 284"/>
                  <a:gd name="T33" fmla="*/ 159 h 285"/>
                  <a:gd name="T34" fmla="*/ 239 w 284"/>
                  <a:gd name="T35" fmla="*/ 113 h 285"/>
                  <a:gd name="T36" fmla="*/ 258 w 284"/>
                  <a:gd name="T37" fmla="*/ 71 h 285"/>
                  <a:gd name="T38" fmla="*/ 261 w 284"/>
                  <a:gd name="T39" fmla="*/ 55 h 285"/>
                  <a:gd name="T40" fmla="*/ 260 w 284"/>
                  <a:gd name="T41" fmla="*/ 40 h 285"/>
                  <a:gd name="T42" fmla="*/ 254 w 284"/>
                  <a:gd name="T43" fmla="*/ 29 h 285"/>
                  <a:gd name="T44" fmla="*/ 254 w 284"/>
                  <a:gd name="T45" fmla="*/ 29 h 285"/>
                  <a:gd name="T46" fmla="*/ 246 w 284"/>
                  <a:gd name="T47" fmla="*/ 24 h 285"/>
                  <a:gd name="T48" fmla="*/ 235 w 284"/>
                  <a:gd name="T49" fmla="*/ 23 h 285"/>
                  <a:gd name="T50" fmla="*/ 209 w 284"/>
                  <a:gd name="T51" fmla="*/ 27 h 285"/>
                  <a:gd name="T52" fmla="*/ 177 w 284"/>
                  <a:gd name="T53" fmla="*/ 40 h 285"/>
                  <a:gd name="T54" fmla="*/ 142 w 284"/>
                  <a:gd name="T55" fmla="*/ 65 h 285"/>
                  <a:gd name="T56" fmla="*/ 8 w 284"/>
                  <a:gd name="T57" fmla="*/ 276 h 285"/>
                  <a:gd name="T58" fmla="*/ 4 w 284"/>
                  <a:gd name="T59" fmla="*/ 271 h 285"/>
                  <a:gd name="T60" fmla="*/ 0 w 284"/>
                  <a:gd name="T61" fmla="*/ 256 h 285"/>
                  <a:gd name="T62" fmla="*/ 1 w 284"/>
                  <a:gd name="T63" fmla="*/ 237 h 285"/>
                  <a:gd name="T64" fmla="*/ 6 w 284"/>
                  <a:gd name="T65" fmla="*/ 214 h 285"/>
                  <a:gd name="T66" fmla="*/ 25 w 284"/>
                  <a:gd name="T67" fmla="*/ 176 h 285"/>
                  <a:gd name="T68" fmla="*/ 66 w 284"/>
                  <a:gd name="T69" fmla="*/ 120 h 285"/>
                  <a:gd name="T70" fmla="*/ 93 w 284"/>
                  <a:gd name="T71" fmla="*/ 93 h 285"/>
                  <a:gd name="T72" fmla="*/ 142 w 284"/>
                  <a:gd name="T73" fmla="*/ 50 h 285"/>
                  <a:gd name="T74" fmla="*/ 142 w 284"/>
                  <a:gd name="T75" fmla="*/ 65 h 285"/>
                  <a:gd name="T76" fmla="*/ 100 w 284"/>
                  <a:gd name="T77" fmla="*/ 101 h 285"/>
                  <a:gd name="T78" fmla="*/ 78 w 284"/>
                  <a:gd name="T79" fmla="*/ 124 h 285"/>
                  <a:gd name="T80" fmla="*/ 44 w 284"/>
                  <a:gd name="T81" fmla="*/ 170 h 285"/>
                  <a:gd name="T82" fmla="*/ 25 w 284"/>
                  <a:gd name="T83" fmla="*/ 212 h 285"/>
                  <a:gd name="T84" fmla="*/ 23 w 284"/>
                  <a:gd name="T85" fmla="*/ 230 h 285"/>
                  <a:gd name="T86" fmla="*/ 24 w 284"/>
                  <a:gd name="T87" fmla="*/ 243 h 285"/>
                  <a:gd name="T88" fmla="*/ 29 w 284"/>
                  <a:gd name="T89" fmla="*/ 254 h 285"/>
                  <a:gd name="T90" fmla="*/ 33 w 284"/>
                  <a:gd name="T91" fmla="*/ 257 h 285"/>
                  <a:gd name="T92" fmla="*/ 43 w 284"/>
                  <a:gd name="T93" fmla="*/ 261 h 285"/>
                  <a:gd name="T94" fmla="*/ 60 w 284"/>
                  <a:gd name="T95" fmla="*/ 261 h 285"/>
                  <a:gd name="T96" fmla="*/ 89 w 284"/>
                  <a:gd name="T97" fmla="*/ 252 h 285"/>
                  <a:gd name="T98" fmla="*/ 124 w 284"/>
                  <a:gd name="T99" fmla="*/ 233 h 285"/>
                  <a:gd name="T100" fmla="*/ 142 w 284"/>
                  <a:gd name="T101" fmla="*/ 235 h 285"/>
                  <a:gd name="T102" fmla="*/ 120 w 284"/>
                  <a:gd name="T103" fmla="*/ 250 h 285"/>
                  <a:gd name="T104" fmla="*/ 79 w 284"/>
                  <a:gd name="T105" fmla="*/ 273 h 285"/>
                  <a:gd name="T106" fmla="*/ 44 w 284"/>
                  <a:gd name="T107" fmla="*/ 284 h 285"/>
                  <a:gd name="T108" fmla="*/ 23 w 284"/>
                  <a:gd name="T109" fmla="*/ 284 h 285"/>
                  <a:gd name="T110" fmla="*/ 12 w 284"/>
                  <a:gd name="T111" fmla="*/ 280 h 285"/>
                  <a:gd name="T112" fmla="*/ 8 w 284"/>
                  <a:gd name="T113" fmla="*/ 27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90" y="192"/>
                    </a:lnTo>
                    <a:lnTo>
                      <a:pt x="166" y="215"/>
                    </a:lnTo>
                    <a:lnTo>
                      <a:pt x="142" y="235"/>
                    </a:lnTo>
                    <a:lnTo>
                      <a:pt x="142" y="219"/>
                    </a:lnTo>
                    <a:lnTo>
                      <a:pt x="142" y="219"/>
                    </a:lnTo>
                    <a:lnTo>
                      <a:pt x="162" y="203"/>
                    </a:lnTo>
                    <a:lnTo>
                      <a:pt x="184" y="184"/>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4" y="29"/>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93" y="93"/>
                    </a:lnTo>
                    <a:lnTo>
                      <a:pt x="117" y="70"/>
                    </a:lnTo>
                    <a:lnTo>
                      <a:pt x="142" y="50"/>
                    </a:lnTo>
                    <a:lnTo>
                      <a:pt x="142" y="65"/>
                    </a:lnTo>
                    <a:lnTo>
                      <a:pt x="142" y="65"/>
                    </a:lnTo>
                    <a:lnTo>
                      <a:pt x="121" y="81"/>
                    </a:lnTo>
                    <a:lnTo>
                      <a:pt x="100" y="10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lnTo>
                      <a:pt x="8"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20" name="íṣľídé">
                <a:extLst>
                  <a:ext uri="{FF2B5EF4-FFF2-40B4-BE49-F238E27FC236}">
                    <a16:creationId xmlns:a16="http://schemas.microsoft.com/office/drawing/2014/main" id="{999EFD5E-5706-4AF4-9DB1-6D588D8C3457}"/>
                  </a:ext>
                </a:extLst>
              </p:cNvPr>
              <p:cNvSpPr/>
              <p:nvPr/>
            </p:nvSpPr>
            <p:spPr bwMode="auto">
              <a:xfrm>
                <a:off x="2365376" y="1966913"/>
                <a:ext cx="92075" cy="95250"/>
              </a:xfrm>
              <a:custGeom>
                <a:avLst/>
                <a:gdLst>
                  <a:gd name="T0" fmla="*/ 0 w 58"/>
                  <a:gd name="T1" fmla="*/ 30 h 60"/>
                  <a:gd name="T2" fmla="*/ 0 w 58"/>
                  <a:gd name="T3" fmla="*/ 30 h 60"/>
                  <a:gd name="T4" fmla="*/ 1 w 58"/>
                  <a:gd name="T5" fmla="*/ 24 h 60"/>
                  <a:gd name="T6" fmla="*/ 3 w 58"/>
                  <a:gd name="T7" fmla="*/ 19 h 60"/>
                  <a:gd name="T8" fmla="*/ 5 w 58"/>
                  <a:gd name="T9" fmla="*/ 14 h 60"/>
                  <a:gd name="T10" fmla="*/ 9 w 58"/>
                  <a:gd name="T11" fmla="*/ 10 h 60"/>
                  <a:gd name="T12" fmla="*/ 13 w 58"/>
                  <a:gd name="T13" fmla="*/ 6 h 60"/>
                  <a:gd name="T14" fmla="*/ 18 w 58"/>
                  <a:gd name="T15" fmla="*/ 3 h 60"/>
                  <a:gd name="T16" fmla="*/ 24 w 58"/>
                  <a:gd name="T17" fmla="*/ 1 h 60"/>
                  <a:gd name="T18" fmla="*/ 30 w 58"/>
                  <a:gd name="T19" fmla="*/ 0 h 60"/>
                  <a:gd name="T20" fmla="*/ 30 w 58"/>
                  <a:gd name="T21" fmla="*/ 0 h 60"/>
                  <a:gd name="T22" fmla="*/ 35 w 58"/>
                  <a:gd name="T23" fmla="*/ 1 h 60"/>
                  <a:gd name="T24" fmla="*/ 41 w 58"/>
                  <a:gd name="T25" fmla="*/ 3 h 60"/>
                  <a:gd name="T26" fmla="*/ 46 w 58"/>
                  <a:gd name="T27" fmla="*/ 6 h 60"/>
                  <a:gd name="T28" fmla="*/ 50 w 58"/>
                  <a:gd name="T29" fmla="*/ 10 h 60"/>
                  <a:gd name="T30" fmla="*/ 54 w 58"/>
                  <a:gd name="T31" fmla="*/ 14 h 60"/>
                  <a:gd name="T32" fmla="*/ 57 w 58"/>
                  <a:gd name="T33" fmla="*/ 19 h 60"/>
                  <a:gd name="T34" fmla="*/ 58 w 58"/>
                  <a:gd name="T35" fmla="*/ 24 h 60"/>
                  <a:gd name="T36" fmla="*/ 58 w 58"/>
                  <a:gd name="T37" fmla="*/ 30 h 60"/>
                  <a:gd name="T38" fmla="*/ 58 w 58"/>
                  <a:gd name="T39" fmla="*/ 30 h 60"/>
                  <a:gd name="T40" fmla="*/ 58 w 58"/>
                  <a:gd name="T41" fmla="*/ 35 h 60"/>
                  <a:gd name="T42" fmla="*/ 57 w 58"/>
                  <a:gd name="T43" fmla="*/ 41 h 60"/>
                  <a:gd name="T44" fmla="*/ 54 w 58"/>
                  <a:gd name="T45" fmla="*/ 46 h 60"/>
                  <a:gd name="T46" fmla="*/ 50 w 58"/>
                  <a:gd name="T47" fmla="*/ 50 h 60"/>
                  <a:gd name="T48" fmla="*/ 46 w 58"/>
                  <a:gd name="T49" fmla="*/ 54 h 60"/>
                  <a:gd name="T50" fmla="*/ 41 w 58"/>
                  <a:gd name="T51" fmla="*/ 57 h 60"/>
                  <a:gd name="T52" fmla="*/ 35 w 58"/>
                  <a:gd name="T53" fmla="*/ 58 h 60"/>
                  <a:gd name="T54" fmla="*/ 30 w 58"/>
                  <a:gd name="T55" fmla="*/ 60 h 60"/>
                  <a:gd name="T56" fmla="*/ 30 w 58"/>
                  <a:gd name="T57" fmla="*/ 60 h 60"/>
                  <a:gd name="T58" fmla="*/ 24 w 58"/>
                  <a:gd name="T59" fmla="*/ 58 h 60"/>
                  <a:gd name="T60" fmla="*/ 18 w 58"/>
                  <a:gd name="T61" fmla="*/ 57 h 60"/>
                  <a:gd name="T62" fmla="*/ 13 w 58"/>
                  <a:gd name="T63" fmla="*/ 54 h 60"/>
                  <a:gd name="T64" fmla="*/ 9 w 58"/>
                  <a:gd name="T65" fmla="*/ 50 h 60"/>
                  <a:gd name="T66" fmla="*/ 5 w 58"/>
                  <a:gd name="T67" fmla="*/ 46 h 60"/>
                  <a:gd name="T68" fmla="*/ 3 w 58"/>
                  <a:gd name="T69" fmla="*/ 41 h 60"/>
                  <a:gd name="T70" fmla="*/ 1 w 58"/>
                  <a:gd name="T71" fmla="*/ 35 h 60"/>
                  <a:gd name="T72" fmla="*/ 0 w 58"/>
                  <a:gd name="T73" fmla="*/ 30 h 60"/>
                  <a:gd name="T74" fmla="*/ 0 w 58"/>
                  <a:gd name="T75"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60">
                    <a:moveTo>
                      <a:pt x="0" y="30"/>
                    </a:moveTo>
                    <a:lnTo>
                      <a:pt x="0" y="30"/>
                    </a:lnTo>
                    <a:lnTo>
                      <a:pt x="1" y="24"/>
                    </a:lnTo>
                    <a:lnTo>
                      <a:pt x="3" y="19"/>
                    </a:lnTo>
                    <a:lnTo>
                      <a:pt x="5" y="14"/>
                    </a:lnTo>
                    <a:lnTo>
                      <a:pt x="9" y="10"/>
                    </a:lnTo>
                    <a:lnTo>
                      <a:pt x="13" y="6"/>
                    </a:lnTo>
                    <a:lnTo>
                      <a:pt x="18" y="3"/>
                    </a:lnTo>
                    <a:lnTo>
                      <a:pt x="24" y="1"/>
                    </a:lnTo>
                    <a:lnTo>
                      <a:pt x="30" y="0"/>
                    </a:lnTo>
                    <a:lnTo>
                      <a:pt x="30" y="0"/>
                    </a:lnTo>
                    <a:lnTo>
                      <a:pt x="35" y="1"/>
                    </a:lnTo>
                    <a:lnTo>
                      <a:pt x="41" y="3"/>
                    </a:lnTo>
                    <a:lnTo>
                      <a:pt x="46" y="6"/>
                    </a:lnTo>
                    <a:lnTo>
                      <a:pt x="50" y="10"/>
                    </a:lnTo>
                    <a:lnTo>
                      <a:pt x="54" y="14"/>
                    </a:lnTo>
                    <a:lnTo>
                      <a:pt x="57" y="19"/>
                    </a:lnTo>
                    <a:lnTo>
                      <a:pt x="58" y="24"/>
                    </a:lnTo>
                    <a:lnTo>
                      <a:pt x="58" y="30"/>
                    </a:lnTo>
                    <a:lnTo>
                      <a:pt x="58" y="30"/>
                    </a:lnTo>
                    <a:lnTo>
                      <a:pt x="58" y="35"/>
                    </a:lnTo>
                    <a:lnTo>
                      <a:pt x="57" y="41"/>
                    </a:lnTo>
                    <a:lnTo>
                      <a:pt x="54" y="46"/>
                    </a:lnTo>
                    <a:lnTo>
                      <a:pt x="50" y="50"/>
                    </a:lnTo>
                    <a:lnTo>
                      <a:pt x="46" y="54"/>
                    </a:lnTo>
                    <a:lnTo>
                      <a:pt x="41" y="57"/>
                    </a:lnTo>
                    <a:lnTo>
                      <a:pt x="35" y="58"/>
                    </a:lnTo>
                    <a:lnTo>
                      <a:pt x="30" y="60"/>
                    </a:lnTo>
                    <a:lnTo>
                      <a:pt x="30" y="60"/>
                    </a:lnTo>
                    <a:lnTo>
                      <a:pt x="24" y="58"/>
                    </a:lnTo>
                    <a:lnTo>
                      <a:pt x="18" y="57"/>
                    </a:lnTo>
                    <a:lnTo>
                      <a:pt x="13" y="54"/>
                    </a:lnTo>
                    <a:lnTo>
                      <a:pt x="9" y="50"/>
                    </a:lnTo>
                    <a:lnTo>
                      <a:pt x="5" y="46"/>
                    </a:lnTo>
                    <a:lnTo>
                      <a:pt x="3" y="41"/>
                    </a:lnTo>
                    <a:lnTo>
                      <a:pt x="1" y="35"/>
                    </a:lnTo>
                    <a:lnTo>
                      <a:pt x="0" y="30"/>
                    </a:lnTo>
                    <a:lnTo>
                      <a:pt x="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5" name="íṩlîḑé">
              <a:extLst>
                <a:ext uri="{FF2B5EF4-FFF2-40B4-BE49-F238E27FC236}">
                  <a16:creationId xmlns:a16="http://schemas.microsoft.com/office/drawing/2014/main" id="{0676AD68-CC81-406B-80E3-3750A07A673E}"/>
                </a:ext>
              </a:extLst>
            </p:cNvPr>
            <p:cNvGrpSpPr/>
            <p:nvPr/>
          </p:nvGrpSpPr>
          <p:grpSpPr>
            <a:xfrm>
              <a:off x="4994375" y="1613839"/>
              <a:ext cx="344261" cy="437497"/>
              <a:chOff x="1493838" y="1541463"/>
              <a:chExt cx="381000" cy="484187"/>
            </a:xfrm>
            <a:solidFill>
              <a:srgbClr val="00A99D"/>
            </a:solidFill>
          </p:grpSpPr>
          <p:sp>
            <p:nvSpPr>
              <p:cNvPr id="314" name="íṣ1ïďe">
                <a:extLst>
                  <a:ext uri="{FF2B5EF4-FFF2-40B4-BE49-F238E27FC236}">
                    <a16:creationId xmlns:a16="http://schemas.microsoft.com/office/drawing/2014/main" id="{A6058EC6-802D-45CC-96D4-4F7E65BE7EC9}"/>
                  </a:ext>
                </a:extLst>
              </p:cNvPr>
              <p:cNvSpPr/>
              <p:nvPr/>
            </p:nvSpPr>
            <p:spPr bwMode="auto">
              <a:xfrm>
                <a:off x="1493838" y="1546225"/>
                <a:ext cx="254000" cy="479425"/>
              </a:xfrm>
              <a:custGeom>
                <a:avLst/>
                <a:gdLst>
                  <a:gd name="T0" fmla="*/ 160 w 160"/>
                  <a:gd name="T1" fmla="*/ 0 h 302"/>
                  <a:gd name="T2" fmla="*/ 160 w 160"/>
                  <a:gd name="T3" fmla="*/ 302 h 302"/>
                  <a:gd name="T4" fmla="*/ 94 w 160"/>
                  <a:gd name="T5" fmla="*/ 302 h 302"/>
                  <a:gd name="T6" fmla="*/ 94 w 160"/>
                  <a:gd name="T7" fmla="*/ 261 h 302"/>
                  <a:gd name="T8" fmla="*/ 136 w 160"/>
                  <a:gd name="T9" fmla="*/ 261 h 302"/>
                  <a:gd name="T10" fmla="*/ 136 w 160"/>
                  <a:gd name="T11" fmla="*/ 116 h 302"/>
                  <a:gd name="T12" fmla="*/ 136 w 160"/>
                  <a:gd name="T13" fmla="*/ 116 h 302"/>
                  <a:gd name="T14" fmla="*/ 94 w 160"/>
                  <a:gd name="T15" fmla="*/ 189 h 302"/>
                  <a:gd name="T16" fmla="*/ 94 w 160"/>
                  <a:gd name="T17" fmla="*/ 124 h 302"/>
                  <a:gd name="T18" fmla="*/ 160 w 160"/>
                  <a:gd name="T19" fmla="*/ 0 h 302"/>
                  <a:gd name="T20" fmla="*/ 94 w 160"/>
                  <a:gd name="T21" fmla="*/ 302 h 302"/>
                  <a:gd name="T22" fmla="*/ 0 w 160"/>
                  <a:gd name="T23" fmla="*/ 302 h 302"/>
                  <a:gd name="T24" fmla="*/ 94 w 160"/>
                  <a:gd name="T25" fmla="*/ 124 h 302"/>
                  <a:gd name="T26" fmla="*/ 94 w 160"/>
                  <a:gd name="T27" fmla="*/ 189 h 302"/>
                  <a:gd name="T28" fmla="*/ 53 w 160"/>
                  <a:gd name="T29" fmla="*/ 261 h 302"/>
                  <a:gd name="T30" fmla="*/ 94 w 160"/>
                  <a:gd name="T31" fmla="*/ 261 h 302"/>
                  <a:gd name="T32" fmla="*/ 94 w 160"/>
                  <a:gd name="T3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2">
                    <a:moveTo>
                      <a:pt x="160" y="0"/>
                    </a:moveTo>
                    <a:lnTo>
                      <a:pt x="160" y="302"/>
                    </a:lnTo>
                    <a:lnTo>
                      <a:pt x="94" y="302"/>
                    </a:lnTo>
                    <a:lnTo>
                      <a:pt x="94" y="261"/>
                    </a:lnTo>
                    <a:lnTo>
                      <a:pt x="136" y="261"/>
                    </a:lnTo>
                    <a:lnTo>
                      <a:pt x="136" y="116"/>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5" name="iS1íḍe">
                <a:extLst>
                  <a:ext uri="{FF2B5EF4-FFF2-40B4-BE49-F238E27FC236}">
                    <a16:creationId xmlns:a16="http://schemas.microsoft.com/office/drawing/2014/main" id="{E9D77462-6C89-42FB-81A2-CBE40E31543E}"/>
                  </a:ext>
                </a:extLst>
              </p:cNvPr>
              <p:cNvSpPr/>
              <p:nvPr/>
            </p:nvSpPr>
            <p:spPr bwMode="auto">
              <a:xfrm>
                <a:off x="1811338" y="1541463"/>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6" name="îs1idê">
              <a:extLst>
                <a:ext uri="{FF2B5EF4-FFF2-40B4-BE49-F238E27FC236}">
                  <a16:creationId xmlns:a16="http://schemas.microsoft.com/office/drawing/2014/main" id="{A025585E-35F4-48E8-A2CA-814FC99D1A96}"/>
                </a:ext>
              </a:extLst>
            </p:cNvPr>
            <p:cNvSpPr/>
            <p:nvPr/>
          </p:nvSpPr>
          <p:spPr bwMode="auto">
            <a:xfrm>
              <a:off x="6725715" y="3753171"/>
              <a:ext cx="459013" cy="358604"/>
            </a:xfrm>
            <a:custGeom>
              <a:avLst/>
              <a:gdLst>
                <a:gd name="T0" fmla="*/ 298 w 320"/>
                <a:gd name="T1" fmla="*/ 57 h 250"/>
                <a:gd name="T2" fmla="*/ 320 w 320"/>
                <a:gd name="T3" fmla="*/ 138 h 250"/>
                <a:gd name="T4" fmla="*/ 303 w 320"/>
                <a:gd name="T5" fmla="*/ 212 h 250"/>
                <a:gd name="T6" fmla="*/ 271 w 320"/>
                <a:gd name="T7" fmla="*/ 245 h 250"/>
                <a:gd name="T8" fmla="*/ 263 w 320"/>
                <a:gd name="T9" fmla="*/ 233 h 250"/>
                <a:gd name="T10" fmla="*/ 279 w 320"/>
                <a:gd name="T11" fmla="*/ 214 h 250"/>
                <a:gd name="T12" fmla="*/ 276 w 320"/>
                <a:gd name="T13" fmla="*/ 191 h 250"/>
                <a:gd name="T14" fmla="*/ 261 w 320"/>
                <a:gd name="T15" fmla="*/ 165 h 250"/>
                <a:gd name="T16" fmla="*/ 287 w 320"/>
                <a:gd name="T17" fmla="*/ 165 h 250"/>
                <a:gd name="T18" fmla="*/ 299 w 320"/>
                <a:gd name="T19" fmla="*/ 153 h 250"/>
                <a:gd name="T20" fmla="*/ 299 w 320"/>
                <a:gd name="T21" fmla="*/ 126 h 250"/>
                <a:gd name="T22" fmla="*/ 283 w 320"/>
                <a:gd name="T23" fmla="*/ 112 h 250"/>
                <a:gd name="T24" fmla="*/ 261 w 320"/>
                <a:gd name="T25" fmla="*/ 100 h 250"/>
                <a:gd name="T26" fmla="*/ 278 w 320"/>
                <a:gd name="T27" fmla="*/ 96 h 250"/>
                <a:gd name="T28" fmla="*/ 287 w 320"/>
                <a:gd name="T29" fmla="*/ 74 h 250"/>
                <a:gd name="T30" fmla="*/ 280 w 320"/>
                <a:gd name="T31" fmla="*/ 58 h 250"/>
                <a:gd name="T32" fmla="*/ 238 w 320"/>
                <a:gd name="T33" fmla="*/ 8 h 250"/>
                <a:gd name="T34" fmla="*/ 261 w 320"/>
                <a:gd name="T35" fmla="*/ 50 h 250"/>
                <a:gd name="T36" fmla="*/ 242 w 320"/>
                <a:gd name="T37" fmla="*/ 59 h 250"/>
                <a:gd name="T38" fmla="*/ 238 w 320"/>
                <a:gd name="T39" fmla="*/ 34 h 250"/>
                <a:gd name="T40" fmla="*/ 261 w 320"/>
                <a:gd name="T41" fmla="*/ 247 h 250"/>
                <a:gd name="T42" fmla="*/ 244 w 320"/>
                <a:gd name="T43" fmla="*/ 235 h 250"/>
                <a:gd name="T44" fmla="*/ 261 w 320"/>
                <a:gd name="T45" fmla="*/ 247 h 250"/>
                <a:gd name="T46" fmla="*/ 261 w 320"/>
                <a:gd name="T47" fmla="*/ 113 h 250"/>
                <a:gd name="T48" fmla="*/ 245 w 320"/>
                <a:gd name="T49" fmla="*/ 135 h 250"/>
                <a:gd name="T50" fmla="*/ 252 w 320"/>
                <a:gd name="T51" fmla="*/ 155 h 250"/>
                <a:gd name="T52" fmla="*/ 256 w 320"/>
                <a:gd name="T53" fmla="*/ 174 h 250"/>
                <a:gd name="T54" fmla="*/ 238 w 320"/>
                <a:gd name="T55" fmla="*/ 82 h 250"/>
                <a:gd name="T56" fmla="*/ 255 w 320"/>
                <a:gd name="T57" fmla="*/ 100 h 250"/>
                <a:gd name="T58" fmla="*/ 238 w 320"/>
                <a:gd name="T59" fmla="*/ 8 h 250"/>
                <a:gd name="T60" fmla="*/ 234 w 320"/>
                <a:gd name="T61" fmla="*/ 20 h 250"/>
                <a:gd name="T62" fmla="*/ 219 w 320"/>
                <a:gd name="T63" fmla="*/ 2 h 250"/>
                <a:gd name="T64" fmla="*/ 219 w 320"/>
                <a:gd name="T65" fmla="*/ 215 h 250"/>
                <a:gd name="T66" fmla="*/ 229 w 320"/>
                <a:gd name="T67" fmla="*/ 227 h 250"/>
                <a:gd name="T68" fmla="*/ 238 w 320"/>
                <a:gd name="T69" fmla="*/ 39 h 250"/>
                <a:gd name="T70" fmla="*/ 238 w 320"/>
                <a:gd name="T71" fmla="*/ 174 h 250"/>
                <a:gd name="T72" fmla="*/ 226 w 320"/>
                <a:gd name="T73" fmla="*/ 184 h 250"/>
                <a:gd name="T74" fmla="*/ 225 w 320"/>
                <a:gd name="T75" fmla="*/ 51 h 250"/>
                <a:gd name="T76" fmla="*/ 238 w 320"/>
                <a:gd name="T77" fmla="*/ 39 h 250"/>
                <a:gd name="T78" fmla="*/ 134 w 320"/>
                <a:gd name="T79" fmla="*/ 8 h 250"/>
                <a:gd name="T80" fmla="*/ 219 w 320"/>
                <a:gd name="T81" fmla="*/ 2 h 250"/>
                <a:gd name="T82" fmla="*/ 211 w 320"/>
                <a:gd name="T83" fmla="*/ 16 h 250"/>
                <a:gd name="T84" fmla="*/ 203 w 320"/>
                <a:gd name="T85" fmla="*/ 42 h 250"/>
                <a:gd name="T86" fmla="*/ 219 w 320"/>
                <a:gd name="T87" fmla="*/ 53 h 250"/>
                <a:gd name="T88" fmla="*/ 218 w 320"/>
                <a:gd name="T89" fmla="*/ 210 h 250"/>
                <a:gd name="T90" fmla="*/ 194 w 320"/>
                <a:gd name="T91" fmla="*/ 230 h 250"/>
                <a:gd name="T92" fmla="*/ 125 w 320"/>
                <a:gd name="T93" fmla="*/ 192 h 250"/>
                <a:gd name="T94" fmla="*/ 68 w 320"/>
                <a:gd name="T95" fmla="*/ 164 h 250"/>
                <a:gd name="T96" fmla="*/ 84 w 320"/>
                <a:gd name="T97" fmla="*/ 159 h 250"/>
                <a:gd name="T98" fmla="*/ 104 w 320"/>
                <a:gd name="T99" fmla="*/ 131 h 250"/>
                <a:gd name="T100" fmla="*/ 95 w 320"/>
                <a:gd name="T101" fmla="*/ 100 h 250"/>
                <a:gd name="T102" fmla="*/ 0 w 320"/>
                <a:gd name="T103" fmla="*/ 136 h 250"/>
                <a:gd name="T104" fmla="*/ 5 w 320"/>
                <a:gd name="T105" fmla="*/ 96 h 250"/>
                <a:gd name="T106" fmla="*/ 45 w 320"/>
                <a:gd name="T107" fmla="*/ 44 h 250"/>
                <a:gd name="T108" fmla="*/ 68 w 320"/>
                <a:gd name="T109" fmla="*/ 88 h 250"/>
                <a:gd name="T110" fmla="*/ 38 w 320"/>
                <a:gd name="T111" fmla="*/ 101 h 250"/>
                <a:gd name="T112" fmla="*/ 31 w 320"/>
                <a:gd name="T113" fmla="*/ 135 h 250"/>
                <a:gd name="T114" fmla="*/ 57 w 320"/>
                <a:gd name="T115" fmla="*/ 162 h 250"/>
                <a:gd name="T116" fmla="*/ 42 w 320"/>
                <a:gd name="T117" fmla="*/ 189 h 250"/>
                <a:gd name="T118" fmla="*/ 3 w 320"/>
                <a:gd name="T119" fmla="*/ 1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82" y="239"/>
                  </a:lnTo>
                  <a:lnTo>
                    <a:pt x="271" y="245"/>
                  </a:lnTo>
                  <a:lnTo>
                    <a:pt x="261" y="247"/>
                  </a:lnTo>
                  <a:lnTo>
                    <a:pt x="261" y="233"/>
                  </a:lnTo>
                  <a:lnTo>
                    <a:pt x="261" y="233"/>
                  </a:lnTo>
                  <a:lnTo>
                    <a:pt x="263" y="233"/>
                  </a:lnTo>
                  <a:lnTo>
                    <a:pt x="263" y="233"/>
                  </a:lnTo>
                  <a:lnTo>
                    <a:pt x="263" y="233"/>
                  </a:lnTo>
                  <a:lnTo>
                    <a:pt x="268" y="229"/>
                  </a:lnTo>
                  <a:lnTo>
                    <a:pt x="272" y="224"/>
                  </a:lnTo>
                  <a:lnTo>
                    <a:pt x="276" y="219"/>
                  </a:lnTo>
                  <a:lnTo>
                    <a:pt x="279" y="214"/>
                  </a:lnTo>
                  <a:lnTo>
                    <a:pt x="280" y="208"/>
                  </a:lnTo>
                  <a:lnTo>
                    <a:pt x="280" y="203"/>
                  </a:lnTo>
                  <a:lnTo>
                    <a:pt x="279" y="196"/>
                  </a:lnTo>
                  <a:lnTo>
                    <a:pt x="276" y="191"/>
                  </a:lnTo>
                  <a:lnTo>
                    <a:pt x="276" y="191"/>
                  </a:lnTo>
                  <a:lnTo>
                    <a:pt x="274" y="185"/>
                  </a:lnTo>
                  <a:lnTo>
                    <a:pt x="271" y="181"/>
                  </a:lnTo>
                  <a:lnTo>
                    <a:pt x="267" y="178"/>
                  </a:lnTo>
                  <a:lnTo>
                    <a:pt x="261" y="176"/>
                  </a:lnTo>
                  <a:lnTo>
                    <a:pt x="261" y="165"/>
                  </a:lnTo>
                  <a:lnTo>
                    <a:pt x="261" y="165"/>
                  </a:lnTo>
                  <a:lnTo>
                    <a:pt x="268" y="168"/>
                  </a:lnTo>
                  <a:lnTo>
                    <a:pt x="275" y="168"/>
                  </a:lnTo>
                  <a:lnTo>
                    <a:pt x="280" y="168"/>
                  </a:lnTo>
                  <a:lnTo>
                    <a:pt x="287" y="165"/>
                  </a:lnTo>
                  <a:lnTo>
                    <a:pt x="287" y="165"/>
                  </a:lnTo>
                  <a:lnTo>
                    <a:pt x="287" y="165"/>
                  </a:lnTo>
                  <a:lnTo>
                    <a:pt x="293" y="162"/>
                  </a:lnTo>
                  <a:lnTo>
                    <a:pt x="297" y="158"/>
                  </a:lnTo>
                  <a:lnTo>
                    <a:pt x="299" y="153"/>
                  </a:lnTo>
                  <a:lnTo>
                    <a:pt x="302" y="149"/>
                  </a:lnTo>
                  <a:lnTo>
                    <a:pt x="303" y="143"/>
                  </a:lnTo>
                  <a:lnTo>
                    <a:pt x="303" y="136"/>
                  </a:lnTo>
                  <a:lnTo>
                    <a:pt x="302" y="131"/>
                  </a:lnTo>
                  <a:lnTo>
                    <a:pt x="299" y="126"/>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1" y="100"/>
                  </a:lnTo>
                  <a:lnTo>
                    <a:pt x="268" y="100"/>
                  </a:lnTo>
                  <a:lnTo>
                    <a:pt x="274" y="99"/>
                  </a:lnTo>
                  <a:lnTo>
                    <a:pt x="274" y="99"/>
                  </a:lnTo>
                  <a:lnTo>
                    <a:pt x="278" y="96"/>
                  </a:lnTo>
                  <a:lnTo>
                    <a:pt x="282" y="92"/>
                  </a:lnTo>
                  <a:lnTo>
                    <a:pt x="284" y="88"/>
                  </a:lnTo>
                  <a:lnTo>
                    <a:pt x="286" y="84"/>
                  </a:lnTo>
                  <a:lnTo>
                    <a:pt x="287" y="78"/>
                  </a:lnTo>
                  <a:lnTo>
                    <a:pt x="287" y="74"/>
                  </a:lnTo>
                  <a:lnTo>
                    <a:pt x="286" y="69"/>
                  </a:lnTo>
                  <a:lnTo>
                    <a:pt x="284" y="63"/>
                  </a:lnTo>
                  <a:lnTo>
                    <a:pt x="284" y="63"/>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61" y="50"/>
                  </a:lnTo>
                  <a:lnTo>
                    <a:pt x="256" y="50"/>
                  </a:lnTo>
                  <a:lnTo>
                    <a:pt x="251" y="53"/>
                  </a:lnTo>
                  <a:lnTo>
                    <a:pt x="251" y="53"/>
                  </a:lnTo>
                  <a:lnTo>
                    <a:pt x="247" y="55"/>
                  </a:lnTo>
                  <a:lnTo>
                    <a:pt x="242" y="59"/>
                  </a:lnTo>
                  <a:lnTo>
                    <a:pt x="240" y="63"/>
                  </a:lnTo>
                  <a:lnTo>
                    <a:pt x="238" y="67"/>
                  </a:lnTo>
                  <a:lnTo>
                    <a:pt x="238" y="39"/>
                  </a:lnTo>
                  <a:lnTo>
                    <a:pt x="238" y="39"/>
                  </a:lnTo>
                  <a:lnTo>
                    <a:pt x="238" y="34"/>
                  </a:lnTo>
                  <a:lnTo>
                    <a:pt x="238" y="27"/>
                  </a:lnTo>
                  <a:lnTo>
                    <a:pt x="238" y="8"/>
                  </a:lnTo>
                  <a:lnTo>
                    <a:pt x="238" y="8"/>
                  </a:lnTo>
                  <a:close/>
                  <a:moveTo>
                    <a:pt x="261" y="247"/>
                  </a:moveTo>
                  <a:lnTo>
                    <a:pt x="261" y="247"/>
                  </a:lnTo>
                  <a:lnTo>
                    <a:pt x="249" y="250"/>
                  </a:lnTo>
                  <a:lnTo>
                    <a:pt x="238" y="250"/>
                  </a:lnTo>
                  <a:lnTo>
                    <a:pt x="238" y="233"/>
                  </a:lnTo>
                  <a:lnTo>
                    <a:pt x="238" y="233"/>
                  </a:lnTo>
                  <a:lnTo>
                    <a:pt x="244" y="235"/>
                  </a:lnTo>
                  <a:lnTo>
                    <a:pt x="249" y="235"/>
                  </a:lnTo>
                  <a:lnTo>
                    <a:pt x="256" y="235"/>
                  </a:lnTo>
                  <a:lnTo>
                    <a:pt x="261" y="233"/>
                  </a:lnTo>
                  <a:lnTo>
                    <a:pt x="261" y="247"/>
                  </a:lnTo>
                  <a:lnTo>
                    <a:pt x="261" y="247"/>
                  </a:lnTo>
                  <a:close/>
                  <a:moveTo>
                    <a:pt x="261" y="100"/>
                  </a:moveTo>
                  <a:lnTo>
                    <a:pt x="261" y="112"/>
                  </a:lnTo>
                  <a:lnTo>
                    <a:pt x="261" y="112"/>
                  </a:lnTo>
                  <a:lnTo>
                    <a:pt x="261" y="113"/>
                  </a:lnTo>
                  <a:lnTo>
                    <a:pt x="261" y="113"/>
                  </a:lnTo>
                  <a:lnTo>
                    <a:pt x="256" y="116"/>
                  </a:lnTo>
                  <a:lnTo>
                    <a:pt x="252" y="120"/>
                  </a:lnTo>
                  <a:lnTo>
                    <a:pt x="249" y="124"/>
                  </a:lnTo>
                  <a:lnTo>
                    <a:pt x="247" y="130"/>
                  </a:lnTo>
                  <a:lnTo>
                    <a:pt x="245" y="135"/>
                  </a:lnTo>
                  <a:lnTo>
                    <a:pt x="245" y="141"/>
                  </a:lnTo>
                  <a:lnTo>
                    <a:pt x="247" y="146"/>
                  </a:lnTo>
                  <a:lnTo>
                    <a:pt x="249" y="151"/>
                  </a:lnTo>
                  <a:lnTo>
                    <a:pt x="249" y="151"/>
                  </a:lnTo>
                  <a:lnTo>
                    <a:pt x="252" y="155"/>
                  </a:lnTo>
                  <a:lnTo>
                    <a:pt x="255" y="159"/>
                  </a:lnTo>
                  <a:lnTo>
                    <a:pt x="261" y="165"/>
                  </a:lnTo>
                  <a:lnTo>
                    <a:pt x="261" y="176"/>
                  </a:lnTo>
                  <a:lnTo>
                    <a:pt x="261" y="176"/>
                  </a:lnTo>
                  <a:lnTo>
                    <a:pt x="256" y="174"/>
                  </a:lnTo>
                  <a:lnTo>
                    <a:pt x="251" y="173"/>
                  </a:lnTo>
                  <a:lnTo>
                    <a:pt x="244" y="173"/>
                  </a:lnTo>
                  <a:lnTo>
                    <a:pt x="238" y="174"/>
                  </a:lnTo>
                  <a:lnTo>
                    <a:pt x="238" y="82"/>
                  </a:lnTo>
                  <a:lnTo>
                    <a:pt x="238" y="82"/>
                  </a:lnTo>
                  <a:lnTo>
                    <a:pt x="240" y="86"/>
                  </a:lnTo>
                  <a:lnTo>
                    <a:pt x="240" y="86"/>
                  </a:lnTo>
                  <a:lnTo>
                    <a:pt x="244" y="92"/>
                  </a:lnTo>
                  <a:lnTo>
                    <a:pt x="249" y="97"/>
                  </a:lnTo>
                  <a:lnTo>
                    <a:pt x="255" y="100"/>
                  </a:lnTo>
                  <a:lnTo>
                    <a:pt x="261" y="100"/>
                  </a:lnTo>
                  <a:lnTo>
                    <a:pt x="261" y="100"/>
                  </a:lnTo>
                  <a:close/>
                  <a:moveTo>
                    <a:pt x="219" y="2"/>
                  </a:moveTo>
                  <a:lnTo>
                    <a:pt x="219" y="2"/>
                  </a:lnTo>
                  <a:lnTo>
                    <a:pt x="238" y="8"/>
                  </a:lnTo>
                  <a:lnTo>
                    <a:pt x="238" y="27"/>
                  </a:lnTo>
                  <a:lnTo>
                    <a:pt x="238" y="27"/>
                  </a:lnTo>
                  <a:lnTo>
                    <a:pt x="237" y="24"/>
                  </a:lnTo>
                  <a:lnTo>
                    <a:pt x="237" y="24"/>
                  </a:lnTo>
                  <a:lnTo>
                    <a:pt x="234" y="20"/>
                  </a:lnTo>
                  <a:lnTo>
                    <a:pt x="230" y="17"/>
                  </a:lnTo>
                  <a:lnTo>
                    <a:pt x="225" y="15"/>
                  </a:lnTo>
                  <a:lnTo>
                    <a:pt x="219" y="15"/>
                  </a:lnTo>
                  <a:lnTo>
                    <a:pt x="219" y="2"/>
                  </a:lnTo>
                  <a:lnTo>
                    <a:pt x="219" y="2"/>
                  </a:lnTo>
                  <a:close/>
                  <a:moveTo>
                    <a:pt x="238" y="250"/>
                  </a:moveTo>
                  <a:lnTo>
                    <a:pt x="238" y="250"/>
                  </a:lnTo>
                  <a:lnTo>
                    <a:pt x="229" y="247"/>
                  </a:lnTo>
                  <a:lnTo>
                    <a:pt x="219" y="245"/>
                  </a:lnTo>
                  <a:lnTo>
                    <a:pt x="219" y="215"/>
                  </a:lnTo>
                  <a:lnTo>
                    <a:pt x="219" y="215"/>
                  </a:lnTo>
                  <a:lnTo>
                    <a:pt x="221" y="218"/>
                  </a:lnTo>
                  <a:lnTo>
                    <a:pt x="221" y="218"/>
                  </a:lnTo>
                  <a:lnTo>
                    <a:pt x="225" y="223"/>
                  </a:lnTo>
                  <a:lnTo>
                    <a:pt x="229" y="227"/>
                  </a:lnTo>
                  <a:lnTo>
                    <a:pt x="233" y="231"/>
                  </a:lnTo>
                  <a:lnTo>
                    <a:pt x="238" y="233"/>
                  </a:lnTo>
                  <a:lnTo>
                    <a:pt x="238" y="250"/>
                  </a:lnTo>
                  <a:lnTo>
                    <a:pt x="238" y="250"/>
                  </a:lnTo>
                  <a:close/>
                  <a:moveTo>
                    <a:pt x="238" y="39"/>
                  </a:moveTo>
                  <a:lnTo>
                    <a:pt x="238" y="67"/>
                  </a:lnTo>
                  <a:lnTo>
                    <a:pt x="238" y="67"/>
                  </a:lnTo>
                  <a:lnTo>
                    <a:pt x="237" y="74"/>
                  </a:lnTo>
                  <a:lnTo>
                    <a:pt x="238" y="82"/>
                  </a:lnTo>
                  <a:lnTo>
                    <a:pt x="238" y="174"/>
                  </a:lnTo>
                  <a:lnTo>
                    <a:pt x="238" y="174"/>
                  </a:lnTo>
                  <a:lnTo>
                    <a:pt x="236" y="176"/>
                  </a:lnTo>
                  <a:lnTo>
                    <a:pt x="236" y="176"/>
                  </a:lnTo>
                  <a:lnTo>
                    <a:pt x="230" y="180"/>
                  </a:lnTo>
                  <a:lnTo>
                    <a:pt x="226" y="184"/>
                  </a:lnTo>
                  <a:lnTo>
                    <a:pt x="222" y="188"/>
                  </a:lnTo>
                  <a:lnTo>
                    <a:pt x="219" y="193"/>
                  </a:lnTo>
                  <a:lnTo>
                    <a:pt x="219" y="53"/>
                  </a:lnTo>
                  <a:lnTo>
                    <a:pt x="219" y="53"/>
                  </a:lnTo>
                  <a:lnTo>
                    <a:pt x="225" y="51"/>
                  </a:lnTo>
                  <a:lnTo>
                    <a:pt x="229" y="50"/>
                  </a:lnTo>
                  <a:lnTo>
                    <a:pt x="229" y="50"/>
                  </a:lnTo>
                  <a:lnTo>
                    <a:pt x="234" y="46"/>
                  </a:lnTo>
                  <a:lnTo>
                    <a:pt x="238" y="39"/>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9" y="15"/>
                  </a:lnTo>
                  <a:lnTo>
                    <a:pt x="215" y="15"/>
                  </a:lnTo>
                  <a:lnTo>
                    <a:pt x="211" y="16"/>
                  </a:lnTo>
                  <a:lnTo>
                    <a:pt x="211" y="16"/>
                  </a:lnTo>
                  <a:lnTo>
                    <a:pt x="211" y="16"/>
                  </a:lnTo>
                  <a:lnTo>
                    <a:pt x="206" y="20"/>
                  </a:lnTo>
                  <a:lnTo>
                    <a:pt x="202" y="27"/>
                  </a:lnTo>
                  <a:lnTo>
                    <a:pt x="200" y="34"/>
                  </a:lnTo>
                  <a:lnTo>
                    <a:pt x="203" y="42"/>
                  </a:lnTo>
                  <a:lnTo>
                    <a:pt x="203" y="42"/>
                  </a:lnTo>
                  <a:lnTo>
                    <a:pt x="206" y="46"/>
                  </a:lnTo>
                  <a:lnTo>
                    <a:pt x="210" y="50"/>
                  </a:lnTo>
                  <a:lnTo>
                    <a:pt x="215" y="51"/>
                  </a:lnTo>
                  <a:lnTo>
                    <a:pt x="219" y="53"/>
                  </a:lnTo>
                  <a:lnTo>
                    <a:pt x="219" y="193"/>
                  </a:lnTo>
                  <a:lnTo>
                    <a:pt x="219" y="193"/>
                  </a:lnTo>
                  <a:lnTo>
                    <a:pt x="218" y="199"/>
                  </a:lnTo>
                  <a:lnTo>
                    <a:pt x="218" y="204"/>
                  </a:lnTo>
                  <a:lnTo>
                    <a:pt x="218" y="210"/>
                  </a:lnTo>
                  <a:lnTo>
                    <a:pt x="219" y="215"/>
                  </a:lnTo>
                  <a:lnTo>
                    <a:pt x="219" y="245"/>
                  </a:lnTo>
                  <a:lnTo>
                    <a:pt x="219" y="245"/>
                  </a:lnTo>
                  <a:lnTo>
                    <a:pt x="207" y="238"/>
                  </a:lnTo>
                  <a:lnTo>
                    <a:pt x="194" y="230"/>
                  </a:lnTo>
                  <a:lnTo>
                    <a:pt x="169" y="212"/>
                  </a:lnTo>
                  <a:lnTo>
                    <a:pt x="157" y="203"/>
                  </a:lnTo>
                  <a:lnTo>
                    <a:pt x="145" y="196"/>
                  </a:lnTo>
                  <a:lnTo>
                    <a:pt x="131" y="192"/>
                  </a:lnTo>
                  <a:lnTo>
                    <a:pt x="125" y="192"/>
                  </a:lnTo>
                  <a:lnTo>
                    <a:pt x="118" y="192"/>
                  </a:lnTo>
                  <a:lnTo>
                    <a:pt x="118" y="192"/>
                  </a:lnTo>
                  <a:lnTo>
                    <a:pt x="92" y="193"/>
                  </a:lnTo>
                  <a:lnTo>
                    <a:pt x="68" y="193"/>
                  </a:lnTo>
                  <a:lnTo>
                    <a:pt x="68" y="164"/>
                  </a:lnTo>
                  <a:lnTo>
                    <a:pt x="68" y="164"/>
                  </a:lnTo>
                  <a:lnTo>
                    <a:pt x="76" y="162"/>
                  </a:lnTo>
                  <a:lnTo>
                    <a:pt x="84" y="159"/>
                  </a:lnTo>
                  <a:lnTo>
                    <a:pt x="84" y="159"/>
                  </a:lnTo>
                  <a:lnTo>
                    <a:pt x="84" y="159"/>
                  </a:lnTo>
                  <a:lnTo>
                    <a:pt x="91" y="155"/>
                  </a:lnTo>
                  <a:lnTo>
                    <a:pt x="96" y="150"/>
                  </a:lnTo>
                  <a:lnTo>
                    <a:pt x="100" y="145"/>
                  </a:lnTo>
                  <a:lnTo>
                    <a:pt x="103" y="138"/>
                  </a:lnTo>
                  <a:lnTo>
                    <a:pt x="104" y="131"/>
                  </a:lnTo>
                  <a:lnTo>
                    <a:pt x="104" y="123"/>
                  </a:lnTo>
                  <a:lnTo>
                    <a:pt x="103" y="116"/>
                  </a:lnTo>
                  <a:lnTo>
                    <a:pt x="100" y="109"/>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54" y="38"/>
                  </a:lnTo>
                  <a:lnTo>
                    <a:pt x="68" y="31"/>
                  </a:lnTo>
                  <a:lnTo>
                    <a:pt x="68" y="88"/>
                  </a:lnTo>
                  <a:lnTo>
                    <a:pt x="68" y="88"/>
                  </a:lnTo>
                  <a:lnTo>
                    <a:pt x="58" y="89"/>
                  </a:lnTo>
                  <a:lnTo>
                    <a:pt x="50" y="92"/>
                  </a:lnTo>
                  <a:lnTo>
                    <a:pt x="50" y="92"/>
                  </a:lnTo>
                  <a:lnTo>
                    <a:pt x="43" y="96"/>
                  </a:lnTo>
                  <a:lnTo>
                    <a:pt x="38" y="101"/>
                  </a:lnTo>
                  <a:lnTo>
                    <a:pt x="34" y="108"/>
                  </a:lnTo>
                  <a:lnTo>
                    <a:pt x="31" y="113"/>
                  </a:lnTo>
                  <a:lnTo>
                    <a:pt x="30" y="122"/>
                  </a:lnTo>
                  <a:lnTo>
                    <a:pt x="30" y="128"/>
                  </a:lnTo>
                  <a:lnTo>
                    <a:pt x="31" y="135"/>
                  </a:lnTo>
                  <a:lnTo>
                    <a:pt x="34" y="143"/>
                  </a:lnTo>
                  <a:lnTo>
                    <a:pt x="34" y="143"/>
                  </a:lnTo>
                  <a:lnTo>
                    <a:pt x="39" y="151"/>
                  </a:lnTo>
                  <a:lnTo>
                    <a:pt x="47" y="158"/>
                  </a:lnTo>
                  <a:lnTo>
                    <a:pt x="57" y="162"/>
                  </a:lnTo>
                  <a:lnTo>
                    <a:pt x="68" y="164"/>
                  </a:lnTo>
                  <a:lnTo>
                    <a:pt x="68" y="193"/>
                  </a:lnTo>
                  <a:lnTo>
                    <a:pt x="68" y="193"/>
                  </a:lnTo>
                  <a:lnTo>
                    <a:pt x="54" y="192"/>
                  </a:lnTo>
                  <a:lnTo>
                    <a:pt x="42" y="189"/>
                  </a:lnTo>
                  <a:lnTo>
                    <a:pt x="31" y="185"/>
                  </a:lnTo>
                  <a:lnTo>
                    <a:pt x="22" y="178"/>
                  </a:lnTo>
                  <a:lnTo>
                    <a:pt x="14" y="172"/>
                  </a:lnTo>
                  <a:lnTo>
                    <a:pt x="8" y="162"/>
                  </a:lnTo>
                  <a:lnTo>
                    <a:pt x="3" y="150"/>
                  </a:lnTo>
                  <a:lnTo>
                    <a:pt x="0" y="136"/>
                  </a:lnTo>
                  <a:lnTo>
                    <a:pt x="0" y="13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37" name="ïšḻíďé">
              <a:extLst>
                <a:ext uri="{FF2B5EF4-FFF2-40B4-BE49-F238E27FC236}">
                  <a16:creationId xmlns:a16="http://schemas.microsoft.com/office/drawing/2014/main" id="{70FC6019-E82C-4151-BBFB-9AB0DAA3F2F3}"/>
                </a:ext>
              </a:extLst>
            </p:cNvPr>
            <p:cNvGrpSpPr/>
            <p:nvPr/>
          </p:nvGrpSpPr>
          <p:grpSpPr>
            <a:xfrm>
              <a:off x="5355844" y="4111159"/>
              <a:ext cx="447539" cy="582374"/>
              <a:chOff x="1893888" y="4305300"/>
              <a:chExt cx="495300" cy="644526"/>
            </a:xfrm>
            <a:solidFill>
              <a:srgbClr val="FF8F29"/>
            </a:solidFill>
          </p:grpSpPr>
          <p:sp>
            <p:nvSpPr>
              <p:cNvPr id="306" name="î$1îḍe">
                <a:extLst>
                  <a:ext uri="{FF2B5EF4-FFF2-40B4-BE49-F238E27FC236}">
                    <a16:creationId xmlns:a16="http://schemas.microsoft.com/office/drawing/2014/main" id="{3B4237DB-1C11-4B99-A8D1-9CB33E728ACF}"/>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7" name="ïSļiḍe">
                <a:extLst>
                  <a:ext uri="{FF2B5EF4-FFF2-40B4-BE49-F238E27FC236}">
                    <a16:creationId xmlns:a16="http://schemas.microsoft.com/office/drawing/2014/main" id="{66240ACC-008A-4953-8A4B-E7D4E4E97B8E}"/>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8" name="ïşlidé">
                <a:extLst>
                  <a:ext uri="{FF2B5EF4-FFF2-40B4-BE49-F238E27FC236}">
                    <a16:creationId xmlns:a16="http://schemas.microsoft.com/office/drawing/2014/main" id="{E2A6C34D-A2DB-4369-931B-B34A8B191B7B}"/>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9" name="ïş1ïḑê">
                <a:extLst>
                  <a:ext uri="{FF2B5EF4-FFF2-40B4-BE49-F238E27FC236}">
                    <a16:creationId xmlns:a16="http://schemas.microsoft.com/office/drawing/2014/main" id="{3C9A9C9A-3452-412A-81DD-7F6247F654FA}"/>
                  </a:ext>
                </a:extLst>
              </p:cNvPr>
              <p:cNvSpPr/>
              <p:nvPr/>
            </p:nvSpPr>
            <p:spPr bwMode="auto">
              <a:xfrm>
                <a:off x="2139951" y="4786313"/>
                <a:ext cx="136525" cy="163513"/>
              </a:xfrm>
              <a:custGeom>
                <a:avLst/>
                <a:gdLst>
                  <a:gd name="T0" fmla="*/ 27 w 86"/>
                  <a:gd name="T1" fmla="*/ 6 h 103"/>
                  <a:gd name="T2" fmla="*/ 27 w 86"/>
                  <a:gd name="T3" fmla="*/ 38 h 103"/>
                  <a:gd name="T4" fmla="*/ 27 w 86"/>
                  <a:gd name="T5" fmla="*/ 38 h 103"/>
                  <a:gd name="T6" fmla="*/ 28 w 86"/>
                  <a:gd name="T7" fmla="*/ 41 h 103"/>
                  <a:gd name="T8" fmla="*/ 34 w 86"/>
                  <a:gd name="T9" fmla="*/ 47 h 103"/>
                  <a:gd name="T10" fmla="*/ 42 w 86"/>
                  <a:gd name="T11" fmla="*/ 55 h 103"/>
                  <a:gd name="T12" fmla="*/ 47 w 86"/>
                  <a:gd name="T13" fmla="*/ 57 h 103"/>
                  <a:gd name="T14" fmla="*/ 54 w 86"/>
                  <a:gd name="T15" fmla="*/ 60 h 103"/>
                  <a:gd name="T16" fmla="*/ 54 w 86"/>
                  <a:gd name="T17" fmla="*/ 60 h 103"/>
                  <a:gd name="T18" fmla="*/ 66 w 86"/>
                  <a:gd name="T19" fmla="*/ 65 h 103"/>
                  <a:gd name="T20" fmla="*/ 78 w 86"/>
                  <a:gd name="T21" fmla="*/ 72 h 103"/>
                  <a:gd name="T22" fmla="*/ 82 w 86"/>
                  <a:gd name="T23" fmla="*/ 75 h 103"/>
                  <a:gd name="T24" fmla="*/ 85 w 86"/>
                  <a:gd name="T25" fmla="*/ 79 h 103"/>
                  <a:gd name="T26" fmla="*/ 86 w 86"/>
                  <a:gd name="T27" fmla="*/ 82 h 103"/>
                  <a:gd name="T28" fmla="*/ 86 w 86"/>
                  <a:gd name="T29" fmla="*/ 86 h 103"/>
                  <a:gd name="T30" fmla="*/ 86 w 86"/>
                  <a:gd name="T31" fmla="*/ 86 h 103"/>
                  <a:gd name="T32" fmla="*/ 85 w 86"/>
                  <a:gd name="T33" fmla="*/ 90 h 103"/>
                  <a:gd name="T34" fmla="*/ 81 w 86"/>
                  <a:gd name="T35" fmla="*/ 93 h 103"/>
                  <a:gd name="T36" fmla="*/ 76 w 86"/>
                  <a:gd name="T37" fmla="*/ 95 h 103"/>
                  <a:gd name="T38" fmla="*/ 66 w 86"/>
                  <a:gd name="T39" fmla="*/ 98 h 103"/>
                  <a:gd name="T40" fmla="*/ 55 w 86"/>
                  <a:gd name="T41" fmla="*/ 101 h 103"/>
                  <a:gd name="T42" fmla="*/ 40 w 86"/>
                  <a:gd name="T43" fmla="*/ 102 h 103"/>
                  <a:gd name="T44" fmla="*/ 21 w 86"/>
                  <a:gd name="T45" fmla="*/ 103 h 103"/>
                  <a:gd name="T46" fmla="*/ 0 w 86"/>
                  <a:gd name="T47" fmla="*/ 103 h 103"/>
                  <a:gd name="T48" fmla="*/ 0 w 86"/>
                  <a:gd name="T49" fmla="*/ 0 h 103"/>
                  <a:gd name="T50" fmla="*/ 27 w 86"/>
                  <a:gd name="T51"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103">
                    <a:moveTo>
                      <a:pt x="27" y="6"/>
                    </a:moveTo>
                    <a:lnTo>
                      <a:pt x="27" y="38"/>
                    </a:lnTo>
                    <a:lnTo>
                      <a:pt x="27" y="38"/>
                    </a:lnTo>
                    <a:lnTo>
                      <a:pt x="28" y="41"/>
                    </a:lnTo>
                    <a:lnTo>
                      <a:pt x="34" y="47"/>
                    </a:lnTo>
                    <a:lnTo>
                      <a:pt x="42" y="55"/>
                    </a:lnTo>
                    <a:lnTo>
                      <a:pt x="47" y="57"/>
                    </a:lnTo>
                    <a:lnTo>
                      <a:pt x="54" y="60"/>
                    </a:lnTo>
                    <a:lnTo>
                      <a:pt x="54" y="60"/>
                    </a:lnTo>
                    <a:lnTo>
                      <a:pt x="66" y="65"/>
                    </a:lnTo>
                    <a:lnTo>
                      <a:pt x="78" y="72"/>
                    </a:lnTo>
                    <a:lnTo>
                      <a:pt x="82" y="75"/>
                    </a:lnTo>
                    <a:lnTo>
                      <a:pt x="85" y="79"/>
                    </a:lnTo>
                    <a:lnTo>
                      <a:pt x="86" y="82"/>
                    </a:lnTo>
                    <a:lnTo>
                      <a:pt x="86" y="86"/>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0" name="iṩḻïḓe">
                <a:extLst>
                  <a:ext uri="{FF2B5EF4-FFF2-40B4-BE49-F238E27FC236}">
                    <a16:creationId xmlns:a16="http://schemas.microsoft.com/office/drawing/2014/main" id="{A0303858-540B-455D-A22E-C6D8DA488CAD}"/>
                  </a:ext>
                </a:extLst>
              </p:cNvPr>
              <p:cNvSpPr/>
              <p:nvPr/>
            </p:nvSpPr>
            <p:spPr bwMode="auto">
              <a:xfrm>
                <a:off x="2024063" y="4786313"/>
                <a:ext cx="130175" cy="163513"/>
              </a:xfrm>
              <a:custGeom>
                <a:avLst/>
                <a:gdLst>
                  <a:gd name="T0" fmla="*/ 63 w 82"/>
                  <a:gd name="T1" fmla="*/ 6 h 103"/>
                  <a:gd name="T2" fmla="*/ 63 w 82"/>
                  <a:gd name="T3" fmla="*/ 38 h 103"/>
                  <a:gd name="T4" fmla="*/ 63 w 82"/>
                  <a:gd name="T5" fmla="*/ 38 h 103"/>
                  <a:gd name="T6" fmla="*/ 62 w 82"/>
                  <a:gd name="T7" fmla="*/ 41 h 103"/>
                  <a:gd name="T8" fmla="*/ 58 w 82"/>
                  <a:gd name="T9" fmla="*/ 47 h 103"/>
                  <a:gd name="T10" fmla="*/ 51 w 82"/>
                  <a:gd name="T11" fmla="*/ 55 h 103"/>
                  <a:gd name="T12" fmla="*/ 46 w 82"/>
                  <a:gd name="T13" fmla="*/ 57 h 103"/>
                  <a:gd name="T14" fmla="*/ 39 w 82"/>
                  <a:gd name="T15" fmla="*/ 60 h 103"/>
                  <a:gd name="T16" fmla="*/ 39 w 82"/>
                  <a:gd name="T17" fmla="*/ 60 h 103"/>
                  <a:gd name="T18" fmla="*/ 25 w 82"/>
                  <a:gd name="T19" fmla="*/ 65 h 103"/>
                  <a:gd name="T20" fmla="*/ 12 w 82"/>
                  <a:gd name="T21" fmla="*/ 72 h 103"/>
                  <a:gd name="T22" fmla="*/ 6 w 82"/>
                  <a:gd name="T23" fmla="*/ 75 h 103"/>
                  <a:gd name="T24" fmla="*/ 4 w 82"/>
                  <a:gd name="T25" fmla="*/ 79 h 103"/>
                  <a:gd name="T26" fmla="*/ 1 w 82"/>
                  <a:gd name="T27" fmla="*/ 82 h 103"/>
                  <a:gd name="T28" fmla="*/ 0 w 82"/>
                  <a:gd name="T29" fmla="*/ 86 h 103"/>
                  <a:gd name="T30" fmla="*/ 0 w 82"/>
                  <a:gd name="T31" fmla="*/ 86 h 103"/>
                  <a:gd name="T32" fmla="*/ 2 w 82"/>
                  <a:gd name="T33" fmla="*/ 90 h 103"/>
                  <a:gd name="T34" fmla="*/ 8 w 82"/>
                  <a:gd name="T35" fmla="*/ 93 h 103"/>
                  <a:gd name="T36" fmla="*/ 15 w 82"/>
                  <a:gd name="T37" fmla="*/ 95 h 103"/>
                  <a:gd name="T38" fmla="*/ 24 w 82"/>
                  <a:gd name="T39" fmla="*/ 98 h 103"/>
                  <a:gd name="T40" fmla="*/ 36 w 82"/>
                  <a:gd name="T41" fmla="*/ 101 h 103"/>
                  <a:gd name="T42" fmla="*/ 50 w 82"/>
                  <a:gd name="T43" fmla="*/ 102 h 103"/>
                  <a:gd name="T44" fmla="*/ 82 w 82"/>
                  <a:gd name="T45" fmla="*/ 103 h 103"/>
                  <a:gd name="T46" fmla="*/ 82 w 82"/>
                  <a:gd name="T47" fmla="*/ 0 h 103"/>
                  <a:gd name="T48" fmla="*/ 63 w 82"/>
                  <a:gd name="T49"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103">
                    <a:moveTo>
                      <a:pt x="63" y="6"/>
                    </a:moveTo>
                    <a:lnTo>
                      <a:pt x="63" y="38"/>
                    </a:lnTo>
                    <a:lnTo>
                      <a:pt x="63" y="38"/>
                    </a:lnTo>
                    <a:lnTo>
                      <a:pt x="62" y="41"/>
                    </a:lnTo>
                    <a:lnTo>
                      <a:pt x="58" y="47"/>
                    </a:lnTo>
                    <a:lnTo>
                      <a:pt x="51" y="55"/>
                    </a:lnTo>
                    <a:lnTo>
                      <a:pt x="46" y="57"/>
                    </a:lnTo>
                    <a:lnTo>
                      <a:pt x="39" y="60"/>
                    </a:lnTo>
                    <a:lnTo>
                      <a:pt x="39" y="60"/>
                    </a:lnTo>
                    <a:lnTo>
                      <a:pt x="25" y="65"/>
                    </a:lnTo>
                    <a:lnTo>
                      <a:pt x="12" y="72"/>
                    </a:lnTo>
                    <a:lnTo>
                      <a:pt x="6" y="75"/>
                    </a:lnTo>
                    <a:lnTo>
                      <a:pt x="4" y="79"/>
                    </a:lnTo>
                    <a:lnTo>
                      <a:pt x="1" y="82"/>
                    </a:lnTo>
                    <a:lnTo>
                      <a:pt x="0" y="86"/>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1" name="íśļîďê">
                <a:extLst>
                  <a:ext uri="{FF2B5EF4-FFF2-40B4-BE49-F238E27FC236}">
                    <a16:creationId xmlns:a16="http://schemas.microsoft.com/office/drawing/2014/main" id="{2DCFC0A7-788D-4F9C-82CD-052EC1FFAB67}"/>
                  </a:ext>
                </a:extLst>
              </p:cNvPr>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2" name="îṧlidê">
                <a:extLst>
                  <a:ext uri="{FF2B5EF4-FFF2-40B4-BE49-F238E27FC236}">
                    <a16:creationId xmlns:a16="http://schemas.microsoft.com/office/drawing/2014/main" id="{3CD02098-B06A-4E8A-A880-94892EA76FF6}"/>
                  </a:ext>
                </a:extLst>
              </p:cNvPr>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13" name="ísḷïḑè">
                <a:extLst>
                  <a:ext uri="{FF2B5EF4-FFF2-40B4-BE49-F238E27FC236}">
                    <a16:creationId xmlns:a16="http://schemas.microsoft.com/office/drawing/2014/main" id="{AB25B1E1-4AD2-4ED8-877E-033C2EAE9E59}"/>
                  </a:ext>
                </a:extLst>
              </p:cNvPr>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38" name="íṩliḑe">
              <a:extLst>
                <a:ext uri="{FF2B5EF4-FFF2-40B4-BE49-F238E27FC236}">
                  <a16:creationId xmlns:a16="http://schemas.microsoft.com/office/drawing/2014/main" id="{3F25F6AD-BF86-4F9A-83E5-F495C6FFC353}"/>
                </a:ext>
              </a:extLst>
            </p:cNvPr>
            <p:cNvGrpSpPr/>
            <p:nvPr/>
          </p:nvGrpSpPr>
          <p:grpSpPr>
            <a:xfrm>
              <a:off x="7120178" y="1860558"/>
              <a:ext cx="292621" cy="520693"/>
              <a:chOff x="3846513" y="1814513"/>
              <a:chExt cx="323850" cy="576262"/>
            </a:xfrm>
            <a:solidFill>
              <a:srgbClr val="8CC63F"/>
            </a:solidFill>
          </p:grpSpPr>
          <p:sp>
            <p:nvSpPr>
              <p:cNvPr id="303" name="ïṥ1íḋe">
                <a:extLst>
                  <a:ext uri="{FF2B5EF4-FFF2-40B4-BE49-F238E27FC236}">
                    <a16:creationId xmlns:a16="http://schemas.microsoft.com/office/drawing/2014/main" id="{7539EC07-565F-41A7-89A8-DF0194FCEAA3}"/>
                  </a:ext>
                </a:extLst>
              </p:cNvPr>
              <p:cNvSpPr/>
              <p:nvPr/>
            </p:nvSpPr>
            <p:spPr bwMode="auto">
              <a:xfrm>
                <a:off x="3846513" y="1814513"/>
                <a:ext cx="323850" cy="323850"/>
              </a:xfrm>
              <a:custGeom>
                <a:avLst/>
                <a:gdLst>
                  <a:gd name="T0" fmla="*/ 112 w 204"/>
                  <a:gd name="T1" fmla="*/ 0 h 204"/>
                  <a:gd name="T2" fmla="*/ 141 w 204"/>
                  <a:gd name="T3" fmla="*/ 8 h 204"/>
                  <a:gd name="T4" fmla="*/ 165 w 204"/>
                  <a:gd name="T5" fmla="*/ 22 h 204"/>
                  <a:gd name="T6" fmla="*/ 185 w 204"/>
                  <a:gd name="T7" fmla="*/ 42 h 204"/>
                  <a:gd name="T8" fmla="*/ 199 w 204"/>
                  <a:gd name="T9" fmla="*/ 68 h 204"/>
                  <a:gd name="T10" fmla="*/ 204 w 204"/>
                  <a:gd name="T11" fmla="*/ 96 h 204"/>
                  <a:gd name="T12" fmla="*/ 203 w 204"/>
                  <a:gd name="T13" fmla="*/ 118 h 204"/>
                  <a:gd name="T14" fmla="*/ 195 w 204"/>
                  <a:gd name="T15" fmla="*/ 146 h 204"/>
                  <a:gd name="T16" fmla="*/ 179 w 204"/>
                  <a:gd name="T17" fmla="*/ 171 h 204"/>
                  <a:gd name="T18" fmla="*/ 156 w 204"/>
                  <a:gd name="T19" fmla="*/ 190 h 204"/>
                  <a:gd name="T20" fmla="*/ 129 w 204"/>
                  <a:gd name="T21" fmla="*/ 202 h 204"/>
                  <a:gd name="T22" fmla="*/ 108 w 204"/>
                  <a:gd name="T23" fmla="*/ 204 h 204"/>
                  <a:gd name="T24" fmla="*/ 102 w 204"/>
                  <a:gd name="T25" fmla="*/ 185 h 204"/>
                  <a:gd name="T26" fmla="*/ 107 w 204"/>
                  <a:gd name="T27" fmla="*/ 185 h 204"/>
                  <a:gd name="T28" fmla="*/ 131 w 204"/>
                  <a:gd name="T29" fmla="*/ 180 h 204"/>
                  <a:gd name="T30" fmla="*/ 164 w 204"/>
                  <a:gd name="T31" fmla="*/ 158 h 204"/>
                  <a:gd name="T32" fmla="*/ 183 w 204"/>
                  <a:gd name="T33" fmla="*/ 123 h 204"/>
                  <a:gd name="T34" fmla="*/ 185 w 204"/>
                  <a:gd name="T35" fmla="*/ 97 h 204"/>
                  <a:gd name="T36" fmla="*/ 177 w 204"/>
                  <a:gd name="T37" fmla="*/ 66 h 204"/>
                  <a:gd name="T38" fmla="*/ 148 w 204"/>
                  <a:gd name="T39" fmla="*/ 32 h 204"/>
                  <a:gd name="T40" fmla="*/ 102 w 204"/>
                  <a:gd name="T41" fmla="*/ 19 h 204"/>
                  <a:gd name="T42" fmla="*/ 96 w 204"/>
                  <a:gd name="T43" fmla="*/ 0 h 204"/>
                  <a:gd name="T44" fmla="*/ 102 w 204"/>
                  <a:gd name="T45" fmla="*/ 19 h 204"/>
                  <a:gd name="T46" fmla="*/ 89 w 204"/>
                  <a:gd name="T47" fmla="*/ 20 h 204"/>
                  <a:gd name="T48" fmla="*/ 66 w 204"/>
                  <a:gd name="T49" fmla="*/ 27 h 204"/>
                  <a:gd name="T50" fmla="*/ 31 w 204"/>
                  <a:gd name="T51" fmla="*/ 60 h 204"/>
                  <a:gd name="T52" fmla="*/ 20 w 204"/>
                  <a:gd name="T53" fmla="*/ 89 h 204"/>
                  <a:gd name="T54" fmla="*/ 19 w 204"/>
                  <a:gd name="T55" fmla="*/ 107 h 204"/>
                  <a:gd name="T56" fmla="*/ 35 w 204"/>
                  <a:gd name="T57" fmla="*/ 152 h 204"/>
                  <a:gd name="T58" fmla="*/ 70 w 204"/>
                  <a:gd name="T59" fmla="*/ 179 h 204"/>
                  <a:gd name="T60" fmla="*/ 102 w 204"/>
                  <a:gd name="T61" fmla="*/ 204 h 204"/>
                  <a:gd name="T62" fmla="*/ 83 w 204"/>
                  <a:gd name="T63" fmla="*/ 203 h 204"/>
                  <a:gd name="T64" fmla="*/ 55 w 204"/>
                  <a:gd name="T65" fmla="*/ 194 h 204"/>
                  <a:gd name="T66" fmla="*/ 32 w 204"/>
                  <a:gd name="T67" fmla="*/ 176 h 204"/>
                  <a:gd name="T68" fmla="*/ 13 w 204"/>
                  <a:gd name="T69" fmla="*/ 154 h 204"/>
                  <a:gd name="T70" fmla="*/ 3 w 204"/>
                  <a:gd name="T71" fmla="*/ 127 h 204"/>
                  <a:gd name="T72" fmla="*/ 0 w 204"/>
                  <a:gd name="T73" fmla="*/ 108 h 204"/>
                  <a:gd name="T74" fmla="*/ 3 w 204"/>
                  <a:gd name="T75" fmla="*/ 77 h 204"/>
                  <a:gd name="T76" fmla="*/ 15 w 204"/>
                  <a:gd name="T77" fmla="*/ 50 h 204"/>
                  <a:gd name="T78" fmla="*/ 32 w 204"/>
                  <a:gd name="T79" fmla="*/ 27 h 204"/>
                  <a:gd name="T80" fmla="*/ 57 w 204"/>
                  <a:gd name="T81" fmla="*/ 11 h 204"/>
                  <a:gd name="T82" fmla="*/ 87 w 204"/>
                  <a:gd name="T83" fmla="*/ 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8" y="204"/>
                    </a:lnTo>
                    <a:lnTo>
                      <a:pt x="102" y="204"/>
                    </a:lnTo>
                    <a:lnTo>
                      <a:pt x="102" y="185"/>
                    </a:lnTo>
                    <a:lnTo>
                      <a:pt x="102" y="185"/>
                    </a:lnTo>
                    <a:lnTo>
                      <a:pt x="107" y="185"/>
                    </a:lnTo>
                    <a:lnTo>
                      <a:pt x="107"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102" y="19"/>
                    </a:lnTo>
                    <a:lnTo>
                      <a:pt x="97"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19" y="107"/>
                    </a:lnTo>
                    <a:lnTo>
                      <a:pt x="22" y="123"/>
                    </a:lnTo>
                    <a:lnTo>
                      <a:pt x="27" y="138"/>
                    </a:lnTo>
                    <a:lnTo>
                      <a:pt x="35" y="152"/>
                    </a:lnTo>
                    <a:lnTo>
                      <a:pt x="45" y="162"/>
                    </a:lnTo>
                    <a:lnTo>
                      <a:pt x="57" y="172"/>
                    </a:lnTo>
                    <a:lnTo>
                      <a:pt x="70" y="179"/>
                    </a:lnTo>
                    <a:lnTo>
                      <a:pt x="87" y="184"/>
                    </a:lnTo>
                    <a:lnTo>
                      <a:pt x="102" y="185"/>
                    </a:lnTo>
                    <a:lnTo>
                      <a:pt x="102" y="204"/>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lnTo>
                      <a:pt x="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4" name="ïŝļiḍê">
                <a:extLst>
                  <a:ext uri="{FF2B5EF4-FFF2-40B4-BE49-F238E27FC236}">
                    <a16:creationId xmlns:a16="http://schemas.microsoft.com/office/drawing/2014/main" id="{1D5551CE-B76D-4FAC-B622-EA55DE54A607}"/>
                  </a:ext>
                </a:extLst>
              </p:cNvPr>
              <p:cNvSpPr/>
              <p:nvPr/>
            </p:nvSpPr>
            <p:spPr bwMode="auto">
              <a:xfrm>
                <a:off x="3994151" y="2119313"/>
                <a:ext cx="52388" cy="161925"/>
              </a:xfrm>
              <a:custGeom>
                <a:avLst/>
                <a:gdLst>
                  <a:gd name="T0" fmla="*/ 6 w 33"/>
                  <a:gd name="T1" fmla="*/ 102 h 102"/>
                  <a:gd name="T2" fmla="*/ 33 w 33"/>
                  <a:gd name="T3" fmla="*/ 100 h 102"/>
                  <a:gd name="T4" fmla="*/ 27 w 33"/>
                  <a:gd name="T5" fmla="*/ 0 h 102"/>
                  <a:gd name="T6" fmla="*/ 0 w 33"/>
                  <a:gd name="T7" fmla="*/ 2 h 102"/>
                  <a:gd name="T8" fmla="*/ 6 w 33"/>
                  <a:gd name="T9" fmla="*/ 102 h 102"/>
                </a:gdLst>
                <a:ahLst/>
                <a:cxnLst>
                  <a:cxn ang="0">
                    <a:pos x="T0" y="T1"/>
                  </a:cxn>
                  <a:cxn ang="0">
                    <a:pos x="T2" y="T3"/>
                  </a:cxn>
                  <a:cxn ang="0">
                    <a:pos x="T4" y="T5"/>
                  </a:cxn>
                  <a:cxn ang="0">
                    <a:pos x="T6" y="T7"/>
                  </a:cxn>
                  <a:cxn ang="0">
                    <a:pos x="T8" y="T9"/>
                  </a:cxn>
                </a:cxnLst>
                <a:rect l="0" t="0" r="r" b="b"/>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5" name="işlîḑe">
                <a:extLst>
                  <a:ext uri="{FF2B5EF4-FFF2-40B4-BE49-F238E27FC236}">
                    <a16:creationId xmlns:a16="http://schemas.microsoft.com/office/drawing/2014/main" id="{8838061A-BB3B-48B0-BEEA-5BD1178D14D0}"/>
                  </a:ext>
                </a:extLst>
              </p:cNvPr>
              <p:cNvSpPr/>
              <p:nvPr/>
            </p:nvSpPr>
            <p:spPr bwMode="auto">
              <a:xfrm>
                <a:off x="3986213" y="2171700"/>
                <a:ext cx="77788" cy="219075"/>
              </a:xfrm>
              <a:custGeom>
                <a:avLst/>
                <a:gdLst>
                  <a:gd name="T0" fmla="*/ 5 w 49"/>
                  <a:gd name="T1" fmla="*/ 116 h 138"/>
                  <a:gd name="T2" fmla="*/ 5 w 49"/>
                  <a:gd name="T3" fmla="*/ 116 h 138"/>
                  <a:gd name="T4" fmla="*/ 5 w 49"/>
                  <a:gd name="T5" fmla="*/ 122 h 138"/>
                  <a:gd name="T6" fmla="*/ 7 w 49"/>
                  <a:gd name="T7" fmla="*/ 126 h 138"/>
                  <a:gd name="T8" fmla="*/ 9 w 49"/>
                  <a:gd name="T9" fmla="*/ 128 h 138"/>
                  <a:gd name="T10" fmla="*/ 12 w 49"/>
                  <a:gd name="T11" fmla="*/ 132 h 138"/>
                  <a:gd name="T12" fmla="*/ 16 w 49"/>
                  <a:gd name="T13" fmla="*/ 134 h 138"/>
                  <a:gd name="T14" fmla="*/ 19 w 49"/>
                  <a:gd name="T15" fmla="*/ 136 h 138"/>
                  <a:gd name="T16" fmla="*/ 23 w 49"/>
                  <a:gd name="T17" fmla="*/ 138 h 138"/>
                  <a:gd name="T18" fmla="*/ 28 w 49"/>
                  <a:gd name="T19" fmla="*/ 138 h 138"/>
                  <a:gd name="T20" fmla="*/ 28 w 49"/>
                  <a:gd name="T21" fmla="*/ 138 h 138"/>
                  <a:gd name="T22" fmla="*/ 32 w 49"/>
                  <a:gd name="T23" fmla="*/ 136 h 138"/>
                  <a:gd name="T24" fmla="*/ 37 w 49"/>
                  <a:gd name="T25" fmla="*/ 135 h 138"/>
                  <a:gd name="T26" fmla="*/ 41 w 49"/>
                  <a:gd name="T27" fmla="*/ 132 h 138"/>
                  <a:gd name="T28" fmla="*/ 43 w 49"/>
                  <a:gd name="T29" fmla="*/ 130 h 138"/>
                  <a:gd name="T30" fmla="*/ 46 w 49"/>
                  <a:gd name="T31" fmla="*/ 127 h 138"/>
                  <a:gd name="T32" fmla="*/ 47 w 49"/>
                  <a:gd name="T33" fmla="*/ 123 h 138"/>
                  <a:gd name="T34" fmla="*/ 49 w 49"/>
                  <a:gd name="T35" fmla="*/ 119 h 138"/>
                  <a:gd name="T36" fmla="*/ 49 w 49"/>
                  <a:gd name="T37" fmla="*/ 115 h 138"/>
                  <a:gd name="T38" fmla="*/ 43 w 49"/>
                  <a:gd name="T39" fmla="*/ 20 h 138"/>
                  <a:gd name="T40" fmla="*/ 43 w 49"/>
                  <a:gd name="T41" fmla="*/ 20 h 138"/>
                  <a:gd name="T42" fmla="*/ 43 w 49"/>
                  <a:gd name="T43" fmla="*/ 16 h 138"/>
                  <a:gd name="T44" fmla="*/ 42 w 49"/>
                  <a:gd name="T45" fmla="*/ 12 h 138"/>
                  <a:gd name="T46" fmla="*/ 39 w 49"/>
                  <a:gd name="T47" fmla="*/ 8 h 138"/>
                  <a:gd name="T48" fmla="*/ 37 w 49"/>
                  <a:gd name="T49" fmla="*/ 5 h 138"/>
                  <a:gd name="T50" fmla="*/ 34 w 49"/>
                  <a:gd name="T51" fmla="*/ 2 h 138"/>
                  <a:gd name="T52" fmla="*/ 30 w 49"/>
                  <a:gd name="T53" fmla="*/ 1 h 138"/>
                  <a:gd name="T54" fmla="*/ 26 w 49"/>
                  <a:gd name="T55" fmla="*/ 0 h 138"/>
                  <a:gd name="T56" fmla="*/ 20 w 49"/>
                  <a:gd name="T57" fmla="*/ 0 h 138"/>
                  <a:gd name="T58" fmla="*/ 20 w 49"/>
                  <a:gd name="T59" fmla="*/ 0 h 138"/>
                  <a:gd name="T60" fmla="*/ 16 w 49"/>
                  <a:gd name="T61" fmla="*/ 0 h 138"/>
                  <a:gd name="T62" fmla="*/ 12 w 49"/>
                  <a:gd name="T63" fmla="*/ 1 h 138"/>
                  <a:gd name="T64" fmla="*/ 8 w 49"/>
                  <a:gd name="T65" fmla="*/ 4 h 138"/>
                  <a:gd name="T66" fmla="*/ 5 w 49"/>
                  <a:gd name="T67" fmla="*/ 6 h 138"/>
                  <a:gd name="T68" fmla="*/ 3 w 49"/>
                  <a:gd name="T69" fmla="*/ 11 h 138"/>
                  <a:gd name="T70" fmla="*/ 1 w 49"/>
                  <a:gd name="T71" fmla="*/ 15 h 138"/>
                  <a:gd name="T72" fmla="*/ 0 w 49"/>
                  <a:gd name="T73" fmla="*/ 19 h 138"/>
                  <a:gd name="T74" fmla="*/ 0 w 49"/>
                  <a:gd name="T75" fmla="*/ 23 h 138"/>
                  <a:gd name="T76" fmla="*/ 5 w 49"/>
                  <a:gd name="T77" fmla="*/ 1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28" y="138"/>
                    </a:lnTo>
                    <a:lnTo>
                      <a:pt x="32" y="136"/>
                    </a:lnTo>
                    <a:lnTo>
                      <a:pt x="37" y="135"/>
                    </a:lnTo>
                    <a:lnTo>
                      <a:pt x="41" y="132"/>
                    </a:lnTo>
                    <a:lnTo>
                      <a:pt x="43" y="130"/>
                    </a:lnTo>
                    <a:lnTo>
                      <a:pt x="46" y="127"/>
                    </a:lnTo>
                    <a:lnTo>
                      <a:pt x="47" y="123"/>
                    </a:lnTo>
                    <a:lnTo>
                      <a:pt x="49" y="119"/>
                    </a:lnTo>
                    <a:lnTo>
                      <a:pt x="49" y="115"/>
                    </a:lnTo>
                    <a:lnTo>
                      <a:pt x="43" y="20"/>
                    </a:lnTo>
                    <a:lnTo>
                      <a:pt x="43" y="20"/>
                    </a:lnTo>
                    <a:lnTo>
                      <a:pt x="43" y="16"/>
                    </a:lnTo>
                    <a:lnTo>
                      <a:pt x="42" y="12"/>
                    </a:lnTo>
                    <a:lnTo>
                      <a:pt x="39" y="8"/>
                    </a:lnTo>
                    <a:lnTo>
                      <a:pt x="37" y="5"/>
                    </a:lnTo>
                    <a:lnTo>
                      <a:pt x="34" y="2"/>
                    </a:lnTo>
                    <a:lnTo>
                      <a:pt x="30" y="1"/>
                    </a:lnTo>
                    <a:lnTo>
                      <a:pt x="26" y="0"/>
                    </a:lnTo>
                    <a:lnTo>
                      <a:pt x="20"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39" name="îs1íḍè">
              <a:extLst>
                <a:ext uri="{FF2B5EF4-FFF2-40B4-BE49-F238E27FC236}">
                  <a16:creationId xmlns:a16="http://schemas.microsoft.com/office/drawing/2014/main" id="{0F5F22B4-BD7E-468E-B4F8-C3629486B441}"/>
                </a:ext>
              </a:extLst>
            </p:cNvPr>
            <p:cNvSpPr/>
            <p:nvPr/>
          </p:nvSpPr>
          <p:spPr bwMode="auto">
            <a:xfrm>
              <a:off x="5962604" y="1268760"/>
              <a:ext cx="466186" cy="380121"/>
            </a:xfrm>
            <a:custGeom>
              <a:avLst/>
              <a:gdLst>
                <a:gd name="T0" fmla="*/ 263525 w 325"/>
                <a:gd name="T1" fmla="*/ 420688 h 265"/>
                <a:gd name="T2" fmla="*/ 263525 w 325"/>
                <a:gd name="T3" fmla="*/ 420688 h 265"/>
                <a:gd name="T4" fmla="*/ 268288 w 325"/>
                <a:gd name="T5" fmla="*/ 417513 h 265"/>
                <a:gd name="T6" fmla="*/ 280988 w 325"/>
                <a:gd name="T7" fmla="*/ 407988 h 265"/>
                <a:gd name="T8" fmla="*/ 300038 w 325"/>
                <a:gd name="T9" fmla="*/ 396875 h 265"/>
                <a:gd name="T10" fmla="*/ 314325 w 325"/>
                <a:gd name="T11" fmla="*/ 390525 h 265"/>
                <a:gd name="T12" fmla="*/ 328613 w 325"/>
                <a:gd name="T13" fmla="*/ 387350 h 265"/>
                <a:gd name="T14" fmla="*/ 346075 w 325"/>
                <a:gd name="T15" fmla="*/ 382588 h 265"/>
                <a:gd name="T16" fmla="*/ 365125 w 325"/>
                <a:gd name="T17" fmla="*/ 381000 h 265"/>
                <a:gd name="T18" fmla="*/ 384175 w 325"/>
                <a:gd name="T19" fmla="*/ 381000 h 265"/>
                <a:gd name="T20" fmla="*/ 407988 w 325"/>
                <a:gd name="T21" fmla="*/ 382588 h 265"/>
                <a:gd name="T22" fmla="*/ 431800 w 325"/>
                <a:gd name="T23" fmla="*/ 384175 h 265"/>
                <a:gd name="T24" fmla="*/ 457200 w 325"/>
                <a:gd name="T25" fmla="*/ 393700 h 265"/>
                <a:gd name="T26" fmla="*/ 485775 w 325"/>
                <a:gd name="T27" fmla="*/ 404813 h 265"/>
                <a:gd name="T28" fmla="*/ 515938 w 325"/>
                <a:gd name="T29" fmla="*/ 417513 h 265"/>
                <a:gd name="T30" fmla="*/ 515938 w 325"/>
                <a:gd name="T31" fmla="*/ 41275 h 265"/>
                <a:gd name="T32" fmla="*/ 515938 w 325"/>
                <a:gd name="T33" fmla="*/ 41275 h 265"/>
                <a:gd name="T34" fmla="*/ 487363 w 325"/>
                <a:gd name="T35" fmla="*/ 28575 h 265"/>
                <a:gd name="T36" fmla="*/ 457200 w 325"/>
                <a:gd name="T37" fmla="*/ 14288 h 265"/>
                <a:gd name="T38" fmla="*/ 420688 w 325"/>
                <a:gd name="T39" fmla="*/ 6350 h 265"/>
                <a:gd name="T40" fmla="*/ 401638 w 325"/>
                <a:gd name="T41" fmla="*/ 1588 h 265"/>
                <a:gd name="T42" fmla="*/ 381000 w 325"/>
                <a:gd name="T43" fmla="*/ 0 h 265"/>
                <a:gd name="T44" fmla="*/ 358775 w 325"/>
                <a:gd name="T45" fmla="*/ 0 h 265"/>
                <a:gd name="T46" fmla="*/ 336550 w 325"/>
                <a:gd name="T47" fmla="*/ 1588 h 265"/>
                <a:gd name="T48" fmla="*/ 315913 w 325"/>
                <a:gd name="T49" fmla="*/ 6350 h 265"/>
                <a:gd name="T50" fmla="*/ 296863 w 325"/>
                <a:gd name="T51" fmla="*/ 12700 h 265"/>
                <a:gd name="T52" fmla="*/ 277813 w 325"/>
                <a:gd name="T53" fmla="*/ 25400 h 265"/>
                <a:gd name="T54" fmla="*/ 257175 w 325"/>
                <a:gd name="T55" fmla="*/ 41275 h 265"/>
                <a:gd name="T56" fmla="*/ 0 w 325"/>
                <a:gd name="T57" fmla="*/ 41275 h 265"/>
                <a:gd name="T58" fmla="*/ 0 w 325"/>
                <a:gd name="T59" fmla="*/ 419100 h 265"/>
                <a:gd name="T60" fmla="*/ 263525 w 325"/>
                <a:gd name="T61" fmla="*/ 420688 h 2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0" name="íṧḻiḍè">
              <a:extLst>
                <a:ext uri="{FF2B5EF4-FFF2-40B4-BE49-F238E27FC236}">
                  <a16:creationId xmlns:a16="http://schemas.microsoft.com/office/drawing/2014/main" id="{397D4D97-5670-42EA-8EDB-855480EC0E54}"/>
                </a:ext>
              </a:extLst>
            </p:cNvPr>
            <p:cNvSpPr/>
            <p:nvPr/>
          </p:nvSpPr>
          <p:spPr bwMode="auto">
            <a:xfrm>
              <a:off x="5999899" y="3593950"/>
              <a:ext cx="568029" cy="469054"/>
            </a:xfrm>
            <a:custGeom>
              <a:avLst/>
              <a:gdLst>
                <a:gd name="T0" fmla="*/ 365 w 396"/>
                <a:gd name="T1" fmla="*/ 0 h 327"/>
                <a:gd name="T2" fmla="*/ 383 w 396"/>
                <a:gd name="T3" fmla="*/ 5 h 327"/>
                <a:gd name="T4" fmla="*/ 394 w 396"/>
                <a:gd name="T5" fmla="*/ 19 h 327"/>
                <a:gd name="T6" fmla="*/ 396 w 396"/>
                <a:gd name="T7" fmla="*/ 197 h 327"/>
                <a:gd name="T8" fmla="*/ 394 w 396"/>
                <a:gd name="T9" fmla="*/ 210 h 327"/>
                <a:gd name="T10" fmla="*/ 383 w 396"/>
                <a:gd name="T11" fmla="*/ 224 h 327"/>
                <a:gd name="T12" fmla="*/ 365 w 396"/>
                <a:gd name="T13" fmla="*/ 230 h 327"/>
                <a:gd name="T14" fmla="*/ 295 w 396"/>
                <a:gd name="T15" fmla="*/ 260 h 327"/>
                <a:gd name="T16" fmla="*/ 307 w 396"/>
                <a:gd name="T17" fmla="*/ 262 h 327"/>
                <a:gd name="T18" fmla="*/ 321 w 396"/>
                <a:gd name="T19" fmla="*/ 273 h 327"/>
                <a:gd name="T20" fmla="*/ 326 w 396"/>
                <a:gd name="T21" fmla="*/ 291 h 327"/>
                <a:gd name="T22" fmla="*/ 326 w 396"/>
                <a:gd name="T23" fmla="*/ 302 h 327"/>
                <a:gd name="T24" fmla="*/ 318 w 396"/>
                <a:gd name="T25" fmla="*/ 318 h 327"/>
                <a:gd name="T26" fmla="*/ 302 w 396"/>
                <a:gd name="T27" fmla="*/ 326 h 327"/>
                <a:gd name="T28" fmla="*/ 199 w 396"/>
                <a:gd name="T29" fmla="*/ 208 h 327"/>
                <a:gd name="T30" fmla="*/ 348 w 396"/>
                <a:gd name="T31" fmla="*/ 208 h 327"/>
                <a:gd name="T32" fmla="*/ 361 w 396"/>
                <a:gd name="T33" fmla="*/ 204 h 327"/>
                <a:gd name="T34" fmla="*/ 371 w 396"/>
                <a:gd name="T35" fmla="*/ 192 h 327"/>
                <a:gd name="T36" fmla="*/ 373 w 396"/>
                <a:gd name="T37" fmla="*/ 47 h 327"/>
                <a:gd name="T38" fmla="*/ 371 w 396"/>
                <a:gd name="T39" fmla="*/ 36 h 327"/>
                <a:gd name="T40" fmla="*/ 361 w 396"/>
                <a:gd name="T41" fmla="*/ 25 h 327"/>
                <a:gd name="T42" fmla="*/ 348 w 396"/>
                <a:gd name="T43" fmla="*/ 20 h 327"/>
                <a:gd name="T44" fmla="*/ 127 w 396"/>
                <a:gd name="T45" fmla="*/ 260 h 327"/>
                <a:gd name="T46" fmla="*/ 127 w 396"/>
                <a:gd name="T47" fmla="*/ 230 h 327"/>
                <a:gd name="T48" fmla="*/ 199 w 396"/>
                <a:gd name="T49" fmla="*/ 327 h 327"/>
                <a:gd name="T50" fmla="*/ 154 w 396"/>
                <a:gd name="T51" fmla="*/ 288 h 327"/>
                <a:gd name="T52" fmla="*/ 158 w 396"/>
                <a:gd name="T53" fmla="*/ 287 h 327"/>
                <a:gd name="T54" fmla="*/ 159 w 396"/>
                <a:gd name="T55" fmla="*/ 283 h 327"/>
                <a:gd name="T56" fmla="*/ 155 w 396"/>
                <a:gd name="T57" fmla="*/ 277 h 327"/>
                <a:gd name="T58" fmla="*/ 127 w 396"/>
                <a:gd name="T59" fmla="*/ 260 h 327"/>
                <a:gd name="T60" fmla="*/ 199 w 396"/>
                <a:gd name="T61" fmla="*/ 0 h 327"/>
                <a:gd name="T62" fmla="*/ 127 w 396"/>
                <a:gd name="T63" fmla="*/ 0 h 327"/>
                <a:gd name="T64" fmla="*/ 127 w 396"/>
                <a:gd name="T65" fmla="*/ 276 h 327"/>
                <a:gd name="T66" fmla="*/ 97 w 396"/>
                <a:gd name="T67" fmla="*/ 277 h 327"/>
                <a:gd name="T68" fmla="*/ 94 w 396"/>
                <a:gd name="T69" fmla="*/ 283 h 327"/>
                <a:gd name="T70" fmla="*/ 96 w 396"/>
                <a:gd name="T71" fmla="*/ 287 h 327"/>
                <a:gd name="T72" fmla="*/ 100 w 396"/>
                <a:gd name="T73" fmla="*/ 288 h 327"/>
                <a:gd name="T74" fmla="*/ 101 w 396"/>
                <a:gd name="T75" fmla="*/ 327 h 327"/>
                <a:gd name="T76" fmla="*/ 88 w 396"/>
                <a:gd name="T77" fmla="*/ 325 h 327"/>
                <a:gd name="T78" fmla="*/ 74 w 396"/>
                <a:gd name="T79" fmla="*/ 314 h 327"/>
                <a:gd name="T80" fmla="*/ 69 w 396"/>
                <a:gd name="T81" fmla="*/ 295 h 327"/>
                <a:gd name="T82" fmla="*/ 70 w 396"/>
                <a:gd name="T83" fmla="*/ 285 h 327"/>
                <a:gd name="T84" fmla="*/ 78 w 396"/>
                <a:gd name="T85" fmla="*/ 269 h 327"/>
                <a:gd name="T86" fmla="*/ 94 w 396"/>
                <a:gd name="T87" fmla="*/ 260 h 327"/>
                <a:gd name="T88" fmla="*/ 127 w 396"/>
                <a:gd name="T89" fmla="*/ 230 h 327"/>
                <a:gd name="T90" fmla="*/ 25 w 396"/>
                <a:gd name="T91" fmla="*/ 229 h 327"/>
                <a:gd name="T92" fmla="*/ 9 w 396"/>
                <a:gd name="T93" fmla="*/ 220 h 327"/>
                <a:gd name="T94" fmla="*/ 1 w 396"/>
                <a:gd name="T95" fmla="*/ 204 h 327"/>
                <a:gd name="T96" fmla="*/ 0 w 396"/>
                <a:gd name="T97" fmla="*/ 31 h 327"/>
                <a:gd name="T98" fmla="*/ 5 w 396"/>
                <a:gd name="T99" fmla="*/ 13 h 327"/>
                <a:gd name="T100" fmla="*/ 20 w 396"/>
                <a:gd name="T101" fmla="*/ 2 h 327"/>
                <a:gd name="T102" fmla="*/ 127 w 396"/>
                <a:gd name="T103" fmla="*/ 0 h 327"/>
                <a:gd name="T104" fmla="*/ 50 w 396"/>
                <a:gd name="T105" fmla="*/ 20 h 327"/>
                <a:gd name="T106" fmla="*/ 35 w 396"/>
                <a:gd name="T107" fmla="*/ 25 h 327"/>
                <a:gd name="T108" fmla="*/ 25 w 396"/>
                <a:gd name="T109" fmla="*/ 36 h 327"/>
                <a:gd name="T110" fmla="*/ 24 w 396"/>
                <a:gd name="T111" fmla="*/ 182 h 327"/>
                <a:gd name="T112" fmla="*/ 25 w 396"/>
                <a:gd name="T113" fmla="*/ 192 h 327"/>
                <a:gd name="T114" fmla="*/ 35 w 396"/>
                <a:gd name="T115" fmla="*/ 204 h 327"/>
                <a:gd name="T116" fmla="*/ 50 w 396"/>
                <a:gd name="T117" fmla="*/ 20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 h="327">
                  <a:moveTo>
                    <a:pt x="199" y="0"/>
                  </a:moveTo>
                  <a:lnTo>
                    <a:pt x="365" y="0"/>
                  </a:lnTo>
                  <a:lnTo>
                    <a:pt x="365" y="0"/>
                  </a:lnTo>
                  <a:lnTo>
                    <a:pt x="372" y="0"/>
                  </a:lnTo>
                  <a:lnTo>
                    <a:pt x="377" y="2"/>
                  </a:lnTo>
                  <a:lnTo>
                    <a:pt x="383" y="5"/>
                  </a:lnTo>
                  <a:lnTo>
                    <a:pt x="387" y="9"/>
                  </a:lnTo>
                  <a:lnTo>
                    <a:pt x="391" y="13"/>
                  </a:lnTo>
                  <a:lnTo>
                    <a:pt x="394" y="19"/>
                  </a:lnTo>
                  <a:lnTo>
                    <a:pt x="396" y="24"/>
                  </a:lnTo>
                  <a:lnTo>
                    <a:pt x="396" y="31"/>
                  </a:lnTo>
                  <a:lnTo>
                    <a:pt x="396" y="197"/>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48"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4" y="288"/>
                  </a:lnTo>
                  <a:lnTo>
                    <a:pt x="155" y="288"/>
                  </a:lnTo>
                  <a:lnTo>
                    <a:pt x="158" y="287"/>
                  </a:lnTo>
                  <a:lnTo>
                    <a:pt x="159" y="284"/>
                  </a:lnTo>
                  <a:lnTo>
                    <a:pt x="159" y="283"/>
                  </a:lnTo>
                  <a:lnTo>
                    <a:pt x="159" y="283"/>
                  </a:lnTo>
                  <a:lnTo>
                    <a:pt x="159" y="280"/>
                  </a:lnTo>
                  <a:lnTo>
                    <a:pt x="158" y="279"/>
                  </a:lnTo>
                  <a:lnTo>
                    <a:pt x="155" y="277"/>
                  </a:lnTo>
                  <a:lnTo>
                    <a:pt x="154" y="276"/>
                  </a:lnTo>
                  <a:lnTo>
                    <a:pt x="127" y="276"/>
                  </a:lnTo>
                  <a:lnTo>
                    <a:pt x="127" y="260"/>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100" y="276"/>
                  </a:lnTo>
                  <a:lnTo>
                    <a:pt x="97" y="277"/>
                  </a:lnTo>
                  <a:lnTo>
                    <a:pt x="96" y="279"/>
                  </a:lnTo>
                  <a:lnTo>
                    <a:pt x="94" y="280"/>
                  </a:lnTo>
                  <a:lnTo>
                    <a:pt x="94" y="283"/>
                  </a:lnTo>
                  <a:lnTo>
                    <a:pt x="94" y="283"/>
                  </a:lnTo>
                  <a:lnTo>
                    <a:pt x="94" y="284"/>
                  </a:lnTo>
                  <a:lnTo>
                    <a:pt x="96" y="287"/>
                  </a:lnTo>
                  <a:lnTo>
                    <a:pt x="97" y="288"/>
                  </a:lnTo>
                  <a:lnTo>
                    <a:pt x="100" y="288"/>
                  </a:lnTo>
                  <a:lnTo>
                    <a:pt x="100" y="288"/>
                  </a:lnTo>
                  <a:lnTo>
                    <a:pt x="127" y="288"/>
                  </a:lnTo>
                  <a:lnTo>
                    <a:pt x="127" y="327"/>
                  </a:lnTo>
                  <a:lnTo>
                    <a:pt x="101" y="327"/>
                  </a:lnTo>
                  <a:lnTo>
                    <a:pt x="101" y="327"/>
                  </a:lnTo>
                  <a:lnTo>
                    <a:pt x="94" y="326"/>
                  </a:lnTo>
                  <a:lnTo>
                    <a:pt x="88" y="325"/>
                  </a:lnTo>
                  <a:lnTo>
                    <a:pt x="82" y="322"/>
                  </a:lnTo>
                  <a:lnTo>
                    <a:pt x="78" y="318"/>
                  </a:lnTo>
                  <a:lnTo>
                    <a:pt x="74" y="314"/>
                  </a:lnTo>
                  <a:lnTo>
                    <a:pt x="71" y="308"/>
                  </a:lnTo>
                  <a:lnTo>
                    <a:pt x="70" y="302"/>
                  </a:lnTo>
                  <a:lnTo>
                    <a:pt x="69" y="295"/>
                  </a:lnTo>
                  <a:lnTo>
                    <a:pt x="69" y="291"/>
                  </a:lnTo>
                  <a:lnTo>
                    <a:pt x="69" y="291"/>
                  </a:lnTo>
                  <a:lnTo>
                    <a:pt x="70" y="285"/>
                  </a:lnTo>
                  <a:lnTo>
                    <a:pt x="71" y="279"/>
                  </a:lnTo>
                  <a:lnTo>
                    <a:pt x="74" y="273"/>
                  </a:lnTo>
                  <a:lnTo>
                    <a:pt x="78" y="269"/>
                  </a:lnTo>
                  <a:lnTo>
                    <a:pt x="82" y="265"/>
                  </a:lnTo>
                  <a:lnTo>
                    <a:pt x="88" y="262"/>
                  </a:lnTo>
                  <a:lnTo>
                    <a:pt x="94" y="260"/>
                  </a:lnTo>
                  <a:lnTo>
                    <a:pt x="101" y="260"/>
                  </a:lnTo>
                  <a:lnTo>
                    <a:pt x="101" y="260"/>
                  </a:lnTo>
                  <a:close/>
                  <a:moveTo>
                    <a:pt x="127" y="230"/>
                  </a:moveTo>
                  <a:lnTo>
                    <a:pt x="32" y="230"/>
                  </a:lnTo>
                  <a:lnTo>
                    <a:pt x="32" y="230"/>
                  </a:lnTo>
                  <a:lnTo>
                    <a:pt x="25" y="229"/>
                  </a:lnTo>
                  <a:lnTo>
                    <a:pt x="20" y="227"/>
                  </a:lnTo>
                  <a:lnTo>
                    <a:pt x="14" y="224"/>
                  </a:lnTo>
                  <a:lnTo>
                    <a:pt x="9" y="220"/>
                  </a:lnTo>
                  <a:lnTo>
                    <a:pt x="5" y="215"/>
                  </a:lnTo>
                  <a:lnTo>
                    <a:pt x="2" y="210"/>
                  </a:lnTo>
                  <a:lnTo>
                    <a:pt x="1" y="204"/>
                  </a:lnTo>
                  <a:lnTo>
                    <a:pt x="0" y="197"/>
                  </a:lnTo>
                  <a:lnTo>
                    <a:pt x="0" y="31"/>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50" y="20"/>
                  </a:lnTo>
                  <a:lnTo>
                    <a:pt x="44" y="21"/>
                  </a:lnTo>
                  <a:lnTo>
                    <a:pt x="40" y="23"/>
                  </a:lnTo>
                  <a:lnTo>
                    <a:pt x="35" y="25"/>
                  </a:lnTo>
                  <a:lnTo>
                    <a:pt x="31" y="28"/>
                  </a:lnTo>
                  <a:lnTo>
                    <a:pt x="28" y="32"/>
                  </a:lnTo>
                  <a:lnTo>
                    <a:pt x="25" y="36"/>
                  </a:lnTo>
                  <a:lnTo>
                    <a:pt x="24" y="42"/>
                  </a:lnTo>
                  <a:lnTo>
                    <a:pt x="24" y="47"/>
                  </a:lnTo>
                  <a:lnTo>
                    <a:pt x="24" y="182"/>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1" name="iśḻídè">
              <a:extLst>
                <a:ext uri="{FF2B5EF4-FFF2-40B4-BE49-F238E27FC236}">
                  <a16:creationId xmlns:a16="http://schemas.microsoft.com/office/drawing/2014/main" id="{42D1B0BA-DEE5-4105-AE9D-24B4EA179640}"/>
                </a:ext>
              </a:extLst>
            </p:cNvPr>
            <p:cNvSpPr/>
            <p:nvPr/>
          </p:nvSpPr>
          <p:spPr bwMode="auto">
            <a:xfrm>
              <a:off x="4832283" y="2652973"/>
              <a:ext cx="730119" cy="850609"/>
            </a:xfrm>
            <a:custGeom>
              <a:avLst/>
              <a:gdLst>
                <a:gd name="T0" fmla="*/ 146050 w 509"/>
                <a:gd name="T1" fmla="*/ 200025 h 593"/>
                <a:gd name="T2" fmla="*/ 233363 w 509"/>
                <a:gd name="T3" fmla="*/ 149225 h 593"/>
                <a:gd name="T4" fmla="*/ 217488 w 509"/>
                <a:gd name="T5" fmla="*/ 211138 h 593"/>
                <a:gd name="T6" fmla="*/ 266700 w 509"/>
                <a:gd name="T7" fmla="*/ 190500 h 593"/>
                <a:gd name="T8" fmla="*/ 249238 w 509"/>
                <a:gd name="T9" fmla="*/ 249238 h 593"/>
                <a:gd name="T10" fmla="*/ 300038 w 509"/>
                <a:gd name="T11" fmla="*/ 228600 h 593"/>
                <a:gd name="T12" fmla="*/ 280988 w 509"/>
                <a:gd name="T13" fmla="*/ 290513 h 593"/>
                <a:gd name="T14" fmla="*/ 333375 w 509"/>
                <a:gd name="T15" fmla="*/ 269875 h 593"/>
                <a:gd name="T16" fmla="*/ 276225 w 509"/>
                <a:gd name="T17" fmla="*/ 361950 h 593"/>
                <a:gd name="T18" fmla="*/ 365125 w 509"/>
                <a:gd name="T19" fmla="*/ 309563 h 593"/>
                <a:gd name="T20" fmla="*/ 347663 w 509"/>
                <a:gd name="T21" fmla="*/ 373063 h 593"/>
                <a:gd name="T22" fmla="*/ 400050 w 509"/>
                <a:gd name="T23" fmla="*/ 350838 h 593"/>
                <a:gd name="T24" fmla="*/ 379413 w 509"/>
                <a:gd name="T25" fmla="*/ 411163 h 593"/>
                <a:gd name="T26" fmla="*/ 431800 w 509"/>
                <a:gd name="T27" fmla="*/ 388938 h 593"/>
                <a:gd name="T28" fmla="*/ 414338 w 509"/>
                <a:gd name="T29" fmla="*/ 452438 h 593"/>
                <a:gd name="T30" fmla="*/ 466725 w 509"/>
                <a:gd name="T31" fmla="*/ 430213 h 593"/>
                <a:gd name="T32" fmla="*/ 409575 w 509"/>
                <a:gd name="T33" fmla="*/ 522288 h 593"/>
                <a:gd name="T34" fmla="*/ 498475 w 509"/>
                <a:gd name="T35" fmla="*/ 471488 h 593"/>
                <a:gd name="T36" fmla="*/ 479425 w 509"/>
                <a:gd name="T37" fmla="*/ 533400 h 593"/>
                <a:gd name="T38" fmla="*/ 530225 w 509"/>
                <a:gd name="T39" fmla="*/ 512763 h 593"/>
                <a:gd name="T40" fmla="*/ 512763 w 509"/>
                <a:gd name="T41" fmla="*/ 574675 h 593"/>
                <a:gd name="T42" fmla="*/ 565150 w 509"/>
                <a:gd name="T43" fmla="*/ 550863 h 593"/>
                <a:gd name="T44" fmla="*/ 546100 w 509"/>
                <a:gd name="T45" fmla="*/ 612775 h 593"/>
                <a:gd name="T46" fmla="*/ 596900 w 509"/>
                <a:gd name="T47" fmla="*/ 592138 h 593"/>
                <a:gd name="T48" fmla="*/ 541338 w 509"/>
                <a:gd name="T49" fmla="*/ 684213 h 593"/>
                <a:gd name="T50" fmla="*/ 630238 w 509"/>
                <a:gd name="T51" fmla="*/ 631825 h 593"/>
                <a:gd name="T52" fmla="*/ 612775 w 509"/>
                <a:gd name="T53" fmla="*/ 695325 h 593"/>
                <a:gd name="T54" fmla="*/ 663575 w 509"/>
                <a:gd name="T55" fmla="*/ 673100 h 593"/>
                <a:gd name="T56" fmla="*/ 644525 w 509"/>
                <a:gd name="T57" fmla="*/ 735013 h 593"/>
                <a:gd name="T58" fmla="*/ 695325 w 509"/>
                <a:gd name="T59" fmla="*/ 714375 h 593"/>
                <a:gd name="T60" fmla="*/ 676275 w 509"/>
                <a:gd name="T61" fmla="*/ 774700 h 593"/>
                <a:gd name="T62" fmla="*/ 728663 w 509"/>
                <a:gd name="T63" fmla="*/ 752475 h 593"/>
                <a:gd name="T64" fmla="*/ 673100 w 509"/>
                <a:gd name="T65" fmla="*/ 844550 h 593"/>
                <a:gd name="T66" fmla="*/ 762000 w 509"/>
                <a:gd name="T67" fmla="*/ 793750 h 593"/>
                <a:gd name="T68" fmla="*/ 693738 w 509"/>
                <a:gd name="T69" fmla="*/ 941388 h 593"/>
                <a:gd name="T70" fmla="*/ 111125 w 509"/>
                <a:gd name="T71" fmla="*/ 130175 h 593"/>
                <a:gd name="T72" fmla="*/ 122238 w 509"/>
                <a:gd name="T73" fmla="*/ 127000 h 593"/>
                <a:gd name="T74" fmla="*/ 130175 w 509"/>
                <a:gd name="T75" fmla="*/ 123825 h 593"/>
                <a:gd name="T76" fmla="*/ 139700 w 509"/>
                <a:gd name="T77" fmla="*/ 103188 h 593"/>
                <a:gd name="T78" fmla="*/ 133350 w 509"/>
                <a:gd name="T79" fmla="*/ 82550 h 593"/>
                <a:gd name="T80" fmla="*/ 128588 w 509"/>
                <a:gd name="T81" fmla="*/ 77788 h 593"/>
                <a:gd name="T82" fmla="*/ 117475 w 509"/>
                <a:gd name="T83" fmla="*/ 71438 h 593"/>
                <a:gd name="T84" fmla="*/ 111125 w 509"/>
                <a:gd name="T85" fmla="*/ 3175 h 593"/>
                <a:gd name="T86" fmla="*/ 223838 w 509"/>
                <a:gd name="T87" fmla="*/ 136525 h 593"/>
                <a:gd name="T88" fmla="*/ 0 w 509"/>
                <a:gd name="T89" fmla="*/ 93663 h 593"/>
                <a:gd name="T90" fmla="*/ 111125 w 509"/>
                <a:gd name="T91" fmla="*/ 71438 h 593"/>
                <a:gd name="T92" fmla="*/ 103188 w 509"/>
                <a:gd name="T93" fmla="*/ 73025 h 593"/>
                <a:gd name="T94" fmla="*/ 93663 w 509"/>
                <a:gd name="T95" fmla="*/ 77788 h 593"/>
                <a:gd name="T96" fmla="*/ 84138 w 509"/>
                <a:gd name="T97" fmla="*/ 96838 h 593"/>
                <a:gd name="T98" fmla="*/ 90488 w 509"/>
                <a:gd name="T99" fmla="*/ 119063 h 593"/>
                <a:gd name="T100" fmla="*/ 90488 w 509"/>
                <a:gd name="T101" fmla="*/ 119063 h 593"/>
                <a:gd name="T102" fmla="*/ 100013 w 509"/>
                <a:gd name="T103" fmla="*/ 125413 h 593"/>
                <a:gd name="T104" fmla="*/ 111125 w 509"/>
                <a:gd name="T105" fmla="*/ 130175 h 5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7" y="80"/>
                  </a:lnTo>
                  <a:lnTo>
                    <a:pt x="82" y="78"/>
                  </a:lnTo>
                  <a:lnTo>
                    <a:pt x="86" y="72"/>
                  </a:lnTo>
                  <a:lnTo>
                    <a:pt x="88" y="65"/>
                  </a:lnTo>
                  <a:lnTo>
                    <a:pt x="88" y="59"/>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65" y="46"/>
                  </a:lnTo>
                  <a:lnTo>
                    <a:pt x="59" y="49"/>
                  </a:lnTo>
                  <a:lnTo>
                    <a:pt x="54" y="55"/>
                  </a:lnTo>
                  <a:lnTo>
                    <a:pt x="53" y="61"/>
                  </a:lnTo>
                  <a:lnTo>
                    <a:pt x="53" y="68"/>
                  </a:lnTo>
                  <a:lnTo>
                    <a:pt x="57" y="75"/>
                  </a:lnTo>
                  <a:lnTo>
                    <a:pt x="59" y="78"/>
                  </a:lnTo>
                  <a:lnTo>
                    <a:pt x="63" y="79"/>
                  </a:lnTo>
                  <a:lnTo>
                    <a:pt x="66" y="80"/>
                  </a:lnTo>
                  <a:lnTo>
                    <a:pt x="70" y="82"/>
                  </a:lnTo>
                  <a:lnTo>
                    <a:pt x="70" y="145"/>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2" name="i$ḻîḓè">
              <a:extLst>
                <a:ext uri="{FF2B5EF4-FFF2-40B4-BE49-F238E27FC236}">
                  <a16:creationId xmlns:a16="http://schemas.microsoft.com/office/drawing/2014/main" id="{53E460EC-5D6D-4993-86C2-55A29448636A}"/>
                </a:ext>
              </a:extLst>
            </p:cNvPr>
            <p:cNvSpPr/>
            <p:nvPr/>
          </p:nvSpPr>
          <p:spPr bwMode="auto">
            <a:xfrm>
              <a:off x="4701752" y="2903995"/>
              <a:ext cx="306965" cy="618234"/>
            </a:xfrm>
            <a:custGeom>
              <a:avLst/>
              <a:gdLst>
                <a:gd name="T0" fmla="*/ 307975 w 214"/>
                <a:gd name="T1" fmla="*/ 684213 h 431"/>
                <a:gd name="T2" fmla="*/ 268288 w 214"/>
                <a:gd name="T3" fmla="*/ 647700 h 431"/>
                <a:gd name="T4" fmla="*/ 331788 w 214"/>
                <a:gd name="T5" fmla="*/ 554038 h 431"/>
                <a:gd name="T6" fmla="*/ 322263 w 214"/>
                <a:gd name="T7" fmla="*/ 541338 h 431"/>
                <a:gd name="T8" fmla="*/ 298450 w 214"/>
                <a:gd name="T9" fmla="*/ 534988 h 431"/>
                <a:gd name="T10" fmla="*/ 285750 w 214"/>
                <a:gd name="T11" fmla="*/ 546100 h 431"/>
                <a:gd name="T12" fmla="*/ 284163 w 214"/>
                <a:gd name="T13" fmla="*/ 560388 h 431"/>
                <a:gd name="T14" fmla="*/ 271463 w 214"/>
                <a:gd name="T15" fmla="*/ 550863 h 431"/>
                <a:gd name="T16" fmla="*/ 198438 w 214"/>
                <a:gd name="T17" fmla="*/ 611188 h 431"/>
                <a:gd name="T18" fmla="*/ 79375 w 214"/>
                <a:gd name="T19" fmla="*/ 307975 h 431"/>
                <a:gd name="T20" fmla="*/ 85725 w 214"/>
                <a:gd name="T21" fmla="*/ 295275 h 431"/>
                <a:gd name="T22" fmla="*/ 128588 w 214"/>
                <a:gd name="T23" fmla="*/ 279400 h 431"/>
                <a:gd name="T24" fmla="*/ 117475 w 214"/>
                <a:gd name="T25" fmla="*/ 274638 h 431"/>
                <a:gd name="T26" fmla="*/ 79375 w 214"/>
                <a:gd name="T27" fmla="*/ 182563 h 431"/>
                <a:gd name="T28" fmla="*/ 157163 w 214"/>
                <a:gd name="T29" fmla="*/ 96838 h 431"/>
                <a:gd name="T30" fmla="*/ 176213 w 214"/>
                <a:gd name="T31" fmla="*/ 103188 h 431"/>
                <a:gd name="T32" fmla="*/ 228600 w 214"/>
                <a:gd name="T33" fmla="*/ 231775 h 431"/>
                <a:gd name="T34" fmla="*/ 228600 w 214"/>
                <a:gd name="T35" fmla="*/ 247650 h 431"/>
                <a:gd name="T36" fmla="*/ 266700 w 214"/>
                <a:gd name="T37" fmla="*/ 550863 h 431"/>
                <a:gd name="T38" fmla="*/ 258763 w 214"/>
                <a:gd name="T39" fmla="*/ 552450 h 431"/>
                <a:gd name="T40" fmla="*/ 242888 w 214"/>
                <a:gd name="T41" fmla="*/ 566738 h 431"/>
                <a:gd name="T42" fmla="*/ 238125 w 214"/>
                <a:gd name="T43" fmla="*/ 569913 h 431"/>
                <a:gd name="T44" fmla="*/ 214313 w 214"/>
                <a:gd name="T45" fmla="*/ 566738 h 431"/>
                <a:gd name="T46" fmla="*/ 204788 w 214"/>
                <a:gd name="T47" fmla="*/ 581025 h 431"/>
                <a:gd name="T48" fmla="*/ 206375 w 214"/>
                <a:gd name="T49" fmla="*/ 604838 h 431"/>
                <a:gd name="T50" fmla="*/ 198438 w 214"/>
                <a:gd name="T51" fmla="*/ 611188 h 431"/>
                <a:gd name="T52" fmla="*/ 79375 w 214"/>
                <a:gd name="T53" fmla="*/ 122238 h 431"/>
                <a:gd name="T54" fmla="*/ 138113 w 214"/>
                <a:gd name="T55" fmla="*/ 44450 h 431"/>
                <a:gd name="T56" fmla="*/ 122238 w 214"/>
                <a:gd name="T57" fmla="*/ 22225 h 431"/>
                <a:gd name="T58" fmla="*/ 98425 w 214"/>
                <a:gd name="T59" fmla="*/ 4763 h 431"/>
                <a:gd name="T60" fmla="*/ 79375 w 214"/>
                <a:gd name="T61" fmla="*/ 0 h 431"/>
                <a:gd name="T62" fmla="*/ 71438 w 214"/>
                <a:gd name="T63" fmla="*/ 303213 h 431"/>
                <a:gd name="T64" fmla="*/ 17463 w 214"/>
                <a:gd name="T65" fmla="*/ 171450 h 431"/>
                <a:gd name="T66" fmla="*/ 19050 w 214"/>
                <a:gd name="T67" fmla="*/ 152400 h 431"/>
                <a:gd name="T68" fmla="*/ 6350 w 214"/>
                <a:gd name="T69" fmla="*/ 96838 h 431"/>
                <a:gd name="T70" fmla="*/ 1588 w 214"/>
                <a:gd name="T71" fmla="*/ 55563 h 431"/>
                <a:gd name="T72" fmla="*/ 23813 w 214"/>
                <a:gd name="T73" fmla="*/ 19050 h 431"/>
                <a:gd name="T74" fmla="*/ 47625 w 214"/>
                <a:gd name="T75" fmla="*/ 4763 h 431"/>
                <a:gd name="T76" fmla="*/ 79375 w 214"/>
                <a:gd name="T77" fmla="*/ 122238 h 431"/>
                <a:gd name="T78" fmla="*/ 79375 w 214"/>
                <a:gd name="T79" fmla="*/ 182563 h 431"/>
                <a:gd name="T80" fmla="*/ 68263 w 214"/>
                <a:gd name="T81" fmla="*/ 155575 h 431"/>
                <a:gd name="T82" fmla="*/ 74613 w 214"/>
                <a:gd name="T83" fmla="*/ 139700 h 431"/>
                <a:gd name="T84" fmla="*/ 34925 w 214"/>
                <a:gd name="T85" fmla="*/ 157163 h 431"/>
                <a:gd name="T86" fmla="*/ 30163 w 214"/>
                <a:gd name="T87" fmla="*/ 176213 h 431"/>
                <a:gd name="T88" fmla="*/ 74613 w 214"/>
                <a:gd name="T89" fmla="*/ 287338 h 4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14" h="431">
                  <a:moveTo>
                    <a:pt x="168" y="228"/>
                  </a:moveTo>
                  <a:lnTo>
                    <a:pt x="214" y="349"/>
                  </a:lnTo>
                  <a:lnTo>
                    <a:pt x="194" y="431"/>
                  </a:lnTo>
                  <a:lnTo>
                    <a:pt x="168" y="413"/>
                  </a:lnTo>
                  <a:lnTo>
                    <a:pt x="168" y="405"/>
                  </a:lnTo>
                  <a:lnTo>
                    <a:pt x="169" y="408"/>
                  </a:lnTo>
                  <a:lnTo>
                    <a:pt x="196" y="397"/>
                  </a:lnTo>
                  <a:lnTo>
                    <a:pt x="209" y="349"/>
                  </a:lnTo>
                  <a:lnTo>
                    <a:pt x="206" y="345"/>
                  </a:lnTo>
                  <a:lnTo>
                    <a:pt x="203" y="341"/>
                  </a:lnTo>
                  <a:lnTo>
                    <a:pt x="199" y="337"/>
                  </a:lnTo>
                  <a:lnTo>
                    <a:pt x="194" y="336"/>
                  </a:lnTo>
                  <a:lnTo>
                    <a:pt x="188" y="337"/>
                  </a:lnTo>
                  <a:lnTo>
                    <a:pt x="184" y="340"/>
                  </a:lnTo>
                  <a:lnTo>
                    <a:pt x="180" y="344"/>
                  </a:lnTo>
                  <a:lnTo>
                    <a:pt x="179" y="348"/>
                  </a:lnTo>
                  <a:lnTo>
                    <a:pt x="179" y="353"/>
                  </a:lnTo>
                  <a:lnTo>
                    <a:pt x="176" y="351"/>
                  </a:lnTo>
                  <a:lnTo>
                    <a:pt x="173" y="348"/>
                  </a:lnTo>
                  <a:lnTo>
                    <a:pt x="171" y="347"/>
                  </a:lnTo>
                  <a:lnTo>
                    <a:pt x="168" y="347"/>
                  </a:lnTo>
                  <a:lnTo>
                    <a:pt x="168" y="228"/>
                  </a:lnTo>
                  <a:close/>
                  <a:moveTo>
                    <a:pt x="125" y="385"/>
                  </a:moveTo>
                  <a:lnTo>
                    <a:pt x="51" y="194"/>
                  </a:lnTo>
                  <a:lnTo>
                    <a:pt x="50" y="194"/>
                  </a:lnTo>
                  <a:lnTo>
                    <a:pt x="50" y="183"/>
                  </a:lnTo>
                  <a:lnTo>
                    <a:pt x="54" y="186"/>
                  </a:lnTo>
                  <a:lnTo>
                    <a:pt x="60" y="184"/>
                  </a:lnTo>
                  <a:lnTo>
                    <a:pt x="81" y="176"/>
                  </a:lnTo>
                  <a:lnTo>
                    <a:pt x="79" y="175"/>
                  </a:lnTo>
                  <a:lnTo>
                    <a:pt x="74" y="173"/>
                  </a:lnTo>
                  <a:lnTo>
                    <a:pt x="73" y="172"/>
                  </a:lnTo>
                  <a:lnTo>
                    <a:pt x="70" y="168"/>
                  </a:lnTo>
                  <a:lnTo>
                    <a:pt x="50" y="115"/>
                  </a:lnTo>
                  <a:lnTo>
                    <a:pt x="50" y="80"/>
                  </a:lnTo>
                  <a:lnTo>
                    <a:pt x="99" y="61"/>
                  </a:lnTo>
                  <a:lnTo>
                    <a:pt x="104" y="61"/>
                  </a:lnTo>
                  <a:lnTo>
                    <a:pt x="107" y="62"/>
                  </a:lnTo>
                  <a:lnTo>
                    <a:pt x="111" y="65"/>
                  </a:lnTo>
                  <a:lnTo>
                    <a:pt x="114" y="69"/>
                  </a:lnTo>
                  <a:lnTo>
                    <a:pt x="144" y="146"/>
                  </a:lnTo>
                  <a:lnTo>
                    <a:pt x="144" y="149"/>
                  </a:lnTo>
                  <a:lnTo>
                    <a:pt x="144" y="153"/>
                  </a:lnTo>
                  <a:lnTo>
                    <a:pt x="144" y="156"/>
                  </a:lnTo>
                  <a:lnTo>
                    <a:pt x="141" y="158"/>
                  </a:lnTo>
                  <a:lnTo>
                    <a:pt x="168" y="228"/>
                  </a:lnTo>
                  <a:lnTo>
                    <a:pt x="168" y="347"/>
                  </a:lnTo>
                  <a:lnTo>
                    <a:pt x="163" y="348"/>
                  </a:lnTo>
                  <a:lnTo>
                    <a:pt x="157" y="349"/>
                  </a:lnTo>
                  <a:lnTo>
                    <a:pt x="154" y="353"/>
                  </a:lnTo>
                  <a:lnTo>
                    <a:pt x="153" y="357"/>
                  </a:lnTo>
                  <a:lnTo>
                    <a:pt x="153" y="363"/>
                  </a:lnTo>
                  <a:lnTo>
                    <a:pt x="150" y="359"/>
                  </a:lnTo>
                  <a:lnTo>
                    <a:pt x="145" y="357"/>
                  </a:lnTo>
                  <a:lnTo>
                    <a:pt x="141" y="356"/>
                  </a:lnTo>
                  <a:lnTo>
                    <a:pt x="135" y="357"/>
                  </a:lnTo>
                  <a:lnTo>
                    <a:pt x="131" y="360"/>
                  </a:lnTo>
                  <a:lnTo>
                    <a:pt x="129" y="366"/>
                  </a:lnTo>
                  <a:lnTo>
                    <a:pt x="127" y="370"/>
                  </a:lnTo>
                  <a:lnTo>
                    <a:pt x="127" y="376"/>
                  </a:lnTo>
                  <a:lnTo>
                    <a:pt x="130" y="381"/>
                  </a:lnTo>
                  <a:lnTo>
                    <a:pt x="168" y="405"/>
                  </a:lnTo>
                  <a:lnTo>
                    <a:pt x="168" y="413"/>
                  </a:lnTo>
                  <a:lnTo>
                    <a:pt x="125" y="385"/>
                  </a:lnTo>
                  <a:close/>
                  <a:moveTo>
                    <a:pt x="50" y="0"/>
                  </a:moveTo>
                  <a:lnTo>
                    <a:pt x="50" y="77"/>
                  </a:lnTo>
                  <a:lnTo>
                    <a:pt x="95" y="49"/>
                  </a:lnTo>
                  <a:lnTo>
                    <a:pt x="87" y="28"/>
                  </a:lnTo>
                  <a:lnTo>
                    <a:pt x="84" y="23"/>
                  </a:lnTo>
                  <a:lnTo>
                    <a:pt x="81" y="18"/>
                  </a:lnTo>
                  <a:lnTo>
                    <a:pt x="77" y="14"/>
                  </a:lnTo>
                  <a:lnTo>
                    <a:pt x="72" y="10"/>
                  </a:lnTo>
                  <a:lnTo>
                    <a:pt x="68" y="5"/>
                  </a:lnTo>
                  <a:lnTo>
                    <a:pt x="62" y="3"/>
                  </a:lnTo>
                  <a:lnTo>
                    <a:pt x="56" y="1"/>
                  </a:lnTo>
                  <a:lnTo>
                    <a:pt x="50" y="0"/>
                  </a:lnTo>
                  <a:close/>
                  <a:moveTo>
                    <a:pt x="50" y="194"/>
                  </a:moveTo>
                  <a:lnTo>
                    <a:pt x="50" y="194"/>
                  </a:lnTo>
                  <a:lnTo>
                    <a:pt x="45" y="191"/>
                  </a:lnTo>
                  <a:lnTo>
                    <a:pt x="41" y="186"/>
                  </a:lnTo>
                  <a:lnTo>
                    <a:pt x="11" y="108"/>
                  </a:lnTo>
                  <a:lnTo>
                    <a:pt x="9" y="104"/>
                  </a:lnTo>
                  <a:lnTo>
                    <a:pt x="11" y="99"/>
                  </a:lnTo>
                  <a:lnTo>
                    <a:pt x="12" y="96"/>
                  </a:lnTo>
                  <a:lnTo>
                    <a:pt x="16" y="92"/>
                  </a:lnTo>
                  <a:lnTo>
                    <a:pt x="4" y="61"/>
                  </a:lnTo>
                  <a:lnTo>
                    <a:pt x="1" y="53"/>
                  </a:lnTo>
                  <a:lnTo>
                    <a:pt x="0" y="43"/>
                  </a:lnTo>
                  <a:lnTo>
                    <a:pt x="1" y="35"/>
                  </a:lnTo>
                  <a:lnTo>
                    <a:pt x="4" y="27"/>
                  </a:lnTo>
                  <a:lnTo>
                    <a:pt x="8" y="19"/>
                  </a:lnTo>
                  <a:lnTo>
                    <a:pt x="15" y="12"/>
                  </a:lnTo>
                  <a:lnTo>
                    <a:pt x="22" y="7"/>
                  </a:lnTo>
                  <a:lnTo>
                    <a:pt x="30" y="3"/>
                  </a:lnTo>
                  <a:lnTo>
                    <a:pt x="39" y="0"/>
                  </a:lnTo>
                  <a:lnTo>
                    <a:pt x="50" y="0"/>
                  </a:lnTo>
                  <a:lnTo>
                    <a:pt x="50" y="77"/>
                  </a:lnTo>
                  <a:lnTo>
                    <a:pt x="43" y="81"/>
                  </a:lnTo>
                  <a:lnTo>
                    <a:pt x="50" y="80"/>
                  </a:lnTo>
                  <a:lnTo>
                    <a:pt x="50" y="115"/>
                  </a:lnTo>
                  <a:lnTo>
                    <a:pt x="45" y="100"/>
                  </a:lnTo>
                  <a:lnTo>
                    <a:pt x="43" y="98"/>
                  </a:lnTo>
                  <a:lnTo>
                    <a:pt x="45" y="93"/>
                  </a:lnTo>
                  <a:lnTo>
                    <a:pt x="46" y="91"/>
                  </a:lnTo>
                  <a:lnTo>
                    <a:pt x="47" y="88"/>
                  </a:lnTo>
                  <a:lnTo>
                    <a:pt x="26" y="96"/>
                  </a:lnTo>
                  <a:lnTo>
                    <a:pt x="22" y="99"/>
                  </a:lnTo>
                  <a:lnTo>
                    <a:pt x="19" y="103"/>
                  </a:lnTo>
                  <a:lnTo>
                    <a:pt x="19" y="107"/>
                  </a:lnTo>
                  <a:lnTo>
                    <a:pt x="19" y="111"/>
                  </a:lnTo>
                  <a:lnTo>
                    <a:pt x="45" y="177"/>
                  </a:lnTo>
                  <a:lnTo>
                    <a:pt x="47" y="181"/>
                  </a:lnTo>
                  <a:lnTo>
                    <a:pt x="50" y="183"/>
                  </a:lnTo>
                  <a:lnTo>
                    <a:pt x="50" y="19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43" name="íSļídè">
              <a:extLst>
                <a:ext uri="{FF2B5EF4-FFF2-40B4-BE49-F238E27FC236}">
                  <a16:creationId xmlns:a16="http://schemas.microsoft.com/office/drawing/2014/main" id="{B06BC8C5-2158-4009-8F90-E6337EE4152E}"/>
                </a:ext>
              </a:extLst>
            </p:cNvPr>
            <p:cNvGrpSpPr/>
            <p:nvPr/>
          </p:nvGrpSpPr>
          <p:grpSpPr>
            <a:xfrm>
              <a:off x="5593959" y="2980837"/>
              <a:ext cx="516391" cy="519260"/>
              <a:chOff x="2157413" y="3054350"/>
              <a:chExt cx="571500" cy="574675"/>
            </a:xfrm>
            <a:solidFill>
              <a:srgbClr val="8CC63F"/>
            </a:solidFill>
          </p:grpSpPr>
          <p:sp>
            <p:nvSpPr>
              <p:cNvPr id="301" name="íṩľíḓe">
                <a:extLst>
                  <a:ext uri="{FF2B5EF4-FFF2-40B4-BE49-F238E27FC236}">
                    <a16:creationId xmlns:a16="http://schemas.microsoft.com/office/drawing/2014/main" id="{CF1B34D6-30B4-4A57-B012-FD995708CA70}"/>
                  </a:ext>
                </a:extLst>
              </p:cNvPr>
              <p:cNvSpPr/>
              <p:nvPr/>
            </p:nvSpPr>
            <p:spPr bwMode="auto">
              <a:xfrm>
                <a:off x="2157413" y="3054350"/>
                <a:ext cx="571500" cy="574675"/>
              </a:xfrm>
              <a:custGeom>
                <a:avLst/>
                <a:gdLst>
                  <a:gd name="T0" fmla="*/ 180 w 360"/>
                  <a:gd name="T1" fmla="*/ 0 h 362"/>
                  <a:gd name="T2" fmla="*/ 232 w 360"/>
                  <a:gd name="T3" fmla="*/ 8 h 362"/>
                  <a:gd name="T4" fmla="*/ 280 w 360"/>
                  <a:gd name="T5" fmla="*/ 31 h 362"/>
                  <a:gd name="T6" fmla="*/ 319 w 360"/>
                  <a:gd name="T7" fmla="*/ 67 h 362"/>
                  <a:gd name="T8" fmla="*/ 346 w 360"/>
                  <a:gd name="T9" fmla="*/ 111 h 362"/>
                  <a:gd name="T10" fmla="*/ 358 w 360"/>
                  <a:gd name="T11" fmla="*/ 163 h 362"/>
                  <a:gd name="T12" fmla="*/ 358 w 360"/>
                  <a:gd name="T13" fmla="*/ 199 h 362"/>
                  <a:gd name="T14" fmla="*/ 346 w 360"/>
                  <a:gd name="T15" fmla="*/ 251 h 362"/>
                  <a:gd name="T16" fmla="*/ 319 w 360"/>
                  <a:gd name="T17" fmla="*/ 295 h 362"/>
                  <a:gd name="T18" fmla="*/ 280 w 360"/>
                  <a:gd name="T19" fmla="*/ 331 h 362"/>
                  <a:gd name="T20" fmla="*/ 232 w 360"/>
                  <a:gd name="T21" fmla="*/ 354 h 362"/>
                  <a:gd name="T22" fmla="*/ 180 w 360"/>
                  <a:gd name="T23" fmla="*/ 362 h 362"/>
                  <a:gd name="T24" fmla="*/ 180 w 360"/>
                  <a:gd name="T25" fmla="*/ 314 h 362"/>
                  <a:gd name="T26" fmla="*/ 193 w 360"/>
                  <a:gd name="T27" fmla="*/ 318 h 362"/>
                  <a:gd name="T28" fmla="*/ 201 w 360"/>
                  <a:gd name="T29" fmla="*/ 329 h 362"/>
                  <a:gd name="T30" fmla="*/ 237 w 360"/>
                  <a:gd name="T31" fmla="*/ 320 h 362"/>
                  <a:gd name="T32" fmla="*/ 268 w 360"/>
                  <a:gd name="T33" fmla="*/ 302 h 362"/>
                  <a:gd name="T34" fmla="*/ 293 w 360"/>
                  <a:gd name="T35" fmla="*/ 278 h 362"/>
                  <a:gd name="T36" fmla="*/ 312 w 360"/>
                  <a:gd name="T37" fmla="*/ 248 h 362"/>
                  <a:gd name="T38" fmla="*/ 325 w 360"/>
                  <a:gd name="T39" fmla="*/ 215 h 362"/>
                  <a:gd name="T40" fmla="*/ 322 w 360"/>
                  <a:gd name="T41" fmla="*/ 199 h 362"/>
                  <a:gd name="T42" fmla="*/ 312 w 360"/>
                  <a:gd name="T43" fmla="*/ 180 h 362"/>
                  <a:gd name="T44" fmla="*/ 316 w 360"/>
                  <a:gd name="T45" fmla="*/ 167 h 362"/>
                  <a:gd name="T46" fmla="*/ 327 w 360"/>
                  <a:gd name="T47" fmla="*/ 159 h 362"/>
                  <a:gd name="T48" fmla="*/ 318 w 360"/>
                  <a:gd name="T49" fmla="*/ 123 h 362"/>
                  <a:gd name="T50" fmla="*/ 300 w 360"/>
                  <a:gd name="T51" fmla="*/ 94 h 362"/>
                  <a:gd name="T52" fmla="*/ 277 w 360"/>
                  <a:gd name="T53" fmla="*/ 67 h 362"/>
                  <a:gd name="T54" fmla="*/ 247 w 360"/>
                  <a:gd name="T55" fmla="*/ 48 h 362"/>
                  <a:gd name="T56" fmla="*/ 214 w 360"/>
                  <a:gd name="T57" fmla="*/ 35 h 362"/>
                  <a:gd name="T58" fmla="*/ 199 w 360"/>
                  <a:gd name="T59" fmla="*/ 39 h 362"/>
                  <a:gd name="T60" fmla="*/ 180 w 360"/>
                  <a:gd name="T61" fmla="*/ 48 h 362"/>
                  <a:gd name="T62" fmla="*/ 180 w 360"/>
                  <a:gd name="T63" fmla="*/ 0 h 362"/>
                  <a:gd name="T64" fmla="*/ 180 w 360"/>
                  <a:gd name="T65" fmla="*/ 48 h 362"/>
                  <a:gd name="T66" fmla="*/ 161 w 360"/>
                  <a:gd name="T67" fmla="*/ 39 h 362"/>
                  <a:gd name="T68" fmla="*/ 146 w 360"/>
                  <a:gd name="T69" fmla="*/ 35 h 362"/>
                  <a:gd name="T70" fmla="*/ 112 w 360"/>
                  <a:gd name="T71" fmla="*/ 48 h 362"/>
                  <a:gd name="T72" fmla="*/ 82 w 360"/>
                  <a:gd name="T73" fmla="*/ 67 h 362"/>
                  <a:gd name="T74" fmla="*/ 59 w 360"/>
                  <a:gd name="T75" fmla="*/ 94 h 362"/>
                  <a:gd name="T76" fmla="*/ 42 w 360"/>
                  <a:gd name="T77" fmla="*/ 123 h 362"/>
                  <a:gd name="T78" fmla="*/ 32 w 360"/>
                  <a:gd name="T79" fmla="*/ 159 h 362"/>
                  <a:gd name="T80" fmla="*/ 43 w 360"/>
                  <a:gd name="T81" fmla="*/ 167 h 362"/>
                  <a:gd name="T82" fmla="*/ 47 w 360"/>
                  <a:gd name="T83" fmla="*/ 180 h 362"/>
                  <a:gd name="T84" fmla="*/ 37 w 360"/>
                  <a:gd name="T85" fmla="*/ 199 h 362"/>
                  <a:gd name="T86" fmla="*/ 33 w 360"/>
                  <a:gd name="T87" fmla="*/ 215 h 362"/>
                  <a:gd name="T88" fmla="*/ 46 w 360"/>
                  <a:gd name="T89" fmla="*/ 248 h 362"/>
                  <a:gd name="T90" fmla="*/ 66 w 360"/>
                  <a:gd name="T91" fmla="*/ 278 h 362"/>
                  <a:gd name="T92" fmla="*/ 92 w 360"/>
                  <a:gd name="T93" fmla="*/ 302 h 362"/>
                  <a:gd name="T94" fmla="*/ 123 w 360"/>
                  <a:gd name="T95" fmla="*/ 320 h 362"/>
                  <a:gd name="T96" fmla="*/ 158 w 360"/>
                  <a:gd name="T97" fmla="*/ 329 h 362"/>
                  <a:gd name="T98" fmla="*/ 161 w 360"/>
                  <a:gd name="T99" fmla="*/ 322 h 362"/>
                  <a:gd name="T100" fmla="*/ 180 w 360"/>
                  <a:gd name="T101" fmla="*/ 314 h 362"/>
                  <a:gd name="T102" fmla="*/ 180 w 360"/>
                  <a:gd name="T103" fmla="*/ 362 h 362"/>
                  <a:gd name="T104" fmla="*/ 126 w 360"/>
                  <a:gd name="T105" fmla="*/ 354 h 362"/>
                  <a:gd name="T106" fmla="*/ 78 w 360"/>
                  <a:gd name="T107" fmla="*/ 331 h 362"/>
                  <a:gd name="T108" fmla="*/ 40 w 360"/>
                  <a:gd name="T109" fmla="*/ 295 h 362"/>
                  <a:gd name="T110" fmla="*/ 13 w 360"/>
                  <a:gd name="T111" fmla="*/ 251 h 362"/>
                  <a:gd name="T112" fmla="*/ 0 w 360"/>
                  <a:gd name="T113" fmla="*/ 199 h 362"/>
                  <a:gd name="T114" fmla="*/ 0 w 360"/>
                  <a:gd name="T115" fmla="*/ 163 h 362"/>
                  <a:gd name="T116" fmla="*/ 13 w 360"/>
                  <a:gd name="T117" fmla="*/ 111 h 362"/>
                  <a:gd name="T118" fmla="*/ 40 w 360"/>
                  <a:gd name="T119" fmla="*/ 67 h 362"/>
                  <a:gd name="T120" fmla="*/ 78 w 360"/>
                  <a:gd name="T121" fmla="*/ 31 h 362"/>
                  <a:gd name="T122" fmla="*/ 126 w 360"/>
                  <a:gd name="T123" fmla="*/ 8 h 362"/>
                  <a:gd name="T124" fmla="*/ 180 w 360"/>
                  <a:gd name="T12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362">
                    <a:moveTo>
                      <a:pt x="180" y="0"/>
                    </a:moveTo>
                    <a:lnTo>
                      <a:pt x="180" y="0"/>
                    </a:ln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62"/>
                    </a:lnTo>
                    <a:lnTo>
                      <a:pt x="180" y="314"/>
                    </a:lnTo>
                    <a:lnTo>
                      <a:pt x="180" y="314"/>
                    </a:lnTo>
                    <a:lnTo>
                      <a:pt x="180" y="314"/>
                    </a:lnTo>
                    <a:lnTo>
                      <a:pt x="186" y="314"/>
                    </a:lnTo>
                    <a:lnTo>
                      <a:pt x="193" y="318"/>
                    </a:lnTo>
                    <a:lnTo>
                      <a:pt x="199" y="322"/>
                    </a:lnTo>
                    <a:lnTo>
                      <a:pt x="201" y="329"/>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7" y="203"/>
                    </a:lnTo>
                    <a:lnTo>
                      <a:pt x="322" y="199"/>
                    </a:lnTo>
                    <a:lnTo>
                      <a:pt x="316" y="194"/>
                    </a:lnTo>
                    <a:lnTo>
                      <a:pt x="314" y="188"/>
                    </a:lnTo>
                    <a:lnTo>
                      <a:pt x="312" y="180"/>
                    </a:lnTo>
                    <a:lnTo>
                      <a:pt x="312" y="180"/>
                    </a:lnTo>
                    <a:lnTo>
                      <a:pt x="314" y="174"/>
                    </a:lnTo>
                    <a:lnTo>
                      <a:pt x="316" y="167"/>
                    </a:lnTo>
                    <a:lnTo>
                      <a:pt x="322" y="163"/>
                    </a:lnTo>
                    <a:lnTo>
                      <a:pt x="327" y="159"/>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201" y="33"/>
                    </a:lnTo>
                    <a:lnTo>
                      <a:pt x="199" y="39"/>
                    </a:lnTo>
                    <a:lnTo>
                      <a:pt x="193" y="44"/>
                    </a:lnTo>
                    <a:lnTo>
                      <a:pt x="186" y="46"/>
                    </a:lnTo>
                    <a:lnTo>
                      <a:pt x="180" y="48"/>
                    </a:lnTo>
                    <a:lnTo>
                      <a:pt x="180" y="48"/>
                    </a:lnTo>
                    <a:lnTo>
                      <a:pt x="180" y="0"/>
                    </a:lnTo>
                    <a:close/>
                    <a:moveTo>
                      <a:pt x="180" y="0"/>
                    </a:moveTo>
                    <a:lnTo>
                      <a:pt x="180" y="0"/>
                    </a:lnTo>
                    <a:lnTo>
                      <a:pt x="180" y="48"/>
                    </a:lnTo>
                    <a:lnTo>
                      <a:pt x="180" y="48"/>
                    </a:lnTo>
                    <a:lnTo>
                      <a:pt x="173" y="46"/>
                    </a:lnTo>
                    <a:lnTo>
                      <a:pt x="166" y="44"/>
                    </a:lnTo>
                    <a:lnTo>
                      <a:pt x="161" y="39"/>
                    </a:lnTo>
                    <a:lnTo>
                      <a:pt x="158" y="33"/>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2" y="159"/>
                    </a:lnTo>
                    <a:lnTo>
                      <a:pt x="37" y="163"/>
                    </a:lnTo>
                    <a:lnTo>
                      <a:pt x="43" y="167"/>
                    </a:lnTo>
                    <a:lnTo>
                      <a:pt x="46" y="174"/>
                    </a:lnTo>
                    <a:lnTo>
                      <a:pt x="47" y="180"/>
                    </a:lnTo>
                    <a:lnTo>
                      <a:pt x="47" y="180"/>
                    </a:lnTo>
                    <a:lnTo>
                      <a:pt x="46" y="188"/>
                    </a:lnTo>
                    <a:lnTo>
                      <a:pt x="43" y="194"/>
                    </a:lnTo>
                    <a:lnTo>
                      <a:pt x="37" y="199"/>
                    </a:lnTo>
                    <a:lnTo>
                      <a:pt x="32" y="203"/>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58" y="329"/>
                    </a:lnTo>
                    <a:lnTo>
                      <a:pt x="158" y="329"/>
                    </a:lnTo>
                    <a:lnTo>
                      <a:pt x="161" y="322"/>
                    </a:lnTo>
                    <a:lnTo>
                      <a:pt x="166" y="318"/>
                    </a:lnTo>
                    <a:lnTo>
                      <a:pt x="173" y="314"/>
                    </a:lnTo>
                    <a:lnTo>
                      <a:pt x="180" y="314"/>
                    </a:lnTo>
                    <a:lnTo>
                      <a:pt x="180" y="362"/>
                    </a:lnTo>
                    <a:lnTo>
                      <a:pt x="180" y="362"/>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2" name="îşļîḋè">
                <a:extLst>
                  <a:ext uri="{FF2B5EF4-FFF2-40B4-BE49-F238E27FC236}">
                    <a16:creationId xmlns:a16="http://schemas.microsoft.com/office/drawing/2014/main" id="{C7B2004D-C59C-42E3-90BA-C6869D499373}"/>
                  </a:ext>
                </a:extLst>
              </p:cNvPr>
              <p:cNvSpPr/>
              <p:nvPr/>
            </p:nvSpPr>
            <p:spPr bwMode="auto">
              <a:xfrm>
                <a:off x="2336801" y="3235325"/>
                <a:ext cx="285750" cy="150813"/>
              </a:xfrm>
              <a:custGeom>
                <a:avLst/>
                <a:gdLst>
                  <a:gd name="T0" fmla="*/ 13 w 180"/>
                  <a:gd name="T1" fmla="*/ 0 h 95"/>
                  <a:gd name="T2" fmla="*/ 54 w 180"/>
                  <a:gd name="T3" fmla="*/ 42 h 95"/>
                  <a:gd name="T4" fmla="*/ 54 w 180"/>
                  <a:gd name="T5" fmla="*/ 42 h 95"/>
                  <a:gd name="T6" fmla="*/ 60 w 180"/>
                  <a:gd name="T7" fmla="*/ 39 h 95"/>
                  <a:gd name="T8" fmla="*/ 67 w 180"/>
                  <a:gd name="T9" fmla="*/ 39 h 95"/>
                  <a:gd name="T10" fmla="*/ 67 w 180"/>
                  <a:gd name="T11" fmla="*/ 39 h 95"/>
                  <a:gd name="T12" fmla="*/ 75 w 180"/>
                  <a:gd name="T13" fmla="*/ 41 h 95"/>
                  <a:gd name="T14" fmla="*/ 83 w 180"/>
                  <a:gd name="T15" fmla="*/ 45 h 95"/>
                  <a:gd name="T16" fmla="*/ 88 w 180"/>
                  <a:gd name="T17" fmla="*/ 50 h 95"/>
                  <a:gd name="T18" fmla="*/ 92 w 180"/>
                  <a:gd name="T19" fmla="*/ 58 h 95"/>
                  <a:gd name="T20" fmla="*/ 180 w 180"/>
                  <a:gd name="T21" fmla="*/ 58 h 95"/>
                  <a:gd name="T22" fmla="*/ 180 w 180"/>
                  <a:gd name="T23" fmla="*/ 76 h 95"/>
                  <a:gd name="T24" fmla="*/ 92 w 180"/>
                  <a:gd name="T25" fmla="*/ 76 h 95"/>
                  <a:gd name="T26" fmla="*/ 92 w 180"/>
                  <a:gd name="T27" fmla="*/ 76 h 95"/>
                  <a:gd name="T28" fmla="*/ 88 w 180"/>
                  <a:gd name="T29" fmla="*/ 84 h 95"/>
                  <a:gd name="T30" fmla="*/ 83 w 180"/>
                  <a:gd name="T31" fmla="*/ 89 h 95"/>
                  <a:gd name="T32" fmla="*/ 75 w 180"/>
                  <a:gd name="T33" fmla="*/ 93 h 95"/>
                  <a:gd name="T34" fmla="*/ 67 w 180"/>
                  <a:gd name="T35" fmla="*/ 95 h 95"/>
                  <a:gd name="T36" fmla="*/ 67 w 180"/>
                  <a:gd name="T37" fmla="*/ 95 h 95"/>
                  <a:gd name="T38" fmla="*/ 61 w 180"/>
                  <a:gd name="T39" fmla="*/ 95 h 95"/>
                  <a:gd name="T40" fmla="*/ 56 w 180"/>
                  <a:gd name="T41" fmla="*/ 92 h 95"/>
                  <a:gd name="T42" fmla="*/ 50 w 180"/>
                  <a:gd name="T43" fmla="*/ 91 h 95"/>
                  <a:gd name="T44" fmla="*/ 46 w 180"/>
                  <a:gd name="T45" fmla="*/ 87 h 95"/>
                  <a:gd name="T46" fmla="*/ 44 w 180"/>
                  <a:gd name="T47" fmla="*/ 83 h 95"/>
                  <a:gd name="T48" fmla="*/ 41 w 180"/>
                  <a:gd name="T49" fmla="*/ 77 h 95"/>
                  <a:gd name="T50" fmla="*/ 40 w 180"/>
                  <a:gd name="T51" fmla="*/ 73 h 95"/>
                  <a:gd name="T52" fmla="*/ 38 w 180"/>
                  <a:gd name="T53" fmla="*/ 66 h 95"/>
                  <a:gd name="T54" fmla="*/ 38 w 180"/>
                  <a:gd name="T55" fmla="*/ 66 h 95"/>
                  <a:gd name="T56" fmla="*/ 40 w 180"/>
                  <a:gd name="T57" fmla="*/ 61 h 95"/>
                  <a:gd name="T58" fmla="*/ 41 w 180"/>
                  <a:gd name="T59" fmla="*/ 54 h 95"/>
                  <a:gd name="T60" fmla="*/ 0 w 180"/>
                  <a:gd name="T61" fmla="*/ 13 h 95"/>
                  <a:gd name="T62" fmla="*/ 13 w 180"/>
                  <a:gd name="T6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95">
                    <a:moveTo>
                      <a:pt x="13" y="0"/>
                    </a:moveTo>
                    <a:lnTo>
                      <a:pt x="54" y="42"/>
                    </a:lnTo>
                    <a:lnTo>
                      <a:pt x="54" y="42"/>
                    </a:lnTo>
                    <a:lnTo>
                      <a:pt x="60" y="39"/>
                    </a:lnTo>
                    <a:lnTo>
                      <a:pt x="67" y="39"/>
                    </a:lnTo>
                    <a:lnTo>
                      <a:pt x="67" y="39"/>
                    </a:lnTo>
                    <a:lnTo>
                      <a:pt x="75" y="41"/>
                    </a:lnTo>
                    <a:lnTo>
                      <a:pt x="83" y="45"/>
                    </a:lnTo>
                    <a:lnTo>
                      <a:pt x="88" y="50"/>
                    </a:lnTo>
                    <a:lnTo>
                      <a:pt x="92" y="58"/>
                    </a:lnTo>
                    <a:lnTo>
                      <a:pt x="180" y="58"/>
                    </a:lnTo>
                    <a:lnTo>
                      <a:pt x="180" y="76"/>
                    </a:lnTo>
                    <a:lnTo>
                      <a:pt x="92" y="76"/>
                    </a:lnTo>
                    <a:lnTo>
                      <a:pt x="92" y="76"/>
                    </a:lnTo>
                    <a:lnTo>
                      <a:pt x="88" y="84"/>
                    </a:lnTo>
                    <a:lnTo>
                      <a:pt x="83" y="89"/>
                    </a:lnTo>
                    <a:lnTo>
                      <a:pt x="75" y="93"/>
                    </a:lnTo>
                    <a:lnTo>
                      <a:pt x="67" y="95"/>
                    </a:lnTo>
                    <a:lnTo>
                      <a:pt x="67" y="95"/>
                    </a:lnTo>
                    <a:lnTo>
                      <a:pt x="61" y="95"/>
                    </a:lnTo>
                    <a:lnTo>
                      <a:pt x="56" y="92"/>
                    </a:lnTo>
                    <a:lnTo>
                      <a:pt x="50" y="91"/>
                    </a:lnTo>
                    <a:lnTo>
                      <a:pt x="46" y="87"/>
                    </a:lnTo>
                    <a:lnTo>
                      <a:pt x="44" y="83"/>
                    </a:lnTo>
                    <a:lnTo>
                      <a:pt x="41" y="77"/>
                    </a:lnTo>
                    <a:lnTo>
                      <a:pt x="40" y="73"/>
                    </a:lnTo>
                    <a:lnTo>
                      <a:pt x="38" y="66"/>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4" name="íṡļïḑê">
              <a:extLst>
                <a:ext uri="{FF2B5EF4-FFF2-40B4-BE49-F238E27FC236}">
                  <a16:creationId xmlns:a16="http://schemas.microsoft.com/office/drawing/2014/main" id="{25FECC36-1BBA-4397-B84F-65D68327C060}"/>
                </a:ext>
              </a:extLst>
            </p:cNvPr>
            <p:cNvGrpSpPr/>
            <p:nvPr/>
          </p:nvGrpSpPr>
          <p:grpSpPr>
            <a:xfrm>
              <a:off x="5497853" y="3647851"/>
              <a:ext cx="404506" cy="381556"/>
              <a:chOff x="2051051" y="3792538"/>
              <a:chExt cx="447675" cy="422275"/>
            </a:xfrm>
            <a:solidFill>
              <a:srgbClr val="00A99D"/>
            </a:solidFill>
          </p:grpSpPr>
          <p:sp>
            <p:nvSpPr>
              <p:cNvPr id="299" name="íṥ1îḓé">
                <a:extLst>
                  <a:ext uri="{FF2B5EF4-FFF2-40B4-BE49-F238E27FC236}">
                    <a16:creationId xmlns:a16="http://schemas.microsoft.com/office/drawing/2014/main" id="{FEF64A0B-AAFE-4C4D-98E3-D7273C2B0D4E}"/>
                  </a:ext>
                </a:extLst>
              </p:cNvPr>
              <p:cNvSpPr/>
              <p:nvPr/>
            </p:nvSpPr>
            <p:spPr bwMode="auto">
              <a:xfrm>
                <a:off x="2051051" y="3879850"/>
                <a:ext cx="447675" cy="334963"/>
              </a:xfrm>
              <a:custGeom>
                <a:avLst/>
                <a:gdLst>
                  <a:gd name="T0" fmla="*/ 86 w 282"/>
                  <a:gd name="T1" fmla="*/ 0 h 211"/>
                  <a:gd name="T2" fmla="*/ 115 w 282"/>
                  <a:gd name="T3" fmla="*/ 6 h 211"/>
                  <a:gd name="T4" fmla="*/ 141 w 282"/>
                  <a:gd name="T5" fmla="*/ 20 h 211"/>
                  <a:gd name="T6" fmla="*/ 153 w 282"/>
                  <a:gd name="T7" fmla="*/ 11 h 211"/>
                  <a:gd name="T8" fmla="*/ 182 w 282"/>
                  <a:gd name="T9" fmla="*/ 1 h 211"/>
                  <a:gd name="T10" fmla="*/ 198 w 282"/>
                  <a:gd name="T11" fmla="*/ 0 h 211"/>
                  <a:gd name="T12" fmla="*/ 214 w 282"/>
                  <a:gd name="T13" fmla="*/ 1 h 211"/>
                  <a:gd name="T14" fmla="*/ 245 w 282"/>
                  <a:gd name="T15" fmla="*/ 14 h 211"/>
                  <a:gd name="T16" fmla="*/ 268 w 282"/>
                  <a:gd name="T17" fmla="*/ 35 h 211"/>
                  <a:gd name="T18" fmla="*/ 278 w 282"/>
                  <a:gd name="T19" fmla="*/ 57 h 211"/>
                  <a:gd name="T20" fmla="*/ 282 w 282"/>
                  <a:gd name="T21" fmla="*/ 73 h 211"/>
                  <a:gd name="T22" fmla="*/ 282 w 282"/>
                  <a:gd name="T23" fmla="*/ 81 h 211"/>
                  <a:gd name="T24" fmla="*/ 281 w 282"/>
                  <a:gd name="T25" fmla="*/ 102 h 211"/>
                  <a:gd name="T26" fmla="*/ 274 w 282"/>
                  <a:gd name="T27" fmla="*/ 123 h 211"/>
                  <a:gd name="T28" fmla="*/ 263 w 282"/>
                  <a:gd name="T29" fmla="*/ 145 h 211"/>
                  <a:gd name="T30" fmla="*/ 248 w 282"/>
                  <a:gd name="T31" fmla="*/ 165 h 211"/>
                  <a:gd name="T32" fmla="*/ 228 w 282"/>
                  <a:gd name="T33" fmla="*/ 184 h 211"/>
                  <a:gd name="T34" fmla="*/ 203 w 282"/>
                  <a:gd name="T35" fmla="*/ 199 h 211"/>
                  <a:gd name="T36" fmla="*/ 172 w 282"/>
                  <a:gd name="T37" fmla="*/ 209 h 211"/>
                  <a:gd name="T38" fmla="*/ 137 w 282"/>
                  <a:gd name="T39" fmla="*/ 211 h 211"/>
                  <a:gd name="T40" fmla="*/ 118 w 282"/>
                  <a:gd name="T41" fmla="*/ 211 h 211"/>
                  <a:gd name="T42" fmla="*/ 86 w 282"/>
                  <a:gd name="T43" fmla="*/ 203 h 211"/>
                  <a:gd name="T44" fmla="*/ 58 w 282"/>
                  <a:gd name="T45" fmla="*/ 191 h 211"/>
                  <a:gd name="T46" fmla="*/ 38 w 282"/>
                  <a:gd name="T47" fmla="*/ 173 h 211"/>
                  <a:gd name="T48" fmla="*/ 22 w 282"/>
                  <a:gd name="T49" fmla="*/ 153 h 211"/>
                  <a:gd name="T50" fmla="*/ 11 w 282"/>
                  <a:gd name="T51" fmla="*/ 133 h 211"/>
                  <a:gd name="T52" fmla="*/ 4 w 282"/>
                  <a:gd name="T53" fmla="*/ 111 h 211"/>
                  <a:gd name="T54" fmla="*/ 0 w 282"/>
                  <a:gd name="T55" fmla="*/ 81 h 211"/>
                  <a:gd name="T56" fmla="*/ 0 w 282"/>
                  <a:gd name="T57" fmla="*/ 73 h 211"/>
                  <a:gd name="T58" fmla="*/ 4 w 282"/>
                  <a:gd name="T59" fmla="*/ 57 h 211"/>
                  <a:gd name="T60" fmla="*/ 15 w 282"/>
                  <a:gd name="T61" fmla="*/ 35 h 211"/>
                  <a:gd name="T62" fmla="*/ 38 w 282"/>
                  <a:gd name="T63" fmla="*/ 14 h 211"/>
                  <a:gd name="T64" fmla="*/ 68 w 282"/>
                  <a:gd name="T65" fmla="*/ 1 h 211"/>
                  <a:gd name="T66" fmla="*/ 86 w 282"/>
                  <a:gd name="T6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2" h="211">
                    <a:moveTo>
                      <a:pt x="86" y="0"/>
                    </a:moveTo>
                    <a:lnTo>
                      <a:pt x="86" y="0"/>
                    </a:lnTo>
                    <a:lnTo>
                      <a:pt x="100" y="1"/>
                    </a:lnTo>
                    <a:lnTo>
                      <a:pt x="115" y="6"/>
                    </a:lnTo>
                    <a:lnTo>
                      <a:pt x="129" y="11"/>
                    </a:lnTo>
                    <a:lnTo>
                      <a:pt x="141" y="20"/>
                    </a:lnTo>
                    <a:lnTo>
                      <a:pt x="141" y="20"/>
                    </a:lnTo>
                    <a:lnTo>
                      <a:pt x="153" y="11"/>
                    </a:lnTo>
                    <a:lnTo>
                      <a:pt x="167" y="6"/>
                    </a:lnTo>
                    <a:lnTo>
                      <a:pt x="182" y="1"/>
                    </a:lnTo>
                    <a:lnTo>
                      <a:pt x="198" y="0"/>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lnTo>
                      <a:pt x="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300" name="iṣlide">
                <a:extLst>
                  <a:ext uri="{FF2B5EF4-FFF2-40B4-BE49-F238E27FC236}">
                    <a16:creationId xmlns:a16="http://schemas.microsoft.com/office/drawing/2014/main" id="{52BC22E2-5CEA-474D-9EED-D54F396FFEE8}"/>
                  </a:ext>
                </a:extLst>
              </p:cNvPr>
              <p:cNvSpPr/>
              <p:nvPr/>
            </p:nvSpPr>
            <p:spPr bwMode="auto">
              <a:xfrm>
                <a:off x="2178051" y="3792538"/>
                <a:ext cx="107950" cy="153988"/>
              </a:xfrm>
              <a:custGeom>
                <a:avLst/>
                <a:gdLst>
                  <a:gd name="T0" fmla="*/ 60 w 68"/>
                  <a:gd name="T1" fmla="*/ 97 h 97"/>
                  <a:gd name="T2" fmla="*/ 60 w 68"/>
                  <a:gd name="T3" fmla="*/ 97 h 97"/>
                  <a:gd name="T4" fmla="*/ 65 w 68"/>
                  <a:gd name="T5" fmla="*/ 85 h 97"/>
                  <a:gd name="T6" fmla="*/ 68 w 68"/>
                  <a:gd name="T7" fmla="*/ 71 h 97"/>
                  <a:gd name="T8" fmla="*/ 68 w 68"/>
                  <a:gd name="T9" fmla="*/ 58 h 97"/>
                  <a:gd name="T10" fmla="*/ 66 w 68"/>
                  <a:gd name="T11" fmla="*/ 46 h 97"/>
                  <a:gd name="T12" fmla="*/ 62 w 68"/>
                  <a:gd name="T13" fmla="*/ 33 h 97"/>
                  <a:gd name="T14" fmla="*/ 56 w 68"/>
                  <a:gd name="T15" fmla="*/ 21 h 97"/>
                  <a:gd name="T16" fmla="*/ 49 w 68"/>
                  <a:gd name="T17" fmla="*/ 10 h 97"/>
                  <a:gd name="T18" fmla="*/ 39 w 68"/>
                  <a:gd name="T19" fmla="*/ 0 h 97"/>
                  <a:gd name="T20" fmla="*/ 0 w 68"/>
                  <a:gd name="T21" fmla="*/ 6 h 97"/>
                  <a:gd name="T22" fmla="*/ 0 w 68"/>
                  <a:gd name="T23" fmla="*/ 6 h 97"/>
                  <a:gd name="T24" fmla="*/ 14 w 68"/>
                  <a:gd name="T25" fmla="*/ 15 h 97"/>
                  <a:gd name="T26" fmla="*/ 24 w 68"/>
                  <a:gd name="T27" fmla="*/ 23 h 97"/>
                  <a:gd name="T28" fmla="*/ 35 w 68"/>
                  <a:gd name="T29" fmla="*/ 32 h 97"/>
                  <a:gd name="T30" fmla="*/ 43 w 68"/>
                  <a:gd name="T31" fmla="*/ 42 h 97"/>
                  <a:gd name="T32" fmla="*/ 50 w 68"/>
                  <a:gd name="T33" fmla="*/ 54 h 97"/>
                  <a:gd name="T34" fmla="*/ 56 w 68"/>
                  <a:gd name="T35" fmla="*/ 66 h 97"/>
                  <a:gd name="T36" fmla="*/ 58 w 68"/>
                  <a:gd name="T37" fmla="*/ 81 h 97"/>
                  <a:gd name="T38" fmla="*/ 60 w 68"/>
                  <a:gd name="T39" fmla="*/ 97 h 97"/>
                  <a:gd name="T40" fmla="*/ 60 w 68"/>
                  <a:gd name="T41"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0" y="6"/>
                    </a:lnTo>
                    <a:lnTo>
                      <a:pt x="14" y="15"/>
                    </a:lnTo>
                    <a:lnTo>
                      <a:pt x="24" y="23"/>
                    </a:lnTo>
                    <a:lnTo>
                      <a:pt x="35" y="32"/>
                    </a:lnTo>
                    <a:lnTo>
                      <a:pt x="43" y="42"/>
                    </a:lnTo>
                    <a:lnTo>
                      <a:pt x="50" y="54"/>
                    </a:lnTo>
                    <a:lnTo>
                      <a:pt x="56" y="66"/>
                    </a:lnTo>
                    <a:lnTo>
                      <a:pt x="58" y="81"/>
                    </a:lnTo>
                    <a:lnTo>
                      <a:pt x="60" y="97"/>
                    </a:lnTo>
                    <a:lnTo>
                      <a:pt x="60"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grpSp>
          <p:nvGrpSpPr>
            <p:cNvPr id="245" name="ïṧļïḑê">
              <a:extLst>
                <a:ext uri="{FF2B5EF4-FFF2-40B4-BE49-F238E27FC236}">
                  <a16:creationId xmlns:a16="http://schemas.microsoft.com/office/drawing/2014/main" id="{26D49CD9-214F-4FE1-9BD7-831F358BBA24}"/>
                </a:ext>
              </a:extLst>
            </p:cNvPr>
            <p:cNvGrpSpPr/>
            <p:nvPr/>
          </p:nvGrpSpPr>
          <p:grpSpPr>
            <a:xfrm>
              <a:off x="6527765" y="1332693"/>
              <a:ext cx="611062" cy="502046"/>
              <a:chOff x="3190876" y="1230313"/>
              <a:chExt cx="676275" cy="555625"/>
            </a:xfrm>
            <a:solidFill>
              <a:srgbClr val="FF8F29"/>
            </a:solidFill>
          </p:grpSpPr>
          <p:sp>
            <p:nvSpPr>
              <p:cNvPr id="296" name="iṧḻiḍè">
                <a:extLst>
                  <a:ext uri="{FF2B5EF4-FFF2-40B4-BE49-F238E27FC236}">
                    <a16:creationId xmlns:a16="http://schemas.microsoft.com/office/drawing/2014/main" id="{1597E67B-BF50-4435-9C19-F3FB83058D91}"/>
                  </a:ext>
                </a:extLst>
              </p:cNvPr>
              <p:cNvSpPr/>
              <p:nvPr/>
            </p:nvSpPr>
            <p:spPr bwMode="auto">
              <a:xfrm>
                <a:off x="3209926" y="1257300"/>
                <a:ext cx="657225" cy="528638"/>
              </a:xfrm>
              <a:custGeom>
                <a:avLst/>
                <a:gdLst>
                  <a:gd name="T0" fmla="*/ 0 w 414"/>
                  <a:gd name="T1" fmla="*/ 117 h 333"/>
                  <a:gd name="T2" fmla="*/ 10 w 414"/>
                  <a:gd name="T3" fmla="*/ 102 h 333"/>
                  <a:gd name="T4" fmla="*/ 316 w 414"/>
                  <a:gd name="T5" fmla="*/ 306 h 333"/>
                  <a:gd name="T6" fmla="*/ 316 w 414"/>
                  <a:gd name="T7" fmla="*/ 306 h 333"/>
                  <a:gd name="T8" fmla="*/ 325 w 414"/>
                  <a:gd name="T9" fmla="*/ 310 h 333"/>
                  <a:gd name="T10" fmla="*/ 335 w 414"/>
                  <a:gd name="T11" fmla="*/ 313 h 333"/>
                  <a:gd name="T12" fmla="*/ 343 w 414"/>
                  <a:gd name="T13" fmla="*/ 313 h 333"/>
                  <a:gd name="T14" fmla="*/ 352 w 414"/>
                  <a:gd name="T15" fmla="*/ 312 h 333"/>
                  <a:gd name="T16" fmla="*/ 362 w 414"/>
                  <a:gd name="T17" fmla="*/ 309 h 333"/>
                  <a:gd name="T18" fmla="*/ 371 w 414"/>
                  <a:gd name="T19" fmla="*/ 304 h 333"/>
                  <a:gd name="T20" fmla="*/ 378 w 414"/>
                  <a:gd name="T21" fmla="*/ 297 h 333"/>
                  <a:gd name="T22" fmla="*/ 385 w 414"/>
                  <a:gd name="T23" fmla="*/ 289 h 333"/>
                  <a:gd name="T24" fmla="*/ 385 w 414"/>
                  <a:gd name="T25" fmla="*/ 289 h 333"/>
                  <a:gd name="T26" fmla="*/ 390 w 414"/>
                  <a:gd name="T27" fmla="*/ 279 h 333"/>
                  <a:gd name="T28" fmla="*/ 393 w 414"/>
                  <a:gd name="T29" fmla="*/ 270 h 333"/>
                  <a:gd name="T30" fmla="*/ 394 w 414"/>
                  <a:gd name="T31" fmla="*/ 260 h 333"/>
                  <a:gd name="T32" fmla="*/ 394 w 414"/>
                  <a:gd name="T33" fmla="*/ 251 h 333"/>
                  <a:gd name="T34" fmla="*/ 391 w 414"/>
                  <a:gd name="T35" fmla="*/ 241 h 333"/>
                  <a:gd name="T36" fmla="*/ 387 w 414"/>
                  <a:gd name="T37" fmla="*/ 232 h 333"/>
                  <a:gd name="T38" fmla="*/ 382 w 414"/>
                  <a:gd name="T39" fmla="*/ 225 h 333"/>
                  <a:gd name="T40" fmla="*/ 375 w 414"/>
                  <a:gd name="T41" fmla="*/ 218 h 333"/>
                  <a:gd name="T42" fmla="*/ 69 w 414"/>
                  <a:gd name="T43" fmla="*/ 14 h 333"/>
                  <a:gd name="T44" fmla="*/ 79 w 414"/>
                  <a:gd name="T45" fmla="*/ 0 h 333"/>
                  <a:gd name="T46" fmla="*/ 389 w 414"/>
                  <a:gd name="T47" fmla="*/ 207 h 333"/>
                  <a:gd name="T48" fmla="*/ 389 w 414"/>
                  <a:gd name="T49" fmla="*/ 207 h 333"/>
                  <a:gd name="T50" fmla="*/ 398 w 414"/>
                  <a:gd name="T51" fmla="*/ 216 h 333"/>
                  <a:gd name="T52" fmla="*/ 405 w 414"/>
                  <a:gd name="T53" fmla="*/ 225 h 333"/>
                  <a:gd name="T54" fmla="*/ 410 w 414"/>
                  <a:gd name="T55" fmla="*/ 236 h 333"/>
                  <a:gd name="T56" fmla="*/ 414 w 414"/>
                  <a:gd name="T57" fmla="*/ 248 h 333"/>
                  <a:gd name="T58" fmla="*/ 414 w 414"/>
                  <a:gd name="T59" fmla="*/ 262 h 333"/>
                  <a:gd name="T60" fmla="*/ 413 w 414"/>
                  <a:gd name="T61" fmla="*/ 275 h 333"/>
                  <a:gd name="T62" fmla="*/ 409 w 414"/>
                  <a:gd name="T63" fmla="*/ 287 h 333"/>
                  <a:gd name="T64" fmla="*/ 402 w 414"/>
                  <a:gd name="T65" fmla="*/ 300 h 333"/>
                  <a:gd name="T66" fmla="*/ 402 w 414"/>
                  <a:gd name="T67" fmla="*/ 300 h 333"/>
                  <a:gd name="T68" fmla="*/ 393 w 414"/>
                  <a:gd name="T69" fmla="*/ 312 h 333"/>
                  <a:gd name="T70" fmla="*/ 382 w 414"/>
                  <a:gd name="T71" fmla="*/ 320 h 333"/>
                  <a:gd name="T72" fmla="*/ 371 w 414"/>
                  <a:gd name="T73" fmla="*/ 327 h 333"/>
                  <a:gd name="T74" fmla="*/ 359 w 414"/>
                  <a:gd name="T75" fmla="*/ 331 h 333"/>
                  <a:gd name="T76" fmla="*/ 347 w 414"/>
                  <a:gd name="T77" fmla="*/ 333 h 333"/>
                  <a:gd name="T78" fmla="*/ 335 w 414"/>
                  <a:gd name="T79" fmla="*/ 332 h 333"/>
                  <a:gd name="T80" fmla="*/ 322 w 414"/>
                  <a:gd name="T81" fmla="*/ 329 h 333"/>
                  <a:gd name="T82" fmla="*/ 310 w 414"/>
                  <a:gd name="T83" fmla="*/ 323 h 333"/>
                  <a:gd name="T84" fmla="*/ 0 w 414"/>
                  <a:gd name="T85" fmla="*/ 11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4" h="333">
                    <a:moveTo>
                      <a:pt x="0" y="117"/>
                    </a:moveTo>
                    <a:lnTo>
                      <a:pt x="10" y="102"/>
                    </a:lnTo>
                    <a:lnTo>
                      <a:pt x="316" y="306"/>
                    </a:lnTo>
                    <a:lnTo>
                      <a:pt x="316" y="306"/>
                    </a:lnTo>
                    <a:lnTo>
                      <a:pt x="325" y="310"/>
                    </a:lnTo>
                    <a:lnTo>
                      <a:pt x="335" y="313"/>
                    </a:lnTo>
                    <a:lnTo>
                      <a:pt x="343" y="313"/>
                    </a:lnTo>
                    <a:lnTo>
                      <a:pt x="352" y="312"/>
                    </a:lnTo>
                    <a:lnTo>
                      <a:pt x="362" y="309"/>
                    </a:lnTo>
                    <a:lnTo>
                      <a:pt x="371" y="304"/>
                    </a:lnTo>
                    <a:lnTo>
                      <a:pt x="378" y="297"/>
                    </a:lnTo>
                    <a:lnTo>
                      <a:pt x="385" y="289"/>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89" y="207"/>
                    </a:lnTo>
                    <a:lnTo>
                      <a:pt x="398" y="216"/>
                    </a:lnTo>
                    <a:lnTo>
                      <a:pt x="405" y="225"/>
                    </a:lnTo>
                    <a:lnTo>
                      <a:pt x="410" y="236"/>
                    </a:lnTo>
                    <a:lnTo>
                      <a:pt x="414" y="248"/>
                    </a:lnTo>
                    <a:lnTo>
                      <a:pt x="414" y="262"/>
                    </a:lnTo>
                    <a:lnTo>
                      <a:pt x="413" y="275"/>
                    </a:lnTo>
                    <a:lnTo>
                      <a:pt x="409" y="287"/>
                    </a:lnTo>
                    <a:lnTo>
                      <a:pt x="402" y="300"/>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7" name="isľîdê">
                <a:extLst>
                  <a:ext uri="{FF2B5EF4-FFF2-40B4-BE49-F238E27FC236}">
                    <a16:creationId xmlns:a16="http://schemas.microsoft.com/office/drawing/2014/main" id="{9C5A7B71-E4C0-4E3E-9BE2-D8E23C8FC1C6}"/>
                  </a:ext>
                </a:extLst>
              </p:cNvPr>
              <p:cNvSpPr/>
              <p:nvPr/>
            </p:nvSpPr>
            <p:spPr bwMode="auto">
              <a:xfrm>
                <a:off x="3190876" y="1230313"/>
                <a:ext cx="176213" cy="246063"/>
              </a:xfrm>
              <a:custGeom>
                <a:avLst/>
                <a:gdLst>
                  <a:gd name="T0" fmla="*/ 5 w 111"/>
                  <a:gd name="T1" fmla="*/ 154 h 155"/>
                  <a:gd name="T2" fmla="*/ 5 w 111"/>
                  <a:gd name="T3" fmla="*/ 154 h 155"/>
                  <a:gd name="T4" fmla="*/ 9 w 111"/>
                  <a:gd name="T5" fmla="*/ 155 h 155"/>
                  <a:gd name="T6" fmla="*/ 15 w 111"/>
                  <a:gd name="T7" fmla="*/ 155 h 155"/>
                  <a:gd name="T8" fmla="*/ 19 w 111"/>
                  <a:gd name="T9" fmla="*/ 154 h 155"/>
                  <a:gd name="T10" fmla="*/ 23 w 111"/>
                  <a:gd name="T11" fmla="*/ 150 h 155"/>
                  <a:gd name="T12" fmla="*/ 110 w 111"/>
                  <a:gd name="T13" fmla="*/ 20 h 155"/>
                  <a:gd name="T14" fmla="*/ 110 w 111"/>
                  <a:gd name="T15" fmla="*/ 20 h 155"/>
                  <a:gd name="T16" fmla="*/ 111 w 111"/>
                  <a:gd name="T17" fmla="*/ 15 h 155"/>
                  <a:gd name="T18" fmla="*/ 111 w 111"/>
                  <a:gd name="T19" fmla="*/ 11 h 155"/>
                  <a:gd name="T20" fmla="*/ 110 w 111"/>
                  <a:gd name="T21" fmla="*/ 5 h 155"/>
                  <a:gd name="T22" fmla="*/ 106 w 111"/>
                  <a:gd name="T23" fmla="*/ 2 h 155"/>
                  <a:gd name="T24" fmla="*/ 106 w 111"/>
                  <a:gd name="T25" fmla="*/ 2 h 155"/>
                  <a:gd name="T26" fmla="*/ 101 w 111"/>
                  <a:gd name="T27" fmla="*/ 0 h 155"/>
                  <a:gd name="T28" fmla="*/ 96 w 111"/>
                  <a:gd name="T29" fmla="*/ 0 h 155"/>
                  <a:gd name="T30" fmla="*/ 92 w 111"/>
                  <a:gd name="T31" fmla="*/ 2 h 155"/>
                  <a:gd name="T32" fmla="*/ 89 w 111"/>
                  <a:gd name="T33" fmla="*/ 5 h 155"/>
                  <a:gd name="T34" fmla="*/ 1 w 111"/>
                  <a:gd name="T35" fmla="*/ 136 h 155"/>
                  <a:gd name="T36" fmla="*/ 1 w 111"/>
                  <a:gd name="T37" fmla="*/ 136 h 155"/>
                  <a:gd name="T38" fmla="*/ 0 w 111"/>
                  <a:gd name="T39" fmla="*/ 140 h 155"/>
                  <a:gd name="T40" fmla="*/ 0 w 111"/>
                  <a:gd name="T41" fmla="*/ 146 h 155"/>
                  <a:gd name="T42" fmla="*/ 1 w 111"/>
                  <a:gd name="T43" fmla="*/ 150 h 155"/>
                  <a:gd name="T44" fmla="*/ 5 w 111"/>
                  <a:gd name="T45" fmla="*/ 154 h 155"/>
                  <a:gd name="T46" fmla="*/ 5 w 111"/>
                  <a:gd name="T47" fmla="*/ 15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1" h="155">
                    <a:moveTo>
                      <a:pt x="5" y="154"/>
                    </a:moveTo>
                    <a:lnTo>
                      <a:pt x="5" y="154"/>
                    </a:lnTo>
                    <a:lnTo>
                      <a:pt x="9" y="155"/>
                    </a:lnTo>
                    <a:lnTo>
                      <a:pt x="15" y="155"/>
                    </a:lnTo>
                    <a:lnTo>
                      <a:pt x="19" y="154"/>
                    </a:lnTo>
                    <a:lnTo>
                      <a:pt x="23" y="150"/>
                    </a:lnTo>
                    <a:lnTo>
                      <a:pt x="110" y="20"/>
                    </a:lnTo>
                    <a:lnTo>
                      <a:pt x="110" y="20"/>
                    </a:lnTo>
                    <a:lnTo>
                      <a:pt x="111" y="15"/>
                    </a:lnTo>
                    <a:lnTo>
                      <a:pt x="111" y="11"/>
                    </a:lnTo>
                    <a:lnTo>
                      <a:pt x="110" y="5"/>
                    </a:lnTo>
                    <a:lnTo>
                      <a:pt x="106" y="2"/>
                    </a:lnTo>
                    <a:lnTo>
                      <a:pt x="106" y="2"/>
                    </a:lnTo>
                    <a:lnTo>
                      <a:pt x="101" y="0"/>
                    </a:lnTo>
                    <a:lnTo>
                      <a:pt x="96" y="0"/>
                    </a:lnTo>
                    <a:lnTo>
                      <a:pt x="92" y="2"/>
                    </a:lnTo>
                    <a:lnTo>
                      <a:pt x="89" y="5"/>
                    </a:lnTo>
                    <a:lnTo>
                      <a:pt x="1" y="136"/>
                    </a:lnTo>
                    <a:lnTo>
                      <a:pt x="1" y="136"/>
                    </a:lnTo>
                    <a:lnTo>
                      <a:pt x="0" y="140"/>
                    </a:lnTo>
                    <a:lnTo>
                      <a:pt x="0" y="146"/>
                    </a:lnTo>
                    <a:lnTo>
                      <a:pt x="1" y="150"/>
                    </a:lnTo>
                    <a:lnTo>
                      <a:pt x="5" y="154"/>
                    </a:lnTo>
                    <a:lnTo>
                      <a:pt x="5"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8" name="ï$ḻïḑè">
                <a:extLst>
                  <a:ext uri="{FF2B5EF4-FFF2-40B4-BE49-F238E27FC236}">
                    <a16:creationId xmlns:a16="http://schemas.microsoft.com/office/drawing/2014/main" id="{3393F9E9-9307-488A-83BC-D789DF94D939}"/>
                  </a:ext>
                </a:extLst>
              </p:cNvPr>
              <p:cNvSpPr/>
              <p:nvPr/>
            </p:nvSpPr>
            <p:spPr bwMode="auto">
              <a:xfrm>
                <a:off x="3287713" y="1400175"/>
                <a:ext cx="504825" cy="323850"/>
              </a:xfrm>
              <a:custGeom>
                <a:avLst/>
                <a:gdLst>
                  <a:gd name="T0" fmla="*/ 0 w 318"/>
                  <a:gd name="T1" fmla="*/ 19 h 204"/>
                  <a:gd name="T2" fmla="*/ 11 w 318"/>
                  <a:gd name="T3" fmla="*/ 0 h 204"/>
                  <a:gd name="T4" fmla="*/ 284 w 318"/>
                  <a:gd name="T5" fmla="*/ 182 h 204"/>
                  <a:gd name="T6" fmla="*/ 284 w 318"/>
                  <a:gd name="T7" fmla="*/ 182 h 204"/>
                  <a:gd name="T8" fmla="*/ 292 w 318"/>
                  <a:gd name="T9" fmla="*/ 186 h 204"/>
                  <a:gd name="T10" fmla="*/ 302 w 318"/>
                  <a:gd name="T11" fmla="*/ 188 h 204"/>
                  <a:gd name="T12" fmla="*/ 310 w 318"/>
                  <a:gd name="T13" fmla="*/ 188 h 204"/>
                  <a:gd name="T14" fmla="*/ 318 w 318"/>
                  <a:gd name="T15" fmla="*/ 185 h 204"/>
                  <a:gd name="T16" fmla="*/ 318 w 318"/>
                  <a:gd name="T17" fmla="*/ 185 h 204"/>
                  <a:gd name="T18" fmla="*/ 317 w 318"/>
                  <a:gd name="T19" fmla="*/ 186 h 204"/>
                  <a:gd name="T20" fmla="*/ 317 w 318"/>
                  <a:gd name="T21" fmla="*/ 186 h 204"/>
                  <a:gd name="T22" fmla="*/ 313 w 318"/>
                  <a:gd name="T23" fmla="*/ 192 h 204"/>
                  <a:gd name="T24" fmla="*/ 307 w 318"/>
                  <a:gd name="T25" fmla="*/ 197 h 204"/>
                  <a:gd name="T26" fmla="*/ 302 w 318"/>
                  <a:gd name="T27" fmla="*/ 200 h 204"/>
                  <a:gd name="T28" fmla="*/ 295 w 318"/>
                  <a:gd name="T29" fmla="*/ 203 h 204"/>
                  <a:gd name="T30" fmla="*/ 288 w 318"/>
                  <a:gd name="T31" fmla="*/ 204 h 204"/>
                  <a:gd name="T32" fmla="*/ 282 w 318"/>
                  <a:gd name="T33" fmla="*/ 203 h 204"/>
                  <a:gd name="T34" fmla="*/ 276 w 318"/>
                  <a:gd name="T35" fmla="*/ 201 h 204"/>
                  <a:gd name="T36" fmla="*/ 269 w 318"/>
                  <a:gd name="T37" fmla="*/ 199 h 204"/>
                  <a:gd name="T38" fmla="*/ 0 w 318"/>
                  <a:gd name="T39" fmla="*/ 1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8" h="204">
                    <a:moveTo>
                      <a:pt x="0" y="19"/>
                    </a:moveTo>
                    <a:lnTo>
                      <a:pt x="11" y="0"/>
                    </a:lnTo>
                    <a:lnTo>
                      <a:pt x="284" y="182"/>
                    </a:lnTo>
                    <a:lnTo>
                      <a:pt x="284" y="182"/>
                    </a:lnTo>
                    <a:lnTo>
                      <a:pt x="292" y="186"/>
                    </a:lnTo>
                    <a:lnTo>
                      <a:pt x="302" y="188"/>
                    </a:lnTo>
                    <a:lnTo>
                      <a:pt x="310" y="188"/>
                    </a:lnTo>
                    <a:lnTo>
                      <a:pt x="318" y="185"/>
                    </a:lnTo>
                    <a:lnTo>
                      <a:pt x="318" y="185"/>
                    </a:lnTo>
                    <a:lnTo>
                      <a:pt x="317" y="186"/>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46" name="ïṩ1ídé">
              <a:extLst>
                <a:ext uri="{FF2B5EF4-FFF2-40B4-BE49-F238E27FC236}">
                  <a16:creationId xmlns:a16="http://schemas.microsoft.com/office/drawing/2014/main" id="{EDCE72B7-6411-4928-9E40-84A915406DD0}"/>
                </a:ext>
              </a:extLst>
            </p:cNvPr>
            <p:cNvSpPr/>
            <p:nvPr/>
          </p:nvSpPr>
          <p:spPr bwMode="auto">
            <a:xfrm>
              <a:off x="5047447" y="3503582"/>
              <a:ext cx="344260" cy="596718"/>
            </a:xfrm>
            <a:custGeom>
              <a:avLst/>
              <a:gdLst>
                <a:gd name="T0" fmla="*/ 144 w 240"/>
                <a:gd name="T1" fmla="*/ 352 h 416"/>
                <a:gd name="T2" fmla="*/ 154 w 240"/>
                <a:gd name="T3" fmla="*/ 354 h 416"/>
                <a:gd name="T4" fmla="*/ 164 w 240"/>
                <a:gd name="T5" fmla="*/ 359 h 416"/>
                <a:gd name="T6" fmla="*/ 171 w 240"/>
                <a:gd name="T7" fmla="*/ 366 h 416"/>
                <a:gd name="T8" fmla="*/ 175 w 240"/>
                <a:gd name="T9" fmla="*/ 375 h 416"/>
                <a:gd name="T10" fmla="*/ 176 w 240"/>
                <a:gd name="T11" fmla="*/ 382 h 416"/>
                <a:gd name="T12" fmla="*/ 175 w 240"/>
                <a:gd name="T13" fmla="*/ 394 h 416"/>
                <a:gd name="T14" fmla="*/ 168 w 240"/>
                <a:gd name="T15" fmla="*/ 405 h 416"/>
                <a:gd name="T16" fmla="*/ 158 w 240"/>
                <a:gd name="T17" fmla="*/ 413 h 416"/>
                <a:gd name="T18" fmla="*/ 152 w 240"/>
                <a:gd name="T19" fmla="*/ 415 h 416"/>
                <a:gd name="T20" fmla="*/ 144 w 240"/>
                <a:gd name="T21" fmla="*/ 352 h 416"/>
                <a:gd name="T22" fmla="*/ 144 w 240"/>
                <a:gd name="T23" fmla="*/ 325 h 416"/>
                <a:gd name="T24" fmla="*/ 144 w 240"/>
                <a:gd name="T25" fmla="*/ 141 h 416"/>
                <a:gd name="T26" fmla="*/ 163 w 240"/>
                <a:gd name="T27" fmla="*/ 160 h 416"/>
                <a:gd name="T28" fmla="*/ 175 w 240"/>
                <a:gd name="T29" fmla="*/ 189 h 416"/>
                <a:gd name="T30" fmla="*/ 188 w 240"/>
                <a:gd name="T31" fmla="*/ 243 h 416"/>
                <a:gd name="T32" fmla="*/ 192 w 240"/>
                <a:gd name="T33" fmla="*/ 251 h 416"/>
                <a:gd name="T34" fmla="*/ 205 w 240"/>
                <a:gd name="T35" fmla="*/ 260 h 416"/>
                <a:gd name="T36" fmla="*/ 225 w 240"/>
                <a:gd name="T37" fmla="*/ 264 h 416"/>
                <a:gd name="T38" fmla="*/ 240 w 240"/>
                <a:gd name="T39" fmla="*/ 300 h 416"/>
                <a:gd name="T40" fmla="*/ 135 w 240"/>
                <a:gd name="T41" fmla="*/ 352 h 416"/>
                <a:gd name="T42" fmla="*/ 144 w 240"/>
                <a:gd name="T43" fmla="*/ 352 h 416"/>
                <a:gd name="T44" fmla="*/ 144 w 240"/>
                <a:gd name="T45" fmla="*/ 416 h 416"/>
                <a:gd name="T46" fmla="*/ 134 w 240"/>
                <a:gd name="T47" fmla="*/ 415 h 416"/>
                <a:gd name="T48" fmla="*/ 125 w 240"/>
                <a:gd name="T49" fmla="*/ 409 h 416"/>
                <a:gd name="T50" fmla="*/ 118 w 240"/>
                <a:gd name="T51" fmla="*/ 403 h 416"/>
                <a:gd name="T52" fmla="*/ 112 w 240"/>
                <a:gd name="T53" fmla="*/ 392 h 416"/>
                <a:gd name="T54" fmla="*/ 112 w 240"/>
                <a:gd name="T55" fmla="*/ 386 h 416"/>
                <a:gd name="T56" fmla="*/ 114 w 240"/>
                <a:gd name="T57" fmla="*/ 374 h 416"/>
                <a:gd name="T58" fmla="*/ 121 w 240"/>
                <a:gd name="T59" fmla="*/ 363 h 416"/>
                <a:gd name="T60" fmla="*/ 130 w 240"/>
                <a:gd name="T61" fmla="*/ 355 h 416"/>
                <a:gd name="T62" fmla="*/ 135 w 240"/>
                <a:gd name="T63" fmla="*/ 352 h 416"/>
                <a:gd name="T64" fmla="*/ 144 w 240"/>
                <a:gd name="T65" fmla="*/ 141 h 416"/>
                <a:gd name="T66" fmla="*/ 122 w 240"/>
                <a:gd name="T67" fmla="*/ 130 h 416"/>
                <a:gd name="T68" fmla="*/ 98 w 240"/>
                <a:gd name="T69" fmla="*/ 126 h 416"/>
                <a:gd name="T70" fmla="*/ 69 w 240"/>
                <a:gd name="T71" fmla="*/ 19 h 416"/>
                <a:gd name="T72" fmla="*/ 65 w 240"/>
                <a:gd name="T73" fmla="*/ 10 h 416"/>
                <a:gd name="T74" fmla="*/ 58 w 240"/>
                <a:gd name="T75" fmla="*/ 4 h 416"/>
                <a:gd name="T76" fmla="*/ 49 w 240"/>
                <a:gd name="T77" fmla="*/ 0 h 416"/>
                <a:gd name="T78" fmla="*/ 39 w 240"/>
                <a:gd name="T79" fmla="*/ 2 h 416"/>
                <a:gd name="T80" fmla="*/ 34 w 240"/>
                <a:gd name="T81" fmla="*/ 3 h 416"/>
                <a:gd name="T82" fmla="*/ 26 w 240"/>
                <a:gd name="T83" fmla="*/ 10 h 416"/>
                <a:gd name="T84" fmla="*/ 22 w 240"/>
                <a:gd name="T85" fmla="*/ 18 h 416"/>
                <a:gd name="T86" fmla="*/ 20 w 240"/>
                <a:gd name="T87" fmla="*/ 27 h 416"/>
                <a:gd name="T88" fmla="*/ 49 w 240"/>
                <a:gd name="T89" fmla="*/ 139 h 416"/>
                <a:gd name="T90" fmla="*/ 38 w 240"/>
                <a:gd name="T91" fmla="*/ 145 h 416"/>
                <a:gd name="T92" fmla="*/ 20 w 240"/>
                <a:gd name="T93" fmla="*/ 164 h 416"/>
                <a:gd name="T94" fmla="*/ 11 w 240"/>
                <a:gd name="T95" fmla="*/ 187 h 416"/>
                <a:gd name="T96" fmla="*/ 8 w 240"/>
                <a:gd name="T97" fmla="*/ 216 h 416"/>
                <a:gd name="T98" fmla="*/ 11 w 240"/>
                <a:gd name="T99" fmla="*/ 232 h 416"/>
                <a:gd name="T100" fmla="*/ 26 w 240"/>
                <a:gd name="T101" fmla="*/ 285 h 416"/>
                <a:gd name="T102" fmla="*/ 26 w 240"/>
                <a:gd name="T103" fmla="*/ 294 h 416"/>
                <a:gd name="T104" fmla="*/ 20 w 240"/>
                <a:gd name="T105" fmla="*/ 308 h 416"/>
                <a:gd name="T106" fmla="*/ 5 w 240"/>
                <a:gd name="T107" fmla="*/ 321 h 416"/>
                <a:gd name="T108" fmla="*/ 10 w 240"/>
                <a:gd name="T109" fmla="*/ 361 h 416"/>
                <a:gd name="T110" fmla="*/ 144 w 240"/>
                <a:gd name="T111" fmla="*/ 1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5" y="375"/>
                  </a:lnTo>
                  <a:lnTo>
                    <a:pt x="176" y="382"/>
                  </a:lnTo>
                  <a:lnTo>
                    <a:pt x="176" y="389"/>
                  </a:lnTo>
                  <a:lnTo>
                    <a:pt x="175" y="394"/>
                  </a:lnTo>
                  <a:lnTo>
                    <a:pt x="172" y="400"/>
                  </a:lnTo>
                  <a:lnTo>
                    <a:pt x="168" y="405"/>
                  </a:lnTo>
                  <a:lnTo>
                    <a:pt x="164" y="409"/>
                  </a:lnTo>
                  <a:lnTo>
                    <a:pt x="158" y="413"/>
                  </a:lnTo>
                  <a:lnTo>
                    <a:pt x="152" y="415"/>
                  </a:lnTo>
                  <a:lnTo>
                    <a:pt x="152" y="415"/>
                  </a:lnTo>
                  <a:lnTo>
                    <a:pt x="144" y="416"/>
                  </a:lnTo>
                  <a:lnTo>
                    <a:pt x="144" y="352"/>
                  </a:lnTo>
                  <a:lnTo>
                    <a:pt x="144" y="352"/>
                  </a:lnTo>
                  <a:close/>
                  <a:moveTo>
                    <a:pt x="144" y="325"/>
                  </a:moveTo>
                  <a:lnTo>
                    <a:pt x="144" y="141"/>
                  </a:lnTo>
                  <a:lnTo>
                    <a:pt x="144" y="141"/>
                  </a:lnTo>
                  <a:lnTo>
                    <a:pt x="154" y="149"/>
                  </a:lnTo>
                  <a:lnTo>
                    <a:pt x="163" y="160"/>
                  </a:lnTo>
                  <a:lnTo>
                    <a:pt x="169" y="174"/>
                  </a:lnTo>
                  <a:lnTo>
                    <a:pt x="175" y="189"/>
                  </a:lnTo>
                  <a:lnTo>
                    <a:pt x="175" y="189"/>
                  </a:lnTo>
                  <a:lnTo>
                    <a:pt x="188" y="243"/>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44" y="416"/>
                  </a:lnTo>
                  <a:lnTo>
                    <a:pt x="138" y="416"/>
                  </a:lnTo>
                  <a:lnTo>
                    <a:pt x="134" y="415"/>
                  </a:lnTo>
                  <a:lnTo>
                    <a:pt x="129" y="412"/>
                  </a:lnTo>
                  <a:lnTo>
                    <a:pt x="125" y="409"/>
                  </a:lnTo>
                  <a:lnTo>
                    <a:pt x="121" y="407"/>
                  </a:lnTo>
                  <a:lnTo>
                    <a:pt x="118" y="403"/>
                  </a:lnTo>
                  <a:lnTo>
                    <a:pt x="115" y="397"/>
                  </a:lnTo>
                  <a:lnTo>
                    <a:pt x="112" y="392"/>
                  </a:lnTo>
                  <a:lnTo>
                    <a:pt x="112" y="392"/>
                  </a:lnTo>
                  <a:lnTo>
                    <a:pt x="112" y="386"/>
                  </a:lnTo>
                  <a:lnTo>
                    <a:pt x="112" y="380"/>
                  </a:lnTo>
                  <a:lnTo>
                    <a:pt x="114" y="374"/>
                  </a:lnTo>
                  <a:lnTo>
                    <a:pt x="117" y="367"/>
                  </a:lnTo>
                  <a:lnTo>
                    <a:pt x="121" y="363"/>
                  </a:lnTo>
                  <a:lnTo>
                    <a:pt x="125" y="359"/>
                  </a:lnTo>
                  <a:lnTo>
                    <a:pt x="130" y="355"/>
                  </a:lnTo>
                  <a:lnTo>
                    <a:pt x="135" y="352"/>
                  </a:lnTo>
                  <a:lnTo>
                    <a:pt x="135" y="352"/>
                  </a:lnTo>
                  <a:close/>
                  <a:moveTo>
                    <a:pt x="144" y="141"/>
                  </a:moveTo>
                  <a:lnTo>
                    <a:pt x="144" y="141"/>
                  </a:lnTo>
                  <a:lnTo>
                    <a:pt x="133" y="134"/>
                  </a:lnTo>
                  <a:lnTo>
                    <a:pt x="122" y="130"/>
                  </a:lnTo>
                  <a:lnTo>
                    <a:pt x="110" y="128"/>
                  </a:lnTo>
                  <a:lnTo>
                    <a:pt x="98" y="126"/>
                  </a:lnTo>
                  <a:lnTo>
                    <a:pt x="69" y="19"/>
                  </a:lnTo>
                  <a:lnTo>
                    <a:pt x="69" y="19"/>
                  </a:lnTo>
                  <a:lnTo>
                    <a:pt x="68" y="15"/>
                  </a:lnTo>
                  <a:lnTo>
                    <a:pt x="65" y="10"/>
                  </a:lnTo>
                  <a:lnTo>
                    <a:pt x="61" y="7"/>
                  </a:lnTo>
                  <a:lnTo>
                    <a:pt x="58" y="4"/>
                  </a:lnTo>
                  <a:lnTo>
                    <a:pt x="53" y="2"/>
                  </a:lnTo>
                  <a:lnTo>
                    <a:pt x="49" y="0"/>
                  </a:lnTo>
                  <a:lnTo>
                    <a:pt x="43" y="0"/>
                  </a:lnTo>
                  <a:lnTo>
                    <a:pt x="39" y="2"/>
                  </a:lnTo>
                  <a:lnTo>
                    <a:pt x="39" y="2"/>
                  </a:lnTo>
                  <a:lnTo>
                    <a:pt x="34" y="3"/>
                  </a:lnTo>
                  <a:lnTo>
                    <a:pt x="30" y="6"/>
                  </a:lnTo>
                  <a:lnTo>
                    <a:pt x="26" y="10"/>
                  </a:lnTo>
                  <a:lnTo>
                    <a:pt x="23" y="13"/>
                  </a:lnTo>
                  <a:lnTo>
                    <a:pt x="22" y="18"/>
                  </a:lnTo>
                  <a:lnTo>
                    <a:pt x="20" y="22"/>
                  </a:lnTo>
                  <a:lnTo>
                    <a:pt x="20" y="27"/>
                  </a:lnTo>
                  <a:lnTo>
                    <a:pt x="20" y="32"/>
                  </a:lnTo>
                  <a:lnTo>
                    <a:pt x="49" y="139"/>
                  </a:lnTo>
                  <a:lnTo>
                    <a:pt x="49" y="139"/>
                  </a:lnTo>
                  <a:lnTo>
                    <a:pt x="38" y="145"/>
                  </a:lnTo>
                  <a:lnTo>
                    <a:pt x="28" y="155"/>
                  </a:lnTo>
                  <a:lnTo>
                    <a:pt x="20" y="164"/>
                  </a:lnTo>
                  <a:lnTo>
                    <a:pt x="15" y="175"/>
                  </a:lnTo>
                  <a:lnTo>
                    <a:pt x="11" y="187"/>
                  </a:lnTo>
                  <a:lnTo>
                    <a:pt x="8" y="201"/>
                  </a:lnTo>
                  <a:lnTo>
                    <a:pt x="8" y="216"/>
                  </a:lnTo>
                  <a:lnTo>
                    <a:pt x="11" y="232"/>
                  </a:lnTo>
                  <a:lnTo>
                    <a:pt x="11" y="232"/>
                  </a:lnTo>
                  <a:lnTo>
                    <a:pt x="26" y="285"/>
                  </a:lnTo>
                  <a:lnTo>
                    <a:pt x="26" y="285"/>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7" name="iṡľíḍe">
              <a:extLst>
                <a:ext uri="{FF2B5EF4-FFF2-40B4-BE49-F238E27FC236}">
                  <a16:creationId xmlns:a16="http://schemas.microsoft.com/office/drawing/2014/main" id="{0932F319-6561-4F36-85C8-551B5D58C4A6}"/>
                </a:ext>
              </a:extLst>
            </p:cNvPr>
            <p:cNvSpPr/>
            <p:nvPr/>
          </p:nvSpPr>
          <p:spPr bwMode="auto">
            <a:xfrm>
              <a:off x="7190467" y="2723258"/>
              <a:ext cx="494874" cy="537908"/>
            </a:xfrm>
            <a:custGeom>
              <a:avLst/>
              <a:gdLst>
                <a:gd name="T0" fmla="*/ 268 w 345"/>
                <a:gd name="T1" fmla="*/ 172 h 375"/>
                <a:gd name="T2" fmla="*/ 258 w 345"/>
                <a:gd name="T3" fmla="*/ 130 h 375"/>
                <a:gd name="T4" fmla="*/ 264 w 345"/>
                <a:gd name="T5" fmla="*/ 252 h 375"/>
                <a:gd name="T6" fmla="*/ 296 w 345"/>
                <a:gd name="T7" fmla="*/ 291 h 375"/>
                <a:gd name="T8" fmla="*/ 281 w 345"/>
                <a:gd name="T9" fmla="*/ 295 h 375"/>
                <a:gd name="T10" fmla="*/ 281 w 345"/>
                <a:gd name="T11" fmla="*/ 50 h 375"/>
                <a:gd name="T12" fmla="*/ 296 w 345"/>
                <a:gd name="T13" fmla="*/ 53 h 375"/>
                <a:gd name="T14" fmla="*/ 264 w 345"/>
                <a:gd name="T15" fmla="*/ 94 h 375"/>
                <a:gd name="T16" fmla="*/ 284 w 345"/>
                <a:gd name="T17" fmla="*/ 172 h 375"/>
                <a:gd name="T18" fmla="*/ 336 w 345"/>
                <a:gd name="T19" fmla="*/ 164 h 375"/>
                <a:gd name="T20" fmla="*/ 344 w 345"/>
                <a:gd name="T21" fmla="*/ 176 h 375"/>
                <a:gd name="T22" fmla="*/ 289 w 345"/>
                <a:gd name="T23" fmla="*/ 180 h 375"/>
                <a:gd name="T24" fmla="*/ 173 w 345"/>
                <a:gd name="T25" fmla="*/ 77 h 375"/>
                <a:gd name="T26" fmla="*/ 243 w 345"/>
                <a:gd name="T27" fmla="*/ 108 h 375"/>
                <a:gd name="T28" fmla="*/ 245 w 345"/>
                <a:gd name="T29" fmla="*/ 236 h 375"/>
                <a:gd name="T30" fmla="*/ 222 w 345"/>
                <a:gd name="T31" fmla="*/ 345 h 375"/>
                <a:gd name="T32" fmla="*/ 178 w 345"/>
                <a:gd name="T33" fmla="*/ 375 h 375"/>
                <a:gd name="T34" fmla="*/ 207 w 345"/>
                <a:gd name="T35" fmla="*/ 242 h 375"/>
                <a:gd name="T36" fmla="*/ 238 w 345"/>
                <a:gd name="T37" fmla="*/ 211 h 375"/>
                <a:gd name="T38" fmla="*/ 248 w 345"/>
                <a:gd name="T39" fmla="*/ 157 h 375"/>
                <a:gd name="T40" fmla="*/ 203 w 345"/>
                <a:gd name="T41" fmla="*/ 103 h 375"/>
                <a:gd name="T42" fmla="*/ 173 w 345"/>
                <a:gd name="T43" fmla="*/ 77 h 375"/>
                <a:gd name="T44" fmla="*/ 250 w 345"/>
                <a:gd name="T45" fmla="*/ 91 h 375"/>
                <a:gd name="T46" fmla="*/ 258 w 345"/>
                <a:gd name="T47" fmla="*/ 73 h 375"/>
                <a:gd name="T48" fmla="*/ 250 w 345"/>
                <a:gd name="T49" fmla="*/ 255 h 375"/>
                <a:gd name="T50" fmla="*/ 258 w 345"/>
                <a:gd name="T51" fmla="*/ 249 h 375"/>
                <a:gd name="T52" fmla="*/ 180 w 345"/>
                <a:gd name="T53" fmla="*/ 6 h 375"/>
                <a:gd name="T54" fmla="*/ 176 w 345"/>
                <a:gd name="T55" fmla="*/ 60 h 375"/>
                <a:gd name="T56" fmla="*/ 157 w 345"/>
                <a:gd name="T57" fmla="*/ 374 h 375"/>
                <a:gd name="T58" fmla="*/ 120 w 345"/>
                <a:gd name="T59" fmla="*/ 337 h 375"/>
                <a:gd name="T60" fmla="*/ 93 w 345"/>
                <a:gd name="T61" fmla="*/ 224 h 375"/>
                <a:gd name="T62" fmla="*/ 111 w 345"/>
                <a:gd name="T63" fmla="*/ 100 h 375"/>
                <a:gd name="T64" fmla="*/ 173 w 345"/>
                <a:gd name="T65" fmla="*/ 96 h 375"/>
                <a:gd name="T66" fmla="*/ 119 w 345"/>
                <a:gd name="T67" fmla="*/ 119 h 375"/>
                <a:gd name="T68" fmla="*/ 97 w 345"/>
                <a:gd name="T69" fmla="*/ 183 h 375"/>
                <a:gd name="T70" fmla="*/ 126 w 345"/>
                <a:gd name="T71" fmla="*/ 232 h 375"/>
                <a:gd name="T72" fmla="*/ 139 w 345"/>
                <a:gd name="T73" fmla="*/ 290 h 375"/>
                <a:gd name="T74" fmla="*/ 173 w 345"/>
                <a:gd name="T75" fmla="*/ 60 h 375"/>
                <a:gd name="T76" fmla="*/ 164 w 345"/>
                <a:gd name="T77" fmla="*/ 54 h 375"/>
                <a:gd name="T78" fmla="*/ 169 w 345"/>
                <a:gd name="T79" fmla="*/ 0 h 375"/>
                <a:gd name="T80" fmla="*/ 93 w 345"/>
                <a:gd name="T81" fmla="*/ 264 h 375"/>
                <a:gd name="T82" fmla="*/ 93 w 345"/>
                <a:gd name="T83" fmla="*/ 252 h 375"/>
                <a:gd name="T84" fmla="*/ 86 w 345"/>
                <a:gd name="T85" fmla="*/ 96 h 375"/>
                <a:gd name="T86" fmla="*/ 94 w 345"/>
                <a:gd name="T87" fmla="*/ 84 h 375"/>
                <a:gd name="T88" fmla="*/ 82 w 345"/>
                <a:gd name="T89" fmla="*/ 203 h 375"/>
                <a:gd name="T90" fmla="*/ 80 w 345"/>
                <a:gd name="T91" fmla="*/ 152 h 375"/>
                <a:gd name="T92" fmla="*/ 86 w 345"/>
                <a:gd name="T93" fmla="*/ 96 h 375"/>
                <a:gd name="T94" fmla="*/ 50 w 345"/>
                <a:gd name="T95" fmla="*/ 64 h 375"/>
                <a:gd name="T96" fmla="*/ 53 w 345"/>
                <a:gd name="T97" fmla="*/ 49 h 375"/>
                <a:gd name="T98" fmla="*/ 86 w 345"/>
                <a:gd name="T99" fmla="*/ 249 h 375"/>
                <a:gd name="T100" fmla="*/ 53 w 345"/>
                <a:gd name="T101" fmla="*/ 297 h 375"/>
                <a:gd name="T102" fmla="*/ 50 w 345"/>
                <a:gd name="T103" fmla="*/ 282 h 375"/>
                <a:gd name="T104" fmla="*/ 86 w 345"/>
                <a:gd name="T105" fmla="*/ 249 h 375"/>
                <a:gd name="T106" fmla="*/ 57 w 345"/>
                <a:gd name="T107" fmla="*/ 167 h 375"/>
                <a:gd name="T108" fmla="*/ 54 w 345"/>
                <a:gd name="T109" fmla="*/ 180 h 375"/>
                <a:gd name="T110" fmla="*/ 0 w 345"/>
                <a:gd name="T111" fmla="*/ 176 h 375"/>
                <a:gd name="T112" fmla="*/ 8 w 345"/>
                <a:gd name="T113" fmla="*/ 1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5" h="375">
                  <a:moveTo>
                    <a:pt x="258" y="130"/>
                  </a:moveTo>
                  <a:lnTo>
                    <a:pt x="258" y="130"/>
                  </a:lnTo>
                  <a:lnTo>
                    <a:pt x="262" y="141"/>
                  </a:lnTo>
                  <a:lnTo>
                    <a:pt x="266" y="150"/>
                  </a:lnTo>
                  <a:lnTo>
                    <a:pt x="268" y="161"/>
                  </a:lnTo>
                  <a:lnTo>
                    <a:pt x="268" y="172"/>
                  </a:lnTo>
                  <a:lnTo>
                    <a:pt x="268" y="172"/>
                  </a:lnTo>
                  <a:lnTo>
                    <a:pt x="268" y="184"/>
                  </a:lnTo>
                  <a:lnTo>
                    <a:pt x="266" y="194"/>
                  </a:lnTo>
                  <a:lnTo>
                    <a:pt x="262" y="205"/>
                  </a:lnTo>
                  <a:lnTo>
                    <a:pt x="258" y="214"/>
                  </a:lnTo>
                  <a:lnTo>
                    <a:pt x="258" y="130"/>
                  </a:lnTo>
                  <a:lnTo>
                    <a:pt x="258" y="130"/>
                  </a:lnTo>
                  <a:close/>
                  <a:moveTo>
                    <a:pt x="258" y="272"/>
                  </a:moveTo>
                  <a:lnTo>
                    <a:pt x="258" y="249"/>
                  </a:lnTo>
                  <a:lnTo>
                    <a:pt x="258" y="249"/>
                  </a:lnTo>
                  <a:lnTo>
                    <a:pt x="261" y="251"/>
                  </a:lnTo>
                  <a:lnTo>
                    <a:pt x="264" y="252"/>
                  </a:lnTo>
                  <a:lnTo>
                    <a:pt x="264" y="252"/>
                  </a:lnTo>
                  <a:lnTo>
                    <a:pt x="295" y="282"/>
                  </a:lnTo>
                  <a:lnTo>
                    <a:pt x="295" y="282"/>
                  </a:lnTo>
                  <a:lnTo>
                    <a:pt x="296" y="286"/>
                  </a:lnTo>
                  <a:lnTo>
                    <a:pt x="296" y="289"/>
                  </a:lnTo>
                  <a:lnTo>
                    <a:pt x="296" y="291"/>
                  </a:lnTo>
                  <a:lnTo>
                    <a:pt x="295" y="295"/>
                  </a:lnTo>
                  <a:lnTo>
                    <a:pt x="295" y="295"/>
                  </a:lnTo>
                  <a:lnTo>
                    <a:pt x="291" y="297"/>
                  </a:lnTo>
                  <a:lnTo>
                    <a:pt x="288" y="298"/>
                  </a:lnTo>
                  <a:lnTo>
                    <a:pt x="284" y="297"/>
                  </a:lnTo>
                  <a:lnTo>
                    <a:pt x="281" y="295"/>
                  </a:lnTo>
                  <a:lnTo>
                    <a:pt x="258" y="272"/>
                  </a:lnTo>
                  <a:lnTo>
                    <a:pt x="258" y="272"/>
                  </a:lnTo>
                  <a:close/>
                  <a:moveTo>
                    <a:pt x="258" y="96"/>
                  </a:moveTo>
                  <a:lnTo>
                    <a:pt x="258" y="73"/>
                  </a:lnTo>
                  <a:lnTo>
                    <a:pt x="281" y="50"/>
                  </a:lnTo>
                  <a:lnTo>
                    <a:pt x="281" y="50"/>
                  </a:lnTo>
                  <a:lnTo>
                    <a:pt x="284" y="49"/>
                  </a:lnTo>
                  <a:lnTo>
                    <a:pt x="288" y="48"/>
                  </a:lnTo>
                  <a:lnTo>
                    <a:pt x="291" y="49"/>
                  </a:lnTo>
                  <a:lnTo>
                    <a:pt x="295" y="50"/>
                  </a:lnTo>
                  <a:lnTo>
                    <a:pt x="295" y="50"/>
                  </a:lnTo>
                  <a:lnTo>
                    <a:pt x="296" y="53"/>
                  </a:lnTo>
                  <a:lnTo>
                    <a:pt x="296" y="57"/>
                  </a:lnTo>
                  <a:lnTo>
                    <a:pt x="296" y="60"/>
                  </a:lnTo>
                  <a:lnTo>
                    <a:pt x="295" y="64"/>
                  </a:lnTo>
                  <a:lnTo>
                    <a:pt x="264" y="94"/>
                  </a:lnTo>
                  <a:lnTo>
                    <a:pt x="264" y="94"/>
                  </a:lnTo>
                  <a:lnTo>
                    <a:pt x="264" y="94"/>
                  </a:lnTo>
                  <a:lnTo>
                    <a:pt x="261" y="95"/>
                  </a:lnTo>
                  <a:lnTo>
                    <a:pt x="258" y="96"/>
                  </a:lnTo>
                  <a:lnTo>
                    <a:pt x="258" y="96"/>
                  </a:lnTo>
                  <a:close/>
                  <a:moveTo>
                    <a:pt x="284" y="172"/>
                  </a:moveTo>
                  <a:lnTo>
                    <a:pt x="284" y="172"/>
                  </a:lnTo>
                  <a:lnTo>
                    <a:pt x="284" y="172"/>
                  </a:lnTo>
                  <a:lnTo>
                    <a:pt x="285" y="169"/>
                  </a:lnTo>
                  <a:lnTo>
                    <a:pt x="287" y="167"/>
                  </a:lnTo>
                  <a:lnTo>
                    <a:pt x="289" y="164"/>
                  </a:lnTo>
                  <a:lnTo>
                    <a:pt x="294" y="164"/>
                  </a:lnTo>
                  <a:lnTo>
                    <a:pt x="336" y="164"/>
                  </a:lnTo>
                  <a:lnTo>
                    <a:pt x="336" y="164"/>
                  </a:lnTo>
                  <a:lnTo>
                    <a:pt x="340" y="164"/>
                  </a:lnTo>
                  <a:lnTo>
                    <a:pt x="342" y="167"/>
                  </a:lnTo>
                  <a:lnTo>
                    <a:pt x="344" y="169"/>
                  </a:lnTo>
                  <a:lnTo>
                    <a:pt x="345" y="172"/>
                  </a:lnTo>
                  <a:lnTo>
                    <a:pt x="345" y="172"/>
                  </a:lnTo>
                  <a:lnTo>
                    <a:pt x="344" y="176"/>
                  </a:lnTo>
                  <a:lnTo>
                    <a:pt x="342" y="179"/>
                  </a:lnTo>
                  <a:lnTo>
                    <a:pt x="340" y="180"/>
                  </a:lnTo>
                  <a:lnTo>
                    <a:pt x="336" y="182"/>
                  </a:lnTo>
                  <a:lnTo>
                    <a:pt x="294" y="182"/>
                  </a:lnTo>
                  <a:lnTo>
                    <a:pt x="294" y="182"/>
                  </a:lnTo>
                  <a:lnTo>
                    <a:pt x="289" y="180"/>
                  </a:lnTo>
                  <a:lnTo>
                    <a:pt x="287" y="179"/>
                  </a:lnTo>
                  <a:lnTo>
                    <a:pt x="285" y="176"/>
                  </a:lnTo>
                  <a:lnTo>
                    <a:pt x="284" y="172"/>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8" y="214"/>
                  </a:lnTo>
                  <a:lnTo>
                    <a:pt x="252" y="225"/>
                  </a:lnTo>
                  <a:lnTo>
                    <a:pt x="245" y="236"/>
                  </a:lnTo>
                  <a:lnTo>
                    <a:pt x="235" y="245"/>
                  </a:lnTo>
                  <a:lnTo>
                    <a:pt x="224" y="252"/>
                  </a:lnTo>
                  <a:lnTo>
                    <a:pt x="224" y="328"/>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6" y="247"/>
                  </a:lnTo>
                  <a:lnTo>
                    <a:pt x="207" y="242"/>
                  </a:lnTo>
                  <a:lnTo>
                    <a:pt x="211" y="238"/>
                  </a:lnTo>
                  <a:lnTo>
                    <a:pt x="211" y="238"/>
                  </a:lnTo>
                  <a:lnTo>
                    <a:pt x="219" y="233"/>
                  </a:lnTo>
                  <a:lnTo>
                    <a:pt x="226" y="226"/>
                  </a:lnTo>
                  <a:lnTo>
                    <a:pt x="233" y="219"/>
                  </a:lnTo>
                  <a:lnTo>
                    <a:pt x="238" y="211"/>
                  </a:lnTo>
                  <a:lnTo>
                    <a:pt x="242" y="202"/>
                  </a:lnTo>
                  <a:lnTo>
                    <a:pt x="246" y="192"/>
                  </a:lnTo>
                  <a:lnTo>
                    <a:pt x="248" y="183"/>
                  </a:lnTo>
                  <a:lnTo>
                    <a:pt x="249" y="172"/>
                  </a:lnTo>
                  <a:lnTo>
                    <a:pt x="249" y="172"/>
                  </a:lnTo>
                  <a:lnTo>
                    <a:pt x="248" y="157"/>
                  </a:lnTo>
                  <a:lnTo>
                    <a:pt x="242" y="144"/>
                  </a:lnTo>
                  <a:lnTo>
                    <a:pt x="235" y="130"/>
                  </a:lnTo>
                  <a:lnTo>
                    <a:pt x="226" y="119"/>
                  </a:lnTo>
                  <a:lnTo>
                    <a:pt x="226" y="119"/>
                  </a:lnTo>
                  <a:lnTo>
                    <a:pt x="215" y="110"/>
                  </a:lnTo>
                  <a:lnTo>
                    <a:pt x="203" y="103"/>
                  </a:lnTo>
                  <a:lnTo>
                    <a:pt x="188" y="99"/>
                  </a:lnTo>
                  <a:lnTo>
                    <a:pt x="173" y="96"/>
                  </a:lnTo>
                  <a:lnTo>
                    <a:pt x="173" y="96"/>
                  </a:lnTo>
                  <a:lnTo>
                    <a:pt x="173" y="77"/>
                  </a:lnTo>
                  <a:lnTo>
                    <a:pt x="173" y="77"/>
                  </a:lnTo>
                  <a:lnTo>
                    <a:pt x="173" y="77"/>
                  </a:lnTo>
                  <a:close/>
                  <a:moveTo>
                    <a:pt x="258" y="73"/>
                  </a:moveTo>
                  <a:lnTo>
                    <a:pt x="252" y="81"/>
                  </a:lnTo>
                  <a:lnTo>
                    <a:pt x="252" y="81"/>
                  </a:lnTo>
                  <a:lnTo>
                    <a:pt x="250" y="84"/>
                  </a:lnTo>
                  <a:lnTo>
                    <a:pt x="249" y="87"/>
                  </a:lnTo>
                  <a:lnTo>
                    <a:pt x="250" y="91"/>
                  </a:lnTo>
                  <a:lnTo>
                    <a:pt x="252" y="94"/>
                  </a:lnTo>
                  <a:lnTo>
                    <a:pt x="252" y="94"/>
                  </a:lnTo>
                  <a:lnTo>
                    <a:pt x="254" y="95"/>
                  </a:lnTo>
                  <a:lnTo>
                    <a:pt x="258" y="96"/>
                  </a:lnTo>
                  <a:lnTo>
                    <a:pt x="258" y="73"/>
                  </a:lnTo>
                  <a:lnTo>
                    <a:pt x="258" y="73"/>
                  </a:lnTo>
                  <a:close/>
                  <a:moveTo>
                    <a:pt x="258" y="249"/>
                  </a:moveTo>
                  <a:lnTo>
                    <a:pt x="258" y="249"/>
                  </a:lnTo>
                  <a:lnTo>
                    <a:pt x="254" y="251"/>
                  </a:lnTo>
                  <a:lnTo>
                    <a:pt x="252" y="252"/>
                  </a:lnTo>
                  <a:lnTo>
                    <a:pt x="252" y="252"/>
                  </a:lnTo>
                  <a:lnTo>
                    <a:pt x="250" y="255"/>
                  </a:lnTo>
                  <a:lnTo>
                    <a:pt x="249" y="259"/>
                  </a:lnTo>
                  <a:lnTo>
                    <a:pt x="250" y="261"/>
                  </a:lnTo>
                  <a:lnTo>
                    <a:pt x="252" y="264"/>
                  </a:lnTo>
                  <a:lnTo>
                    <a:pt x="258" y="272"/>
                  </a:lnTo>
                  <a:lnTo>
                    <a:pt x="258" y="249"/>
                  </a:lnTo>
                  <a:lnTo>
                    <a:pt x="258" y="249"/>
                  </a:lnTo>
                  <a:close/>
                  <a:moveTo>
                    <a:pt x="173" y="60"/>
                  </a:moveTo>
                  <a:lnTo>
                    <a:pt x="173" y="0"/>
                  </a:lnTo>
                  <a:lnTo>
                    <a:pt x="173" y="0"/>
                  </a:lnTo>
                  <a:lnTo>
                    <a:pt x="176" y="1"/>
                  </a:lnTo>
                  <a:lnTo>
                    <a:pt x="178" y="3"/>
                  </a:lnTo>
                  <a:lnTo>
                    <a:pt x="180" y="6"/>
                  </a:lnTo>
                  <a:lnTo>
                    <a:pt x="181" y="8"/>
                  </a:lnTo>
                  <a:lnTo>
                    <a:pt x="181" y="52"/>
                  </a:lnTo>
                  <a:lnTo>
                    <a:pt x="181" y="52"/>
                  </a:lnTo>
                  <a:lnTo>
                    <a:pt x="180" y="54"/>
                  </a:lnTo>
                  <a:lnTo>
                    <a:pt x="178" y="57"/>
                  </a:lnTo>
                  <a:lnTo>
                    <a:pt x="176" y="60"/>
                  </a:lnTo>
                  <a:lnTo>
                    <a:pt x="173" y="60"/>
                  </a:lnTo>
                  <a:lnTo>
                    <a:pt x="173" y="60"/>
                  </a:lnTo>
                  <a:close/>
                  <a:moveTo>
                    <a:pt x="173" y="375"/>
                  </a:moveTo>
                  <a:lnTo>
                    <a:pt x="166" y="375"/>
                  </a:lnTo>
                  <a:lnTo>
                    <a:pt x="166" y="375"/>
                  </a:lnTo>
                  <a:lnTo>
                    <a:pt x="157" y="374"/>
                  </a:lnTo>
                  <a:lnTo>
                    <a:pt x="147" y="371"/>
                  </a:lnTo>
                  <a:lnTo>
                    <a:pt x="139" y="367"/>
                  </a:lnTo>
                  <a:lnTo>
                    <a:pt x="132" y="360"/>
                  </a:lnTo>
                  <a:lnTo>
                    <a:pt x="127" y="354"/>
                  </a:lnTo>
                  <a:lnTo>
                    <a:pt x="123" y="345"/>
                  </a:lnTo>
                  <a:lnTo>
                    <a:pt x="120" y="337"/>
                  </a:lnTo>
                  <a:lnTo>
                    <a:pt x="119" y="328"/>
                  </a:lnTo>
                  <a:lnTo>
                    <a:pt x="119" y="252"/>
                  </a:lnTo>
                  <a:lnTo>
                    <a:pt x="119" y="252"/>
                  </a:lnTo>
                  <a:lnTo>
                    <a:pt x="109" y="244"/>
                  </a:lnTo>
                  <a:lnTo>
                    <a:pt x="100" y="234"/>
                  </a:lnTo>
                  <a:lnTo>
                    <a:pt x="93" y="224"/>
                  </a:lnTo>
                  <a:lnTo>
                    <a:pt x="86" y="213"/>
                  </a:lnTo>
                  <a:lnTo>
                    <a:pt x="86" y="131"/>
                  </a:lnTo>
                  <a:lnTo>
                    <a:pt x="86" y="131"/>
                  </a:lnTo>
                  <a:lnTo>
                    <a:pt x="93" y="121"/>
                  </a:lnTo>
                  <a:lnTo>
                    <a:pt x="101" y="110"/>
                  </a:lnTo>
                  <a:lnTo>
                    <a:pt x="111" y="100"/>
                  </a:lnTo>
                  <a:lnTo>
                    <a:pt x="122" y="92"/>
                  </a:lnTo>
                  <a:lnTo>
                    <a:pt x="132" y="85"/>
                  </a:lnTo>
                  <a:lnTo>
                    <a:pt x="146" y="81"/>
                  </a:lnTo>
                  <a:lnTo>
                    <a:pt x="158" y="79"/>
                  </a:lnTo>
                  <a:lnTo>
                    <a:pt x="173" y="77"/>
                  </a:lnTo>
                  <a:lnTo>
                    <a:pt x="173" y="96"/>
                  </a:lnTo>
                  <a:lnTo>
                    <a:pt x="173" y="96"/>
                  </a:lnTo>
                  <a:lnTo>
                    <a:pt x="158" y="99"/>
                  </a:lnTo>
                  <a:lnTo>
                    <a:pt x="143" y="103"/>
                  </a:lnTo>
                  <a:lnTo>
                    <a:pt x="131" y="110"/>
                  </a:lnTo>
                  <a:lnTo>
                    <a:pt x="119" y="119"/>
                  </a:lnTo>
                  <a:lnTo>
                    <a:pt x="119" y="119"/>
                  </a:lnTo>
                  <a:lnTo>
                    <a:pt x="109" y="130"/>
                  </a:lnTo>
                  <a:lnTo>
                    <a:pt x="103" y="144"/>
                  </a:lnTo>
                  <a:lnTo>
                    <a:pt x="99" y="157"/>
                  </a:lnTo>
                  <a:lnTo>
                    <a:pt x="97" y="172"/>
                  </a:lnTo>
                  <a:lnTo>
                    <a:pt x="97" y="172"/>
                  </a:lnTo>
                  <a:lnTo>
                    <a:pt x="97" y="183"/>
                  </a:lnTo>
                  <a:lnTo>
                    <a:pt x="100" y="192"/>
                  </a:lnTo>
                  <a:lnTo>
                    <a:pt x="103" y="202"/>
                  </a:lnTo>
                  <a:lnTo>
                    <a:pt x="107" y="210"/>
                  </a:lnTo>
                  <a:lnTo>
                    <a:pt x="112" y="218"/>
                  </a:lnTo>
                  <a:lnTo>
                    <a:pt x="119" y="226"/>
                  </a:lnTo>
                  <a:lnTo>
                    <a:pt x="126" y="232"/>
                  </a:lnTo>
                  <a:lnTo>
                    <a:pt x="134" y="237"/>
                  </a:lnTo>
                  <a:lnTo>
                    <a:pt x="134" y="237"/>
                  </a:lnTo>
                  <a:lnTo>
                    <a:pt x="134" y="237"/>
                  </a:lnTo>
                  <a:lnTo>
                    <a:pt x="138" y="241"/>
                  </a:lnTo>
                  <a:lnTo>
                    <a:pt x="139" y="247"/>
                  </a:lnTo>
                  <a:lnTo>
                    <a:pt x="139" y="290"/>
                  </a:lnTo>
                  <a:lnTo>
                    <a:pt x="173" y="290"/>
                  </a:lnTo>
                  <a:lnTo>
                    <a:pt x="173" y="375"/>
                  </a:lnTo>
                  <a:lnTo>
                    <a:pt x="173" y="375"/>
                  </a:lnTo>
                  <a:close/>
                  <a:moveTo>
                    <a:pt x="173" y="0"/>
                  </a:moveTo>
                  <a:lnTo>
                    <a:pt x="173" y="60"/>
                  </a:lnTo>
                  <a:lnTo>
                    <a:pt x="173" y="60"/>
                  </a:lnTo>
                  <a:lnTo>
                    <a:pt x="172" y="60"/>
                  </a:lnTo>
                  <a:lnTo>
                    <a:pt x="172" y="60"/>
                  </a:lnTo>
                  <a:lnTo>
                    <a:pt x="172" y="60"/>
                  </a:lnTo>
                  <a:lnTo>
                    <a:pt x="169" y="60"/>
                  </a:lnTo>
                  <a:lnTo>
                    <a:pt x="166" y="58"/>
                  </a:lnTo>
                  <a:lnTo>
                    <a:pt x="164" y="54"/>
                  </a:lnTo>
                  <a:lnTo>
                    <a:pt x="164" y="52"/>
                  </a:lnTo>
                  <a:lnTo>
                    <a:pt x="164" y="8"/>
                  </a:lnTo>
                  <a:lnTo>
                    <a:pt x="164" y="8"/>
                  </a:lnTo>
                  <a:lnTo>
                    <a:pt x="164" y="6"/>
                  </a:lnTo>
                  <a:lnTo>
                    <a:pt x="166" y="3"/>
                  </a:lnTo>
                  <a:lnTo>
                    <a:pt x="169" y="0"/>
                  </a:lnTo>
                  <a:lnTo>
                    <a:pt x="172" y="0"/>
                  </a:lnTo>
                  <a:lnTo>
                    <a:pt x="172" y="0"/>
                  </a:lnTo>
                  <a:lnTo>
                    <a:pt x="173" y="0"/>
                  </a:lnTo>
                  <a:lnTo>
                    <a:pt x="173" y="0"/>
                  </a:lnTo>
                  <a:close/>
                  <a:moveTo>
                    <a:pt x="86" y="271"/>
                  </a:moveTo>
                  <a:lnTo>
                    <a:pt x="93" y="264"/>
                  </a:lnTo>
                  <a:lnTo>
                    <a:pt x="93" y="264"/>
                  </a:lnTo>
                  <a:lnTo>
                    <a:pt x="94" y="261"/>
                  </a:lnTo>
                  <a:lnTo>
                    <a:pt x="96" y="259"/>
                  </a:lnTo>
                  <a:lnTo>
                    <a:pt x="94" y="255"/>
                  </a:lnTo>
                  <a:lnTo>
                    <a:pt x="93" y="252"/>
                  </a:lnTo>
                  <a:lnTo>
                    <a:pt x="93" y="252"/>
                  </a:lnTo>
                  <a:lnTo>
                    <a:pt x="90" y="251"/>
                  </a:lnTo>
                  <a:lnTo>
                    <a:pt x="86" y="249"/>
                  </a:lnTo>
                  <a:lnTo>
                    <a:pt x="86" y="271"/>
                  </a:lnTo>
                  <a:lnTo>
                    <a:pt x="86" y="271"/>
                  </a:lnTo>
                  <a:close/>
                  <a:moveTo>
                    <a:pt x="86" y="96"/>
                  </a:moveTo>
                  <a:lnTo>
                    <a:pt x="86" y="96"/>
                  </a:lnTo>
                  <a:lnTo>
                    <a:pt x="90" y="95"/>
                  </a:lnTo>
                  <a:lnTo>
                    <a:pt x="93" y="94"/>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7" y="172"/>
                  </a:lnTo>
                  <a:lnTo>
                    <a:pt x="78" y="161"/>
                  </a:lnTo>
                  <a:lnTo>
                    <a:pt x="80" y="152"/>
                  </a:lnTo>
                  <a:lnTo>
                    <a:pt x="82" y="141"/>
                  </a:lnTo>
                  <a:lnTo>
                    <a:pt x="86" y="131"/>
                  </a:lnTo>
                  <a:lnTo>
                    <a:pt x="86" y="213"/>
                  </a:lnTo>
                  <a:lnTo>
                    <a:pt x="86" y="213"/>
                  </a:lnTo>
                  <a:close/>
                  <a:moveTo>
                    <a:pt x="86" y="75"/>
                  </a:moveTo>
                  <a:lnTo>
                    <a:pt x="86" y="96"/>
                  </a:lnTo>
                  <a:lnTo>
                    <a:pt x="86" y="96"/>
                  </a:lnTo>
                  <a:lnTo>
                    <a:pt x="84" y="95"/>
                  </a:lnTo>
                  <a:lnTo>
                    <a:pt x="80" y="94"/>
                  </a:lnTo>
                  <a:lnTo>
                    <a:pt x="80" y="94"/>
                  </a:lnTo>
                  <a:lnTo>
                    <a:pt x="50" y="64"/>
                  </a:lnTo>
                  <a:lnTo>
                    <a:pt x="50" y="64"/>
                  </a:lnTo>
                  <a:lnTo>
                    <a:pt x="48" y="60"/>
                  </a:lnTo>
                  <a:lnTo>
                    <a:pt x="47" y="57"/>
                  </a:lnTo>
                  <a:lnTo>
                    <a:pt x="48" y="53"/>
                  </a:lnTo>
                  <a:lnTo>
                    <a:pt x="50" y="50"/>
                  </a:lnTo>
                  <a:lnTo>
                    <a:pt x="50" y="50"/>
                  </a:lnTo>
                  <a:lnTo>
                    <a:pt x="53" y="49"/>
                  </a:lnTo>
                  <a:lnTo>
                    <a:pt x="57" y="48"/>
                  </a:lnTo>
                  <a:lnTo>
                    <a:pt x="59" y="49"/>
                  </a:lnTo>
                  <a:lnTo>
                    <a:pt x="62" y="50"/>
                  </a:lnTo>
                  <a:lnTo>
                    <a:pt x="86" y="75"/>
                  </a:lnTo>
                  <a:lnTo>
                    <a:pt x="86" y="75"/>
                  </a:lnTo>
                  <a:close/>
                  <a:moveTo>
                    <a:pt x="86" y="249"/>
                  </a:moveTo>
                  <a:lnTo>
                    <a:pt x="86" y="271"/>
                  </a:lnTo>
                  <a:lnTo>
                    <a:pt x="62" y="295"/>
                  </a:lnTo>
                  <a:lnTo>
                    <a:pt x="62" y="295"/>
                  </a:lnTo>
                  <a:lnTo>
                    <a:pt x="59" y="297"/>
                  </a:lnTo>
                  <a:lnTo>
                    <a:pt x="57" y="298"/>
                  </a:lnTo>
                  <a:lnTo>
                    <a:pt x="53" y="297"/>
                  </a:lnTo>
                  <a:lnTo>
                    <a:pt x="50" y="295"/>
                  </a:lnTo>
                  <a:lnTo>
                    <a:pt x="50" y="295"/>
                  </a:lnTo>
                  <a:lnTo>
                    <a:pt x="48" y="291"/>
                  </a:lnTo>
                  <a:lnTo>
                    <a:pt x="47" y="289"/>
                  </a:lnTo>
                  <a:lnTo>
                    <a:pt x="48" y="286"/>
                  </a:lnTo>
                  <a:lnTo>
                    <a:pt x="50" y="282"/>
                  </a:lnTo>
                  <a:lnTo>
                    <a:pt x="80" y="252"/>
                  </a:lnTo>
                  <a:lnTo>
                    <a:pt x="80" y="252"/>
                  </a:lnTo>
                  <a:lnTo>
                    <a:pt x="80" y="252"/>
                  </a:lnTo>
                  <a:lnTo>
                    <a:pt x="84" y="251"/>
                  </a:lnTo>
                  <a:lnTo>
                    <a:pt x="86" y="249"/>
                  </a:lnTo>
                  <a:lnTo>
                    <a:pt x="86" y="249"/>
                  </a:lnTo>
                  <a:close/>
                  <a:moveTo>
                    <a:pt x="8" y="164"/>
                  </a:moveTo>
                  <a:lnTo>
                    <a:pt x="8" y="164"/>
                  </a:lnTo>
                  <a:lnTo>
                    <a:pt x="51" y="164"/>
                  </a:lnTo>
                  <a:lnTo>
                    <a:pt x="51" y="164"/>
                  </a:lnTo>
                  <a:lnTo>
                    <a:pt x="54" y="164"/>
                  </a:lnTo>
                  <a:lnTo>
                    <a:pt x="57" y="167"/>
                  </a:lnTo>
                  <a:lnTo>
                    <a:pt x="59" y="169"/>
                  </a:lnTo>
                  <a:lnTo>
                    <a:pt x="59" y="172"/>
                  </a:lnTo>
                  <a:lnTo>
                    <a:pt x="59" y="172"/>
                  </a:lnTo>
                  <a:lnTo>
                    <a:pt x="59" y="176"/>
                  </a:lnTo>
                  <a:lnTo>
                    <a:pt x="57" y="179"/>
                  </a:lnTo>
                  <a:lnTo>
                    <a:pt x="54" y="180"/>
                  </a:lnTo>
                  <a:lnTo>
                    <a:pt x="51" y="182"/>
                  </a:lnTo>
                  <a:lnTo>
                    <a:pt x="8" y="182"/>
                  </a:lnTo>
                  <a:lnTo>
                    <a:pt x="8" y="182"/>
                  </a:lnTo>
                  <a:lnTo>
                    <a:pt x="5" y="180"/>
                  </a:lnTo>
                  <a:lnTo>
                    <a:pt x="2" y="179"/>
                  </a:lnTo>
                  <a:lnTo>
                    <a:pt x="0" y="176"/>
                  </a:lnTo>
                  <a:lnTo>
                    <a:pt x="0" y="172"/>
                  </a:lnTo>
                  <a:lnTo>
                    <a:pt x="0" y="172"/>
                  </a:lnTo>
                  <a:lnTo>
                    <a:pt x="0" y="169"/>
                  </a:lnTo>
                  <a:lnTo>
                    <a:pt x="2" y="167"/>
                  </a:lnTo>
                  <a:lnTo>
                    <a:pt x="5" y="164"/>
                  </a:lnTo>
                  <a:lnTo>
                    <a:pt x="8" y="164"/>
                  </a:lnTo>
                  <a:lnTo>
                    <a:pt x="8" y="164"/>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8" name="ï$ľiḋe">
              <a:extLst>
                <a:ext uri="{FF2B5EF4-FFF2-40B4-BE49-F238E27FC236}">
                  <a16:creationId xmlns:a16="http://schemas.microsoft.com/office/drawing/2014/main" id="{9A44B564-DDF8-4579-8E99-779361DC9250}"/>
                </a:ext>
              </a:extLst>
            </p:cNvPr>
            <p:cNvSpPr/>
            <p:nvPr/>
          </p:nvSpPr>
          <p:spPr bwMode="auto">
            <a:xfrm>
              <a:off x="5387403" y="1327572"/>
              <a:ext cx="466187" cy="456144"/>
            </a:xfrm>
            <a:custGeom>
              <a:avLst/>
              <a:gdLst>
                <a:gd name="T0" fmla="*/ 200 w 325"/>
                <a:gd name="T1" fmla="*/ 35 h 318"/>
                <a:gd name="T2" fmla="*/ 214 w 325"/>
                <a:gd name="T3" fmla="*/ 29 h 318"/>
                <a:gd name="T4" fmla="*/ 215 w 325"/>
                <a:gd name="T5" fmla="*/ 16 h 318"/>
                <a:gd name="T6" fmla="*/ 321 w 325"/>
                <a:gd name="T7" fmla="*/ 177 h 318"/>
                <a:gd name="T8" fmla="*/ 325 w 325"/>
                <a:gd name="T9" fmla="*/ 196 h 318"/>
                <a:gd name="T10" fmla="*/ 314 w 325"/>
                <a:gd name="T11" fmla="*/ 218 h 318"/>
                <a:gd name="T12" fmla="*/ 291 w 325"/>
                <a:gd name="T13" fmla="*/ 158 h 318"/>
                <a:gd name="T14" fmla="*/ 293 w 325"/>
                <a:gd name="T15" fmla="*/ 154 h 318"/>
                <a:gd name="T16" fmla="*/ 194 w 325"/>
                <a:gd name="T17" fmla="*/ 174 h 318"/>
                <a:gd name="T18" fmla="*/ 276 w 325"/>
                <a:gd name="T19" fmla="*/ 126 h 318"/>
                <a:gd name="T20" fmla="*/ 194 w 325"/>
                <a:gd name="T21" fmla="*/ 168 h 318"/>
                <a:gd name="T22" fmla="*/ 261 w 325"/>
                <a:gd name="T23" fmla="*/ 98 h 318"/>
                <a:gd name="T24" fmla="*/ 257 w 325"/>
                <a:gd name="T25" fmla="*/ 96 h 318"/>
                <a:gd name="T26" fmla="*/ 244 w 325"/>
                <a:gd name="T27" fmla="*/ 73 h 318"/>
                <a:gd name="T28" fmla="*/ 244 w 325"/>
                <a:gd name="T29" fmla="*/ 67 h 318"/>
                <a:gd name="T30" fmla="*/ 15 w 325"/>
                <a:gd name="T31" fmla="*/ 116 h 318"/>
                <a:gd name="T32" fmla="*/ 16 w 325"/>
                <a:gd name="T33" fmla="*/ 126 h 318"/>
                <a:gd name="T34" fmla="*/ 34 w 325"/>
                <a:gd name="T35" fmla="*/ 131 h 318"/>
                <a:gd name="T36" fmla="*/ 41 w 325"/>
                <a:gd name="T37" fmla="*/ 117 h 318"/>
                <a:gd name="T38" fmla="*/ 31 w 325"/>
                <a:gd name="T39" fmla="*/ 107 h 318"/>
                <a:gd name="T40" fmla="*/ 51 w 325"/>
                <a:gd name="T41" fmla="*/ 107 h 318"/>
                <a:gd name="T42" fmla="*/ 64 w 325"/>
                <a:gd name="T43" fmla="*/ 113 h 318"/>
                <a:gd name="T44" fmla="*/ 76 w 325"/>
                <a:gd name="T45" fmla="*/ 104 h 318"/>
                <a:gd name="T46" fmla="*/ 70 w 325"/>
                <a:gd name="T47" fmla="*/ 89 h 318"/>
                <a:gd name="T48" fmla="*/ 85 w 325"/>
                <a:gd name="T49" fmla="*/ 81 h 318"/>
                <a:gd name="T50" fmla="*/ 95 w 325"/>
                <a:gd name="T51" fmla="*/ 93 h 318"/>
                <a:gd name="T52" fmla="*/ 108 w 325"/>
                <a:gd name="T53" fmla="*/ 88 h 318"/>
                <a:gd name="T54" fmla="*/ 110 w 325"/>
                <a:gd name="T55" fmla="*/ 74 h 318"/>
                <a:gd name="T56" fmla="*/ 121 w 325"/>
                <a:gd name="T57" fmla="*/ 56 h 318"/>
                <a:gd name="T58" fmla="*/ 125 w 325"/>
                <a:gd name="T59" fmla="*/ 71 h 318"/>
                <a:gd name="T60" fmla="*/ 140 w 325"/>
                <a:gd name="T61" fmla="*/ 73 h 318"/>
                <a:gd name="T62" fmla="*/ 145 w 325"/>
                <a:gd name="T63" fmla="*/ 54 h 318"/>
                <a:gd name="T64" fmla="*/ 156 w 325"/>
                <a:gd name="T65" fmla="*/ 38 h 318"/>
                <a:gd name="T66" fmla="*/ 157 w 325"/>
                <a:gd name="T67" fmla="*/ 47 h 318"/>
                <a:gd name="T68" fmla="*/ 175 w 325"/>
                <a:gd name="T69" fmla="*/ 52 h 318"/>
                <a:gd name="T70" fmla="*/ 181 w 325"/>
                <a:gd name="T71" fmla="*/ 40 h 318"/>
                <a:gd name="T72" fmla="*/ 172 w 325"/>
                <a:gd name="T73" fmla="*/ 28 h 318"/>
                <a:gd name="T74" fmla="*/ 192 w 325"/>
                <a:gd name="T75" fmla="*/ 28 h 318"/>
                <a:gd name="T76" fmla="*/ 47 w 325"/>
                <a:gd name="T77" fmla="*/ 174 h 318"/>
                <a:gd name="T78" fmla="*/ 46 w 325"/>
                <a:gd name="T79" fmla="*/ 178 h 318"/>
                <a:gd name="T80" fmla="*/ 194 w 325"/>
                <a:gd name="T81" fmla="*/ 100 h 318"/>
                <a:gd name="T82" fmla="*/ 62 w 325"/>
                <a:gd name="T83" fmla="*/ 204 h 318"/>
                <a:gd name="T84" fmla="*/ 66 w 325"/>
                <a:gd name="T85" fmla="*/ 208 h 318"/>
                <a:gd name="T86" fmla="*/ 80 w 325"/>
                <a:gd name="T87" fmla="*/ 231 h 318"/>
                <a:gd name="T88" fmla="*/ 79 w 325"/>
                <a:gd name="T89" fmla="*/ 235 h 318"/>
                <a:gd name="T90" fmla="*/ 194 w 325"/>
                <a:gd name="T91" fmla="*/ 174 h 318"/>
                <a:gd name="T92" fmla="*/ 93 w 325"/>
                <a:gd name="T93" fmla="*/ 261 h 318"/>
                <a:gd name="T94" fmla="*/ 98 w 325"/>
                <a:gd name="T95" fmla="*/ 265 h 318"/>
                <a:gd name="T96" fmla="*/ 142 w 325"/>
                <a:gd name="T97" fmla="*/ 314 h 318"/>
                <a:gd name="T98" fmla="*/ 123 w 325"/>
                <a:gd name="T99" fmla="*/ 318 h 318"/>
                <a:gd name="T100" fmla="*/ 102 w 325"/>
                <a:gd name="T101" fmla="*/ 30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5" h="318">
                  <a:moveTo>
                    <a:pt x="194" y="31"/>
                  </a:moveTo>
                  <a:lnTo>
                    <a:pt x="194" y="31"/>
                  </a:lnTo>
                  <a:lnTo>
                    <a:pt x="196" y="33"/>
                  </a:lnTo>
                  <a:lnTo>
                    <a:pt x="200" y="35"/>
                  </a:lnTo>
                  <a:lnTo>
                    <a:pt x="206" y="35"/>
                  </a:lnTo>
                  <a:lnTo>
                    <a:pt x="210" y="33"/>
                  </a:lnTo>
                  <a:lnTo>
                    <a:pt x="210" y="33"/>
                  </a:lnTo>
                  <a:lnTo>
                    <a:pt x="214" y="29"/>
                  </a:lnTo>
                  <a:lnTo>
                    <a:pt x="215" y="25"/>
                  </a:lnTo>
                  <a:lnTo>
                    <a:pt x="217" y="20"/>
                  </a:lnTo>
                  <a:lnTo>
                    <a:pt x="215" y="16"/>
                  </a:lnTo>
                  <a:lnTo>
                    <a:pt x="215" y="16"/>
                  </a:lnTo>
                  <a:lnTo>
                    <a:pt x="211" y="12"/>
                  </a:lnTo>
                  <a:lnTo>
                    <a:pt x="207" y="9"/>
                  </a:lnTo>
                  <a:lnTo>
                    <a:pt x="223" y="0"/>
                  </a:lnTo>
                  <a:lnTo>
                    <a:pt x="321" y="177"/>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1" y="158"/>
                  </a:lnTo>
                  <a:lnTo>
                    <a:pt x="293" y="155"/>
                  </a:lnTo>
                  <a:lnTo>
                    <a:pt x="293" y="154"/>
                  </a:lnTo>
                  <a:lnTo>
                    <a:pt x="293" y="154"/>
                  </a:lnTo>
                  <a:lnTo>
                    <a:pt x="291" y="153"/>
                  </a:lnTo>
                  <a:lnTo>
                    <a:pt x="288" y="153"/>
                  </a:lnTo>
                  <a:lnTo>
                    <a:pt x="194" y="205"/>
                  </a:lnTo>
                  <a:lnTo>
                    <a:pt x="194" y="174"/>
                  </a:lnTo>
                  <a:lnTo>
                    <a:pt x="275" y="130"/>
                  </a:lnTo>
                  <a:lnTo>
                    <a:pt x="275" y="130"/>
                  </a:lnTo>
                  <a:lnTo>
                    <a:pt x="276" y="127"/>
                  </a:lnTo>
                  <a:lnTo>
                    <a:pt x="276" y="126"/>
                  </a:lnTo>
                  <a:lnTo>
                    <a:pt x="276" y="126"/>
                  </a:lnTo>
                  <a:lnTo>
                    <a:pt x="275" y="124"/>
                  </a:lnTo>
                  <a:lnTo>
                    <a:pt x="272" y="124"/>
                  </a:lnTo>
                  <a:lnTo>
                    <a:pt x="194" y="168"/>
                  </a:lnTo>
                  <a:lnTo>
                    <a:pt x="194" y="138"/>
                  </a:lnTo>
                  <a:lnTo>
                    <a:pt x="260" y="101"/>
                  </a:lnTo>
                  <a:lnTo>
                    <a:pt x="260" y="101"/>
                  </a:lnTo>
                  <a:lnTo>
                    <a:pt x="261" y="98"/>
                  </a:lnTo>
                  <a:lnTo>
                    <a:pt x="261" y="97"/>
                  </a:lnTo>
                  <a:lnTo>
                    <a:pt x="261" y="97"/>
                  </a:lnTo>
                  <a:lnTo>
                    <a:pt x="259" y="96"/>
                  </a:lnTo>
                  <a:lnTo>
                    <a:pt x="257" y="96"/>
                  </a:lnTo>
                  <a:lnTo>
                    <a:pt x="194" y="131"/>
                  </a:lnTo>
                  <a:lnTo>
                    <a:pt x="194" y="100"/>
                  </a:lnTo>
                  <a:lnTo>
                    <a:pt x="244" y="73"/>
                  </a:lnTo>
                  <a:lnTo>
                    <a:pt x="244" y="73"/>
                  </a:lnTo>
                  <a:lnTo>
                    <a:pt x="245" y="70"/>
                  </a:lnTo>
                  <a:lnTo>
                    <a:pt x="245" y="69"/>
                  </a:lnTo>
                  <a:lnTo>
                    <a:pt x="245" y="69"/>
                  </a:lnTo>
                  <a:lnTo>
                    <a:pt x="244" y="67"/>
                  </a:lnTo>
                  <a:lnTo>
                    <a:pt x="241" y="67"/>
                  </a:lnTo>
                  <a:lnTo>
                    <a:pt x="194" y="93"/>
                  </a:lnTo>
                  <a:lnTo>
                    <a:pt x="194" y="31"/>
                  </a:lnTo>
                  <a:close/>
                  <a:moveTo>
                    <a:pt x="15" y="116"/>
                  </a:moveTo>
                  <a:lnTo>
                    <a:pt x="15" y="116"/>
                  </a:lnTo>
                  <a:lnTo>
                    <a:pt x="15" y="120"/>
                  </a:lnTo>
                  <a:lnTo>
                    <a:pt x="16" y="126"/>
                  </a:lnTo>
                  <a:lnTo>
                    <a:pt x="16" y="126"/>
                  </a:lnTo>
                  <a:lnTo>
                    <a:pt x="19" y="130"/>
                  </a:lnTo>
                  <a:lnTo>
                    <a:pt x="24" y="132"/>
                  </a:lnTo>
                  <a:lnTo>
                    <a:pt x="28" y="132"/>
                  </a:lnTo>
                  <a:lnTo>
                    <a:pt x="34" y="131"/>
                  </a:lnTo>
                  <a:lnTo>
                    <a:pt x="34" y="131"/>
                  </a:lnTo>
                  <a:lnTo>
                    <a:pt x="38" y="127"/>
                  </a:lnTo>
                  <a:lnTo>
                    <a:pt x="41" y="123"/>
                  </a:lnTo>
                  <a:lnTo>
                    <a:pt x="41" y="117"/>
                  </a:lnTo>
                  <a:lnTo>
                    <a:pt x="39" y="113"/>
                  </a:lnTo>
                  <a:lnTo>
                    <a:pt x="39" y="113"/>
                  </a:lnTo>
                  <a:lnTo>
                    <a:pt x="35" y="109"/>
                  </a:lnTo>
                  <a:lnTo>
                    <a:pt x="31" y="107"/>
                  </a:lnTo>
                  <a:lnTo>
                    <a:pt x="50" y="96"/>
                  </a:lnTo>
                  <a:lnTo>
                    <a:pt x="50" y="96"/>
                  </a:lnTo>
                  <a:lnTo>
                    <a:pt x="50" y="101"/>
                  </a:lnTo>
                  <a:lnTo>
                    <a:pt x="51" y="107"/>
                  </a:lnTo>
                  <a:lnTo>
                    <a:pt x="51" y="107"/>
                  </a:lnTo>
                  <a:lnTo>
                    <a:pt x="54" y="111"/>
                  </a:lnTo>
                  <a:lnTo>
                    <a:pt x="60" y="112"/>
                  </a:lnTo>
                  <a:lnTo>
                    <a:pt x="64" y="113"/>
                  </a:lnTo>
                  <a:lnTo>
                    <a:pt x="69" y="111"/>
                  </a:lnTo>
                  <a:lnTo>
                    <a:pt x="69" y="111"/>
                  </a:lnTo>
                  <a:lnTo>
                    <a:pt x="73" y="108"/>
                  </a:lnTo>
                  <a:lnTo>
                    <a:pt x="76" y="104"/>
                  </a:lnTo>
                  <a:lnTo>
                    <a:pt x="76" y="98"/>
                  </a:lnTo>
                  <a:lnTo>
                    <a:pt x="75" y="93"/>
                  </a:lnTo>
                  <a:lnTo>
                    <a:pt x="75" y="93"/>
                  </a:lnTo>
                  <a:lnTo>
                    <a:pt x="70" y="89"/>
                  </a:lnTo>
                  <a:lnTo>
                    <a:pt x="66" y="88"/>
                  </a:lnTo>
                  <a:lnTo>
                    <a:pt x="85" y="77"/>
                  </a:lnTo>
                  <a:lnTo>
                    <a:pt x="85" y="77"/>
                  </a:lnTo>
                  <a:lnTo>
                    <a:pt x="85" y="81"/>
                  </a:lnTo>
                  <a:lnTo>
                    <a:pt x="87" y="86"/>
                  </a:lnTo>
                  <a:lnTo>
                    <a:pt x="87" y="86"/>
                  </a:lnTo>
                  <a:lnTo>
                    <a:pt x="89" y="90"/>
                  </a:lnTo>
                  <a:lnTo>
                    <a:pt x="95" y="93"/>
                  </a:lnTo>
                  <a:lnTo>
                    <a:pt x="99" y="93"/>
                  </a:lnTo>
                  <a:lnTo>
                    <a:pt x="104" y="92"/>
                  </a:lnTo>
                  <a:lnTo>
                    <a:pt x="104" y="92"/>
                  </a:lnTo>
                  <a:lnTo>
                    <a:pt x="108" y="88"/>
                  </a:lnTo>
                  <a:lnTo>
                    <a:pt x="111" y="84"/>
                  </a:lnTo>
                  <a:lnTo>
                    <a:pt x="111" y="78"/>
                  </a:lnTo>
                  <a:lnTo>
                    <a:pt x="110" y="74"/>
                  </a:lnTo>
                  <a:lnTo>
                    <a:pt x="110" y="74"/>
                  </a:lnTo>
                  <a:lnTo>
                    <a:pt x="106" y="70"/>
                  </a:lnTo>
                  <a:lnTo>
                    <a:pt x="102" y="67"/>
                  </a:lnTo>
                  <a:lnTo>
                    <a:pt x="121" y="56"/>
                  </a:lnTo>
                  <a:lnTo>
                    <a:pt x="121" y="56"/>
                  </a:lnTo>
                  <a:lnTo>
                    <a:pt x="121" y="62"/>
                  </a:lnTo>
                  <a:lnTo>
                    <a:pt x="122" y="67"/>
                  </a:lnTo>
                  <a:lnTo>
                    <a:pt x="122" y="67"/>
                  </a:lnTo>
                  <a:lnTo>
                    <a:pt x="125" y="71"/>
                  </a:lnTo>
                  <a:lnTo>
                    <a:pt x="130" y="73"/>
                  </a:lnTo>
                  <a:lnTo>
                    <a:pt x="134" y="74"/>
                  </a:lnTo>
                  <a:lnTo>
                    <a:pt x="140" y="73"/>
                  </a:lnTo>
                  <a:lnTo>
                    <a:pt x="140" y="73"/>
                  </a:lnTo>
                  <a:lnTo>
                    <a:pt x="144" y="69"/>
                  </a:lnTo>
                  <a:lnTo>
                    <a:pt x="146" y="65"/>
                  </a:lnTo>
                  <a:lnTo>
                    <a:pt x="146" y="59"/>
                  </a:lnTo>
                  <a:lnTo>
                    <a:pt x="145" y="54"/>
                  </a:lnTo>
                  <a:lnTo>
                    <a:pt x="145" y="54"/>
                  </a:lnTo>
                  <a:lnTo>
                    <a:pt x="141" y="50"/>
                  </a:lnTo>
                  <a:lnTo>
                    <a:pt x="137" y="48"/>
                  </a:lnTo>
                  <a:lnTo>
                    <a:pt x="156" y="38"/>
                  </a:lnTo>
                  <a:lnTo>
                    <a:pt x="156" y="38"/>
                  </a:lnTo>
                  <a:lnTo>
                    <a:pt x="154" y="43"/>
                  </a:lnTo>
                  <a:lnTo>
                    <a:pt x="157" y="47"/>
                  </a:lnTo>
                  <a:lnTo>
                    <a:pt x="157" y="47"/>
                  </a:lnTo>
                  <a:lnTo>
                    <a:pt x="160" y="51"/>
                  </a:lnTo>
                  <a:lnTo>
                    <a:pt x="164" y="54"/>
                  </a:lnTo>
                  <a:lnTo>
                    <a:pt x="169" y="54"/>
                  </a:lnTo>
                  <a:lnTo>
                    <a:pt x="175" y="52"/>
                  </a:lnTo>
                  <a:lnTo>
                    <a:pt x="175" y="52"/>
                  </a:lnTo>
                  <a:lnTo>
                    <a:pt x="179" y="50"/>
                  </a:lnTo>
                  <a:lnTo>
                    <a:pt x="180" y="44"/>
                  </a:lnTo>
                  <a:lnTo>
                    <a:pt x="181" y="40"/>
                  </a:lnTo>
                  <a:lnTo>
                    <a:pt x="180" y="35"/>
                  </a:lnTo>
                  <a:lnTo>
                    <a:pt x="180" y="35"/>
                  </a:lnTo>
                  <a:lnTo>
                    <a:pt x="176" y="31"/>
                  </a:lnTo>
                  <a:lnTo>
                    <a:pt x="172" y="28"/>
                  </a:lnTo>
                  <a:lnTo>
                    <a:pt x="191" y="19"/>
                  </a:lnTo>
                  <a:lnTo>
                    <a:pt x="191" y="19"/>
                  </a:lnTo>
                  <a:lnTo>
                    <a:pt x="190" y="23"/>
                  </a:lnTo>
                  <a:lnTo>
                    <a:pt x="192" y="28"/>
                  </a:lnTo>
                  <a:lnTo>
                    <a:pt x="192" y="28"/>
                  </a:lnTo>
                  <a:lnTo>
                    <a:pt x="194" y="31"/>
                  </a:lnTo>
                  <a:lnTo>
                    <a:pt x="194" y="93"/>
                  </a:lnTo>
                  <a:lnTo>
                    <a:pt x="47" y="174"/>
                  </a:lnTo>
                  <a:lnTo>
                    <a:pt x="47" y="174"/>
                  </a:lnTo>
                  <a:lnTo>
                    <a:pt x="46" y="176"/>
                  </a:lnTo>
                  <a:lnTo>
                    <a:pt x="46" y="178"/>
                  </a:lnTo>
                  <a:lnTo>
                    <a:pt x="46" y="178"/>
                  </a:lnTo>
                  <a:lnTo>
                    <a:pt x="49" y="180"/>
                  </a:lnTo>
                  <a:lnTo>
                    <a:pt x="50" y="180"/>
                  </a:lnTo>
                  <a:lnTo>
                    <a:pt x="50" y="180"/>
                  </a:lnTo>
                  <a:lnTo>
                    <a:pt x="194" y="100"/>
                  </a:lnTo>
                  <a:lnTo>
                    <a:pt x="194" y="131"/>
                  </a:lnTo>
                  <a:lnTo>
                    <a:pt x="64" y="203"/>
                  </a:lnTo>
                  <a:lnTo>
                    <a:pt x="64" y="203"/>
                  </a:lnTo>
                  <a:lnTo>
                    <a:pt x="62" y="204"/>
                  </a:lnTo>
                  <a:lnTo>
                    <a:pt x="62" y="207"/>
                  </a:lnTo>
                  <a:lnTo>
                    <a:pt x="62" y="207"/>
                  </a:lnTo>
                  <a:lnTo>
                    <a:pt x="64" y="208"/>
                  </a:lnTo>
                  <a:lnTo>
                    <a:pt x="66" y="208"/>
                  </a:lnTo>
                  <a:lnTo>
                    <a:pt x="66" y="208"/>
                  </a:lnTo>
                  <a:lnTo>
                    <a:pt x="194" y="138"/>
                  </a:lnTo>
                  <a:lnTo>
                    <a:pt x="194" y="168"/>
                  </a:lnTo>
                  <a:lnTo>
                    <a:pt x="80" y="231"/>
                  </a:lnTo>
                  <a:lnTo>
                    <a:pt x="80" y="231"/>
                  </a:lnTo>
                  <a:lnTo>
                    <a:pt x="77" y="233"/>
                  </a:lnTo>
                  <a:lnTo>
                    <a:pt x="79" y="235"/>
                  </a:lnTo>
                  <a:lnTo>
                    <a:pt x="79" y="235"/>
                  </a:lnTo>
                  <a:lnTo>
                    <a:pt x="80" y="237"/>
                  </a:lnTo>
                  <a:lnTo>
                    <a:pt x="83" y="237"/>
                  </a:lnTo>
                  <a:lnTo>
                    <a:pt x="83" y="237"/>
                  </a:lnTo>
                  <a:lnTo>
                    <a:pt x="194" y="174"/>
                  </a:lnTo>
                  <a:lnTo>
                    <a:pt x="194" y="205"/>
                  </a:lnTo>
                  <a:lnTo>
                    <a:pt x="95" y="260"/>
                  </a:lnTo>
                  <a:lnTo>
                    <a:pt x="95" y="260"/>
                  </a:lnTo>
                  <a:lnTo>
                    <a:pt x="93" y="261"/>
                  </a:lnTo>
                  <a:lnTo>
                    <a:pt x="93" y="264"/>
                  </a:lnTo>
                  <a:lnTo>
                    <a:pt x="93" y="264"/>
                  </a:lnTo>
                  <a:lnTo>
                    <a:pt x="96" y="265"/>
                  </a:lnTo>
                  <a:lnTo>
                    <a:pt x="98" y="265"/>
                  </a:lnTo>
                  <a:lnTo>
                    <a:pt x="98" y="265"/>
                  </a:lnTo>
                  <a:lnTo>
                    <a:pt x="194" y="212"/>
                  </a:lnTo>
                  <a:lnTo>
                    <a:pt x="194" y="285"/>
                  </a:lnTo>
                  <a:lnTo>
                    <a:pt x="142" y="314"/>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49" name="iṥļíḑe">
              <a:extLst>
                <a:ext uri="{FF2B5EF4-FFF2-40B4-BE49-F238E27FC236}">
                  <a16:creationId xmlns:a16="http://schemas.microsoft.com/office/drawing/2014/main" id="{00FF7384-7697-4293-9F78-AACD0ECD886D}"/>
                </a:ext>
              </a:extLst>
            </p:cNvPr>
            <p:cNvSpPr/>
            <p:nvPr/>
          </p:nvSpPr>
          <p:spPr bwMode="auto">
            <a:xfrm>
              <a:off x="7025510" y="3272642"/>
              <a:ext cx="441800" cy="463316"/>
            </a:xfrm>
            <a:custGeom>
              <a:avLst/>
              <a:gdLst>
                <a:gd name="T0" fmla="*/ 306 w 308"/>
                <a:gd name="T1" fmla="*/ 96 h 323"/>
                <a:gd name="T2" fmla="*/ 218 w 308"/>
                <a:gd name="T3" fmla="*/ 308 h 323"/>
                <a:gd name="T4" fmla="*/ 227 w 308"/>
                <a:gd name="T5" fmla="*/ 224 h 323"/>
                <a:gd name="T6" fmla="*/ 233 w 308"/>
                <a:gd name="T7" fmla="*/ 209 h 323"/>
                <a:gd name="T8" fmla="*/ 246 w 308"/>
                <a:gd name="T9" fmla="*/ 184 h 323"/>
                <a:gd name="T10" fmla="*/ 250 w 308"/>
                <a:gd name="T11" fmla="*/ 159 h 323"/>
                <a:gd name="T12" fmla="*/ 280 w 308"/>
                <a:gd name="T13" fmla="*/ 109 h 323"/>
                <a:gd name="T14" fmla="*/ 218 w 308"/>
                <a:gd name="T15" fmla="*/ 75 h 323"/>
                <a:gd name="T16" fmla="*/ 201 w 308"/>
                <a:gd name="T17" fmla="*/ 320 h 323"/>
                <a:gd name="T18" fmla="*/ 197 w 308"/>
                <a:gd name="T19" fmla="*/ 289 h 323"/>
                <a:gd name="T20" fmla="*/ 208 w 308"/>
                <a:gd name="T21" fmla="*/ 262 h 323"/>
                <a:gd name="T22" fmla="*/ 218 w 308"/>
                <a:gd name="T23" fmla="*/ 248 h 323"/>
                <a:gd name="T24" fmla="*/ 203 w 308"/>
                <a:gd name="T25" fmla="*/ 161 h 323"/>
                <a:gd name="T26" fmla="*/ 189 w 308"/>
                <a:gd name="T27" fmla="*/ 184 h 323"/>
                <a:gd name="T28" fmla="*/ 186 w 308"/>
                <a:gd name="T29" fmla="*/ 202 h 323"/>
                <a:gd name="T30" fmla="*/ 185 w 308"/>
                <a:gd name="T31" fmla="*/ 155 h 323"/>
                <a:gd name="T32" fmla="*/ 180 w 308"/>
                <a:gd name="T33" fmla="*/ 26 h 323"/>
                <a:gd name="T34" fmla="*/ 174 w 308"/>
                <a:gd name="T35" fmla="*/ 318 h 323"/>
                <a:gd name="T36" fmla="*/ 147 w 308"/>
                <a:gd name="T37" fmla="*/ 218 h 323"/>
                <a:gd name="T38" fmla="*/ 166 w 308"/>
                <a:gd name="T39" fmla="*/ 199 h 323"/>
                <a:gd name="T40" fmla="*/ 147 w 308"/>
                <a:gd name="T41" fmla="*/ 170 h 323"/>
                <a:gd name="T42" fmla="*/ 180 w 308"/>
                <a:gd name="T43" fmla="*/ 170 h 323"/>
                <a:gd name="T44" fmla="*/ 170 w 308"/>
                <a:gd name="T45" fmla="*/ 225 h 323"/>
                <a:gd name="T46" fmla="*/ 168 w 308"/>
                <a:gd name="T47" fmla="*/ 243 h 323"/>
                <a:gd name="T48" fmla="*/ 151 w 308"/>
                <a:gd name="T49" fmla="*/ 263 h 323"/>
                <a:gd name="T50" fmla="*/ 180 w 308"/>
                <a:gd name="T51" fmla="*/ 321 h 323"/>
                <a:gd name="T52" fmla="*/ 147 w 308"/>
                <a:gd name="T53" fmla="*/ 10 h 323"/>
                <a:gd name="T54" fmla="*/ 119 w 308"/>
                <a:gd name="T55" fmla="*/ 0 h 323"/>
                <a:gd name="T56" fmla="*/ 132 w 308"/>
                <a:gd name="T57" fmla="*/ 260 h 323"/>
                <a:gd name="T58" fmla="*/ 147 w 308"/>
                <a:gd name="T59" fmla="*/ 306 h 323"/>
                <a:gd name="T60" fmla="*/ 139 w 308"/>
                <a:gd name="T61" fmla="*/ 134 h 323"/>
                <a:gd name="T62" fmla="*/ 128 w 308"/>
                <a:gd name="T63" fmla="*/ 159 h 323"/>
                <a:gd name="T64" fmla="*/ 121 w 308"/>
                <a:gd name="T65" fmla="*/ 174 h 323"/>
                <a:gd name="T66" fmla="*/ 123 w 308"/>
                <a:gd name="T67" fmla="*/ 125 h 323"/>
                <a:gd name="T68" fmla="*/ 147 w 308"/>
                <a:gd name="T69" fmla="*/ 235 h 323"/>
                <a:gd name="T70" fmla="*/ 98 w 308"/>
                <a:gd name="T71" fmla="*/ 283 h 323"/>
                <a:gd name="T72" fmla="*/ 103 w 308"/>
                <a:gd name="T73" fmla="*/ 4 h 323"/>
                <a:gd name="T74" fmla="*/ 111 w 308"/>
                <a:gd name="T75" fmla="*/ 34 h 323"/>
                <a:gd name="T76" fmla="*/ 119 w 308"/>
                <a:gd name="T77" fmla="*/ 122 h 323"/>
                <a:gd name="T78" fmla="*/ 119 w 308"/>
                <a:gd name="T79" fmla="*/ 141 h 323"/>
                <a:gd name="T80" fmla="*/ 109 w 308"/>
                <a:gd name="T81" fmla="*/ 197 h 323"/>
                <a:gd name="T82" fmla="*/ 107 w 308"/>
                <a:gd name="T83" fmla="*/ 214 h 323"/>
                <a:gd name="T84" fmla="*/ 105 w 308"/>
                <a:gd name="T85" fmla="*/ 171 h 323"/>
                <a:gd name="T86" fmla="*/ 98 w 308"/>
                <a:gd name="T87" fmla="*/ 147 h 323"/>
                <a:gd name="T88" fmla="*/ 119 w 308"/>
                <a:gd name="T89" fmla="*/ 141 h 323"/>
                <a:gd name="T90" fmla="*/ 86 w 308"/>
                <a:gd name="T91" fmla="*/ 206 h 323"/>
                <a:gd name="T92" fmla="*/ 97 w 308"/>
                <a:gd name="T93" fmla="*/ 188 h 323"/>
                <a:gd name="T94" fmla="*/ 90 w 308"/>
                <a:gd name="T95" fmla="*/ 239 h 323"/>
                <a:gd name="T96" fmla="*/ 86 w 308"/>
                <a:gd name="T97" fmla="*/ 22 h 323"/>
                <a:gd name="T98" fmla="*/ 93 w 308"/>
                <a:gd name="T99" fmla="*/ 68 h 323"/>
                <a:gd name="T100" fmla="*/ 86 w 308"/>
                <a:gd name="T101" fmla="*/ 22 h 323"/>
                <a:gd name="T102" fmla="*/ 86 w 308"/>
                <a:gd name="T103" fmla="*/ 278 h 323"/>
                <a:gd name="T104" fmla="*/ 77 w 308"/>
                <a:gd name="T105" fmla="*/ 230 h 323"/>
                <a:gd name="T106" fmla="*/ 86 w 308"/>
                <a:gd name="T107" fmla="*/ 107 h 323"/>
                <a:gd name="T108" fmla="*/ 67 w 308"/>
                <a:gd name="T109" fmla="*/ 126 h 323"/>
                <a:gd name="T110" fmla="*/ 86 w 308"/>
                <a:gd name="T111" fmla="*/ 141 h 323"/>
                <a:gd name="T112" fmla="*/ 58 w 308"/>
                <a:gd name="T113" fmla="*/ 83 h 323"/>
                <a:gd name="T114" fmla="*/ 86 w 308"/>
                <a:gd name="T115" fmla="*/ 190 h 323"/>
                <a:gd name="T116" fmla="*/ 2 w 308"/>
                <a:gd name="T117" fmla="*/ 226 h 323"/>
                <a:gd name="T118" fmla="*/ 58 w 308"/>
                <a:gd name="T119" fmla="*/ 147 h 323"/>
                <a:gd name="T120" fmla="*/ 50 w 308"/>
                <a:gd name="T121" fmla="*/ 172 h 323"/>
                <a:gd name="T122" fmla="*/ 42 w 308"/>
                <a:gd name="T123" fmla="*/ 186 h 323"/>
                <a:gd name="T124" fmla="*/ 29 w 308"/>
                <a:gd name="T125" fmla="*/ 21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23">
                  <a:moveTo>
                    <a:pt x="218" y="44"/>
                  </a:moveTo>
                  <a:lnTo>
                    <a:pt x="288" y="76"/>
                  </a:lnTo>
                  <a:lnTo>
                    <a:pt x="288" y="76"/>
                  </a:lnTo>
                  <a:lnTo>
                    <a:pt x="293" y="80"/>
                  </a:lnTo>
                  <a:lnTo>
                    <a:pt x="299" y="84"/>
                  </a:lnTo>
                  <a:lnTo>
                    <a:pt x="303" y="90"/>
                  </a:lnTo>
                  <a:lnTo>
                    <a:pt x="306" y="96"/>
                  </a:lnTo>
                  <a:lnTo>
                    <a:pt x="308" y="103"/>
                  </a:lnTo>
                  <a:lnTo>
                    <a:pt x="308" y="110"/>
                  </a:lnTo>
                  <a:lnTo>
                    <a:pt x="307" y="117"/>
                  </a:lnTo>
                  <a:lnTo>
                    <a:pt x="304" y="124"/>
                  </a:lnTo>
                  <a:lnTo>
                    <a:pt x="222" y="301"/>
                  </a:lnTo>
                  <a:lnTo>
                    <a:pt x="222" y="301"/>
                  </a:lnTo>
                  <a:lnTo>
                    <a:pt x="218" y="308"/>
                  </a:lnTo>
                  <a:lnTo>
                    <a:pt x="218" y="248"/>
                  </a:lnTo>
                  <a:lnTo>
                    <a:pt x="218" y="248"/>
                  </a:lnTo>
                  <a:lnTo>
                    <a:pt x="219" y="245"/>
                  </a:lnTo>
                  <a:lnTo>
                    <a:pt x="227" y="228"/>
                  </a:lnTo>
                  <a:lnTo>
                    <a:pt x="227" y="228"/>
                  </a:lnTo>
                  <a:lnTo>
                    <a:pt x="228" y="226"/>
                  </a:lnTo>
                  <a:lnTo>
                    <a:pt x="227" y="224"/>
                  </a:lnTo>
                  <a:lnTo>
                    <a:pt x="227" y="222"/>
                  </a:lnTo>
                  <a:lnTo>
                    <a:pt x="224" y="221"/>
                  </a:lnTo>
                  <a:lnTo>
                    <a:pt x="218" y="217"/>
                  </a:lnTo>
                  <a:lnTo>
                    <a:pt x="218" y="202"/>
                  </a:lnTo>
                  <a:lnTo>
                    <a:pt x="230" y="209"/>
                  </a:lnTo>
                  <a:lnTo>
                    <a:pt x="230" y="209"/>
                  </a:lnTo>
                  <a:lnTo>
                    <a:pt x="233" y="209"/>
                  </a:lnTo>
                  <a:lnTo>
                    <a:pt x="235" y="209"/>
                  </a:lnTo>
                  <a:lnTo>
                    <a:pt x="237" y="207"/>
                  </a:lnTo>
                  <a:lnTo>
                    <a:pt x="238" y="206"/>
                  </a:lnTo>
                  <a:lnTo>
                    <a:pt x="246" y="188"/>
                  </a:lnTo>
                  <a:lnTo>
                    <a:pt x="246" y="188"/>
                  </a:lnTo>
                  <a:lnTo>
                    <a:pt x="247" y="186"/>
                  </a:lnTo>
                  <a:lnTo>
                    <a:pt x="246" y="184"/>
                  </a:lnTo>
                  <a:lnTo>
                    <a:pt x="246" y="182"/>
                  </a:lnTo>
                  <a:lnTo>
                    <a:pt x="243" y="180"/>
                  </a:lnTo>
                  <a:lnTo>
                    <a:pt x="218" y="168"/>
                  </a:lnTo>
                  <a:lnTo>
                    <a:pt x="218" y="145"/>
                  </a:lnTo>
                  <a:lnTo>
                    <a:pt x="243" y="157"/>
                  </a:lnTo>
                  <a:lnTo>
                    <a:pt x="243" y="157"/>
                  </a:lnTo>
                  <a:lnTo>
                    <a:pt x="250" y="159"/>
                  </a:lnTo>
                  <a:lnTo>
                    <a:pt x="257" y="157"/>
                  </a:lnTo>
                  <a:lnTo>
                    <a:pt x="262" y="155"/>
                  </a:lnTo>
                  <a:lnTo>
                    <a:pt x="266" y="149"/>
                  </a:lnTo>
                  <a:lnTo>
                    <a:pt x="279" y="122"/>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lnTo>
                    <a:pt x="180" y="26"/>
                  </a:lnTo>
                  <a:close/>
                  <a:moveTo>
                    <a:pt x="218" y="308"/>
                  </a:moveTo>
                  <a:lnTo>
                    <a:pt x="218" y="308"/>
                  </a:lnTo>
                  <a:lnTo>
                    <a:pt x="211" y="316"/>
                  </a:lnTo>
                  <a:lnTo>
                    <a:pt x="201" y="320"/>
                  </a:lnTo>
                  <a:lnTo>
                    <a:pt x="191" y="323"/>
                  </a:lnTo>
                  <a:lnTo>
                    <a:pt x="180" y="321"/>
                  </a:lnTo>
                  <a:lnTo>
                    <a:pt x="180" y="283"/>
                  </a:lnTo>
                  <a:lnTo>
                    <a:pt x="193" y="289"/>
                  </a:lnTo>
                  <a:lnTo>
                    <a:pt x="193" y="289"/>
                  </a:lnTo>
                  <a:lnTo>
                    <a:pt x="195" y="289"/>
                  </a:lnTo>
                  <a:lnTo>
                    <a:pt x="197" y="289"/>
                  </a:lnTo>
                  <a:lnTo>
                    <a:pt x="199" y="287"/>
                  </a:lnTo>
                  <a:lnTo>
                    <a:pt x="200" y="286"/>
                  </a:lnTo>
                  <a:lnTo>
                    <a:pt x="208" y="268"/>
                  </a:lnTo>
                  <a:lnTo>
                    <a:pt x="208" y="268"/>
                  </a:lnTo>
                  <a:lnTo>
                    <a:pt x="209" y="266"/>
                  </a:lnTo>
                  <a:lnTo>
                    <a:pt x="209" y="264"/>
                  </a:lnTo>
                  <a:lnTo>
                    <a:pt x="208" y="262"/>
                  </a:lnTo>
                  <a:lnTo>
                    <a:pt x="205" y="260"/>
                  </a:lnTo>
                  <a:lnTo>
                    <a:pt x="180" y="249"/>
                  </a:lnTo>
                  <a:lnTo>
                    <a:pt x="180" y="235"/>
                  </a:lnTo>
                  <a:lnTo>
                    <a:pt x="212" y="248"/>
                  </a:lnTo>
                  <a:lnTo>
                    <a:pt x="212" y="248"/>
                  </a:lnTo>
                  <a:lnTo>
                    <a:pt x="215" y="249"/>
                  </a:lnTo>
                  <a:lnTo>
                    <a:pt x="218" y="248"/>
                  </a:lnTo>
                  <a:lnTo>
                    <a:pt x="218" y="308"/>
                  </a:lnTo>
                  <a:lnTo>
                    <a:pt x="218" y="308"/>
                  </a:lnTo>
                  <a:close/>
                  <a:moveTo>
                    <a:pt x="218" y="145"/>
                  </a:moveTo>
                  <a:lnTo>
                    <a:pt x="218" y="168"/>
                  </a:lnTo>
                  <a:lnTo>
                    <a:pt x="205" y="163"/>
                  </a:lnTo>
                  <a:lnTo>
                    <a:pt x="205" y="163"/>
                  </a:lnTo>
                  <a:lnTo>
                    <a:pt x="203" y="161"/>
                  </a:lnTo>
                  <a:lnTo>
                    <a:pt x="201" y="163"/>
                  </a:lnTo>
                  <a:lnTo>
                    <a:pt x="199" y="164"/>
                  </a:lnTo>
                  <a:lnTo>
                    <a:pt x="197" y="165"/>
                  </a:lnTo>
                  <a:lnTo>
                    <a:pt x="189" y="183"/>
                  </a:lnTo>
                  <a:lnTo>
                    <a:pt x="189" y="183"/>
                  </a:lnTo>
                  <a:lnTo>
                    <a:pt x="189" y="183"/>
                  </a:lnTo>
                  <a:lnTo>
                    <a:pt x="189" y="184"/>
                  </a:lnTo>
                  <a:lnTo>
                    <a:pt x="189" y="187"/>
                  </a:lnTo>
                  <a:lnTo>
                    <a:pt x="191" y="190"/>
                  </a:lnTo>
                  <a:lnTo>
                    <a:pt x="192" y="191"/>
                  </a:lnTo>
                  <a:lnTo>
                    <a:pt x="218" y="202"/>
                  </a:lnTo>
                  <a:lnTo>
                    <a:pt x="218" y="217"/>
                  </a:lnTo>
                  <a:lnTo>
                    <a:pt x="186" y="202"/>
                  </a:lnTo>
                  <a:lnTo>
                    <a:pt x="186" y="202"/>
                  </a:lnTo>
                  <a:lnTo>
                    <a:pt x="184" y="202"/>
                  </a:lnTo>
                  <a:lnTo>
                    <a:pt x="180" y="203"/>
                  </a:lnTo>
                  <a:lnTo>
                    <a:pt x="180" y="170"/>
                  </a:lnTo>
                  <a:lnTo>
                    <a:pt x="185" y="16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lnTo>
                    <a:pt x="147" y="10"/>
                  </a:lnTo>
                  <a:close/>
                  <a:moveTo>
                    <a:pt x="180" y="321"/>
                  </a:moveTo>
                  <a:lnTo>
                    <a:pt x="180" y="321"/>
                  </a:lnTo>
                  <a:lnTo>
                    <a:pt x="174" y="318"/>
                  </a:lnTo>
                  <a:lnTo>
                    <a:pt x="147" y="306"/>
                  </a:lnTo>
                  <a:lnTo>
                    <a:pt x="147" y="240"/>
                  </a:lnTo>
                  <a:lnTo>
                    <a:pt x="147" y="240"/>
                  </a:lnTo>
                  <a:lnTo>
                    <a:pt x="147" y="240"/>
                  </a:lnTo>
                  <a:lnTo>
                    <a:pt x="149" y="237"/>
                  </a:lnTo>
                  <a:lnTo>
                    <a:pt x="147" y="235"/>
                  </a:lnTo>
                  <a:lnTo>
                    <a:pt x="147" y="218"/>
                  </a:lnTo>
                  <a:lnTo>
                    <a:pt x="150" y="220"/>
                  </a:lnTo>
                  <a:lnTo>
                    <a:pt x="150" y="220"/>
                  </a:lnTo>
                  <a:lnTo>
                    <a:pt x="153" y="221"/>
                  </a:lnTo>
                  <a:lnTo>
                    <a:pt x="155" y="220"/>
                  </a:lnTo>
                  <a:lnTo>
                    <a:pt x="157" y="218"/>
                  </a:lnTo>
                  <a:lnTo>
                    <a:pt x="158" y="217"/>
                  </a:lnTo>
                  <a:lnTo>
                    <a:pt x="166" y="199"/>
                  </a:lnTo>
                  <a:lnTo>
                    <a:pt x="166" y="199"/>
                  </a:lnTo>
                  <a:lnTo>
                    <a:pt x="166" y="198"/>
                  </a:lnTo>
                  <a:lnTo>
                    <a:pt x="166" y="195"/>
                  </a:lnTo>
                  <a:lnTo>
                    <a:pt x="165" y="193"/>
                  </a:lnTo>
                  <a:lnTo>
                    <a:pt x="163" y="191"/>
                  </a:lnTo>
                  <a:lnTo>
                    <a:pt x="147" y="184"/>
                  </a:lnTo>
                  <a:lnTo>
                    <a:pt x="147" y="170"/>
                  </a:lnTo>
                  <a:lnTo>
                    <a:pt x="169" y="180"/>
                  </a:lnTo>
                  <a:lnTo>
                    <a:pt x="169" y="180"/>
                  </a:lnTo>
                  <a:lnTo>
                    <a:pt x="172" y="180"/>
                  </a:lnTo>
                  <a:lnTo>
                    <a:pt x="173" y="180"/>
                  </a:lnTo>
                  <a:lnTo>
                    <a:pt x="176" y="179"/>
                  </a:lnTo>
                  <a:lnTo>
                    <a:pt x="177" y="176"/>
                  </a:lnTo>
                  <a:lnTo>
                    <a:pt x="180" y="170"/>
                  </a:lnTo>
                  <a:lnTo>
                    <a:pt x="180" y="203"/>
                  </a:lnTo>
                  <a:lnTo>
                    <a:pt x="180" y="203"/>
                  </a:lnTo>
                  <a:lnTo>
                    <a:pt x="178" y="206"/>
                  </a:lnTo>
                  <a:lnTo>
                    <a:pt x="170" y="222"/>
                  </a:lnTo>
                  <a:lnTo>
                    <a:pt x="170" y="222"/>
                  </a:lnTo>
                  <a:lnTo>
                    <a:pt x="170" y="222"/>
                  </a:lnTo>
                  <a:lnTo>
                    <a:pt x="170" y="225"/>
                  </a:lnTo>
                  <a:lnTo>
                    <a:pt x="170" y="228"/>
                  </a:lnTo>
                  <a:lnTo>
                    <a:pt x="172" y="229"/>
                  </a:lnTo>
                  <a:lnTo>
                    <a:pt x="173" y="230"/>
                  </a:lnTo>
                  <a:lnTo>
                    <a:pt x="180" y="235"/>
                  </a:lnTo>
                  <a:lnTo>
                    <a:pt x="180" y="249"/>
                  </a:lnTo>
                  <a:lnTo>
                    <a:pt x="168" y="243"/>
                  </a:lnTo>
                  <a:lnTo>
                    <a:pt x="168" y="243"/>
                  </a:lnTo>
                  <a:lnTo>
                    <a:pt x="166" y="243"/>
                  </a:lnTo>
                  <a:lnTo>
                    <a:pt x="163" y="243"/>
                  </a:lnTo>
                  <a:lnTo>
                    <a:pt x="162" y="244"/>
                  </a:lnTo>
                  <a:lnTo>
                    <a:pt x="161" y="245"/>
                  </a:lnTo>
                  <a:lnTo>
                    <a:pt x="151" y="263"/>
                  </a:lnTo>
                  <a:lnTo>
                    <a:pt x="151" y="263"/>
                  </a:lnTo>
                  <a:lnTo>
                    <a:pt x="151" y="263"/>
                  </a:lnTo>
                  <a:lnTo>
                    <a:pt x="151" y="266"/>
                  </a:lnTo>
                  <a:lnTo>
                    <a:pt x="151" y="267"/>
                  </a:lnTo>
                  <a:lnTo>
                    <a:pt x="153" y="270"/>
                  </a:lnTo>
                  <a:lnTo>
                    <a:pt x="155" y="271"/>
                  </a:lnTo>
                  <a:lnTo>
                    <a:pt x="180" y="283"/>
                  </a:lnTo>
                  <a:lnTo>
                    <a:pt x="180" y="321"/>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8" y="33"/>
                  </a:lnTo>
                  <a:lnTo>
                    <a:pt x="124" y="31"/>
                  </a:lnTo>
                  <a:lnTo>
                    <a:pt x="119" y="31"/>
                  </a:lnTo>
                  <a:lnTo>
                    <a:pt x="119" y="0"/>
                  </a:lnTo>
                  <a:lnTo>
                    <a:pt x="119" y="0"/>
                  </a:lnTo>
                  <a:lnTo>
                    <a:pt x="127" y="2"/>
                  </a:lnTo>
                  <a:lnTo>
                    <a:pt x="135" y="4"/>
                  </a:lnTo>
                  <a:lnTo>
                    <a:pt x="135" y="4"/>
                  </a:lnTo>
                  <a:close/>
                  <a:moveTo>
                    <a:pt x="147" y="306"/>
                  </a:moveTo>
                  <a:lnTo>
                    <a:pt x="119" y="293"/>
                  </a:lnTo>
                  <a:lnTo>
                    <a:pt x="119" y="253"/>
                  </a:lnTo>
                  <a:lnTo>
                    <a:pt x="132" y="260"/>
                  </a:lnTo>
                  <a:lnTo>
                    <a:pt x="132" y="260"/>
                  </a:lnTo>
                  <a:lnTo>
                    <a:pt x="134" y="260"/>
                  </a:lnTo>
                  <a:lnTo>
                    <a:pt x="136" y="260"/>
                  </a:lnTo>
                  <a:lnTo>
                    <a:pt x="138" y="259"/>
                  </a:lnTo>
                  <a:lnTo>
                    <a:pt x="139" y="258"/>
                  </a:lnTo>
                  <a:lnTo>
                    <a:pt x="147" y="240"/>
                  </a:lnTo>
                  <a:lnTo>
                    <a:pt x="147" y="306"/>
                  </a:lnTo>
                  <a:lnTo>
                    <a:pt x="147" y="306"/>
                  </a:lnTo>
                  <a:close/>
                  <a:moveTo>
                    <a:pt x="147" y="113"/>
                  </a:moveTo>
                  <a:lnTo>
                    <a:pt x="147" y="136"/>
                  </a:lnTo>
                  <a:lnTo>
                    <a:pt x="144" y="134"/>
                  </a:lnTo>
                  <a:lnTo>
                    <a:pt x="144" y="134"/>
                  </a:lnTo>
                  <a:lnTo>
                    <a:pt x="142" y="133"/>
                  </a:lnTo>
                  <a:lnTo>
                    <a:pt x="139" y="134"/>
                  </a:lnTo>
                  <a:lnTo>
                    <a:pt x="138" y="134"/>
                  </a:lnTo>
                  <a:lnTo>
                    <a:pt x="136" y="137"/>
                  </a:lnTo>
                  <a:lnTo>
                    <a:pt x="128" y="155"/>
                  </a:lnTo>
                  <a:lnTo>
                    <a:pt x="128" y="155"/>
                  </a:lnTo>
                  <a:lnTo>
                    <a:pt x="128" y="155"/>
                  </a:lnTo>
                  <a:lnTo>
                    <a:pt x="128" y="156"/>
                  </a:lnTo>
                  <a:lnTo>
                    <a:pt x="128" y="159"/>
                  </a:lnTo>
                  <a:lnTo>
                    <a:pt x="130" y="160"/>
                  </a:lnTo>
                  <a:lnTo>
                    <a:pt x="131" y="161"/>
                  </a:lnTo>
                  <a:lnTo>
                    <a:pt x="147" y="170"/>
                  </a:lnTo>
                  <a:lnTo>
                    <a:pt x="147" y="184"/>
                  </a:lnTo>
                  <a:lnTo>
                    <a:pt x="126" y="174"/>
                  </a:lnTo>
                  <a:lnTo>
                    <a:pt x="126" y="174"/>
                  </a:lnTo>
                  <a:lnTo>
                    <a:pt x="121" y="174"/>
                  </a:lnTo>
                  <a:lnTo>
                    <a:pt x="119" y="175"/>
                  </a:lnTo>
                  <a:lnTo>
                    <a:pt x="119" y="141"/>
                  </a:lnTo>
                  <a:lnTo>
                    <a:pt x="124" y="130"/>
                  </a:lnTo>
                  <a:lnTo>
                    <a:pt x="124" y="130"/>
                  </a:lnTo>
                  <a:lnTo>
                    <a:pt x="124" y="129"/>
                  </a:lnTo>
                  <a:lnTo>
                    <a:pt x="124" y="126"/>
                  </a:lnTo>
                  <a:lnTo>
                    <a:pt x="123" y="125"/>
                  </a:lnTo>
                  <a:lnTo>
                    <a:pt x="121" y="124"/>
                  </a:lnTo>
                  <a:lnTo>
                    <a:pt x="119" y="122"/>
                  </a:lnTo>
                  <a:lnTo>
                    <a:pt x="119" y="99"/>
                  </a:lnTo>
                  <a:lnTo>
                    <a:pt x="147" y="113"/>
                  </a:lnTo>
                  <a:lnTo>
                    <a:pt x="147" y="113"/>
                  </a:lnTo>
                  <a:close/>
                  <a:moveTo>
                    <a:pt x="147" y="218"/>
                  </a:moveTo>
                  <a:lnTo>
                    <a:pt x="147" y="235"/>
                  </a:lnTo>
                  <a:lnTo>
                    <a:pt x="147" y="235"/>
                  </a:lnTo>
                  <a:lnTo>
                    <a:pt x="144" y="232"/>
                  </a:lnTo>
                  <a:lnTo>
                    <a:pt x="119" y="220"/>
                  </a:lnTo>
                  <a:lnTo>
                    <a:pt x="119" y="205"/>
                  </a:lnTo>
                  <a:lnTo>
                    <a:pt x="147" y="218"/>
                  </a:lnTo>
                  <a:close/>
                  <a:moveTo>
                    <a:pt x="119" y="293"/>
                  </a:moveTo>
                  <a:lnTo>
                    <a:pt x="98" y="283"/>
                  </a:lnTo>
                  <a:lnTo>
                    <a:pt x="98" y="244"/>
                  </a:lnTo>
                  <a:lnTo>
                    <a:pt x="119" y="253"/>
                  </a:lnTo>
                  <a:lnTo>
                    <a:pt x="119" y="293"/>
                  </a:lnTo>
                  <a:lnTo>
                    <a:pt x="119" y="293"/>
                  </a:lnTo>
                  <a:close/>
                  <a:moveTo>
                    <a:pt x="98" y="7"/>
                  </a:moveTo>
                  <a:lnTo>
                    <a:pt x="98" y="7"/>
                  </a:lnTo>
                  <a:lnTo>
                    <a:pt x="103" y="4"/>
                  </a:lnTo>
                  <a:lnTo>
                    <a:pt x="108" y="3"/>
                  </a:lnTo>
                  <a:lnTo>
                    <a:pt x="113" y="2"/>
                  </a:lnTo>
                  <a:lnTo>
                    <a:pt x="119" y="0"/>
                  </a:lnTo>
                  <a:lnTo>
                    <a:pt x="119" y="31"/>
                  </a:lnTo>
                  <a:lnTo>
                    <a:pt x="119" y="31"/>
                  </a:lnTo>
                  <a:lnTo>
                    <a:pt x="115" y="33"/>
                  </a:lnTo>
                  <a:lnTo>
                    <a:pt x="111" y="34"/>
                  </a:lnTo>
                  <a:lnTo>
                    <a:pt x="108" y="37"/>
                  </a:lnTo>
                  <a:lnTo>
                    <a:pt x="105" y="41"/>
                  </a:lnTo>
                  <a:lnTo>
                    <a:pt x="98" y="56"/>
                  </a:lnTo>
                  <a:lnTo>
                    <a:pt x="98" y="7"/>
                  </a:lnTo>
                  <a:lnTo>
                    <a:pt x="98" y="7"/>
                  </a:lnTo>
                  <a:close/>
                  <a:moveTo>
                    <a:pt x="119" y="99"/>
                  </a:moveTo>
                  <a:lnTo>
                    <a:pt x="119" y="122"/>
                  </a:lnTo>
                  <a:lnTo>
                    <a:pt x="98" y="113"/>
                  </a:lnTo>
                  <a:lnTo>
                    <a:pt x="98" y="90"/>
                  </a:lnTo>
                  <a:lnTo>
                    <a:pt x="98" y="90"/>
                  </a:lnTo>
                  <a:lnTo>
                    <a:pt x="101" y="91"/>
                  </a:lnTo>
                  <a:lnTo>
                    <a:pt x="119" y="99"/>
                  </a:lnTo>
                  <a:lnTo>
                    <a:pt x="119" y="99"/>
                  </a:lnTo>
                  <a:close/>
                  <a:moveTo>
                    <a:pt x="119" y="141"/>
                  </a:moveTo>
                  <a:lnTo>
                    <a:pt x="119" y="175"/>
                  </a:lnTo>
                  <a:lnTo>
                    <a:pt x="119" y="175"/>
                  </a:lnTo>
                  <a:lnTo>
                    <a:pt x="117" y="176"/>
                  </a:lnTo>
                  <a:lnTo>
                    <a:pt x="109" y="194"/>
                  </a:lnTo>
                  <a:lnTo>
                    <a:pt x="109" y="194"/>
                  </a:lnTo>
                  <a:lnTo>
                    <a:pt x="109" y="194"/>
                  </a:lnTo>
                  <a:lnTo>
                    <a:pt x="109" y="197"/>
                  </a:lnTo>
                  <a:lnTo>
                    <a:pt x="109" y="199"/>
                  </a:lnTo>
                  <a:lnTo>
                    <a:pt x="111" y="201"/>
                  </a:lnTo>
                  <a:lnTo>
                    <a:pt x="112" y="202"/>
                  </a:lnTo>
                  <a:lnTo>
                    <a:pt x="119" y="205"/>
                  </a:lnTo>
                  <a:lnTo>
                    <a:pt x="119" y="220"/>
                  </a:lnTo>
                  <a:lnTo>
                    <a:pt x="107" y="214"/>
                  </a:lnTo>
                  <a:lnTo>
                    <a:pt x="107" y="214"/>
                  </a:lnTo>
                  <a:lnTo>
                    <a:pt x="104" y="214"/>
                  </a:lnTo>
                  <a:lnTo>
                    <a:pt x="103" y="214"/>
                  </a:lnTo>
                  <a:lnTo>
                    <a:pt x="100" y="216"/>
                  </a:lnTo>
                  <a:lnTo>
                    <a:pt x="98" y="217"/>
                  </a:lnTo>
                  <a:lnTo>
                    <a:pt x="98" y="218"/>
                  </a:lnTo>
                  <a:lnTo>
                    <a:pt x="98" y="186"/>
                  </a:lnTo>
                  <a:lnTo>
                    <a:pt x="105" y="171"/>
                  </a:lnTo>
                  <a:lnTo>
                    <a:pt x="105" y="171"/>
                  </a:lnTo>
                  <a:lnTo>
                    <a:pt x="105" y="168"/>
                  </a:lnTo>
                  <a:lnTo>
                    <a:pt x="105" y="167"/>
                  </a:lnTo>
                  <a:lnTo>
                    <a:pt x="104" y="164"/>
                  </a:lnTo>
                  <a:lnTo>
                    <a:pt x="103" y="163"/>
                  </a:lnTo>
                  <a:lnTo>
                    <a:pt x="98" y="161"/>
                  </a:lnTo>
                  <a:lnTo>
                    <a:pt x="98" y="147"/>
                  </a:lnTo>
                  <a:lnTo>
                    <a:pt x="108" y="152"/>
                  </a:lnTo>
                  <a:lnTo>
                    <a:pt x="108" y="152"/>
                  </a:lnTo>
                  <a:lnTo>
                    <a:pt x="111" y="152"/>
                  </a:lnTo>
                  <a:lnTo>
                    <a:pt x="112" y="152"/>
                  </a:lnTo>
                  <a:lnTo>
                    <a:pt x="115" y="151"/>
                  </a:lnTo>
                  <a:lnTo>
                    <a:pt x="116" y="148"/>
                  </a:lnTo>
                  <a:lnTo>
                    <a:pt x="119" y="141"/>
                  </a:lnTo>
                  <a:close/>
                  <a:moveTo>
                    <a:pt x="98" y="283"/>
                  </a:moveTo>
                  <a:lnTo>
                    <a:pt x="86" y="278"/>
                  </a:lnTo>
                  <a:lnTo>
                    <a:pt x="86" y="212"/>
                  </a:lnTo>
                  <a:lnTo>
                    <a:pt x="86" y="212"/>
                  </a:lnTo>
                  <a:lnTo>
                    <a:pt x="86" y="212"/>
                  </a:lnTo>
                  <a:lnTo>
                    <a:pt x="86" y="209"/>
                  </a:lnTo>
                  <a:lnTo>
                    <a:pt x="86" y="206"/>
                  </a:lnTo>
                  <a:lnTo>
                    <a:pt x="86" y="190"/>
                  </a:lnTo>
                  <a:lnTo>
                    <a:pt x="89" y="191"/>
                  </a:lnTo>
                  <a:lnTo>
                    <a:pt x="89" y="191"/>
                  </a:lnTo>
                  <a:lnTo>
                    <a:pt x="92" y="191"/>
                  </a:lnTo>
                  <a:lnTo>
                    <a:pt x="93" y="191"/>
                  </a:lnTo>
                  <a:lnTo>
                    <a:pt x="96" y="190"/>
                  </a:lnTo>
                  <a:lnTo>
                    <a:pt x="97" y="188"/>
                  </a:lnTo>
                  <a:lnTo>
                    <a:pt x="98" y="186"/>
                  </a:lnTo>
                  <a:lnTo>
                    <a:pt x="98" y="218"/>
                  </a:lnTo>
                  <a:lnTo>
                    <a:pt x="90" y="235"/>
                  </a:lnTo>
                  <a:lnTo>
                    <a:pt x="90" y="235"/>
                  </a:lnTo>
                  <a:lnTo>
                    <a:pt x="90" y="235"/>
                  </a:lnTo>
                  <a:lnTo>
                    <a:pt x="90" y="237"/>
                  </a:lnTo>
                  <a:lnTo>
                    <a:pt x="90" y="239"/>
                  </a:lnTo>
                  <a:lnTo>
                    <a:pt x="92" y="241"/>
                  </a:lnTo>
                  <a:lnTo>
                    <a:pt x="93" y="243"/>
                  </a:lnTo>
                  <a:lnTo>
                    <a:pt x="98" y="244"/>
                  </a:lnTo>
                  <a:lnTo>
                    <a:pt x="98" y="283"/>
                  </a:lnTo>
                  <a:lnTo>
                    <a:pt x="98" y="283"/>
                  </a:lnTo>
                  <a:close/>
                  <a:moveTo>
                    <a:pt x="86" y="22"/>
                  </a:moveTo>
                  <a:lnTo>
                    <a:pt x="86" y="22"/>
                  </a:lnTo>
                  <a:lnTo>
                    <a:pt x="86" y="22"/>
                  </a:lnTo>
                  <a:lnTo>
                    <a:pt x="92" y="14"/>
                  </a:lnTo>
                  <a:lnTo>
                    <a:pt x="98" y="7"/>
                  </a:lnTo>
                  <a:lnTo>
                    <a:pt x="98" y="56"/>
                  </a:lnTo>
                  <a:lnTo>
                    <a:pt x="93" y="68"/>
                  </a:lnTo>
                  <a:lnTo>
                    <a:pt x="93" y="68"/>
                  </a:lnTo>
                  <a:lnTo>
                    <a:pt x="93" y="68"/>
                  </a:lnTo>
                  <a:lnTo>
                    <a:pt x="92" y="73"/>
                  </a:lnTo>
                  <a:lnTo>
                    <a:pt x="92" y="79"/>
                  </a:lnTo>
                  <a:lnTo>
                    <a:pt x="94" y="84"/>
                  </a:lnTo>
                  <a:lnTo>
                    <a:pt x="98" y="90"/>
                  </a:lnTo>
                  <a:lnTo>
                    <a:pt x="98" y="113"/>
                  </a:lnTo>
                  <a:lnTo>
                    <a:pt x="86" y="107"/>
                  </a:lnTo>
                  <a:lnTo>
                    <a:pt x="86" y="22"/>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0" y="232"/>
                  </a:lnTo>
                  <a:lnTo>
                    <a:pt x="73" y="232"/>
                  </a:lnTo>
                  <a:lnTo>
                    <a:pt x="75" y="232"/>
                  </a:lnTo>
                  <a:lnTo>
                    <a:pt x="77" y="230"/>
                  </a:lnTo>
                  <a:lnTo>
                    <a:pt x="78" y="229"/>
                  </a:lnTo>
                  <a:lnTo>
                    <a:pt x="86" y="212"/>
                  </a:lnTo>
                  <a:lnTo>
                    <a:pt x="86" y="278"/>
                  </a:lnTo>
                  <a:lnTo>
                    <a:pt x="86" y="278"/>
                  </a:lnTo>
                  <a:close/>
                  <a:moveTo>
                    <a:pt x="58" y="83"/>
                  </a:moveTo>
                  <a:lnTo>
                    <a:pt x="86" y="22"/>
                  </a:lnTo>
                  <a:lnTo>
                    <a:pt x="86" y="107"/>
                  </a:lnTo>
                  <a:lnTo>
                    <a:pt x="82" y="106"/>
                  </a:lnTo>
                  <a:lnTo>
                    <a:pt x="82" y="106"/>
                  </a:lnTo>
                  <a:lnTo>
                    <a:pt x="81" y="105"/>
                  </a:lnTo>
                  <a:lnTo>
                    <a:pt x="78" y="105"/>
                  </a:lnTo>
                  <a:lnTo>
                    <a:pt x="77" y="106"/>
                  </a:lnTo>
                  <a:lnTo>
                    <a:pt x="75" y="109"/>
                  </a:lnTo>
                  <a:lnTo>
                    <a:pt x="67" y="126"/>
                  </a:lnTo>
                  <a:lnTo>
                    <a:pt x="67" y="126"/>
                  </a:lnTo>
                  <a:lnTo>
                    <a:pt x="67" y="126"/>
                  </a:lnTo>
                  <a:lnTo>
                    <a:pt x="66" y="128"/>
                  </a:lnTo>
                  <a:lnTo>
                    <a:pt x="67" y="130"/>
                  </a:lnTo>
                  <a:lnTo>
                    <a:pt x="67" y="132"/>
                  </a:lnTo>
                  <a:lnTo>
                    <a:pt x="70" y="133"/>
                  </a:lnTo>
                  <a:lnTo>
                    <a:pt x="86" y="141"/>
                  </a:lnTo>
                  <a:lnTo>
                    <a:pt x="86" y="156"/>
                  </a:lnTo>
                  <a:lnTo>
                    <a:pt x="65" y="145"/>
                  </a:lnTo>
                  <a:lnTo>
                    <a:pt x="65" y="145"/>
                  </a:lnTo>
                  <a:lnTo>
                    <a:pt x="61" y="145"/>
                  </a:lnTo>
                  <a:lnTo>
                    <a:pt x="58" y="147"/>
                  </a:lnTo>
                  <a:lnTo>
                    <a:pt x="58" y="83"/>
                  </a:lnTo>
                  <a:lnTo>
                    <a:pt x="58" y="83"/>
                  </a:lnTo>
                  <a:close/>
                  <a:moveTo>
                    <a:pt x="86" y="190"/>
                  </a:moveTo>
                  <a:lnTo>
                    <a:pt x="86" y="206"/>
                  </a:lnTo>
                  <a:lnTo>
                    <a:pt x="86" y="206"/>
                  </a:lnTo>
                  <a:lnTo>
                    <a:pt x="84" y="203"/>
                  </a:lnTo>
                  <a:lnTo>
                    <a:pt x="58" y="191"/>
                  </a:lnTo>
                  <a:lnTo>
                    <a:pt x="58" y="176"/>
                  </a:lnTo>
                  <a:lnTo>
                    <a:pt x="86" y="190"/>
                  </a:lnTo>
                  <a:close/>
                  <a:moveTo>
                    <a:pt x="58" y="264"/>
                  </a:moveTo>
                  <a:lnTo>
                    <a:pt x="21" y="247"/>
                  </a:ln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8" y="147"/>
                  </a:lnTo>
                  <a:lnTo>
                    <a:pt x="56" y="148"/>
                  </a:lnTo>
                  <a:lnTo>
                    <a:pt x="48" y="165"/>
                  </a:lnTo>
                  <a:lnTo>
                    <a:pt x="48" y="165"/>
                  </a:lnTo>
                  <a:lnTo>
                    <a:pt x="48" y="165"/>
                  </a:lnTo>
                  <a:lnTo>
                    <a:pt x="48" y="168"/>
                  </a:lnTo>
                  <a:lnTo>
                    <a:pt x="48" y="170"/>
                  </a:lnTo>
                  <a:lnTo>
                    <a:pt x="50" y="172"/>
                  </a:lnTo>
                  <a:lnTo>
                    <a:pt x="51" y="174"/>
                  </a:lnTo>
                  <a:lnTo>
                    <a:pt x="58" y="176"/>
                  </a:lnTo>
                  <a:lnTo>
                    <a:pt x="58" y="191"/>
                  </a:lnTo>
                  <a:lnTo>
                    <a:pt x="46" y="186"/>
                  </a:lnTo>
                  <a:lnTo>
                    <a:pt x="46" y="186"/>
                  </a:lnTo>
                  <a:lnTo>
                    <a:pt x="43" y="184"/>
                  </a:lnTo>
                  <a:lnTo>
                    <a:pt x="42" y="186"/>
                  </a:lnTo>
                  <a:lnTo>
                    <a:pt x="39" y="187"/>
                  </a:lnTo>
                  <a:lnTo>
                    <a:pt x="38" y="188"/>
                  </a:lnTo>
                  <a:lnTo>
                    <a:pt x="29" y="206"/>
                  </a:lnTo>
                  <a:lnTo>
                    <a:pt x="29" y="206"/>
                  </a:lnTo>
                  <a:lnTo>
                    <a:pt x="29" y="206"/>
                  </a:lnTo>
                  <a:lnTo>
                    <a:pt x="29" y="207"/>
                  </a:lnTo>
                  <a:lnTo>
                    <a:pt x="29" y="210"/>
                  </a:lnTo>
                  <a:lnTo>
                    <a:pt x="31" y="212"/>
                  </a:lnTo>
                  <a:lnTo>
                    <a:pt x="32" y="213"/>
                  </a:lnTo>
                  <a:lnTo>
                    <a:pt x="58" y="225"/>
                  </a:lnTo>
                  <a:lnTo>
                    <a:pt x="58" y="264"/>
                  </a:lnTo>
                  <a:close/>
                </a:path>
              </a:pathLst>
            </a:custGeom>
            <a:solidFill>
              <a:srgbClr val="8CC63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0" name="ïS1îḍè">
              <a:extLst>
                <a:ext uri="{FF2B5EF4-FFF2-40B4-BE49-F238E27FC236}">
                  <a16:creationId xmlns:a16="http://schemas.microsoft.com/office/drawing/2014/main" id="{DAD3C27E-B1C1-4924-B336-EE70B3271403}"/>
                </a:ext>
              </a:extLst>
            </p:cNvPr>
            <p:cNvGrpSpPr/>
            <p:nvPr/>
          </p:nvGrpSpPr>
          <p:grpSpPr>
            <a:xfrm>
              <a:off x="5185152" y="2259298"/>
              <a:ext cx="559422" cy="588102"/>
              <a:chOff x="1704976" y="2255838"/>
              <a:chExt cx="619125" cy="650875"/>
            </a:xfrm>
            <a:solidFill>
              <a:srgbClr val="00A99D"/>
            </a:solidFill>
          </p:grpSpPr>
          <p:sp>
            <p:nvSpPr>
              <p:cNvPr id="283" name="iŝľiďé">
                <a:extLst>
                  <a:ext uri="{FF2B5EF4-FFF2-40B4-BE49-F238E27FC236}">
                    <a16:creationId xmlns:a16="http://schemas.microsoft.com/office/drawing/2014/main" id="{AFA2F060-A817-4400-A1BB-138C471FB04A}"/>
                  </a:ext>
                </a:extLst>
              </p:cNvPr>
              <p:cNvSpPr/>
              <p:nvPr/>
            </p:nvSpPr>
            <p:spPr bwMode="auto">
              <a:xfrm>
                <a:off x="1704976" y="2873375"/>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4" name="îs1ïḋé">
                <a:extLst>
                  <a:ext uri="{FF2B5EF4-FFF2-40B4-BE49-F238E27FC236}">
                    <a16:creationId xmlns:a16="http://schemas.microsoft.com/office/drawing/2014/main" id="{B4C61044-C761-4668-981A-004DCA4B8971}"/>
                  </a:ext>
                </a:extLst>
              </p:cNvPr>
              <p:cNvSpPr/>
              <p:nvPr/>
            </p:nvSpPr>
            <p:spPr bwMode="auto">
              <a:xfrm>
                <a:off x="1730376" y="2811463"/>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5" name="iṣḷíďe">
                <a:extLst>
                  <a:ext uri="{FF2B5EF4-FFF2-40B4-BE49-F238E27FC236}">
                    <a16:creationId xmlns:a16="http://schemas.microsoft.com/office/drawing/2014/main" id="{ACA1A0F3-C248-4F69-91D5-23247778187C}"/>
                  </a:ext>
                </a:extLst>
              </p:cNvPr>
              <p:cNvSpPr/>
              <p:nvPr/>
            </p:nvSpPr>
            <p:spPr bwMode="auto">
              <a:xfrm>
                <a:off x="1954213"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6" name="ïṣļiḓê">
                <a:extLst>
                  <a:ext uri="{FF2B5EF4-FFF2-40B4-BE49-F238E27FC236}">
                    <a16:creationId xmlns:a16="http://schemas.microsoft.com/office/drawing/2014/main" id="{A5C85A54-7CC5-4878-9A4A-61A2AEEB211F}"/>
                  </a:ext>
                </a:extLst>
              </p:cNvPr>
              <p:cNvSpPr/>
              <p:nvPr/>
            </p:nvSpPr>
            <p:spPr bwMode="auto">
              <a:xfrm>
                <a:off x="1976438"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7" name="îṣḻïďe">
                <a:extLst>
                  <a:ext uri="{FF2B5EF4-FFF2-40B4-BE49-F238E27FC236}">
                    <a16:creationId xmlns:a16="http://schemas.microsoft.com/office/drawing/2014/main" id="{5B0A6CD5-0788-4DDC-A01A-4EF581B0AD1C}"/>
                  </a:ext>
                </a:extLst>
              </p:cNvPr>
              <p:cNvSpPr/>
              <p:nvPr/>
            </p:nvSpPr>
            <p:spPr bwMode="auto">
              <a:xfrm>
                <a:off x="1954213"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8" name="ïṥḻïḋè">
                <a:extLst>
                  <a:ext uri="{FF2B5EF4-FFF2-40B4-BE49-F238E27FC236}">
                    <a16:creationId xmlns:a16="http://schemas.microsoft.com/office/drawing/2014/main" id="{06F7ED65-0E0A-40E3-B91C-D7DE3A8B9946}"/>
                  </a:ext>
                </a:extLst>
              </p:cNvPr>
              <p:cNvSpPr/>
              <p:nvPr/>
            </p:nvSpPr>
            <p:spPr bwMode="auto">
              <a:xfrm>
                <a:off x="1774826" y="2747963"/>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9" name="iSļîďè">
                <a:extLst>
                  <a:ext uri="{FF2B5EF4-FFF2-40B4-BE49-F238E27FC236}">
                    <a16:creationId xmlns:a16="http://schemas.microsoft.com/office/drawing/2014/main" id="{58BE476B-E1A3-43CB-A98F-CDCB149EAA05}"/>
                  </a:ext>
                </a:extLst>
              </p:cNvPr>
              <p:cNvSpPr/>
              <p:nvPr/>
            </p:nvSpPr>
            <p:spPr bwMode="auto">
              <a:xfrm>
                <a:off x="1795463"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0" name="isḻïdé">
                <a:extLst>
                  <a:ext uri="{FF2B5EF4-FFF2-40B4-BE49-F238E27FC236}">
                    <a16:creationId xmlns:a16="http://schemas.microsoft.com/office/drawing/2014/main" id="{7992C168-3E61-42CC-A4AB-4CA22270CE17}"/>
                  </a:ext>
                </a:extLst>
              </p:cNvPr>
              <p:cNvSpPr/>
              <p:nvPr/>
            </p:nvSpPr>
            <p:spPr bwMode="auto">
              <a:xfrm>
                <a:off x="1774826" y="250507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1" name="íṣḷîḋê">
                <a:extLst>
                  <a:ext uri="{FF2B5EF4-FFF2-40B4-BE49-F238E27FC236}">
                    <a16:creationId xmlns:a16="http://schemas.microsoft.com/office/drawing/2014/main" id="{F604B230-442E-4586-A64D-2AC053FD9854}"/>
                  </a:ext>
                </a:extLst>
              </p:cNvPr>
              <p:cNvSpPr/>
              <p:nvPr/>
            </p:nvSpPr>
            <p:spPr bwMode="auto">
              <a:xfrm>
                <a:off x="2135188"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2" name="íşḻîḑe">
                <a:extLst>
                  <a:ext uri="{FF2B5EF4-FFF2-40B4-BE49-F238E27FC236}">
                    <a16:creationId xmlns:a16="http://schemas.microsoft.com/office/drawing/2014/main" id="{DFC98A18-B36C-43E8-95CE-32AEB4680303}"/>
                  </a:ext>
                </a:extLst>
              </p:cNvPr>
              <p:cNvSpPr/>
              <p:nvPr/>
            </p:nvSpPr>
            <p:spPr bwMode="auto">
              <a:xfrm>
                <a:off x="2157413" y="2517775"/>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3" name="ïṥlïďé">
                <a:extLst>
                  <a:ext uri="{FF2B5EF4-FFF2-40B4-BE49-F238E27FC236}">
                    <a16:creationId xmlns:a16="http://schemas.microsoft.com/office/drawing/2014/main" id="{5BB1A267-894C-441C-8339-C14F417C832B}"/>
                  </a:ext>
                </a:extLst>
              </p:cNvPr>
              <p:cNvSpPr/>
              <p:nvPr/>
            </p:nvSpPr>
            <p:spPr bwMode="auto">
              <a:xfrm>
                <a:off x="2135188"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4" name="î$líḋê">
                <a:extLst>
                  <a:ext uri="{FF2B5EF4-FFF2-40B4-BE49-F238E27FC236}">
                    <a16:creationId xmlns:a16="http://schemas.microsoft.com/office/drawing/2014/main" id="{05EFCAA7-786F-4FD2-B2E1-BFE0D8B282FB}"/>
                  </a:ext>
                </a:extLst>
              </p:cNvPr>
              <p:cNvSpPr/>
              <p:nvPr/>
            </p:nvSpPr>
            <p:spPr bwMode="auto">
              <a:xfrm>
                <a:off x="1730376" y="24352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95" name="íśḷídé">
                <a:extLst>
                  <a:ext uri="{FF2B5EF4-FFF2-40B4-BE49-F238E27FC236}">
                    <a16:creationId xmlns:a16="http://schemas.microsoft.com/office/drawing/2014/main" id="{B0E4FE89-E906-4167-B72A-6057D89C2A70}"/>
                  </a:ext>
                </a:extLst>
              </p:cNvPr>
              <p:cNvSpPr/>
              <p:nvPr/>
            </p:nvSpPr>
            <p:spPr bwMode="auto">
              <a:xfrm>
                <a:off x="1730376" y="2255838"/>
                <a:ext cx="568325" cy="179388"/>
              </a:xfrm>
              <a:custGeom>
                <a:avLst/>
                <a:gdLst>
                  <a:gd name="T0" fmla="*/ 179 w 358"/>
                  <a:gd name="T1" fmla="*/ 0 h 113"/>
                  <a:gd name="T2" fmla="*/ 0 w 358"/>
                  <a:gd name="T3" fmla="*/ 113 h 113"/>
                  <a:gd name="T4" fmla="*/ 358 w 358"/>
                  <a:gd name="T5" fmla="*/ 113 h 113"/>
                  <a:gd name="T6" fmla="*/ 179 w 358"/>
                  <a:gd name="T7" fmla="*/ 0 h 113"/>
                </a:gdLst>
                <a:ahLst/>
                <a:cxnLst>
                  <a:cxn ang="0">
                    <a:pos x="T0" y="T1"/>
                  </a:cxn>
                  <a:cxn ang="0">
                    <a:pos x="T2" y="T3"/>
                  </a:cxn>
                  <a:cxn ang="0">
                    <a:pos x="T4" y="T5"/>
                  </a:cxn>
                  <a:cxn ang="0">
                    <a:pos x="T6" y="T7"/>
                  </a:cxn>
                </a:cxnLst>
                <a:rect l="0" t="0" r="r" b="b"/>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1" name="ïŝļiḓè">
              <a:extLst>
                <a:ext uri="{FF2B5EF4-FFF2-40B4-BE49-F238E27FC236}">
                  <a16:creationId xmlns:a16="http://schemas.microsoft.com/office/drawing/2014/main" id="{7058051C-7166-479D-A11A-5682C6CE033A}"/>
                </a:ext>
              </a:extLst>
            </p:cNvPr>
            <p:cNvSpPr/>
            <p:nvPr/>
          </p:nvSpPr>
          <p:spPr bwMode="auto">
            <a:xfrm>
              <a:off x="6420186" y="2406253"/>
              <a:ext cx="712906" cy="466185"/>
            </a:xfrm>
            <a:custGeom>
              <a:avLst/>
              <a:gdLst>
                <a:gd name="T0" fmla="*/ 497 w 497"/>
                <a:gd name="T1" fmla="*/ 0 h 325"/>
                <a:gd name="T2" fmla="*/ 386 w 497"/>
                <a:gd name="T3" fmla="*/ 37 h 325"/>
                <a:gd name="T4" fmla="*/ 386 w 497"/>
                <a:gd name="T5" fmla="*/ 210 h 325"/>
                <a:gd name="T6" fmla="*/ 386 w 497"/>
                <a:gd name="T7" fmla="*/ 210 h 325"/>
                <a:gd name="T8" fmla="*/ 397 w 497"/>
                <a:gd name="T9" fmla="*/ 209 h 325"/>
                <a:gd name="T10" fmla="*/ 405 w 497"/>
                <a:gd name="T11" fmla="*/ 206 h 325"/>
                <a:gd name="T12" fmla="*/ 409 w 497"/>
                <a:gd name="T13" fmla="*/ 204 h 325"/>
                <a:gd name="T14" fmla="*/ 411 w 497"/>
                <a:gd name="T15" fmla="*/ 201 h 325"/>
                <a:gd name="T16" fmla="*/ 413 w 497"/>
                <a:gd name="T17" fmla="*/ 197 h 325"/>
                <a:gd name="T18" fmla="*/ 413 w 497"/>
                <a:gd name="T19" fmla="*/ 194 h 325"/>
                <a:gd name="T20" fmla="*/ 413 w 497"/>
                <a:gd name="T21" fmla="*/ 118 h 325"/>
                <a:gd name="T22" fmla="*/ 399 w 497"/>
                <a:gd name="T23" fmla="*/ 118 h 325"/>
                <a:gd name="T24" fmla="*/ 399 w 497"/>
                <a:gd name="T25" fmla="*/ 86 h 325"/>
                <a:gd name="T26" fmla="*/ 413 w 497"/>
                <a:gd name="T27" fmla="*/ 86 h 325"/>
                <a:gd name="T28" fmla="*/ 447 w 497"/>
                <a:gd name="T29" fmla="*/ 86 h 325"/>
                <a:gd name="T30" fmla="*/ 462 w 497"/>
                <a:gd name="T31" fmla="*/ 86 h 325"/>
                <a:gd name="T32" fmla="*/ 462 w 497"/>
                <a:gd name="T33" fmla="*/ 118 h 325"/>
                <a:gd name="T34" fmla="*/ 447 w 497"/>
                <a:gd name="T35" fmla="*/ 118 h 325"/>
                <a:gd name="T36" fmla="*/ 447 w 497"/>
                <a:gd name="T37" fmla="*/ 194 h 325"/>
                <a:gd name="T38" fmla="*/ 447 w 497"/>
                <a:gd name="T39" fmla="*/ 194 h 325"/>
                <a:gd name="T40" fmla="*/ 446 w 497"/>
                <a:gd name="T41" fmla="*/ 204 h 325"/>
                <a:gd name="T42" fmla="*/ 442 w 497"/>
                <a:gd name="T43" fmla="*/ 212 h 325"/>
                <a:gd name="T44" fmla="*/ 436 w 497"/>
                <a:gd name="T45" fmla="*/ 220 h 325"/>
                <a:gd name="T46" fmla="*/ 430 w 497"/>
                <a:gd name="T47" fmla="*/ 227 h 325"/>
                <a:gd name="T48" fmla="*/ 420 w 497"/>
                <a:gd name="T49" fmla="*/ 232 h 325"/>
                <a:gd name="T50" fmla="*/ 411 w 497"/>
                <a:gd name="T51" fmla="*/ 236 h 325"/>
                <a:gd name="T52" fmla="*/ 399 w 497"/>
                <a:gd name="T53" fmla="*/ 239 h 325"/>
                <a:gd name="T54" fmla="*/ 386 w 497"/>
                <a:gd name="T55" fmla="*/ 239 h 325"/>
                <a:gd name="T56" fmla="*/ 386 w 497"/>
                <a:gd name="T57" fmla="*/ 289 h 325"/>
                <a:gd name="T58" fmla="*/ 497 w 497"/>
                <a:gd name="T59" fmla="*/ 325 h 325"/>
                <a:gd name="T60" fmla="*/ 497 w 497"/>
                <a:gd name="T61" fmla="*/ 0 h 325"/>
                <a:gd name="T62" fmla="*/ 386 w 497"/>
                <a:gd name="T63" fmla="*/ 37 h 325"/>
                <a:gd name="T64" fmla="*/ 0 w 497"/>
                <a:gd name="T65" fmla="*/ 163 h 325"/>
                <a:gd name="T66" fmla="*/ 386 w 497"/>
                <a:gd name="T67" fmla="*/ 289 h 325"/>
                <a:gd name="T68" fmla="*/ 386 w 497"/>
                <a:gd name="T69" fmla="*/ 239 h 325"/>
                <a:gd name="T70" fmla="*/ 386 w 497"/>
                <a:gd name="T71" fmla="*/ 239 h 325"/>
                <a:gd name="T72" fmla="*/ 374 w 497"/>
                <a:gd name="T73" fmla="*/ 239 h 325"/>
                <a:gd name="T74" fmla="*/ 363 w 497"/>
                <a:gd name="T75" fmla="*/ 236 h 325"/>
                <a:gd name="T76" fmla="*/ 353 w 497"/>
                <a:gd name="T77" fmla="*/ 232 h 325"/>
                <a:gd name="T78" fmla="*/ 343 w 497"/>
                <a:gd name="T79" fmla="*/ 227 h 325"/>
                <a:gd name="T80" fmla="*/ 336 w 497"/>
                <a:gd name="T81" fmla="*/ 220 h 325"/>
                <a:gd name="T82" fmla="*/ 331 w 497"/>
                <a:gd name="T83" fmla="*/ 212 h 325"/>
                <a:gd name="T84" fmla="*/ 327 w 497"/>
                <a:gd name="T85" fmla="*/ 204 h 325"/>
                <a:gd name="T86" fmla="*/ 325 w 497"/>
                <a:gd name="T87" fmla="*/ 194 h 325"/>
                <a:gd name="T88" fmla="*/ 325 w 497"/>
                <a:gd name="T89" fmla="*/ 118 h 325"/>
                <a:gd name="T90" fmla="*/ 311 w 497"/>
                <a:gd name="T91" fmla="*/ 118 h 325"/>
                <a:gd name="T92" fmla="*/ 311 w 497"/>
                <a:gd name="T93" fmla="*/ 86 h 325"/>
                <a:gd name="T94" fmla="*/ 325 w 497"/>
                <a:gd name="T95" fmla="*/ 86 h 325"/>
                <a:gd name="T96" fmla="*/ 359 w 497"/>
                <a:gd name="T97" fmla="*/ 86 h 325"/>
                <a:gd name="T98" fmla="*/ 376 w 497"/>
                <a:gd name="T99" fmla="*/ 86 h 325"/>
                <a:gd name="T100" fmla="*/ 376 w 497"/>
                <a:gd name="T101" fmla="*/ 118 h 325"/>
                <a:gd name="T102" fmla="*/ 359 w 497"/>
                <a:gd name="T103" fmla="*/ 118 h 325"/>
                <a:gd name="T104" fmla="*/ 359 w 497"/>
                <a:gd name="T105" fmla="*/ 194 h 325"/>
                <a:gd name="T106" fmla="*/ 359 w 497"/>
                <a:gd name="T107" fmla="*/ 194 h 325"/>
                <a:gd name="T108" fmla="*/ 361 w 497"/>
                <a:gd name="T109" fmla="*/ 197 h 325"/>
                <a:gd name="T110" fmla="*/ 362 w 497"/>
                <a:gd name="T111" fmla="*/ 201 h 325"/>
                <a:gd name="T112" fmla="*/ 365 w 497"/>
                <a:gd name="T113" fmla="*/ 204 h 325"/>
                <a:gd name="T114" fmla="*/ 367 w 497"/>
                <a:gd name="T115" fmla="*/ 206 h 325"/>
                <a:gd name="T116" fmla="*/ 376 w 497"/>
                <a:gd name="T117" fmla="*/ 209 h 325"/>
                <a:gd name="T118" fmla="*/ 386 w 497"/>
                <a:gd name="T119" fmla="*/ 210 h 325"/>
                <a:gd name="T120" fmla="*/ 386 w 497"/>
                <a:gd name="T121" fmla="*/ 3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325">
                  <a:moveTo>
                    <a:pt x="497" y="0"/>
                  </a:moveTo>
                  <a:lnTo>
                    <a:pt x="386" y="37"/>
                  </a:lnTo>
                  <a:lnTo>
                    <a:pt x="386" y="210"/>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59" y="194"/>
                  </a:lnTo>
                  <a:lnTo>
                    <a:pt x="361" y="197"/>
                  </a:lnTo>
                  <a:lnTo>
                    <a:pt x="362" y="201"/>
                  </a:lnTo>
                  <a:lnTo>
                    <a:pt x="365" y="204"/>
                  </a:lnTo>
                  <a:lnTo>
                    <a:pt x="367" y="206"/>
                  </a:lnTo>
                  <a:lnTo>
                    <a:pt x="376" y="209"/>
                  </a:lnTo>
                  <a:lnTo>
                    <a:pt x="386" y="210"/>
                  </a:lnTo>
                  <a:lnTo>
                    <a:pt x="386" y="37"/>
                  </a:lnTo>
                  <a:close/>
                </a:path>
              </a:pathLst>
            </a:custGeom>
            <a:solidFill>
              <a:srgbClr val="00A99D"/>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2" name="íślïḑè">
              <a:extLst>
                <a:ext uri="{FF2B5EF4-FFF2-40B4-BE49-F238E27FC236}">
                  <a16:creationId xmlns:a16="http://schemas.microsoft.com/office/drawing/2014/main" id="{FEBDF605-3950-453B-B2B1-16BB27D14F17}"/>
                </a:ext>
              </a:extLst>
            </p:cNvPr>
            <p:cNvSpPr/>
            <p:nvPr/>
          </p:nvSpPr>
          <p:spPr bwMode="auto">
            <a:xfrm>
              <a:off x="5393142" y="2919775"/>
              <a:ext cx="167827" cy="289752"/>
            </a:xfrm>
            <a:custGeom>
              <a:avLst/>
              <a:gdLst>
                <a:gd name="T0" fmla="*/ 112713 w 117"/>
                <a:gd name="T1" fmla="*/ 269875 h 202"/>
                <a:gd name="T2" fmla="*/ 127000 w 117"/>
                <a:gd name="T3" fmla="*/ 274638 h 202"/>
                <a:gd name="T4" fmla="*/ 134938 w 117"/>
                <a:gd name="T5" fmla="*/ 287338 h 202"/>
                <a:gd name="T6" fmla="*/ 134938 w 117"/>
                <a:gd name="T7" fmla="*/ 298450 h 202"/>
                <a:gd name="T8" fmla="*/ 127000 w 117"/>
                <a:gd name="T9" fmla="*/ 315913 h 202"/>
                <a:gd name="T10" fmla="*/ 119063 w 117"/>
                <a:gd name="T11" fmla="*/ 320675 h 202"/>
                <a:gd name="T12" fmla="*/ 112713 w 117"/>
                <a:gd name="T13" fmla="*/ 269875 h 202"/>
                <a:gd name="T14" fmla="*/ 112713 w 117"/>
                <a:gd name="T15" fmla="*/ 249238 h 202"/>
                <a:gd name="T16" fmla="*/ 112713 w 117"/>
                <a:gd name="T17" fmla="*/ 107950 h 202"/>
                <a:gd name="T18" fmla="*/ 127000 w 117"/>
                <a:gd name="T19" fmla="*/ 122238 h 202"/>
                <a:gd name="T20" fmla="*/ 134938 w 117"/>
                <a:gd name="T21" fmla="*/ 144463 h 202"/>
                <a:gd name="T22" fmla="*/ 146050 w 117"/>
                <a:gd name="T23" fmla="*/ 184150 h 202"/>
                <a:gd name="T24" fmla="*/ 149225 w 117"/>
                <a:gd name="T25" fmla="*/ 190500 h 202"/>
                <a:gd name="T26" fmla="*/ 158750 w 117"/>
                <a:gd name="T27" fmla="*/ 200025 h 202"/>
                <a:gd name="T28" fmla="*/ 174625 w 117"/>
                <a:gd name="T29" fmla="*/ 201613 h 202"/>
                <a:gd name="T30" fmla="*/ 185738 w 117"/>
                <a:gd name="T31" fmla="*/ 230188 h 202"/>
                <a:gd name="T32" fmla="*/ 104775 w 117"/>
                <a:gd name="T33" fmla="*/ 269875 h 202"/>
                <a:gd name="T34" fmla="*/ 112713 w 117"/>
                <a:gd name="T35" fmla="*/ 269875 h 202"/>
                <a:gd name="T36" fmla="*/ 112713 w 117"/>
                <a:gd name="T37" fmla="*/ 320675 h 202"/>
                <a:gd name="T38" fmla="*/ 96838 w 117"/>
                <a:gd name="T39" fmla="*/ 315913 h 202"/>
                <a:gd name="T40" fmla="*/ 88900 w 117"/>
                <a:gd name="T41" fmla="*/ 300038 h 202"/>
                <a:gd name="T42" fmla="*/ 88900 w 117"/>
                <a:gd name="T43" fmla="*/ 292100 h 202"/>
                <a:gd name="T44" fmla="*/ 96838 w 117"/>
                <a:gd name="T45" fmla="*/ 274638 h 202"/>
                <a:gd name="T46" fmla="*/ 104775 w 117"/>
                <a:gd name="T47" fmla="*/ 269875 h 202"/>
                <a:gd name="T48" fmla="*/ 112713 w 117"/>
                <a:gd name="T49" fmla="*/ 107950 h 202"/>
                <a:gd name="T50" fmla="*/ 95250 w 117"/>
                <a:gd name="T51" fmla="*/ 98425 h 202"/>
                <a:gd name="T52" fmla="*/ 74613 w 117"/>
                <a:gd name="T53" fmla="*/ 96838 h 202"/>
                <a:gd name="T54" fmla="*/ 53975 w 117"/>
                <a:gd name="T55" fmla="*/ 12700 h 202"/>
                <a:gd name="T56" fmla="*/ 46038 w 117"/>
                <a:gd name="T57" fmla="*/ 1588 h 202"/>
                <a:gd name="T58" fmla="*/ 30163 w 117"/>
                <a:gd name="T59" fmla="*/ 0 h 202"/>
                <a:gd name="T60" fmla="*/ 23813 w 117"/>
                <a:gd name="T61" fmla="*/ 1588 h 202"/>
                <a:gd name="T62" fmla="*/ 15875 w 117"/>
                <a:gd name="T63" fmla="*/ 14288 h 202"/>
                <a:gd name="T64" fmla="*/ 38100 w 117"/>
                <a:gd name="T65" fmla="*/ 104775 h 202"/>
                <a:gd name="T66" fmla="*/ 30163 w 117"/>
                <a:gd name="T67" fmla="*/ 111125 h 202"/>
                <a:gd name="T68" fmla="*/ 17463 w 117"/>
                <a:gd name="T69" fmla="*/ 123825 h 202"/>
                <a:gd name="T70" fmla="*/ 9525 w 117"/>
                <a:gd name="T71" fmla="*/ 144463 h 202"/>
                <a:gd name="T72" fmla="*/ 6350 w 117"/>
                <a:gd name="T73" fmla="*/ 165100 h 202"/>
                <a:gd name="T74" fmla="*/ 9525 w 117"/>
                <a:gd name="T75" fmla="*/ 176213 h 202"/>
                <a:gd name="T76" fmla="*/ 19050 w 117"/>
                <a:gd name="T77" fmla="*/ 219075 h 202"/>
                <a:gd name="T78" fmla="*/ 19050 w 117"/>
                <a:gd name="T79" fmla="*/ 225425 h 202"/>
                <a:gd name="T80" fmla="*/ 15875 w 117"/>
                <a:gd name="T81" fmla="*/ 236538 h 202"/>
                <a:gd name="T82" fmla="*/ 4763 w 117"/>
                <a:gd name="T83" fmla="*/ 247650 h 202"/>
                <a:gd name="T84" fmla="*/ 9525 w 117"/>
                <a:gd name="T85" fmla="*/ 277813 h 202"/>
                <a:gd name="T86" fmla="*/ 112713 w 117"/>
                <a:gd name="T87" fmla="*/ 107950 h 2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7" h="202">
                  <a:moveTo>
                    <a:pt x="71" y="170"/>
                  </a:moveTo>
                  <a:lnTo>
                    <a:pt x="71" y="170"/>
                  </a:lnTo>
                  <a:lnTo>
                    <a:pt x="76" y="170"/>
                  </a:lnTo>
                  <a:lnTo>
                    <a:pt x="80" y="173"/>
                  </a:lnTo>
                  <a:lnTo>
                    <a:pt x="84" y="177"/>
                  </a:lnTo>
                  <a:lnTo>
                    <a:pt x="85" y="181"/>
                  </a:lnTo>
                  <a:lnTo>
                    <a:pt x="85" y="188"/>
                  </a:lnTo>
                  <a:lnTo>
                    <a:pt x="84" y="193"/>
                  </a:lnTo>
                  <a:lnTo>
                    <a:pt x="80" y="199"/>
                  </a:lnTo>
                  <a:lnTo>
                    <a:pt x="75" y="202"/>
                  </a:lnTo>
                  <a:lnTo>
                    <a:pt x="71" y="202"/>
                  </a:lnTo>
                  <a:lnTo>
                    <a:pt x="71" y="170"/>
                  </a:lnTo>
                  <a:close/>
                  <a:moveTo>
                    <a:pt x="71" y="157"/>
                  </a:moveTo>
                  <a:lnTo>
                    <a:pt x="71" y="68"/>
                  </a:lnTo>
                  <a:lnTo>
                    <a:pt x="76" y="72"/>
                  </a:lnTo>
                  <a:lnTo>
                    <a:pt x="80" y="77"/>
                  </a:lnTo>
                  <a:lnTo>
                    <a:pt x="83" y="84"/>
                  </a:lnTo>
                  <a:lnTo>
                    <a:pt x="85" y="91"/>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65" y="200"/>
                  </a:lnTo>
                  <a:lnTo>
                    <a:pt x="61" y="199"/>
                  </a:lnTo>
                  <a:lnTo>
                    <a:pt x="57" y="195"/>
                  </a:lnTo>
                  <a:lnTo>
                    <a:pt x="56" y="189"/>
                  </a:lnTo>
                  <a:lnTo>
                    <a:pt x="56" y="184"/>
                  </a:lnTo>
                  <a:lnTo>
                    <a:pt x="57" y="179"/>
                  </a:lnTo>
                  <a:lnTo>
                    <a:pt x="61" y="173"/>
                  </a:lnTo>
                  <a:lnTo>
                    <a:pt x="66" y="170"/>
                  </a:lnTo>
                  <a:close/>
                  <a:moveTo>
                    <a:pt x="71" y="68"/>
                  </a:moveTo>
                  <a:lnTo>
                    <a:pt x="71" y="68"/>
                  </a:lnTo>
                  <a:lnTo>
                    <a:pt x="65" y="65"/>
                  </a:lnTo>
                  <a:lnTo>
                    <a:pt x="60" y="62"/>
                  </a:lnTo>
                  <a:lnTo>
                    <a:pt x="54" y="61"/>
                  </a:lnTo>
                  <a:lnTo>
                    <a:pt x="47" y="61"/>
                  </a:lnTo>
                  <a:lnTo>
                    <a:pt x="34" y="8"/>
                  </a:lnTo>
                  <a:lnTo>
                    <a:pt x="31" y="4"/>
                  </a:lnTo>
                  <a:lnTo>
                    <a:pt x="29" y="1"/>
                  </a:lnTo>
                  <a:lnTo>
                    <a:pt x="24" y="0"/>
                  </a:lnTo>
                  <a:lnTo>
                    <a:pt x="19" y="0"/>
                  </a:lnTo>
                  <a:lnTo>
                    <a:pt x="15" y="1"/>
                  </a:lnTo>
                  <a:lnTo>
                    <a:pt x="12" y="5"/>
                  </a:lnTo>
                  <a:lnTo>
                    <a:pt x="10" y="9"/>
                  </a:lnTo>
                  <a:lnTo>
                    <a:pt x="11" y="15"/>
                  </a:lnTo>
                  <a:lnTo>
                    <a:pt x="24" y="66"/>
                  </a:lnTo>
                  <a:lnTo>
                    <a:pt x="19" y="70"/>
                  </a:lnTo>
                  <a:lnTo>
                    <a:pt x="15" y="74"/>
                  </a:lnTo>
                  <a:lnTo>
                    <a:pt x="11" y="78"/>
                  </a:lnTo>
                  <a:lnTo>
                    <a:pt x="7" y="84"/>
                  </a:lnTo>
                  <a:lnTo>
                    <a:pt x="6" y="91"/>
                  </a:lnTo>
                  <a:lnTo>
                    <a:pt x="4" y="96"/>
                  </a:lnTo>
                  <a:lnTo>
                    <a:pt x="4" y="104"/>
                  </a:lnTo>
                  <a:lnTo>
                    <a:pt x="6" y="111"/>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3" name="íṥļíďè">
              <a:extLst>
                <a:ext uri="{FF2B5EF4-FFF2-40B4-BE49-F238E27FC236}">
                  <a16:creationId xmlns:a16="http://schemas.microsoft.com/office/drawing/2014/main" id="{E52C19B0-9846-44C3-AE42-1F528A1E499A}"/>
                </a:ext>
              </a:extLst>
            </p:cNvPr>
            <p:cNvSpPr/>
            <p:nvPr/>
          </p:nvSpPr>
          <p:spPr bwMode="auto">
            <a:xfrm>
              <a:off x="6688422" y="1917116"/>
              <a:ext cx="334219" cy="411679"/>
            </a:xfrm>
            <a:custGeom>
              <a:avLst/>
              <a:gdLst>
                <a:gd name="T0" fmla="*/ 260350 w 233"/>
                <a:gd name="T1" fmla="*/ 0 h 287"/>
                <a:gd name="T2" fmla="*/ 369888 w 233"/>
                <a:gd name="T3" fmla="*/ 393700 h 287"/>
                <a:gd name="T4" fmla="*/ 342900 w 233"/>
                <a:gd name="T5" fmla="*/ 444500 h 287"/>
                <a:gd name="T6" fmla="*/ 260350 w 233"/>
                <a:gd name="T7" fmla="*/ 358775 h 287"/>
                <a:gd name="T8" fmla="*/ 284163 w 233"/>
                <a:gd name="T9" fmla="*/ 346075 h 287"/>
                <a:gd name="T10" fmla="*/ 307975 w 233"/>
                <a:gd name="T11" fmla="*/ 303213 h 287"/>
                <a:gd name="T12" fmla="*/ 307975 w 233"/>
                <a:gd name="T13" fmla="*/ 249238 h 287"/>
                <a:gd name="T14" fmla="*/ 282575 w 233"/>
                <a:gd name="T15" fmla="*/ 234950 h 287"/>
                <a:gd name="T16" fmla="*/ 260350 w 233"/>
                <a:gd name="T17" fmla="*/ 187325 h 287"/>
                <a:gd name="T18" fmla="*/ 265113 w 233"/>
                <a:gd name="T19" fmla="*/ 333375 h 287"/>
                <a:gd name="T20" fmla="*/ 285750 w 233"/>
                <a:gd name="T21" fmla="*/ 277813 h 287"/>
                <a:gd name="T22" fmla="*/ 277813 w 233"/>
                <a:gd name="T23" fmla="*/ 254000 h 287"/>
                <a:gd name="T24" fmla="*/ 260350 w 233"/>
                <a:gd name="T25" fmla="*/ 254000 h 287"/>
                <a:gd name="T26" fmla="*/ 211138 w 233"/>
                <a:gd name="T27" fmla="*/ 22225 h 287"/>
                <a:gd name="T28" fmla="*/ 260350 w 233"/>
                <a:gd name="T29" fmla="*/ 187325 h 287"/>
                <a:gd name="T30" fmla="*/ 215900 w 233"/>
                <a:gd name="T31" fmla="*/ 176213 h 287"/>
                <a:gd name="T32" fmla="*/ 211138 w 233"/>
                <a:gd name="T33" fmla="*/ 455613 h 287"/>
                <a:gd name="T34" fmla="*/ 222250 w 233"/>
                <a:gd name="T35" fmla="*/ 355600 h 287"/>
                <a:gd name="T36" fmla="*/ 260350 w 233"/>
                <a:gd name="T37" fmla="*/ 455613 h 287"/>
                <a:gd name="T38" fmla="*/ 242888 w 233"/>
                <a:gd name="T39" fmla="*/ 319088 h 287"/>
                <a:gd name="T40" fmla="*/ 247650 w 233"/>
                <a:gd name="T41" fmla="*/ 333375 h 287"/>
                <a:gd name="T42" fmla="*/ 260350 w 233"/>
                <a:gd name="T43" fmla="*/ 254000 h 287"/>
                <a:gd name="T44" fmla="*/ 152400 w 233"/>
                <a:gd name="T45" fmla="*/ 0 h 287"/>
                <a:gd name="T46" fmla="*/ 211138 w 233"/>
                <a:gd name="T47" fmla="*/ 174625 h 287"/>
                <a:gd name="T48" fmla="*/ 163513 w 233"/>
                <a:gd name="T49" fmla="*/ 182563 h 287"/>
                <a:gd name="T50" fmla="*/ 152400 w 233"/>
                <a:gd name="T51" fmla="*/ 455613 h 287"/>
                <a:gd name="T52" fmla="*/ 209550 w 233"/>
                <a:gd name="T53" fmla="*/ 314325 h 287"/>
                <a:gd name="T54" fmla="*/ 211138 w 233"/>
                <a:gd name="T55" fmla="*/ 346075 h 287"/>
                <a:gd name="T56" fmla="*/ 160338 w 233"/>
                <a:gd name="T57" fmla="*/ 268288 h 287"/>
                <a:gd name="T58" fmla="*/ 152400 w 233"/>
                <a:gd name="T59" fmla="*/ 254000 h 287"/>
                <a:gd name="T60" fmla="*/ 152400 w 233"/>
                <a:gd name="T61" fmla="*/ 211138 h 287"/>
                <a:gd name="T62" fmla="*/ 130175 w 233"/>
                <a:gd name="T63" fmla="*/ 22225 h 287"/>
                <a:gd name="T64" fmla="*/ 152400 w 233"/>
                <a:gd name="T65" fmla="*/ 192088 h 287"/>
                <a:gd name="T66" fmla="*/ 130175 w 233"/>
                <a:gd name="T67" fmla="*/ 79375 h 287"/>
                <a:gd name="T68" fmla="*/ 130175 w 233"/>
                <a:gd name="T69" fmla="*/ 260350 h 287"/>
                <a:gd name="T70" fmla="*/ 152400 w 233"/>
                <a:gd name="T71" fmla="*/ 358775 h 287"/>
                <a:gd name="T72" fmla="*/ 142875 w 233"/>
                <a:gd name="T73" fmla="*/ 228600 h 287"/>
                <a:gd name="T74" fmla="*/ 63500 w 233"/>
                <a:gd name="T75" fmla="*/ 0 h 287"/>
                <a:gd name="T76" fmla="*/ 42863 w 233"/>
                <a:gd name="T77" fmla="*/ 23813 h 287"/>
                <a:gd name="T78" fmla="*/ 26988 w 233"/>
                <a:gd name="T79" fmla="*/ 49213 h 287"/>
                <a:gd name="T80" fmla="*/ 130175 w 233"/>
                <a:gd name="T81" fmla="*/ 79375 h 287"/>
                <a:gd name="T82" fmla="*/ 96838 w 233"/>
                <a:gd name="T83" fmla="*/ 246063 h 287"/>
                <a:gd name="T84" fmla="*/ 60325 w 233"/>
                <a:gd name="T85" fmla="*/ 254000 h 287"/>
                <a:gd name="T86" fmla="*/ 46038 w 233"/>
                <a:gd name="T87" fmla="*/ 276225 h 287"/>
                <a:gd name="T88" fmla="*/ 63500 w 233"/>
                <a:gd name="T89" fmla="*/ 290513 h 287"/>
                <a:gd name="T90" fmla="*/ 73025 w 233"/>
                <a:gd name="T91" fmla="*/ 284163 h 287"/>
                <a:gd name="T92" fmla="*/ 71438 w 233"/>
                <a:gd name="T93" fmla="*/ 273050 h 287"/>
                <a:gd name="T94" fmla="*/ 90488 w 233"/>
                <a:gd name="T95" fmla="*/ 260350 h 287"/>
                <a:gd name="T96" fmla="*/ 76200 w 233"/>
                <a:gd name="T97" fmla="*/ 309563 h 287"/>
                <a:gd name="T98" fmla="*/ 65088 w 233"/>
                <a:gd name="T99" fmla="*/ 369888 h 287"/>
                <a:gd name="T100" fmla="*/ 84138 w 233"/>
                <a:gd name="T101" fmla="*/ 387350 h 287"/>
                <a:gd name="T102" fmla="*/ 95250 w 233"/>
                <a:gd name="T103" fmla="*/ 374650 h 287"/>
                <a:gd name="T104" fmla="*/ 115888 w 233"/>
                <a:gd name="T105" fmla="*/ 284163 h 287"/>
                <a:gd name="T106" fmla="*/ 63500 w 233"/>
                <a:gd name="T107" fmla="*/ 455613 h 287"/>
                <a:gd name="T108" fmla="*/ 20638 w 233"/>
                <a:gd name="T109" fmla="*/ 436563 h 287"/>
                <a:gd name="T110" fmla="*/ 0 w 233"/>
                <a:gd name="T111" fmla="*/ 61913 h 287"/>
                <a:gd name="T112" fmla="*/ 20638 w 233"/>
                <a:gd name="T113" fmla="*/ 19050 h 287"/>
                <a:gd name="T114" fmla="*/ 63500 w 233"/>
                <a:gd name="T115" fmla="*/ 0 h 2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33" h="287">
                  <a:moveTo>
                    <a:pt x="164" y="0"/>
                  </a:moveTo>
                  <a:lnTo>
                    <a:pt x="233" y="0"/>
                  </a:lnTo>
                  <a:lnTo>
                    <a:pt x="233" y="14"/>
                  </a:lnTo>
                  <a:lnTo>
                    <a:pt x="164" y="14"/>
                  </a:lnTo>
                  <a:lnTo>
                    <a:pt x="164" y="0"/>
                  </a:lnTo>
                  <a:close/>
                  <a:moveTo>
                    <a:pt x="164" y="50"/>
                  </a:moveTo>
                  <a:lnTo>
                    <a:pt x="233" y="50"/>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8" y="225"/>
                  </a:lnTo>
                  <a:lnTo>
                    <a:pt x="174" y="222"/>
                  </a:lnTo>
                  <a:lnTo>
                    <a:pt x="179" y="218"/>
                  </a:lnTo>
                  <a:lnTo>
                    <a:pt x="183" y="213"/>
                  </a:lnTo>
                  <a:lnTo>
                    <a:pt x="187" y="207"/>
                  </a:lnTo>
                  <a:lnTo>
                    <a:pt x="191" y="199"/>
                  </a:lnTo>
                  <a:lnTo>
                    <a:pt x="194" y="191"/>
                  </a:lnTo>
                  <a:lnTo>
                    <a:pt x="195" y="183"/>
                  </a:lnTo>
                  <a:lnTo>
                    <a:pt x="195" y="175"/>
                  </a:lnTo>
                  <a:lnTo>
                    <a:pt x="195" y="163"/>
                  </a:lnTo>
                  <a:lnTo>
                    <a:pt x="194" y="157"/>
                  </a:lnTo>
                  <a:lnTo>
                    <a:pt x="191" y="155"/>
                  </a:lnTo>
                  <a:lnTo>
                    <a:pt x="189" y="151"/>
                  </a:lnTo>
                  <a:lnTo>
                    <a:pt x="186" y="149"/>
                  </a:lnTo>
                  <a:lnTo>
                    <a:pt x="182" y="148"/>
                  </a:lnTo>
                  <a:lnTo>
                    <a:pt x="178" y="148"/>
                  </a:lnTo>
                  <a:lnTo>
                    <a:pt x="171" y="149"/>
                  </a:lnTo>
                  <a:lnTo>
                    <a:pt x="164" y="152"/>
                  </a:lnTo>
                  <a:lnTo>
                    <a:pt x="172" y="117"/>
                  </a:lnTo>
                  <a:lnTo>
                    <a:pt x="164" y="118"/>
                  </a:lnTo>
                  <a:lnTo>
                    <a:pt x="164" y="50"/>
                  </a:lnTo>
                  <a:close/>
                  <a:moveTo>
                    <a:pt x="164" y="211"/>
                  </a:moveTo>
                  <a:lnTo>
                    <a:pt x="164" y="211"/>
                  </a:lnTo>
                  <a:lnTo>
                    <a:pt x="167" y="210"/>
                  </a:lnTo>
                  <a:lnTo>
                    <a:pt x="170" y="207"/>
                  </a:lnTo>
                  <a:lnTo>
                    <a:pt x="175" y="199"/>
                  </a:lnTo>
                  <a:lnTo>
                    <a:pt x="179" y="187"/>
                  </a:lnTo>
                  <a:lnTo>
                    <a:pt x="180" y="175"/>
                  </a:lnTo>
                  <a:lnTo>
                    <a:pt x="179" y="165"/>
                  </a:lnTo>
                  <a:lnTo>
                    <a:pt x="178" y="163"/>
                  </a:lnTo>
                  <a:lnTo>
                    <a:pt x="175" y="160"/>
                  </a:lnTo>
                  <a:lnTo>
                    <a:pt x="172" y="159"/>
                  </a:lnTo>
                  <a:lnTo>
                    <a:pt x="167" y="159"/>
                  </a:lnTo>
                  <a:lnTo>
                    <a:pt x="164" y="160"/>
                  </a:lnTo>
                  <a:lnTo>
                    <a:pt x="164" y="211"/>
                  </a:lnTo>
                  <a:close/>
                  <a:moveTo>
                    <a:pt x="133" y="0"/>
                  </a:moveTo>
                  <a:lnTo>
                    <a:pt x="164" y="0"/>
                  </a:lnTo>
                  <a:lnTo>
                    <a:pt x="164" y="14"/>
                  </a:lnTo>
                  <a:lnTo>
                    <a:pt x="133" y="14"/>
                  </a:lnTo>
                  <a:lnTo>
                    <a:pt x="133" y="0"/>
                  </a:lnTo>
                  <a:close/>
                  <a:moveTo>
                    <a:pt x="133" y="50"/>
                  </a:moveTo>
                  <a:lnTo>
                    <a:pt x="164" y="50"/>
                  </a:lnTo>
                  <a:lnTo>
                    <a:pt x="164" y="118"/>
                  </a:lnTo>
                  <a:lnTo>
                    <a:pt x="149" y="119"/>
                  </a:lnTo>
                  <a:lnTo>
                    <a:pt x="133" y="192"/>
                  </a:lnTo>
                  <a:lnTo>
                    <a:pt x="133" y="122"/>
                  </a:lnTo>
                  <a:lnTo>
                    <a:pt x="136" y="111"/>
                  </a:lnTo>
                  <a:lnTo>
                    <a:pt x="133" y="110"/>
                  </a:lnTo>
                  <a:lnTo>
                    <a:pt x="133" y="50"/>
                  </a:lnTo>
                  <a:close/>
                  <a:moveTo>
                    <a:pt x="164" y="287"/>
                  </a:moveTo>
                  <a:lnTo>
                    <a:pt x="133" y="287"/>
                  </a:lnTo>
                  <a:lnTo>
                    <a:pt x="133" y="218"/>
                  </a:lnTo>
                  <a:lnTo>
                    <a:pt x="137" y="222"/>
                  </a:lnTo>
                  <a:lnTo>
                    <a:pt x="140" y="224"/>
                  </a:lnTo>
                  <a:lnTo>
                    <a:pt x="143" y="226"/>
                  </a:lnTo>
                  <a:lnTo>
                    <a:pt x="152" y="228"/>
                  </a:lnTo>
                  <a:lnTo>
                    <a:pt x="164" y="226"/>
                  </a:lnTo>
                  <a:lnTo>
                    <a:pt x="164" y="287"/>
                  </a:lnTo>
                  <a:close/>
                  <a:moveTo>
                    <a:pt x="164" y="160"/>
                  </a:moveTo>
                  <a:lnTo>
                    <a:pt x="164" y="160"/>
                  </a:lnTo>
                  <a:lnTo>
                    <a:pt x="163" y="161"/>
                  </a:lnTo>
                  <a:lnTo>
                    <a:pt x="153" y="201"/>
                  </a:lnTo>
                  <a:lnTo>
                    <a:pt x="153" y="205"/>
                  </a:lnTo>
                  <a:lnTo>
                    <a:pt x="153" y="207"/>
                  </a:lnTo>
                  <a:lnTo>
                    <a:pt x="156" y="210"/>
                  </a:lnTo>
                  <a:lnTo>
                    <a:pt x="159" y="211"/>
                  </a:lnTo>
                  <a:lnTo>
                    <a:pt x="161" y="211"/>
                  </a:lnTo>
                  <a:lnTo>
                    <a:pt x="164" y="211"/>
                  </a:lnTo>
                  <a:lnTo>
                    <a:pt x="164" y="160"/>
                  </a:lnTo>
                  <a:close/>
                  <a:moveTo>
                    <a:pt x="96" y="0"/>
                  </a:moveTo>
                  <a:lnTo>
                    <a:pt x="133" y="0"/>
                  </a:lnTo>
                  <a:lnTo>
                    <a:pt x="133" y="14"/>
                  </a:lnTo>
                  <a:lnTo>
                    <a:pt x="96" y="14"/>
                  </a:lnTo>
                  <a:lnTo>
                    <a:pt x="96" y="0"/>
                  </a:lnTo>
                  <a:close/>
                  <a:moveTo>
                    <a:pt x="96" y="50"/>
                  </a:moveTo>
                  <a:lnTo>
                    <a:pt x="133" y="50"/>
                  </a:lnTo>
                  <a:lnTo>
                    <a:pt x="133" y="110"/>
                  </a:lnTo>
                  <a:lnTo>
                    <a:pt x="124" y="109"/>
                  </a:lnTo>
                  <a:lnTo>
                    <a:pt x="117" y="110"/>
                  </a:lnTo>
                  <a:lnTo>
                    <a:pt x="110" y="111"/>
                  </a:lnTo>
                  <a:lnTo>
                    <a:pt x="103" y="115"/>
                  </a:lnTo>
                  <a:lnTo>
                    <a:pt x="96" y="121"/>
                  </a:lnTo>
                  <a:lnTo>
                    <a:pt x="96" y="50"/>
                  </a:lnTo>
                  <a:close/>
                  <a:moveTo>
                    <a:pt x="133" y="287"/>
                  </a:moveTo>
                  <a:lnTo>
                    <a:pt x="96" y="287"/>
                  </a:lnTo>
                  <a:lnTo>
                    <a:pt x="96" y="226"/>
                  </a:lnTo>
                  <a:lnTo>
                    <a:pt x="111" y="226"/>
                  </a:lnTo>
                  <a:lnTo>
                    <a:pt x="133" y="122"/>
                  </a:lnTo>
                  <a:lnTo>
                    <a:pt x="133" y="192"/>
                  </a:lnTo>
                  <a:lnTo>
                    <a:pt x="132" y="198"/>
                  </a:lnTo>
                  <a:lnTo>
                    <a:pt x="132" y="207"/>
                  </a:lnTo>
                  <a:lnTo>
                    <a:pt x="132" y="213"/>
                  </a:lnTo>
                  <a:lnTo>
                    <a:pt x="133" y="218"/>
                  </a:lnTo>
                  <a:lnTo>
                    <a:pt x="133" y="287"/>
                  </a:lnTo>
                  <a:close/>
                  <a:moveTo>
                    <a:pt x="96" y="186"/>
                  </a:moveTo>
                  <a:lnTo>
                    <a:pt x="101" y="169"/>
                  </a:lnTo>
                  <a:lnTo>
                    <a:pt x="96" y="168"/>
                  </a:lnTo>
                  <a:lnTo>
                    <a:pt x="96" y="186"/>
                  </a:lnTo>
                  <a:close/>
                  <a:moveTo>
                    <a:pt x="96" y="160"/>
                  </a:moveTo>
                  <a:lnTo>
                    <a:pt x="96" y="160"/>
                  </a:lnTo>
                  <a:lnTo>
                    <a:pt x="102" y="163"/>
                  </a:lnTo>
                  <a:lnTo>
                    <a:pt x="111" y="119"/>
                  </a:lnTo>
                  <a:lnTo>
                    <a:pt x="105" y="125"/>
                  </a:lnTo>
                  <a:lnTo>
                    <a:pt x="96" y="133"/>
                  </a:lnTo>
                  <a:lnTo>
                    <a:pt x="96" y="160"/>
                  </a:lnTo>
                  <a:close/>
                  <a:moveTo>
                    <a:pt x="82" y="0"/>
                  </a:moveTo>
                  <a:lnTo>
                    <a:pt x="96" y="0"/>
                  </a:lnTo>
                  <a:lnTo>
                    <a:pt x="96" y="14"/>
                  </a:lnTo>
                  <a:lnTo>
                    <a:pt x="82" y="14"/>
                  </a:lnTo>
                  <a:lnTo>
                    <a:pt x="82" y="0"/>
                  </a:lnTo>
                  <a:close/>
                  <a:moveTo>
                    <a:pt x="82" y="50"/>
                  </a:moveTo>
                  <a:lnTo>
                    <a:pt x="96" y="50"/>
                  </a:lnTo>
                  <a:lnTo>
                    <a:pt x="96" y="121"/>
                  </a:lnTo>
                  <a:lnTo>
                    <a:pt x="96" y="122"/>
                  </a:lnTo>
                  <a:lnTo>
                    <a:pt x="82" y="137"/>
                  </a:lnTo>
                  <a:lnTo>
                    <a:pt x="82" y="50"/>
                  </a:lnTo>
                  <a:close/>
                  <a:moveTo>
                    <a:pt x="96" y="287"/>
                  </a:moveTo>
                  <a:lnTo>
                    <a:pt x="82" y="287"/>
                  </a:lnTo>
                  <a:lnTo>
                    <a:pt x="82" y="164"/>
                  </a:lnTo>
                  <a:lnTo>
                    <a:pt x="90" y="165"/>
                  </a:lnTo>
                  <a:lnTo>
                    <a:pt x="96" y="168"/>
                  </a:lnTo>
                  <a:lnTo>
                    <a:pt x="96" y="186"/>
                  </a:lnTo>
                  <a:lnTo>
                    <a:pt x="88" y="226"/>
                  </a:lnTo>
                  <a:lnTo>
                    <a:pt x="96" y="226"/>
                  </a:lnTo>
                  <a:lnTo>
                    <a:pt x="96" y="287"/>
                  </a:lnTo>
                  <a:close/>
                  <a:moveTo>
                    <a:pt x="96" y="133"/>
                  </a:moveTo>
                  <a:lnTo>
                    <a:pt x="96" y="133"/>
                  </a:lnTo>
                  <a:lnTo>
                    <a:pt x="90" y="144"/>
                  </a:lnTo>
                  <a:lnTo>
                    <a:pt x="83" y="157"/>
                  </a:lnTo>
                  <a:lnTo>
                    <a:pt x="96" y="160"/>
                  </a:lnTo>
                  <a:lnTo>
                    <a:pt x="96" y="133"/>
                  </a:lnTo>
                  <a:close/>
                  <a:moveTo>
                    <a:pt x="40" y="0"/>
                  </a:moveTo>
                  <a:lnTo>
                    <a:pt x="82" y="0"/>
                  </a:lnTo>
                  <a:lnTo>
                    <a:pt x="82" y="14"/>
                  </a:lnTo>
                  <a:lnTo>
                    <a:pt x="36" y="14"/>
                  </a:lnTo>
                  <a:lnTo>
                    <a:pt x="27" y="15"/>
                  </a:lnTo>
                  <a:lnTo>
                    <a:pt x="22" y="19"/>
                  </a:lnTo>
                  <a:lnTo>
                    <a:pt x="18" y="25"/>
                  </a:lnTo>
                  <a:lnTo>
                    <a:pt x="17" y="31"/>
                  </a:lnTo>
                  <a:lnTo>
                    <a:pt x="18" y="39"/>
                  </a:lnTo>
                  <a:lnTo>
                    <a:pt x="22" y="45"/>
                  </a:lnTo>
                  <a:lnTo>
                    <a:pt x="27" y="49"/>
                  </a:lnTo>
                  <a:lnTo>
                    <a:pt x="36" y="50"/>
                  </a:lnTo>
                  <a:lnTo>
                    <a:pt x="82" y="50"/>
                  </a:lnTo>
                  <a:lnTo>
                    <a:pt x="82" y="137"/>
                  </a:lnTo>
                  <a:lnTo>
                    <a:pt x="69" y="155"/>
                  </a:lnTo>
                  <a:lnTo>
                    <a:pt x="61" y="155"/>
                  </a:lnTo>
                  <a:lnTo>
                    <a:pt x="48" y="156"/>
                  </a:lnTo>
                  <a:lnTo>
                    <a:pt x="42" y="157"/>
                  </a:lnTo>
                  <a:lnTo>
                    <a:pt x="38" y="160"/>
                  </a:lnTo>
                  <a:lnTo>
                    <a:pt x="34" y="163"/>
                  </a:lnTo>
                  <a:lnTo>
                    <a:pt x="31" y="167"/>
                  </a:lnTo>
                  <a:lnTo>
                    <a:pt x="29" y="169"/>
                  </a:lnTo>
                  <a:lnTo>
                    <a:pt x="29" y="174"/>
                  </a:lnTo>
                  <a:lnTo>
                    <a:pt x="29" y="178"/>
                  </a:lnTo>
                  <a:lnTo>
                    <a:pt x="31" y="180"/>
                  </a:lnTo>
                  <a:lnTo>
                    <a:pt x="34" y="182"/>
                  </a:lnTo>
                  <a:lnTo>
                    <a:pt x="40" y="183"/>
                  </a:lnTo>
                  <a:lnTo>
                    <a:pt x="42" y="183"/>
                  </a:lnTo>
                  <a:lnTo>
                    <a:pt x="45" y="182"/>
                  </a:lnTo>
                  <a:lnTo>
                    <a:pt x="46" y="179"/>
                  </a:lnTo>
                  <a:lnTo>
                    <a:pt x="48" y="178"/>
                  </a:lnTo>
                  <a:lnTo>
                    <a:pt x="46" y="174"/>
                  </a:lnTo>
                  <a:lnTo>
                    <a:pt x="45" y="172"/>
                  </a:lnTo>
                  <a:lnTo>
                    <a:pt x="48" y="168"/>
                  </a:lnTo>
                  <a:lnTo>
                    <a:pt x="52" y="165"/>
                  </a:lnTo>
                  <a:lnTo>
                    <a:pt x="57" y="164"/>
                  </a:lnTo>
                  <a:lnTo>
                    <a:pt x="64" y="164"/>
                  </a:lnTo>
                  <a:lnTo>
                    <a:pt x="54" y="182"/>
                  </a:lnTo>
                  <a:lnTo>
                    <a:pt x="48" y="195"/>
                  </a:lnTo>
                  <a:lnTo>
                    <a:pt x="44" y="207"/>
                  </a:lnTo>
                  <a:lnTo>
                    <a:pt x="41" y="218"/>
                  </a:lnTo>
                  <a:lnTo>
                    <a:pt x="41" y="228"/>
                  </a:lnTo>
                  <a:lnTo>
                    <a:pt x="41" y="233"/>
                  </a:lnTo>
                  <a:lnTo>
                    <a:pt x="42" y="237"/>
                  </a:lnTo>
                  <a:lnTo>
                    <a:pt x="45" y="240"/>
                  </a:lnTo>
                  <a:lnTo>
                    <a:pt x="49" y="243"/>
                  </a:lnTo>
                  <a:lnTo>
                    <a:pt x="53" y="244"/>
                  </a:lnTo>
                  <a:lnTo>
                    <a:pt x="61" y="244"/>
                  </a:lnTo>
                  <a:lnTo>
                    <a:pt x="60" y="240"/>
                  </a:lnTo>
                  <a:lnTo>
                    <a:pt x="60" y="236"/>
                  </a:lnTo>
                  <a:lnTo>
                    <a:pt x="61" y="221"/>
                  </a:lnTo>
                  <a:lnTo>
                    <a:pt x="64" y="207"/>
                  </a:lnTo>
                  <a:lnTo>
                    <a:pt x="68" y="194"/>
                  </a:lnTo>
                  <a:lnTo>
                    <a:pt x="73" y="179"/>
                  </a:lnTo>
                  <a:lnTo>
                    <a:pt x="80" y="164"/>
                  </a:lnTo>
                  <a:lnTo>
                    <a:pt x="82" y="164"/>
                  </a:lnTo>
                  <a:lnTo>
                    <a:pt x="82" y="287"/>
                  </a:lnTo>
                  <a:lnTo>
                    <a:pt x="40" y="287"/>
                  </a:lnTo>
                  <a:lnTo>
                    <a:pt x="31" y="286"/>
                  </a:lnTo>
                  <a:lnTo>
                    <a:pt x="25" y="285"/>
                  </a:lnTo>
                  <a:lnTo>
                    <a:pt x="18" y="280"/>
                  </a:lnTo>
                  <a:lnTo>
                    <a:pt x="13" y="275"/>
                  </a:lnTo>
                  <a:lnTo>
                    <a:pt x="7" y="270"/>
                  </a:lnTo>
                  <a:lnTo>
                    <a:pt x="4" y="263"/>
                  </a:lnTo>
                  <a:lnTo>
                    <a:pt x="2" y="256"/>
                  </a:lnTo>
                  <a:lnTo>
                    <a:pt x="0" y="248"/>
                  </a:lnTo>
                  <a:lnTo>
                    <a:pt x="0" y="39"/>
                  </a:lnTo>
                  <a:lnTo>
                    <a:pt x="2" y="31"/>
                  </a:lnTo>
                  <a:lnTo>
                    <a:pt x="4" y="25"/>
                  </a:lnTo>
                  <a:lnTo>
                    <a:pt x="7" y="18"/>
                  </a:lnTo>
                  <a:lnTo>
                    <a:pt x="13" y="12"/>
                  </a:lnTo>
                  <a:lnTo>
                    <a:pt x="18" y="7"/>
                  </a:lnTo>
                  <a:lnTo>
                    <a:pt x="25" y="4"/>
                  </a:lnTo>
                  <a:lnTo>
                    <a:pt x="31" y="2"/>
                  </a:lnTo>
                  <a:lnTo>
                    <a:pt x="40" y="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4" name="i$1ídê">
              <a:extLst>
                <a:ext uri="{FF2B5EF4-FFF2-40B4-BE49-F238E27FC236}">
                  <a16:creationId xmlns:a16="http://schemas.microsoft.com/office/drawing/2014/main" id="{1328DC28-2D9F-49E8-90EB-B50DED04B8F0}"/>
                </a:ext>
              </a:extLst>
            </p:cNvPr>
            <p:cNvSpPr/>
            <p:nvPr/>
          </p:nvSpPr>
          <p:spPr bwMode="auto">
            <a:xfrm>
              <a:off x="5865066" y="2348877"/>
              <a:ext cx="507784" cy="510652"/>
            </a:xfrm>
            <a:custGeom>
              <a:avLst/>
              <a:gdLst>
                <a:gd name="T0" fmla="*/ 534988 w 354"/>
                <a:gd name="T1" fmla="*/ 474663 h 356"/>
                <a:gd name="T2" fmla="*/ 558800 w 354"/>
                <a:gd name="T3" fmla="*/ 144463 h 356"/>
                <a:gd name="T4" fmla="*/ 538163 w 354"/>
                <a:gd name="T5" fmla="*/ 244475 h 356"/>
                <a:gd name="T6" fmla="*/ 528638 w 354"/>
                <a:gd name="T7" fmla="*/ 238125 h 356"/>
                <a:gd name="T8" fmla="*/ 528638 w 354"/>
                <a:gd name="T9" fmla="*/ 327025 h 356"/>
                <a:gd name="T10" fmla="*/ 458788 w 354"/>
                <a:gd name="T11" fmla="*/ 350838 h 356"/>
                <a:gd name="T12" fmla="*/ 485775 w 354"/>
                <a:gd name="T13" fmla="*/ 387350 h 356"/>
                <a:gd name="T14" fmla="*/ 449263 w 354"/>
                <a:gd name="T15" fmla="*/ 423863 h 356"/>
                <a:gd name="T16" fmla="*/ 485775 w 354"/>
                <a:gd name="T17" fmla="*/ 536575 h 356"/>
                <a:gd name="T18" fmla="*/ 449263 w 354"/>
                <a:gd name="T19" fmla="*/ 93663 h 356"/>
                <a:gd name="T20" fmla="*/ 503238 w 354"/>
                <a:gd name="T21" fmla="*/ 93663 h 356"/>
                <a:gd name="T22" fmla="*/ 430213 w 354"/>
                <a:gd name="T23" fmla="*/ 74613 h 356"/>
                <a:gd name="T24" fmla="*/ 417513 w 354"/>
                <a:gd name="T25" fmla="*/ 19050 h 356"/>
                <a:gd name="T26" fmla="*/ 431800 w 354"/>
                <a:gd name="T27" fmla="*/ 354013 h 356"/>
                <a:gd name="T28" fmla="*/ 449263 w 354"/>
                <a:gd name="T29" fmla="*/ 107950 h 356"/>
                <a:gd name="T30" fmla="*/ 431800 w 354"/>
                <a:gd name="T31" fmla="*/ 419100 h 356"/>
                <a:gd name="T32" fmla="*/ 434975 w 354"/>
                <a:gd name="T33" fmla="*/ 565150 h 356"/>
                <a:gd name="T34" fmla="*/ 417513 w 354"/>
                <a:gd name="T35" fmla="*/ 44450 h 356"/>
                <a:gd name="T36" fmla="*/ 411163 w 354"/>
                <a:gd name="T37" fmla="*/ 79375 h 356"/>
                <a:gd name="T38" fmla="*/ 374650 w 354"/>
                <a:gd name="T39" fmla="*/ 79375 h 356"/>
                <a:gd name="T40" fmla="*/ 365125 w 354"/>
                <a:gd name="T41" fmla="*/ 44450 h 356"/>
                <a:gd name="T42" fmla="*/ 417513 w 354"/>
                <a:gd name="T43" fmla="*/ 107950 h 356"/>
                <a:gd name="T44" fmla="*/ 417513 w 354"/>
                <a:gd name="T45" fmla="*/ 366713 h 356"/>
                <a:gd name="T46" fmla="*/ 361950 w 354"/>
                <a:gd name="T47" fmla="*/ 427038 h 356"/>
                <a:gd name="T48" fmla="*/ 361950 w 354"/>
                <a:gd name="T49" fmla="*/ 342900 h 356"/>
                <a:gd name="T50" fmla="*/ 417513 w 354"/>
                <a:gd name="T51" fmla="*/ 552450 h 356"/>
                <a:gd name="T52" fmla="*/ 361950 w 354"/>
                <a:gd name="T53" fmla="*/ 44450 h 356"/>
                <a:gd name="T54" fmla="*/ 357188 w 354"/>
                <a:gd name="T55" fmla="*/ 77788 h 356"/>
                <a:gd name="T56" fmla="*/ 361950 w 354"/>
                <a:gd name="T57" fmla="*/ 6350 h 356"/>
                <a:gd name="T58" fmla="*/ 284163 w 354"/>
                <a:gd name="T59" fmla="*/ 107950 h 356"/>
                <a:gd name="T60" fmla="*/ 361950 w 354"/>
                <a:gd name="T61" fmla="*/ 342900 h 356"/>
                <a:gd name="T62" fmla="*/ 361950 w 354"/>
                <a:gd name="T63" fmla="*/ 474663 h 356"/>
                <a:gd name="T64" fmla="*/ 211138 w 354"/>
                <a:gd name="T65" fmla="*/ 68263 h 356"/>
                <a:gd name="T66" fmla="*/ 200025 w 354"/>
                <a:gd name="T67" fmla="*/ 6350 h 356"/>
                <a:gd name="T68" fmla="*/ 284163 w 354"/>
                <a:gd name="T69" fmla="*/ 107950 h 356"/>
                <a:gd name="T70" fmla="*/ 284163 w 354"/>
                <a:gd name="T71" fmla="*/ 384175 h 356"/>
                <a:gd name="T72" fmla="*/ 271463 w 354"/>
                <a:gd name="T73" fmla="*/ 257175 h 356"/>
                <a:gd name="T74" fmla="*/ 182563 w 354"/>
                <a:gd name="T75" fmla="*/ 49213 h 356"/>
                <a:gd name="T76" fmla="*/ 195263 w 354"/>
                <a:gd name="T77" fmla="*/ 79375 h 356"/>
                <a:gd name="T78" fmla="*/ 158750 w 354"/>
                <a:gd name="T79" fmla="*/ 68263 h 356"/>
                <a:gd name="T80" fmla="*/ 142875 w 354"/>
                <a:gd name="T81" fmla="*/ 19050 h 356"/>
                <a:gd name="T82" fmla="*/ 200025 w 354"/>
                <a:gd name="T83" fmla="*/ 152400 h 356"/>
                <a:gd name="T84" fmla="*/ 142875 w 354"/>
                <a:gd name="T85" fmla="*/ 406400 h 356"/>
                <a:gd name="T86" fmla="*/ 200025 w 354"/>
                <a:gd name="T87" fmla="*/ 257175 h 356"/>
                <a:gd name="T88" fmla="*/ 142875 w 354"/>
                <a:gd name="T89" fmla="*/ 552450 h 356"/>
                <a:gd name="T90" fmla="*/ 125413 w 354"/>
                <a:gd name="T91" fmla="*/ 61913 h 356"/>
                <a:gd name="T92" fmla="*/ 112713 w 354"/>
                <a:gd name="T93" fmla="*/ 31750 h 356"/>
                <a:gd name="T94" fmla="*/ 142875 w 354"/>
                <a:gd name="T95" fmla="*/ 257175 h 356"/>
                <a:gd name="T96" fmla="*/ 142875 w 354"/>
                <a:gd name="T97" fmla="*/ 107950 h 356"/>
                <a:gd name="T98" fmla="*/ 128588 w 354"/>
                <a:gd name="T99" fmla="*/ 419100 h 356"/>
                <a:gd name="T100" fmla="*/ 133350 w 354"/>
                <a:gd name="T101" fmla="*/ 560388 h 356"/>
                <a:gd name="T102" fmla="*/ 58738 w 354"/>
                <a:gd name="T103" fmla="*/ 93663 h 356"/>
                <a:gd name="T104" fmla="*/ 112713 w 354"/>
                <a:gd name="T105" fmla="*/ 31750 h 356"/>
                <a:gd name="T106" fmla="*/ 85725 w 354"/>
                <a:gd name="T107" fmla="*/ 360363 h 356"/>
                <a:gd name="T108" fmla="*/ 79375 w 354"/>
                <a:gd name="T109" fmla="*/ 407988 h 356"/>
                <a:gd name="T110" fmla="*/ 25400 w 354"/>
                <a:gd name="T111" fmla="*/ 474663 h 356"/>
                <a:gd name="T112" fmla="*/ 112713 w 354"/>
                <a:gd name="T113" fmla="*/ 107950 h 356"/>
                <a:gd name="T114" fmla="*/ 77788 w 354"/>
                <a:gd name="T115" fmla="*/ 547688 h 356"/>
                <a:gd name="T116" fmla="*/ 31750 w 354"/>
                <a:gd name="T117" fmla="*/ 238125 h 356"/>
                <a:gd name="T118" fmla="*/ 25400 w 354"/>
                <a:gd name="T119" fmla="*/ 244475 h 356"/>
                <a:gd name="T120" fmla="*/ 0 w 354"/>
                <a:gd name="T121" fmla="*/ 150813 h 356"/>
                <a:gd name="T122" fmla="*/ 25400 w 354"/>
                <a:gd name="T123" fmla="*/ 152400 h 356"/>
                <a:gd name="T124" fmla="*/ 25400 w 354"/>
                <a:gd name="T125" fmla="*/ 333375 h 3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354" h="356">
                  <a:moveTo>
                    <a:pt x="337" y="299"/>
                  </a:moveTo>
                  <a:lnTo>
                    <a:pt x="337" y="210"/>
                  </a:lnTo>
                  <a:lnTo>
                    <a:pt x="340" y="215"/>
                  </a:lnTo>
                  <a:lnTo>
                    <a:pt x="341" y="222"/>
                  </a:lnTo>
                  <a:lnTo>
                    <a:pt x="341" y="299"/>
                  </a:lnTo>
                  <a:lnTo>
                    <a:pt x="337" y="299"/>
                  </a:lnTo>
                  <a:close/>
                  <a:moveTo>
                    <a:pt x="337" y="154"/>
                  </a:moveTo>
                  <a:lnTo>
                    <a:pt x="337" y="96"/>
                  </a:lnTo>
                  <a:lnTo>
                    <a:pt x="339" y="95"/>
                  </a:lnTo>
                  <a:lnTo>
                    <a:pt x="348" y="91"/>
                  </a:lnTo>
                  <a:lnTo>
                    <a:pt x="350" y="91"/>
                  </a:lnTo>
                  <a:lnTo>
                    <a:pt x="352" y="91"/>
                  </a:lnTo>
                  <a:lnTo>
                    <a:pt x="354" y="93"/>
                  </a:lnTo>
                  <a:lnTo>
                    <a:pt x="354" y="95"/>
                  </a:lnTo>
                  <a:lnTo>
                    <a:pt x="354" y="142"/>
                  </a:lnTo>
                  <a:lnTo>
                    <a:pt x="352" y="147"/>
                  </a:lnTo>
                  <a:lnTo>
                    <a:pt x="350" y="149"/>
                  </a:lnTo>
                  <a:lnTo>
                    <a:pt x="348" y="150"/>
                  </a:lnTo>
                  <a:lnTo>
                    <a:pt x="339" y="154"/>
                  </a:lnTo>
                  <a:lnTo>
                    <a:pt x="337" y="154"/>
                  </a:lnTo>
                  <a:close/>
                  <a:moveTo>
                    <a:pt x="337" y="96"/>
                  </a:moveTo>
                  <a:lnTo>
                    <a:pt x="337" y="154"/>
                  </a:lnTo>
                  <a:lnTo>
                    <a:pt x="335" y="153"/>
                  </a:lnTo>
                  <a:lnTo>
                    <a:pt x="333" y="150"/>
                  </a:lnTo>
                  <a:lnTo>
                    <a:pt x="333" y="103"/>
                  </a:lnTo>
                  <a:lnTo>
                    <a:pt x="335" y="99"/>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9" y="221"/>
                  </a:lnTo>
                  <a:lnTo>
                    <a:pt x="293" y="222"/>
                  </a:lnTo>
                  <a:lnTo>
                    <a:pt x="297" y="225"/>
                  </a:lnTo>
                  <a:lnTo>
                    <a:pt x="299" y="227"/>
                  </a:lnTo>
                  <a:lnTo>
                    <a:pt x="302" y="230"/>
                  </a:lnTo>
                  <a:lnTo>
                    <a:pt x="305" y="234"/>
                  </a:lnTo>
                  <a:lnTo>
                    <a:pt x="306" y="239"/>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close/>
                  <a:moveTo>
                    <a:pt x="283" y="356"/>
                  </a:moveTo>
                  <a:lnTo>
                    <a:pt x="283" y="314"/>
                  </a:lnTo>
                  <a:lnTo>
                    <a:pt x="306" y="314"/>
                  </a:lnTo>
                  <a:lnTo>
                    <a:pt x="306" y="338"/>
                  </a:lnTo>
                  <a:lnTo>
                    <a:pt x="305" y="345"/>
                  </a:lnTo>
                  <a:lnTo>
                    <a:pt x="301" y="350"/>
                  </a:lnTo>
                  <a:lnTo>
                    <a:pt x="295" y="355"/>
                  </a:lnTo>
                  <a:lnTo>
                    <a:pt x="289" y="356"/>
                  </a:lnTo>
                  <a:lnTo>
                    <a:pt x="283" y="356"/>
                  </a:lnTo>
                  <a:close/>
                  <a:moveTo>
                    <a:pt x="283" y="59"/>
                  </a:move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8" y="50"/>
                  </a:lnTo>
                  <a:lnTo>
                    <a:pt x="271" y="47"/>
                  </a:lnTo>
                  <a:lnTo>
                    <a:pt x="274" y="43"/>
                  </a:lnTo>
                  <a:lnTo>
                    <a:pt x="275" y="39"/>
                  </a:lnTo>
                  <a:lnTo>
                    <a:pt x="274" y="35"/>
                  </a:lnTo>
                  <a:lnTo>
                    <a:pt x="271" y="31"/>
                  </a:lnTo>
                  <a:lnTo>
                    <a:pt x="268" y="28"/>
                  </a:lnTo>
                  <a:lnTo>
                    <a:pt x="263" y="28"/>
                  </a:lnTo>
                  <a:lnTo>
                    <a:pt x="263" y="12"/>
                  </a:lnTo>
                  <a:lnTo>
                    <a:pt x="283" y="20"/>
                  </a:lnTo>
                  <a:close/>
                  <a:moveTo>
                    <a:pt x="283" y="68"/>
                  </a:move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close/>
                  <a:moveTo>
                    <a:pt x="283" y="267"/>
                  </a:moveTo>
                  <a:lnTo>
                    <a:pt x="283" y="299"/>
                  </a:lnTo>
                  <a:lnTo>
                    <a:pt x="263" y="299"/>
                  </a:lnTo>
                  <a:lnTo>
                    <a:pt x="263" y="256"/>
                  </a:lnTo>
                  <a:lnTo>
                    <a:pt x="267" y="260"/>
                  </a:lnTo>
                  <a:lnTo>
                    <a:pt x="272" y="264"/>
                  </a:lnTo>
                  <a:lnTo>
                    <a:pt x="278" y="267"/>
                  </a:lnTo>
                  <a:lnTo>
                    <a:pt x="283" y="267"/>
                  </a:lnTo>
                  <a:close/>
                  <a:moveTo>
                    <a:pt x="283" y="314"/>
                  </a:moveTo>
                  <a:lnTo>
                    <a:pt x="283" y="356"/>
                  </a:lnTo>
                  <a:lnTo>
                    <a:pt x="278" y="356"/>
                  </a:lnTo>
                  <a:lnTo>
                    <a:pt x="274" y="356"/>
                  </a:lnTo>
                  <a:lnTo>
                    <a:pt x="270" y="353"/>
                  </a:lnTo>
                  <a:lnTo>
                    <a:pt x="267" y="352"/>
                  </a:lnTo>
                  <a:lnTo>
                    <a:pt x="263" y="348"/>
                  </a:lnTo>
                  <a:lnTo>
                    <a:pt x="263" y="314"/>
                  </a:lnTo>
                  <a:lnTo>
                    <a:pt x="283" y="314"/>
                  </a:lnTo>
                  <a:close/>
                  <a:moveTo>
                    <a:pt x="263" y="12"/>
                  </a:moveTo>
                  <a:lnTo>
                    <a:pt x="263" y="28"/>
                  </a:lnTo>
                  <a:lnTo>
                    <a:pt x="259" y="28"/>
                  </a:lnTo>
                  <a:lnTo>
                    <a:pt x="256" y="31"/>
                  </a:lnTo>
                  <a:lnTo>
                    <a:pt x="253" y="35"/>
                  </a:lnTo>
                  <a:lnTo>
                    <a:pt x="252" y="39"/>
                  </a:lnTo>
                  <a:lnTo>
                    <a:pt x="253" y="43"/>
                  </a:lnTo>
                  <a:lnTo>
                    <a:pt x="256" y="47"/>
                  </a:lnTo>
                  <a:lnTo>
                    <a:pt x="259" y="50"/>
                  </a:lnTo>
                  <a:lnTo>
                    <a:pt x="263" y="50"/>
                  </a:lnTo>
                  <a:lnTo>
                    <a:pt x="263" y="59"/>
                  </a:lnTo>
                  <a:lnTo>
                    <a:pt x="228" y="59"/>
                  </a:lnTo>
                  <a:lnTo>
                    <a:pt x="228" y="50"/>
                  </a:lnTo>
                  <a:lnTo>
                    <a:pt x="230" y="50"/>
                  </a:lnTo>
                  <a:lnTo>
                    <a:pt x="236" y="50"/>
                  </a:lnTo>
                  <a:lnTo>
                    <a:pt x="238" y="47"/>
                  </a:lnTo>
                  <a:lnTo>
                    <a:pt x="241" y="43"/>
                  </a:lnTo>
                  <a:lnTo>
                    <a:pt x="243" y="39"/>
                  </a:lnTo>
                  <a:lnTo>
                    <a:pt x="241" y="35"/>
                  </a:lnTo>
                  <a:lnTo>
                    <a:pt x="238" y="31"/>
                  </a:lnTo>
                  <a:lnTo>
                    <a:pt x="236" y="28"/>
                  </a:lnTo>
                  <a:lnTo>
                    <a:pt x="230" y="28"/>
                  </a:lnTo>
                  <a:lnTo>
                    <a:pt x="228" y="28"/>
                  </a:lnTo>
                  <a:lnTo>
                    <a:pt x="228" y="4"/>
                  </a:lnTo>
                  <a:lnTo>
                    <a:pt x="247" y="8"/>
                  </a:lnTo>
                  <a:lnTo>
                    <a:pt x="263" y="12"/>
                  </a:lnTo>
                  <a:close/>
                  <a:moveTo>
                    <a:pt x="263" y="68"/>
                  </a:moveTo>
                  <a:lnTo>
                    <a:pt x="263" y="96"/>
                  </a:lnTo>
                  <a:lnTo>
                    <a:pt x="228" y="96"/>
                  </a:lnTo>
                  <a:lnTo>
                    <a:pt x="228" y="68"/>
                  </a:lnTo>
                  <a:lnTo>
                    <a:pt x="263" y="68"/>
                  </a:lnTo>
                  <a:close/>
                  <a:moveTo>
                    <a:pt x="263" y="162"/>
                  </a:moveTo>
                  <a:lnTo>
                    <a:pt x="263" y="231"/>
                  </a:lnTo>
                  <a:lnTo>
                    <a:pt x="262" y="237"/>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close/>
                  <a:moveTo>
                    <a:pt x="263" y="314"/>
                  </a:moveTo>
                  <a:lnTo>
                    <a:pt x="263" y="348"/>
                  </a:lnTo>
                  <a:lnTo>
                    <a:pt x="262" y="344"/>
                  </a:lnTo>
                  <a:lnTo>
                    <a:pt x="260" y="338"/>
                  </a:lnTo>
                  <a:lnTo>
                    <a:pt x="260" y="314"/>
                  </a:lnTo>
                  <a:lnTo>
                    <a:pt x="263" y="314"/>
                  </a:lnTo>
                  <a:close/>
                  <a:moveTo>
                    <a:pt x="228" y="4"/>
                  </a:moveTo>
                  <a:lnTo>
                    <a:pt x="228" y="28"/>
                  </a:lnTo>
                  <a:lnTo>
                    <a:pt x="225" y="30"/>
                  </a:lnTo>
                  <a:lnTo>
                    <a:pt x="222" y="32"/>
                  </a:lnTo>
                  <a:lnTo>
                    <a:pt x="221" y="35"/>
                  </a:lnTo>
                  <a:lnTo>
                    <a:pt x="220" y="39"/>
                  </a:lnTo>
                  <a:lnTo>
                    <a:pt x="221" y="43"/>
                  </a:lnTo>
                  <a:lnTo>
                    <a:pt x="222" y="46"/>
                  </a:lnTo>
                  <a:lnTo>
                    <a:pt x="225" y="49"/>
                  </a:lnTo>
                  <a:lnTo>
                    <a:pt x="228" y="50"/>
                  </a:lnTo>
                  <a:lnTo>
                    <a:pt x="228" y="59"/>
                  </a:lnTo>
                  <a:lnTo>
                    <a:pt x="179" y="59"/>
                  </a:lnTo>
                  <a:lnTo>
                    <a:pt x="179" y="0"/>
                  </a:lnTo>
                  <a:lnTo>
                    <a:pt x="203" y="1"/>
                  </a:lnTo>
                  <a:lnTo>
                    <a:pt x="228" y="4"/>
                  </a:lnTo>
                  <a:close/>
                  <a:moveTo>
                    <a:pt x="228" y="68"/>
                  </a:moveTo>
                  <a:lnTo>
                    <a:pt x="228" y="96"/>
                  </a:lnTo>
                  <a:lnTo>
                    <a:pt x="183" y="96"/>
                  </a:lnTo>
                  <a:lnTo>
                    <a:pt x="183" y="162"/>
                  </a:lnTo>
                  <a:lnTo>
                    <a:pt x="228" y="162"/>
                  </a:lnTo>
                  <a:lnTo>
                    <a:pt x="228" y="200"/>
                  </a:lnTo>
                  <a:lnTo>
                    <a:pt x="179" y="200"/>
                  </a:lnTo>
                  <a:lnTo>
                    <a:pt x="179" y="68"/>
                  </a:lnTo>
                  <a:lnTo>
                    <a:pt x="228" y="68"/>
                  </a:lnTo>
                  <a:close/>
                  <a:moveTo>
                    <a:pt x="228" y="216"/>
                  </a:moveTo>
                  <a:lnTo>
                    <a:pt x="228" y="227"/>
                  </a:lnTo>
                  <a:lnTo>
                    <a:pt x="179" y="227"/>
                  </a:lnTo>
                  <a:lnTo>
                    <a:pt x="179" y="216"/>
                  </a:lnTo>
                  <a:lnTo>
                    <a:pt x="228" y="216"/>
                  </a:lnTo>
                  <a:close/>
                  <a:moveTo>
                    <a:pt x="228" y="242"/>
                  </a:moveTo>
                  <a:lnTo>
                    <a:pt x="228" y="253"/>
                  </a:lnTo>
                  <a:lnTo>
                    <a:pt x="179" y="253"/>
                  </a:lnTo>
                  <a:lnTo>
                    <a:pt x="179"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3" y="35"/>
                  </a:lnTo>
                  <a:lnTo>
                    <a:pt x="132" y="32"/>
                  </a:lnTo>
                  <a:lnTo>
                    <a:pt x="129" y="30"/>
                  </a:lnTo>
                  <a:lnTo>
                    <a:pt x="126" y="28"/>
                  </a:lnTo>
                  <a:lnTo>
                    <a:pt x="126" y="4"/>
                  </a:lnTo>
                  <a:lnTo>
                    <a:pt x="150" y="1"/>
                  </a:lnTo>
                  <a:lnTo>
                    <a:pt x="176" y="0"/>
                  </a:lnTo>
                  <a:lnTo>
                    <a:pt x="179" y="0"/>
                  </a:lnTo>
                  <a:lnTo>
                    <a:pt x="179" y="59"/>
                  </a:lnTo>
                  <a:lnTo>
                    <a:pt x="126" y="59"/>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3" y="43"/>
                  </a:lnTo>
                  <a:lnTo>
                    <a:pt x="115" y="47"/>
                  </a:lnTo>
                  <a:lnTo>
                    <a:pt x="118" y="50"/>
                  </a:lnTo>
                  <a:lnTo>
                    <a:pt x="123" y="50"/>
                  </a:lnTo>
                  <a:lnTo>
                    <a:pt x="126" y="50"/>
                  </a:lnTo>
                  <a:lnTo>
                    <a:pt x="126" y="59"/>
                  </a:lnTo>
                  <a:lnTo>
                    <a:pt x="90" y="59"/>
                  </a:lnTo>
                  <a:lnTo>
                    <a:pt x="90" y="50"/>
                  </a:lnTo>
                  <a:lnTo>
                    <a:pt x="95" y="50"/>
                  </a:lnTo>
                  <a:lnTo>
                    <a:pt x="98" y="47"/>
                  </a:lnTo>
                  <a:lnTo>
                    <a:pt x="100" y="43"/>
                  </a:lnTo>
                  <a:lnTo>
                    <a:pt x="102" y="39"/>
                  </a:lnTo>
                  <a:lnTo>
                    <a:pt x="100" y="35"/>
                  </a:lnTo>
                  <a:lnTo>
                    <a:pt x="98" y="31"/>
                  </a:lnTo>
                  <a:lnTo>
                    <a:pt x="95" y="28"/>
                  </a:lnTo>
                  <a:lnTo>
                    <a:pt x="90" y="28"/>
                  </a:lnTo>
                  <a:lnTo>
                    <a:pt x="90" y="12"/>
                  </a:lnTo>
                  <a:lnTo>
                    <a:pt x="107" y="8"/>
                  </a:lnTo>
                  <a:lnTo>
                    <a:pt x="126" y="4"/>
                  </a:lnTo>
                  <a:lnTo>
                    <a:pt x="126" y="28"/>
                  </a:lnTo>
                  <a:lnTo>
                    <a:pt x="123" y="28"/>
                  </a:lnTo>
                  <a:close/>
                  <a:moveTo>
                    <a:pt x="126" y="68"/>
                  </a:moveTo>
                  <a:lnTo>
                    <a:pt x="126" y="96"/>
                  </a:lnTo>
                  <a:lnTo>
                    <a:pt x="90" y="96"/>
                  </a:lnTo>
                  <a:lnTo>
                    <a:pt x="90" y="68"/>
                  </a:lnTo>
                  <a:lnTo>
                    <a:pt x="126" y="68"/>
                  </a:lnTo>
                  <a:close/>
                  <a:moveTo>
                    <a:pt x="126" y="162"/>
                  </a:moveTo>
                  <a:lnTo>
                    <a:pt x="126" y="299"/>
                  </a:lnTo>
                  <a:lnTo>
                    <a:pt x="90" y="299"/>
                  </a:lnTo>
                  <a:lnTo>
                    <a:pt x="90" y="256"/>
                  </a:lnTo>
                  <a:lnTo>
                    <a:pt x="92" y="250"/>
                  </a:lnTo>
                  <a:lnTo>
                    <a:pt x="94" y="244"/>
                  </a:lnTo>
                  <a:lnTo>
                    <a:pt x="92" y="237"/>
                  </a:lnTo>
                  <a:lnTo>
                    <a:pt x="90" y="231"/>
                  </a:lnTo>
                  <a:lnTo>
                    <a:pt x="90" y="162"/>
                  </a:lnTo>
                  <a:lnTo>
                    <a:pt x="126" y="162"/>
                  </a:lnTo>
                  <a:close/>
                  <a:moveTo>
                    <a:pt x="90" y="348"/>
                  </a:moveTo>
                  <a:lnTo>
                    <a:pt x="90" y="314"/>
                  </a:lnTo>
                  <a:lnTo>
                    <a:pt x="94" y="314"/>
                  </a:lnTo>
                  <a:lnTo>
                    <a:pt x="94" y="338"/>
                  </a:lnTo>
                  <a:lnTo>
                    <a:pt x="92" y="344"/>
                  </a:lnTo>
                  <a:lnTo>
                    <a:pt x="90" y="348"/>
                  </a:lnTo>
                  <a:close/>
                  <a:moveTo>
                    <a:pt x="90" y="12"/>
                  </a:moveTo>
                  <a:lnTo>
                    <a:pt x="90" y="28"/>
                  </a:lnTo>
                  <a:lnTo>
                    <a:pt x="85" y="28"/>
                  </a:lnTo>
                  <a:lnTo>
                    <a:pt x="83" y="31"/>
                  </a:lnTo>
                  <a:lnTo>
                    <a:pt x="80" y="35"/>
                  </a:lnTo>
                  <a:lnTo>
                    <a:pt x="79" y="39"/>
                  </a:lnTo>
                  <a:lnTo>
                    <a:pt x="80" y="43"/>
                  </a:lnTo>
                  <a:lnTo>
                    <a:pt x="83" y="47"/>
                  </a:lnTo>
                  <a:lnTo>
                    <a:pt x="85" y="50"/>
                  </a:lnTo>
                  <a:lnTo>
                    <a:pt x="90" y="50"/>
                  </a:lnTo>
                  <a:lnTo>
                    <a:pt x="90" y="59"/>
                  </a:lnTo>
                  <a:lnTo>
                    <a:pt x="71" y="59"/>
                  </a:lnTo>
                  <a:lnTo>
                    <a:pt x="71" y="20"/>
                  </a:lnTo>
                  <a:lnTo>
                    <a:pt x="90" y="12"/>
                  </a:lnTo>
                  <a:close/>
                  <a:moveTo>
                    <a:pt x="90" y="68"/>
                  </a:moveTo>
                  <a:lnTo>
                    <a:pt x="90" y="96"/>
                  </a:lnTo>
                  <a:lnTo>
                    <a:pt x="81" y="96"/>
                  </a:lnTo>
                  <a:lnTo>
                    <a:pt x="81" y="162"/>
                  </a:lnTo>
                  <a:lnTo>
                    <a:pt x="90" y="162"/>
                  </a:lnTo>
                  <a:lnTo>
                    <a:pt x="90" y="231"/>
                  </a:lnTo>
                  <a:lnTo>
                    <a:pt x="87" y="227"/>
                  </a:lnTo>
                  <a:lnTo>
                    <a:pt x="81" y="223"/>
                  </a:lnTo>
                  <a:lnTo>
                    <a:pt x="76" y="221"/>
                  </a:lnTo>
                  <a:lnTo>
                    <a:pt x="71" y="221"/>
                  </a:lnTo>
                  <a:lnTo>
                    <a:pt x="71" y="68"/>
                  </a:lnTo>
                  <a:lnTo>
                    <a:pt x="90" y="68"/>
                  </a:lnTo>
                  <a:close/>
                  <a:moveTo>
                    <a:pt x="90" y="256"/>
                  </a:moveTo>
                  <a:lnTo>
                    <a:pt x="90" y="299"/>
                  </a:lnTo>
                  <a:lnTo>
                    <a:pt x="71" y="299"/>
                  </a:lnTo>
                  <a:lnTo>
                    <a:pt x="71" y="267"/>
                  </a:lnTo>
                  <a:lnTo>
                    <a:pt x="76" y="267"/>
                  </a:lnTo>
                  <a:lnTo>
                    <a:pt x="81" y="264"/>
                  </a:lnTo>
                  <a:lnTo>
                    <a:pt x="87" y="260"/>
                  </a:lnTo>
                  <a:lnTo>
                    <a:pt x="90" y="256"/>
                  </a:lnTo>
                  <a:close/>
                  <a:moveTo>
                    <a:pt x="90" y="314"/>
                  </a:move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4"/>
                  </a:lnTo>
                  <a:lnTo>
                    <a:pt x="38" y="49"/>
                  </a:lnTo>
                  <a:lnTo>
                    <a:pt x="41" y="43"/>
                  </a:lnTo>
                  <a:lnTo>
                    <a:pt x="45" y="38"/>
                  </a:lnTo>
                  <a:lnTo>
                    <a:pt x="56" y="30"/>
                  </a:lnTo>
                  <a:lnTo>
                    <a:pt x="71" y="20"/>
                  </a:lnTo>
                  <a:close/>
                  <a:moveTo>
                    <a:pt x="71" y="68"/>
                  </a:moveTo>
                  <a:lnTo>
                    <a:pt x="71" y="221"/>
                  </a:lnTo>
                  <a:lnTo>
                    <a:pt x="65" y="221"/>
                  </a:lnTo>
                  <a:lnTo>
                    <a:pt x="61" y="222"/>
                  </a:lnTo>
                  <a:lnTo>
                    <a:pt x="57" y="225"/>
                  </a:lnTo>
                  <a:lnTo>
                    <a:pt x="54" y="227"/>
                  </a:lnTo>
                  <a:lnTo>
                    <a:pt x="50" y="230"/>
                  </a:lnTo>
                  <a:lnTo>
                    <a:pt x="49" y="234"/>
                  </a:lnTo>
                  <a:lnTo>
                    <a:pt x="48" y="239"/>
                  </a:lnTo>
                  <a:lnTo>
                    <a:pt x="48" y="244"/>
                  </a:lnTo>
                  <a:lnTo>
                    <a:pt x="48" y="248"/>
                  </a:lnTo>
                  <a:lnTo>
                    <a:pt x="49" y="253"/>
                  </a:lnTo>
                  <a:lnTo>
                    <a:pt x="50" y="257"/>
                  </a:lnTo>
                  <a:lnTo>
                    <a:pt x="54" y="260"/>
                  </a:lnTo>
                  <a:lnTo>
                    <a:pt x="57" y="262"/>
                  </a:lnTo>
                  <a:lnTo>
                    <a:pt x="61" y="265"/>
                  </a:lnTo>
                  <a:lnTo>
                    <a:pt x="65" y="267"/>
                  </a:lnTo>
                  <a:lnTo>
                    <a:pt x="71" y="267"/>
                  </a:lnTo>
                  <a:lnTo>
                    <a:pt x="71" y="299"/>
                  </a:lnTo>
                  <a:lnTo>
                    <a:pt x="16" y="299"/>
                  </a:lnTo>
                  <a:lnTo>
                    <a:pt x="16" y="210"/>
                  </a:lnTo>
                  <a:lnTo>
                    <a:pt x="20" y="206"/>
                  </a:lnTo>
                  <a:lnTo>
                    <a:pt x="25" y="202"/>
                  </a:lnTo>
                  <a:lnTo>
                    <a:pt x="30" y="199"/>
                  </a:lnTo>
                  <a:lnTo>
                    <a:pt x="37" y="199"/>
                  </a:lnTo>
                  <a:lnTo>
                    <a:pt x="37" y="68"/>
                  </a:lnTo>
                  <a:lnTo>
                    <a:pt x="71" y="68"/>
                  </a:lnTo>
                  <a:close/>
                  <a:moveTo>
                    <a:pt x="71" y="314"/>
                  </a:moveTo>
                  <a:lnTo>
                    <a:pt x="71" y="356"/>
                  </a:lnTo>
                  <a:lnTo>
                    <a:pt x="65" y="356"/>
                  </a:lnTo>
                  <a:lnTo>
                    <a:pt x="58" y="355"/>
                  </a:lnTo>
                  <a:lnTo>
                    <a:pt x="53" y="350"/>
                  </a:lnTo>
                  <a:lnTo>
                    <a:pt x="49" y="345"/>
                  </a:lnTo>
                  <a:lnTo>
                    <a:pt x="48" y="338"/>
                  </a:lnTo>
                  <a:lnTo>
                    <a:pt x="48" y="314"/>
                  </a:lnTo>
                  <a:lnTo>
                    <a:pt x="71" y="314"/>
                  </a:lnTo>
                  <a:close/>
                  <a:moveTo>
                    <a:pt x="16" y="154"/>
                  </a:moveTo>
                  <a:lnTo>
                    <a:pt x="16" y="154"/>
                  </a:lnTo>
                  <a:lnTo>
                    <a:pt x="19" y="153"/>
                  </a:lnTo>
                  <a:lnTo>
                    <a:pt x="20" y="150"/>
                  </a:lnTo>
                  <a:lnTo>
                    <a:pt x="20" y="103"/>
                  </a:lnTo>
                  <a:lnTo>
                    <a:pt x="19" y="99"/>
                  </a:lnTo>
                  <a:lnTo>
                    <a:pt x="16" y="96"/>
                  </a:lnTo>
                  <a:lnTo>
                    <a:pt x="16" y="154"/>
                  </a:lnTo>
                  <a:close/>
                  <a:moveTo>
                    <a:pt x="16" y="96"/>
                  </a:moveTo>
                  <a:lnTo>
                    <a:pt x="16" y="154"/>
                  </a:lnTo>
                  <a:lnTo>
                    <a:pt x="15" y="154"/>
                  </a:lnTo>
                  <a:lnTo>
                    <a:pt x="6" y="150"/>
                  </a:lnTo>
                  <a:lnTo>
                    <a:pt x="4" y="149"/>
                  </a:lnTo>
                  <a:lnTo>
                    <a:pt x="2" y="147"/>
                  </a:lnTo>
                  <a:lnTo>
                    <a:pt x="0" y="142"/>
                  </a:lnTo>
                  <a:lnTo>
                    <a:pt x="0" y="95"/>
                  </a:lnTo>
                  <a:lnTo>
                    <a:pt x="0" y="93"/>
                  </a:lnTo>
                  <a:lnTo>
                    <a:pt x="2" y="91"/>
                  </a:lnTo>
                  <a:lnTo>
                    <a:pt x="4" y="91"/>
                  </a:lnTo>
                  <a:lnTo>
                    <a:pt x="6" y="91"/>
                  </a:lnTo>
                  <a:lnTo>
                    <a:pt x="15" y="95"/>
                  </a:lnTo>
                  <a:lnTo>
                    <a:pt x="16" y="96"/>
                  </a:lnTo>
                  <a:close/>
                  <a:moveTo>
                    <a:pt x="16" y="210"/>
                  </a:moveTo>
                  <a:lnTo>
                    <a:pt x="16" y="299"/>
                  </a:lnTo>
                  <a:lnTo>
                    <a:pt x="12" y="299"/>
                  </a:lnTo>
                  <a:lnTo>
                    <a:pt x="12" y="222"/>
                  </a:lnTo>
                  <a:lnTo>
                    <a:pt x="14" y="215"/>
                  </a:lnTo>
                  <a:lnTo>
                    <a:pt x="16" y="210"/>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5" name="íšlïde">
              <a:extLst>
                <a:ext uri="{FF2B5EF4-FFF2-40B4-BE49-F238E27FC236}">
                  <a16:creationId xmlns:a16="http://schemas.microsoft.com/office/drawing/2014/main" id="{FA5AA51C-1737-41D0-87D4-946FEE1195CB}"/>
                </a:ext>
              </a:extLst>
            </p:cNvPr>
            <p:cNvSpPr/>
            <p:nvPr/>
          </p:nvSpPr>
          <p:spPr bwMode="auto">
            <a:xfrm>
              <a:off x="6240884" y="3004404"/>
              <a:ext cx="572333" cy="436063"/>
            </a:xfrm>
            <a:custGeom>
              <a:avLst/>
              <a:gdLst>
                <a:gd name="T0" fmla="*/ 628650 w 399"/>
                <a:gd name="T1" fmla="*/ 452438 h 304"/>
                <a:gd name="T2" fmla="*/ 619125 w 399"/>
                <a:gd name="T3" fmla="*/ 15875 h 304"/>
                <a:gd name="T4" fmla="*/ 554038 w 399"/>
                <a:gd name="T5" fmla="*/ 34925 h 304"/>
                <a:gd name="T6" fmla="*/ 596900 w 399"/>
                <a:gd name="T7" fmla="*/ 76200 h 304"/>
                <a:gd name="T8" fmla="*/ 571500 w 399"/>
                <a:gd name="T9" fmla="*/ 446088 h 304"/>
                <a:gd name="T10" fmla="*/ 482600 w 399"/>
                <a:gd name="T11" fmla="*/ 406400 h 304"/>
                <a:gd name="T12" fmla="*/ 547688 w 399"/>
                <a:gd name="T13" fmla="*/ 66675 h 304"/>
                <a:gd name="T14" fmla="*/ 566738 w 399"/>
                <a:gd name="T15" fmla="*/ 398463 h 304"/>
                <a:gd name="T16" fmla="*/ 403225 w 399"/>
                <a:gd name="T17" fmla="*/ 34925 h 304"/>
                <a:gd name="T18" fmla="*/ 403225 w 399"/>
                <a:gd name="T19" fmla="*/ 482600 h 304"/>
                <a:gd name="T20" fmla="*/ 403225 w 399"/>
                <a:gd name="T21" fmla="*/ 419100 h 304"/>
                <a:gd name="T22" fmla="*/ 439738 w 399"/>
                <a:gd name="T23" fmla="*/ 265113 h 304"/>
                <a:gd name="T24" fmla="*/ 434975 w 399"/>
                <a:gd name="T25" fmla="*/ 211138 h 304"/>
                <a:gd name="T26" fmla="*/ 433388 w 399"/>
                <a:gd name="T27" fmla="*/ 173038 h 304"/>
                <a:gd name="T28" fmla="*/ 403225 w 399"/>
                <a:gd name="T29" fmla="*/ 65088 h 304"/>
                <a:gd name="T30" fmla="*/ 412750 w 399"/>
                <a:gd name="T31" fmla="*/ 271463 h 304"/>
                <a:gd name="T32" fmla="*/ 403225 w 399"/>
                <a:gd name="T33" fmla="*/ 217488 h 304"/>
                <a:gd name="T34" fmla="*/ 407988 w 399"/>
                <a:gd name="T35" fmla="*/ 163513 h 304"/>
                <a:gd name="T36" fmla="*/ 317500 w 399"/>
                <a:gd name="T37" fmla="*/ 0 h 304"/>
                <a:gd name="T38" fmla="*/ 317500 w 399"/>
                <a:gd name="T39" fmla="*/ 447675 h 304"/>
                <a:gd name="T40" fmla="*/ 382588 w 399"/>
                <a:gd name="T41" fmla="*/ 147638 h 304"/>
                <a:gd name="T42" fmla="*/ 358775 w 399"/>
                <a:gd name="T43" fmla="*/ 192088 h 304"/>
                <a:gd name="T44" fmla="*/ 365125 w 399"/>
                <a:gd name="T45" fmla="*/ 228600 h 304"/>
                <a:gd name="T46" fmla="*/ 368300 w 399"/>
                <a:gd name="T47" fmla="*/ 282575 h 304"/>
                <a:gd name="T48" fmla="*/ 317500 w 399"/>
                <a:gd name="T49" fmla="*/ 295275 h 304"/>
                <a:gd name="T50" fmla="*/ 403225 w 399"/>
                <a:gd name="T51" fmla="*/ 65088 h 304"/>
                <a:gd name="T52" fmla="*/ 384175 w 399"/>
                <a:gd name="T53" fmla="*/ 163513 h 304"/>
                <a:gd name="T54" fmla="*/ 398463 w 399"/>
                <a:gd name="T55" fmla="*/ 203200 h 304"/>
                <a:gd name="T56" fmla="*/ 398463 w 399"/>
                <a:gd name="T57" fmla="*/ 215900 h 304"/>
                <a:gd name="T58" fmla="*/ 390525 w 399"/>
                <a:gd name="T59" fmla="*/ 269875 h 304"/>
                <a:gd name="T60" fmla="*/ 214313 w 399"/>
                <a:gd name="T61" fmla="*/ 34925 h 304"/>
                <a:gd name="T62" fmla="*/ 214313 w 399"/>
                <a:gd name="T63" fmla="*/ 482600 h 304"/>
                <a:gd name="T64" fmla="*/ 274638 w 399"/>
                <a:gd name="T65" fmla="*/ 282575 h 304"/>
                <a:gd name="T66" fmla="*/ 220663 w 399"/>
                <a:gd name="T67" fmla="*/ 338138 h 304"/>
                <a:gd name="T68" fmla="*/ 257175 w 399"/>
                <a:gd name="T69" fmla="*/ 290513 h 304"/>
                <a:gd name="T70" fmla="*/ 234950 w 399"/>
                <a:gd name="T71" fmla="*/ 242888 h 304"/>
                <a:gd name="T72" fmla="*/ 215900 w 399"/>
                <a:gd name="T73" fmla="*/ 200025 h 304"/>
                <a:gd name="T74" fmla="*/ 227013 w 399"/>
                <a:gd name="T75" fmla="*/ 215900 h 304"/>
                <a:gd name="T76" fmla="*/ 238125 w 399"/>
                <a:gd name="T77" fmla="*/ 193675 h 304"/>
                <a:gd name="T78" fmla="*/ 317500 w 399"/>
                <a:gd name="T79" fmla="*/ 65088 h 304"/>
                <a:gd name="T80" fmla="*/ 233363 w 399"/>
                <a:gd name="T81" fmla="*/ 306388 h 304"/>
                <a:gd name="T82" fmla="*/ 220663 w 399"/>
                <a:gd name="T83" fmla="*/ 260350 h 304"/>
                <a:gd name="T84" fmla="*/ 39688 w 399"/>
                <a:gd name="T85" fmla="*/ 3175 h 304"/>
                <a:gd name="T86" fmla="*/ 0 w 399"/>
                <a:gd name="T87" fmla="*/ 433388 h 304"/>
                <a:gd name="T88" fmla="*/ 39688 w 399"/>
                <a:gd name="T89" fmla="*/ 482600 h 304"/>
                <a:gd name="T90" fmla="*/ 63500 w 399"/>
                <a:gd name="T91" fmla="*/ 446088 h 304"/>
                <a:gd name="T92" fmla="*/ 38100 w 399"/>
                <a:gd name="T93" fmla="*/ 76200 h 304"/>
                <a:gd name="T94" fmla="*/ 79375 w 399"/>
                <a:gd name="T95" fmla="*/ 34925 h 304"/>
                <a:gd name="T96" fmla="*/ 196850 w 399"/>
                <a:gd name="T97" fmla="*/ 198438 h 304"/>
                <a:gd name="T98" fmla="*/ 168275 w 399"/>
                <a:gd name="T99" fmla="*/ 277813 h 304"/>
                <a:gd name="T100" fmla="*/ 185738 w 399"/>
                <a:gd name="T101" fmla="*/ 331788 h 304"/>
                <a:gd name="T102" fmla="*/ 85725 w 399"/>
                <a:gd name="T103" fmla="*/ 415925 h 304"/>
                <a:gd name="T104" fmla="*/ 68263 w 399"/>
                <a:gd name="T105" fmla="*/ 84138 h 304"/>
                <a:gd name="T106" fmla="*/ 214313 w 399"/>
                <a:gd name="T107" fmla="*/ 247650 h 304"/>
                <a:gd name="T108" fmla="*/ 207963 w 399"/>
                <a:gd name="T109" fmla="*/ 279400 h 304"/>
                <a:gd name="T110" fmla="*/ 203200 w 399"/>
                <a:gd name="T111" fmla="*/ 315913 h 304"/>
                <a:gd name="T112" fmla="*/ 201613 w 399"/>
                <a:gd name="T113" fmla="*/ 217488 h 3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54" y="22"/>
                  </a:lnTo>
                  <a:lnTo>
                    <a:pt x="360" y="25"/>
                  </a:lnTo>
                  <a:lnTo>
                    <a:pt x="364" y="26"/>
                  </a:lnTo>
                  <a:lnTo>
                    <a:pt x="368" y="30"/>
                  </a:lnTo>
                  <a:lnTo>
                    <a:pt x="371" y="34"/>
                  </a:lnTo>
                  <a:lnTo>
                    <a:pt x="373" y="38"/>
                  </a:lnTo>
                  <a:lnTo>
                    <a:pt x="375" y="42"/>
                  </a:lnTo>
                  <a:lnTo>
                    <a:pt x="376" y="48"/>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close/>
                  <a:moveTo>
                    <a:pt x="304" y="264"/>
                  </a:moveTo>
                  <a:lnTo>
                    <a:pt x="304" y="256"/>
                  </a:lnTo>
                  <a:lnTo>
                    <a:pt x="337" y="256"/>
                  </a:lnTo>
                  <a:lnTo>
                    <a:pt x="337" y="243"/>
                  </a:lnTo>
                  <a:lnTo>
                    <a:pt x="304" y="243"/>
                  </a:lnTo>
                  <a:lnTo>
                    <a:pt x="304" y="41"/>
                  </a:lnTo>
                  <a:lnTo>
                    <a:pt x="337" y="41"/>
                  </a:lnTo>
                  <a:lnTo>
                    <a:pt x="341" y="41"/>
                  </a:lnTo>
                  <a:lnTo>
                    <a:pt x="345" y="42"/>
                  </a:lnTo>
                  <a:lnTo>
                    <a:pt x="352" y="46"/>
                  </a:lnTo>
                  <a:lnTo>
                    <a:pt x="357" y="53"/>
                  </a:lnTo>
                  <a:lnTo>
                    <a:pt x="357" y="57"/>
                  </a:lnTo>
                  <a:lnTo>
                    <a:pt x="358" y="61"/>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close/>
                  <a:moveTo>
                    <a:pt x="254" y="304"/>
                  </a:moveTo>
                  <a:lnTo>
                    <a:pt x="304" y="304"/>
                  </a:lnTo>
                  <a:lnTo>
                    <a:pt x="304" y="282"/>
                  </a:lnTo>
                  <a:lnTo>
                    <a:pt x="254" y="282"/>
                  </a:lnTo>
                  <a:lnTo>
                    <a:pt x="254" y="304"/>
                  </a:lnTo>
                  <a:close/>
                  <a:moveTo>
                    <a:pt x="304" y="41"/>
                  </a:moveTo>
                  <a:lnTo>
                    <a:pt x="304" y="243"/>
                  </a:lnTo>
                  <a:lnTo>
                    <a:pt x="270" y="243"/>
                  </a:lnTo>
                  <a:lnTo>
                    <a:pt x="270" y="256"/>
                  </a:lnTo>
                  <a:lnTo>
                    <a:pt x="304" y="256"/>
                  </a:lnTo>
                  <a:lnTo>
                    <a:pt x="304" y="264"/>
                  </a:lnTo>
                  <a:lnTo>
                    <a:pt x="254" y="264"/>
                  </a:lnTo>
                  <a:lnTo>
                    <a:pt x="254" y="183"/>
                  </a:lnTo>
                  <a:lnTo>
                    <a:pt x="257" y="183"/>
                  </a:lnTo>
                  <a:lnTo>
                    <a:pt x="265" y="179"/>
                  </a:lnTo>
                  <a:lnTo>
                    <a:pt x="272" y="174"/>
                  </a:lnTo>
                  <a:lnTo>
                    <a:pt x="277" y="167"/>
                  </a:lnTo>
                  <a:lnTo>
                    <a:pt x="281" y="159"/>
                  </a:lnTo>
                  <a:lnTo>
                    <a:pt x="281" y="151"/>
                  </a:lnTo>
                  <a:lnTo>
                    <a:pt x="281" y="143"/>
                  </a:lnTo>
                  <a:lnTo>
                    <a:pt x="278" y="137"/>
                  </a:lnTo>
                  <a:lnTo>
                    <a:pt x="274" y="133"/>
                  </a:lnTo>
                  <a:lnTo>
                    <a:pt x="269" y="130"/>
                  </a:lnTo>
                  <a:lnTo>
                    <a:pt x="262" y="129"/>
                  </a:lnTo>
                  <a:lnTo>
                    <a:pt x="268" y="122"/>
                  </a:lnTo>
                  <a:lnTo>
                    <a:pt x="272" y="116"/>
                  </a:lnTo>
                  <a:lnTo>
                    <a:pt x="273" y="109"/>
                  </a:lnTo>
                  <a:lnTo>
                    <a:pt x="273" y="102"/>
                  </a:lnTo>
                  <a:lnTo>
                    <a:pt x="270" y="97"/>
                  </a:lnTo>
                  <a:lnTo>
                    <a:pt x="264" y="93"/>
                  </a:lnTo>
                  <a:lnTo>
                    <a:pt x="260" y="90"/>
                  </a:lnTo>
                  <a:lnTo>
                    <a:pt x="254" y="90"/>
                  </a:lnTo>
                  <a:lnTo>
                    <a:pt x="254" y="41"/>
                  </a:lnTo>
                  <a:lnTo>
                    <a:pt x="304" y="41"/>
                  </a:lnTo>
                  <a:close/>
                  <a:moveTo>
                    <a:pt x="254" y="175"/>
                  </a:moveTo>
                  <a:lnTo>
                    <a:pt x="254" y="175"/>
                  </a:lnTo>
                  <a:lnTo>
                    <a:pt x="257" y="174"/>
                  </a:lnTo>
                  <a:lnTo>
                    <a:pt x="260" y="171"/>
                  </a:lnTo>
                  <a:lnTo>
                    <a:pt x="264" y="166"/>
                  </a:lnTo>
                  <a:lnTo>
                    <a:pt x="265" y="159"/>
                  </a:lnTo>
                  <a:lnTo>
                    <a:pt x="264" y="151"/>
                  </a:lnTo>
                  <a:lnTo>
                    <a:pt x="260" y="143"/>
                  </a:lnTo>
                  <a:lnTo>
                    <a:pt x="257" y="140"/>
                  </a:lnTo>
                  <a:lnTo>
                    <a:pt x="254" y="137"/>
                  </a:lnTo>
                  <a:lnTo>
                    <a:pt x="254" y="175"/>
                  </a:lnTo>
                  <a:close/>
                  <a:moveTo>
                    <a:pt x="254" y="124"/>
                  </a:moveTo>
                  <a:lnTo>
                    <a:pt x="254" y="124"/>
                  </a:lnTo>
                  <a:lnTo>
                    <a:pt x="257" y="117"/>
                  </a:lnTo>
                  <a:lnTo>
                    <a:pt x="258" y="109"/>
                  </a:lnTo>
                  <a:lnTo>
                    <a:pt x="257" y="103"/>
                  </a:lnTo>
                  <a:lnTo>
                    <a:pt x="255" y="99"/>
                  </a:lnTo>
                  <a:lnTo>
                    <a:pt x="254" y="98"/>
                  </a:lnTo>
                  <a:lnTo>
                    <a:pt x="254" y="97"/>
                  </a:lnTo>
                  <a:lnTo>
                    <a:pt x="254" y="124"/>
                  </a:lnTo>
                  <a:close/>
                  <a:moveTo>
                    <a:pt x="254" y="0"/>
                  </a:moveTo>
                  <a:lnTo>
                    <a:pt x="200" y="0"/>
                  </a:lnTo>
                  <a:lnTo>
                    <a:pt x="200" y="22"/>
                  </a:lnTo>
                  <a:lnTo>
                    <a:pt x="254" y="22"/>
                  </a:lnTo>
                  <a:lnTo>
                    <a:pt x="254" y="0"/>
                  </a:lnTo>
                  <a:close/>
                  <a:moveTo>
                    <a:pt x="200" y="304"/>
                  </a:moveTo>
                  <a:lnTo>
                    <a:pt x="254" y="304"/>
                  </a:lnTo>
                  <a:lnTo>
                    <a:pt x="254" y="282"/>
                  </a:lnTo>
                  <a:lnTo>
                    <a:pt x="200" y="282"/>
                  </a:lnTo>
                  <a:lnTo>
                    <a:pt x="200" y="304"/>
                  </a:lnTo>
                  <a:close/>
                  <a:moveTo>
                    <a:pt x="254" y="41"/>
                  </a:moveTo>
                  <a:lnTo>
                    <a:pt x="254" y="90"/>
                  </a:lnTo>
                  <a:lnTo>
                    <a:pt x="246" y="91"/>
                  </a:lnTo>
                  <a:lnTo>
                    <a:pt x="241" y="93"/>
                  </a:lnTo>
                  <a:lnTo>
                    <a:pt x="236" y="95"/>
                  </a:lnTo>
                  <a:lnTo>
                    <a:pt x="232" y="99"/>
                  </a:lnTo>
                  <a:lnTo>
                    <a:pt x="230" y="103"/>
                  </a:lnTo>
                  <a:lnTo>
                    <a:pt x="227" y="107"/>
                  </a:lnTo>
                  <a:lnTo>
                    <a:pt x="226" y="111"/>
                  </a:lnTo>
                  <a:lnTo>
                    <a:pt x="226" y="117"/>
                  </a:lnTo>
                  <a:lnTo>
                    <a:pt x="226" y="121"/>
                  </a:lnTo>
                  <a:lnTo>
                    <a:pt x="228" y="125"/>
                  </a:lnTo>
                  <a:lnTo>
                    <a:pt x="231" y="129"/>
                  </a:lnTo>
                  <a:lnTo>
                    <a:pt x="235" y="132"/>
                  </a:lnTo>
                  <a:lnTo>
                    <a:pt x="241" y="134"/>
                  </a:lnTo>
                  <a:lnTo>
                    <a:pt x="232" y="141"/>
                  </a:lnTo>
                  <a:lnTo>
                    <a:pt x="230" y="144"/>
                  </a:lnTo>
                  <a:lnTo>
                    <a:pt x="227" y="148"/>
                  </a:lnTo>
                  <a:lnTo>
                    <a:pt x="226" y="158"/>
                  </a:lnTo>
                  <a:lnTo>
                    <a:pt x="226" y="166"/>
                  </a:lnTo>
                  <a:lnTo>
                    <a:pt x="227" y="171"/>
                  </a:lnTo>
                  <a:lnTo>
                    <a:pt x="230" y="174"/>
                  </a:lnTo>
                  <a:lnTo>
                    <a:pt x="232" y="178"/>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close/>
                  <a:moveTo>
                    <a:pt x="254" y="97"/>
                  </a:moveTo>
                  <a:lnTo>
                    <a:pt x="254" y="97"/>
                  </a:lnTo>
                  <a:lnTo>
                    <a:pt x="251" y="97"/>
                  </a:lnTo>
                  <a:lnTo>
                    <a:pt x="249" y="97"/>
                  </a:lnTo>
                  <a:lnTo>
                    <a:pt x="245" y="99"/>
                  </a:lnTo>
                  <a:lnTo>
                    <a:pt x="242" y="103"/>
                  </a:lnTo>
                  <a:lnTo>
                    <a:pt x="241" y="109"/>
                  </a:lnTo>
                  <a:lnTo>
                    <a:pt x="241" y="114"/>
                  </a:lnTo>
                  <a:lnTo>
                    <a:pt x="242" y="118"/>
                  </a:lnTo>
                  <a:lnTo>
                    <a:pt x="245" y="122"/>
                  </a:lnTo>
                  <a:lnTo>
                    <a:pt x="247" y="125"/>
                  </a:lnTo>
                  <a:lnTo>
                    <a:pt x="251" y="128"/>
                  </a:lnTo>
                  <a:lnTo>
                    <a:pt x="254" y="124"/>
                  </a:lnTo>
                  <a:lnTo>
                    <a:pt x="254" y="97"/>
                  </a:lnTo>
                  <a:close/>
                  <a:moveTo>
                    <a:pt x="254" y="137"/>
                  </a:moveTo>
                  <a:lnTo>
                    <a:pt x="254" y="137"/>
                  </a:lnTo>
                  <a:lnTo>
                    <a:pt x="251" y="136"/>
                  </a:lnTo>
                  <a:lnTo>
                    <a:pt x="247" y="141"/>
                  </a:lnTo>
                  <a:lnTo>
                    <a:pt x="245" y="147"/>
                  </a:lnTo>
                  <a:lnTo>
                    <a:pt x="243" y="152"/>
                  </a:lnTo>
                  <a:lnTo>
                    <a:pt x="243" y="159"/>
                  </a:lnTo>
                  <a:lnTo>
                    <a:pt x="243" y="164"/>
                  </a:lnTo>
                  <a:lnTo>
                    <a:pt x="246" y="170"/>
                  </a:lnTo>
                  <a:lnTo>
                    <a:pt x="249" y="172"/>
                  </a:lnTo>
                  <a:lnTo>
                    <a:pt x="251" y="174"/>
                  </a:lnTo>
                  <a:lnTo>
                    <a:pt x="254" y="175"/>
                  </a:lnTo>
                  <a:lnTo>
                    <a:pt x="254" y="137"/>
                  </a:lnTo>
                  <a:close/>
                  <a:moveTo>
                    <a:pt x="200" y="0"/>
                  </a:moveTo>
                  <a:lnTo>
                    <a:pt x="135" y="0"/>
                  </a:lnTo>
                  <a:lnTo>
                    <a:pt x="135" y="22"/>
                  </a:lnTo>
                  <a:lnTo>
                    <a:pt x="200" y="22"/>
                  </a:lnTo>
                  <a:lnTo>
                    <a:pt x="200" y="0"/>
                  </a:lnTo>
                  <a:close/>
                  <a:moveTo>
                    <a:pt x="135" y="304"/>
                  </a:moveTo>
                  <a:lnTo>
                    <a:pt x="200" y="304"/>
                  </a:lnTo>
                  <a:lnTo>
                    <a:pt x="200" y="282"/>
                  </a:lnTo>
                  <a:lnTo>
                    <a:pt x="135" y="282"/>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9" y="213"/>
                  </a:lnTo>
                  <a:lnTo>
                    <a:pt x="144" y="210"/>
                  </a:lnTo>
                  <a:lnTo>
                    <a:pt x="150" y="208"/>
                  </a:lnTo>
                  <a:lnTo>
                    <a:pt x="155" y="202"/>
                  </a:lnTo>
                  <a:lnTo>
                    <a:pt x="158" y="197"/>
                  </a:lnTo>
                  <a:lnTo>
                    <a:pt x="161" y="190"/>
                  </a:lnTo>
                  <a:lnTo>
                    <a:pt x="162" y="183"/>
                  </a:lnTo>
                  <a:lnTo>
                    <a:pt x="162" y="176"/>
                  </a:lnTo>
                  <a:lnTo>
                    <a:pt x="162" y="170"/>
                  </a:lnTo>
                  <a:lnTo>
                    <a:pt x="158" y="163"/>
                  </a:lnTo>
                  <a:lnTo>
                    <a:pt x="154" y="158"/>
                  </a:lnTo>
                  <a:lnTo>
                    <a:pt x="148" y="153"/>
                  </a:lnTo>
                  <a:lnTo>
                    <a:pt x="144" y="153"/>
                  </a:lnTo>
                  <a:lnTo>
                    <a:pt x="139" y="155"/>
                  </a:lnTo>
                  <a:lnTo>
                    <a:pt x="135" y="156"/>
                  </a:lnTo>
                  <a:lnTo>
                    <a:pt x="135" y="128"/>
                  </a:lnTo>
                  <a:lnTo>
                    <a:pt x="136" y="126"/>
                  </a:lnTo>
                  <a:lnTo>
                    <a:pt x="139" y="126"/>
                  </a:lnTo>
                  <a:lnTo>
                    <a:pt x="140" y="128"/>
                  </a:lnTo>
                  <a:lnTo>
                    <a:pt x="143" y="129"/>
                  </a:lnTo>
                  <a:lnTo>
                    <a:pt x="143" y="132"/>
                  </a:lnTo>
                  <a:lnTo>
                    <a:pt x="143" y="134"/>
                  </a:lnTo>
                  <a:lnTo>
                    <a:pt x="143" y="136"/>
                  </a:lnTo>
                  <a:lnTo>
                    <a:pt x="147" y="134"/>
                  </a:lnTo>
                  <a:lnTo>
                    <a:pt x="150" y="132"/>
                  </a:lnTo>
                  <a:lnTo>
                    <a:pt x="151" y="129"/>
                  </a:lnTo>
                  <a:lnTo>
                    <a:pt x="151" y="125"/>
                  </a:lnTo>
                  <a:lnTo>
                    <a:pt x="150" y="122"/>
                  </a:lnTo>
                  <a:lnTo>
                    <a:pt x="146" y="120"/>
                  </a:lnTo>
                  <a:lnTo>
                    <a:pt x="140" y="120"/>
                  </a:lnTo>
                  <a:lnTo>
                    <a:pt x="135" y="120"/>
                  </a:lnTo>
                  <a:lnTo>
                    <a:pt x="135" y="41"/>
                  </a:lnTo>
                  <a:lnTo>
                    <a:pt x="200" y="41"/>
                  </a:lnTo>
                  <a:close/>
                  <a:moveTo>
                    <a:pt x="135" y="204"/>
                  </a:moveTo>
                  <a:lnTo>
                    <a:pt x="135" y="204"/>
                  </a:lnTo>
                  <a:lnTo>
                    <a:pt x="138" y="204"/>
                  </a:lnTo>
                  <a:lnTo>
                    <a:pt x="140" y="202"/>
                  </a:lnTo>
                  <a:lnTo>
                    <a:pt x="143" y="199"/>
                  </a:lnTo>
                  <a:lnTo>
                    <a:pt x="146" y="197"/>
                  </a:lnTo>
                  <a:lnTo>
                    <a:pt x="147" y="193"/>
                  </a:lnTo>
                  <a:lnTo>
                    <a:pt x="150" y="185"/>
                  </a:lnTo>
                  <a:lnTo>
                    <a:pt x="148" y="175"/>
                  </a:lnTo>
                  <a:lnTo>
                    <a:pt x="147" y="170"/>
                  </a:lnTo>
                  <a:lnTo>
                    <a:pt x="144" y="167"/>
                  </a:lnTo>
                  <a:lnTo>
                    <a:pt x="142" y="164"/>
                  </a:lnTo>
                  <a:lnTo>
                    <a:pt x="139" y="164"/>
                  </a:lnTo>
                  <a:lnTo>
                    <a:pt x="136" y="166"/>
                  </a:lnTo>
                  <a:lnTo>
                    <a:pt x="135" y="168"/>
                  </a:lnTo>
                  <a:lnTo>
                    <a:pt x="135" y="204"/>
                  </a:lnTo>
                  <a:close/>
                  <a:moveTo>
                    <a:pt x="135" y="0"/>
                  </a:moveTo>
                  <a:lnTo>
                    <a:pt x="32" y="0"/>
                  </a:lnTo>
                  <a:lnTo>
                    <a:pt x="25" y="2"/>
                  </a:lnTo>
                  <a:lnTo>
                    <a:pt x="20" y="3"/>
                  </a:lnTo>
                  <a:lnTo>
                    <a:pt x="14" y="6"/>
                  </a:lnTo>
                  <a:lnTo>
                    <a:pt x="9" y="10"/>
                  </a:lnTo>
                  <a:lnTo>
                    <a:pt x="5" y="15"/>
                  </a:lnTo>
                  <a:lnTo>
                    <a:pt x="2" y="21"/>
                  </a:lnTo>
                  <a:lnTo>
                    <a:pt x="1" y="26"/>
                  </a:lnTo>
                  <a:lnTo>
                    <a:pt x="0" y="3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44" y="282"/>
                  </a:lnTo>
                  <a:lnTo>
                    <a:pt x="40" y="281"/>
                  </a:lnTo>
                  <a:lnTo>
                    <a:pt x="35" y="278"/>
                  </a:lnTo>
                  <a:lnTo>
                    <a:pt x="32" y="275"/>
                  </a:lnTo>
                  <a:lnTo>
                    <a:pt x="28" y="271"/>
                  </a:lnTo>
                  <a:lnTo>
                    <a:pt x="25" y="267"/>
                  </a:lnTo>
                  <a:lnTo>
                    <a:pt x="24" y="262"/>
                  </a:lnTo>
                  <a:lnTo>
                    <a:pt x="24" y="256"/>
                  </a:lnTo>
                  <a:lnTo>
                    <a:pt x="24" y="48"/>
                  </a:lnTo>
                  <a:lnTo>
                    <a:pt x="24" y="42"/>
                  </a:lnTo>
                  <a:lnTo>
                    <a:pt x="25" y="38"/>
                  </a:lnTo>
                  <a:lnTo>
                    <a:pt x="28" y="34"/>
                  </a:lnTo>
                  <a:lnTo>
                    <a:pt x="32" y="30"/>
                  </a:lnTo>
                  <a:lnTo>
                    <a:pt x="35" y="26"/>
                  </a:lnTo>
                  <a:lnTo>
                    <a:pt x="40" y="25"/>
                  </a:lnTo>
                  <a:lnTo>
                    <a:pt x="44" y="22"/>
                  </a:lnTo>
                  <a:lnTo>
                    <a:pt x="50" y="22"/>
                  </a:lnTo>
                  <a:lnTo>
                    <a:pt x="135" y="22"/>
                  </a:lnTo>
                  <a:lnTo>
                    <a:pt x="135" y="0"/>
                  </a:lnTo>
                  <a:close/>
                  <a:moveTo>
                    <a:pt x="135" y="41"/>
                  </a:moveTo>
                  <a:lnTo>
                    <a:pt x="135" y="120"/>
                  </a:lnTo>
                  <a:lnTo>
                    <a:pt x="130" y="122"/>
                  </a:lnTo>
                  <a:lnTo>
                    <a:pt x="124" y="125"/>
                  </a:lnTo>
                  <a:lnTo>
                    <a:pt x="120" y="129"/>
                  </a:lnTo>
                  <a:lnTo>
                    <a:pt x="116" y="133"/>
                  </a:lnTo>
                  <a:lnTo>
                    <a:pt x="112" y="139"/>
                  </a:lnTo>
                  <a:lnTo>
                    <a:pt x="111" y="144"/>
                  </a:lnTo>
                  <a:lnTo>
                    <a:pt x="106" y="159"/>
                  </a:lnTo>
                  <a:lnTo>
                    <a:pt x="106" y="175"/>
                  </a:lnTo>
                  <a:lnTo>
                    <a:pt x="108" y="185"/>
                  </a:lnTo>
                  <a:lnTo>
                    <a:pt x="109" y="194"/>
                  </a:lnTo>
                  <a:lnTo>
                    <a:pt x="111" y="195"/>
                  </a:lnTo>
                  <a:lnTo>
                    <a:pt x="113" y="205"/>
                  </a:lnTo>
                  <a:lnTo>
                    <a:pt x="117" y="209"/>
                  </a:lnTo>
                  <a:lnTo>
                    <a:pt x="121" y="213"/>
                  </a:lnTo>
                  <a:lnTo>
                    <a:pt x="128" y="214"/>
                  </a:lnTo>
                  <a:lnTo>
                    <a:pt x="135" y="214"/>
                  </a:lnTo>
                  <a:lnTo>
                    <a:pt x="135" y="264"/>
                  </a:lnTo>
                  <a:lnTo>
                    <a:pt x="62" y="264"/>
                  </a:lnTo>
                  <a:lnTo>
                    <a:pt x="58" y="263"/>
                  </a:lnTo>
                  <a:lnTo>
                    <a:pt x="54" y="262"/>
                  </a:lnTo>
                  <a:lnTo>
                    <a:pt x="47" y="258"/>
                  </a:lnTo>
                  <a:lnTo>
                    <a:pt x="43" y="251"/>
                  </a:lnTo>
                  <a:lnTo>
                    <a:pt x="41" y="247"/>
                  </a:lnTo>
                  <a:lnTo>
                    <a:pt x="41" y="243"/>
                  </a:lnTo>
                  <a:lnTo>
                    <a:pt x="41" y="61"/>
                  </a:lnTo>
                  <a:lnTo>
                    <a:pt x="41" y="57"/>
                  </a:lnTo>
                  <a:lnTo>
                    <a:pt x="43" y="53"/>
                  </a:lnTo>
                  <a:lnTo>
                    <a:pt x="47" y="46"/>
                  </a:lnTo>
                  <a:lnTo>
                    <a:pt x="54" y="42"/>
                  </a:lnTo>
                  <a:lnTo>
                    <a:pt x="58" y="41"/>
                  </a:lnTo>
                  <a:lnTo>
                    <a:pt x="62" y="41"/>
                  </a:lnTo>
                  <a:lnTo>
                    <a:pt x="135" y="41"/>
                  </a:lnTo>
                  <a:close/>
                  <a:moveTo>
                    <a:pt x="135" y="128"/>
                  </a:moveTo>
                  <a:lnTo>
                    <a:pt x="135" y="156"/>
                  </a:lnTo>
                  <a:lnTo>
                    <a:pt x="130" y="160"/>
                  </a:lnTo>
                  <a:lnTo>
                    <a:pt x="127" y="166"/>
                  </a:lnTo>
                  <a:lnTo>
                    <a:pt x="127" y="171"/>
                  </a:lnTo>
                  <a:lnTo>
                    <a:pt x="128" y="174"/>
                  </a:lnTo>
                  <a:lnTo>
                    <a:pt x="131" y="176"/>
                  </a:lnTo>
                  <a:lnTo>
                    <a:pt x="132" y="171"/>
                  </a:lnTo>
                  <a:lnTo>
                    <a:pt x="135" y="168"/>
                  </a:lnTo>
                  <a:lnTo>
                    <a:pt x="135" y="204"/>
                  </a:lnTo>
                  <a:lnTo>
                    <a:pt x="131" y="202"/>
                  </a:lnTo>
                  <a:lnTo>
                    <a:pt x="128" y="199"/>
                  </a:lnTo>
                  <a:lnTo>
                    <a:pt x="127" y="194"/>
                  </a:lnTo>
                  <a:lnTo>
                    <a:pt x="124" y="181"/>
                  </a:lnTo>
                  <a:lnTo>
                    <a:pt x="123" y="163"/>
                  </a:lnTo>
                  <a:lnTo>
                    <a:pt x="123" y="148"/>
                  </a:lnTo>
                  <a:lnTo>
                    <a:pt x="127" y="137"/>
                  </a:lnTo>
                  <a:lnTo>
                    <a:pt x="131" y="130"/>
                  </a:lnTo>
                  <a:lnTo>
                    <a:pt x="135" y="128"/>
                  </a:lnTo>
                  <a:close/>
                </a:path>
              </a:pathLst>
            </a:custGeom>
            <a:solidFill>
              <a:srgbClr val="8CC63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56" name="ísḻîḓe">
              <a:extLst>
                <a:ext uri="{FF2B5EF4-FFF2-40B4-BE49-F238E27FC236}">
                  <a16:creationId xmlns:a16="http://schemas.microsoft.com/office/drawing/2014/main" id="{AD97A98C-6809-4501-982B-3F05F7F32071}"/>
                </a:ext>
              </a:extLst>
            </p:cNvPr>
            <p:cNvGrpSpPr/>
            <p:nvPr/>
          </p:nvGrpSpPr>
          <p:grpSpPr>
            <a:xfrm>
              <a:off x="6438833" y="2332481"/>
              <a:ext cx="189343" cy="180736"/>
              <a:chOff x="3092451" y="2336800"/>
              <a:chExt cx="209550" cy="200025"/>
            </a:xfrm>
            <a:solidFill>
              <a:srgbClr val="FF8F29"/>
            </a:solidFill>
          </p:grpSpPr>
          <p:sp>
            <p:nvSpPr>
              <p:cNvPr id="281" name="isḻíḑê">
                <a:extLst>
                  <a:ext uri="{FF2B5EF4-FFF2-40B4-BE49-F238E27FC236}">
                    <a16:creationId xmlns:a16="http://schemas.microsoft.com/office/drawing/2014/main" id="{6E537929-7714-449E-9A65-DD2B15C956F1}"/>
                  </a:ext>
                </a:extLst>
              </p:cNvPr>
              <p:cNvSpPr/>
              <p:nvPr/>
            </p:nvSpPr>
            <p:spPr bwMode="auto">
              <a:xfrm>
                <a:off x="3092451" y="2378075"/>
                <a:ext cx="209550" cy="158750"/>
              </a:xfrm>
              <a:custGeom>
                <a:avLst/>
                <a:gdLst>
                  <a:gd name="T0" fmla="*/ 39 w 132"/>
                  <a:gd name="T1" fmla="*/ 0 h 100"/>
                  <a:gd name="T2" fmla="*/ 39 w 132"/>
                  <a:gd name="T3" fmla="*/ 0 h 100"/>
                  <a:gd name="T4" fmla="*/ 47 w 132"/>
                  <a:gd name="T5" fmla="*/ 0 h 100"/>
                  <a:gd name="T6" fmla="*/ 54 w 132"/>
                  <a:gd name="T7" fmla="*/ 2 h 100"/>
                  <a:gd name="T8" fmla="*/ 61 w 132"/>
                  <a:gd name="T9" fmla="*/ 5 h 100"/>
                  <a:gd name="T10" fmla="*/ 66 w 132"/>
                  <a:gd name="T11" fmla="*/ 9 h 100"/>
                  <a:gd name="T12" fmla="*/ 66 w 132"/>
                  <a:gd name="T13" fmla="*/ 9 h 100"/>
                  <a:gd name="T14" fmla="*/ 71 w 132"/>
                  <a:gd name="T15" fmla="*/ 5 h 100"/>
                  <a:gd name="T16" fmla="*/ 78 w 132"/>
                  <a:gd name="T17" fmla="*/ 2 h 100"/>
                  <a:gd name="T18" fmla="*/ 85 w 132"/>
                  <a:gd name="T19" fmla="*/ 0 h 100"/>
                  <a:gd name="T20" fmla="*/ 93 w 132"/>
                  <a:gd name="T21" fmla="*/ 0 h 100"/>
                  <a:gd name="T22" fmla="*/ 93 w 132"/>
                  <a:gd name="T23" fmla="*/ 0 h 100"/>
                  <a:gd name="T24" fmla="*/ 101 w 132"/>
                  <a:gd name="T25" fmla="*/ 0 h 100"/>
                  <a:gd name="T26" fmla="*/ 108 w 132"/>
                  <a:gd name="T27" fmla="*/ 2 h 100"/>
                  <a:gd name="T28" fmla="*/ 115 w 132"/>
                  <a:gd name="T29" fmla="*/ 6 h 100"/>
                  <a:gd name="T30" fmla="*/ 120 w 132"/>
                  <a:gd name="T31" fmla="*/ 11 h 100"/>
                  <a:gd name="T32" fmla="*/ 126 w 132"/>
                  <a:gd name="T33" fmla="*/ 16 h 100"/>
                  <a:gd name="T34" fmla="*/ 130 w 132"/>
                  <a:gd name="T35" fmla="*/ 23 h 100"/>
                  <a:gd name="T36" fmla="*/ 131 w 132"/>
                  <a:gd name="T37" fmla="*/ 31 h 100"/>
                  <a:gd name="T38" fmla="*/ 132 w 132"/>
                  <a:gd name="T39" fmla="*/ 38 h 100"/>
                  <a:gd name="T40" fmla="*/ 132 w 132"/>
                  <a:gd name="T41" fmla="*/ 38 h 100"/>
                  <a:gd name="T42" fmla="*/ 131 w 132"/>
                  <a:gd name="T43" fmla="*/ 47 h 100"/>
                  <a:gd name="T44" fmla="*/ 128 w 132"/>
                  <a:gd name="T45" fmla="*/ 58 h 100"/>
                  <a:gd name="T46" fmla="*/ 123 w 132"/>
                  <a:gd name="T47" fmla="*/ 69 h 100"/>
                  <a:gd name="T48" fmla="*/ 116 w 132"/>
                  <a:gd name="T49" fmla="*/ 78 h 100"/>
                  <a:gd name="T50" fmla="*/ 107 w 132"/>
                  <a:gd name="T51" fmla="*/ 86 h 100"/>
                  <a:gd name="T52" fmla="*/ 94 w 132"/>
                  <a:gd name="T53" fmla="*/ 93 h 100"/>
                  <a:gd name="T54" fmla="*/ 88 w 132"/>
                  <a:gd name="T55" fmla="*/ 96 h 100"/>
                  <a:gd name="T56" fmla="*/ 81 w 132"/>
                  <a:gd name="T57" fmla="*/ 99 h 100"/>
                  <a:gd name="T58" fmla="*/ 73 w 132"/>
                  <a:gd name="T59" fmla="*/ 99 h 100"/>
                  <a:gd name="T60" fmla="*/ 63 w 132"/>
                  <a:gd name="T61" fmla="*/ 100 h 100"/>
                  <a:gd name="T62" fmla="*/ 63 w 132"/>
                  <a:gd name="T63" fmla="*/ 100 h 100"/>
                  <a:gd name="T64" fmla="*/ 55 w 132"/>
                  <a:gd name="T65" fmla="*/ 99 h 100"/>
                  <a:gd name="T66" fmla="*/ 47 w 132"/>
                  <a:gd name="T67" fmla="*/ 97 h 100"/>
                  <a:gd name="T68" fmla="*/ 39 w 132"/>
                  <a:gd name="T69" fmla="*/ 96 h 100"/>
                  <a:gd name="T70" fmla="*/ 32 w 132"/>
                  <a:gd name="T71" fmla="*/ 93 h 100"/>
                  <a:gd name="T72" fmla="*/ 27 w 132"/>
                  <a:gd name="T73" fmla="*/ 90 h 100"/>
                  <a:gd name="T74" fmla="*/ 21 w 132"/>
                  <a:gd name="T75" fmla="*/ 86 h 100"/>
                  <a:gd name="T76" fmla="*/ 13 w 132"/>
                  <a:gd name="T77" fmla="*/ 77 h 100"/>
                  <a:gd name="T78" fmla="*/ 6 w 132"/>
                  <a:gd name="T79" fmla="*/ 67 h 100"/>
                  <a:gd name="T80" fmla="*/ 2 w 132"/>
                  <a:gd name="T81" fmla="*/ 57 h 100"/>
                  <a:gd name="T82" fmla="*/ 0 w 132"/>
                  <a:gd name="T83" fmla="*/ 47 h 100"/>
                  <a:gd name="T84" fmla="*/ 0 w 132"/>
                  <a:gd name="T85" fmla="*/ 38 h 100"/>
                  <a:gd name="T86" fmla="*/ 0 w 132"/>
                  <a:gd name="T87" fmla="*/ 38 h 100"/>
                  <a:gd name="T88" fmla="*/ 0 w 132"/>
                  <a:gd name="T89" fmla="*/ 31 h 100"/>
                  <a:gd name="T90" fmla="*/ 2 w 132"/>
                  <a:gd name="T91" fmla="*/ 23 h 100"/>
                  <a:gd name="T92" fmla="*/ 6 w 132"/>
                  <a:gd name="T93" fmla="*/ 16 h 100"/>
                  <a:gd name="T94" fmla="*/ 12 w 132"/>
                  <a:gd name="T95" fmla="*/ 11 h 100"/>
                  <a:gd name="T96" fmla="*/ 17 w 132"/>
                  <a:gd name="T97" fmla="*/ 6 h 100"/>
                  <a:gd name="T98" fmla="*/ 24 w 132"/>
                  <a:gd name="T99" fmla="*/ 2 h 100"/>
                  <a:gd name="T100" fmla="*/ 31 w 132"/>
                  <a:gd name="T101" fmla="*/ 0 h 100"/>
                  <a:gd name="T102" fmla="*/ 39 w 132"/>
                  <a:gd name="T103" fmla="*/ 0 h 100"/>
                  <a:gd name="T104" fmla="*/ 39 w 132"/>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2" h="100">
                    <a:moveTo>
                      <a:pt x="39" y="0"/>
                    </a:moveTo>
                    <a:lnTo>
                      <a:pt x="39" y="0"/>
                    </a:lnTo>
                    <a:lnTo>
                      <a:pt x="47" y="0"/>
                    </a:lnTo>
                    <a:lnTo>
                      <a:pt x="54" y="2"/>
                    </a:lnTo>
                    <a:lnTo>
                      <a:pt x="61" y="5"/>
                    </a:lnTo>
                    <a:lnTo>
                      <a:pt x="66" y="9"/>
                    </a:lnTo>
                    <a:lnTo>
                      <a:pt x="66" y="9"/>
                    </a:lnTo>
                    <a:lnTo>
                      <a:pt x="71" y="5"/>
                    </a:lnTo>
                    <a:lnTo>
                      <a:pt x="78" y="2"/>
                    </a:lnTo>
                    <a:lnTo>
                      <a:pt x="85" y="0"/>
                    </a:lnTo>
                    <a:lnTo>
                      <a:pt x="93" y="0"/>
                    </a:lnTo>
                    <a:lnTo>
                      <a:pt x="93" y="0"/>
                    </a:lnTo>
                    <a:lnTo>
                      <a:pt x="101" y="0"/>
                    </a:lnTo>
                    <a:lnTo>
                      <a:pt x="108" y="2"/>
                    </a:lnTo>
                    <a:lnTo>
                      <a:pt x="115" y="6"/>
                    </a:lnTo>
                    <a:lnTo>
                      <a:pt x="120" y="11"/>
                    </a:lnTo>
                    <a:lnTo>
                      <a:pt x="126" y="16"/>
                    </a:lnTo>
                    <a:lnTo>
                      <a:pt x="130" y="23"/>
                    </a:lnTo>
                    <a:lnTo>
                      <a:pt x="131" y="31"/>
                    </a:lnTo>
                    <a:lnTo>
                      <a:pt x="132" y="38"/>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8"/>
                    </a:lnTo>
                    <a:lnTo>
                      <a:pt x="0" y="31"/>
                    </a:lnTo>
                    <a:lnTo>
                      <a:pt x="2" y="23"/>
                    </a:lnTo>
                    <a:lnTo>
                      <a:pt x="6" y="16"/>
                    </a:lnTo>
                    <a:lnTo>
                      <a:pt x="12" y="11"/>
                    </a:lnTo>
                    <a:lnTo>
                      <a:pt x="17" y="6"/>
                    </a:lnTo>
                    <a:lnTo>
                      <a:pt x="24" y="2"/>
                    </a:lnTo>
                    <a:lnTo>
                      <a:pt x="31" y="0"/>
                    </a:lnTo>
                    <a:lnTo>
                      <a:pt x="39" y="0"/>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2" name="îṥḻïḑé">
                <a:extLst>
                  <a:ext uri="{FF2B5EF4-FFF2-40B4-BE49-F238E27FC236}">
                    <a16:creationId xmlns:a16="http://schemas.microsoft.com/office/drawing/2014/main" id="{857311C5-E966-4E91-B68D-A1FA1ED5610F}"/>
                  </a:ext>
                </a:extLst>
              </p:cNvPr>
              <p:cNvSpPr/>
              <p:nvPr/>
            </p:nvSpPr>
            <p:spPr bwMode="auto">
              <a:xfrm>
                <a:off x="3149601" y="2336800"/>
                <a:ext cx="52388" cy="73025"/>
              </a:xfrm>
              <a:custGeom>
                <a:avLst/>
                <a:gdLst>
                  <a:gd name="T0" fmla="*/ 29 w 33"/>
                  <a:gd name="T1" fmla="*/ 46 h 46"/>
                  <a:gd name="T2" fmla="*/ 29 w 33"/>
                  <a:gd name="T3" fmla="*/ 46 h 46"/>
                  <a:gd name="T4" fmla="*/ 31 w 33"/>
                  <a:gd name="T5" fmla="*/ 39 h 46"/>
                  <a:gd name="T6" fmla="*/ 33 w 33"/>
                  <a:gd name="T7" fmla="*/ 34 h 46"/>
                  <a:gd name="T8" fmla="*/ 33 w 33"/>
                  <a:gd name="T9" fmla="*/ 27 h 46"/>
                  <a:gd name="T10" fmla="*/ 33 w 33"/>
                  <a:gd name="T11" fmla="*/ 22 h 46"/>
                  <a:gd name="T12" fmla="*/ 30 w 33"/>
                  <a:gd name="T13" fmla="*/ 15 h 46"/>
                  <a:gd name="T14" fmla="*/ 27 w 33"/>
                  <a:gd name="T15" fmla="*/ 9 h 46"/>
                  <a:gd name="T16" fmla="*/ 25 w 33"/>
                  <a:gd name="T17" fmla="*/ 4 h 46"/>
                  <a:gd name="T18" fmla="*/ 19 w 33"/>
                  <a:gd name="T19" fmla="*/ 0 h 46"/>
                  <a:gd name="T20" fmla="*/ 0 w 33"/>
                  <a:gd name="T21" fmla="*/ 3 h 46"/>
                  <a:gd name="T22" fmla="*/ 0 w 33"/>
                  <a:gd name="T23" fmla="*/ 3 h 46"/>
                  <a:gd name="T24" fmla="*/ 12 w 33"/>
                  <a:gd name="T25" fmla="*/ 11 h 46"/>
                  <a:gd name="T26" fmla="*/ 18 w 33"/>
                  <a:gd name="T27" fmla="*/ 15 h 46"/>
                  <a:gd name="T28" fmla="*/ 22 w 33"/>
                  <a:gd name="T29" fmla="*/ 19 h 46"/>
                  <a:gd name="T30" fmla="*/ 25 w 33"/>
                  <a:gd name="T31" fmla="*/ 24 h 46"/>
                  <a:gd name="T32" fmla="*/ 27 w 33"/>
                  <a:gd name="T33" fmla="*/ 31 h 46"/>
                  <a:gd name="T34" fmla="*/ 29 w 33"/>
                  <a:gd name="T35" fmla="*/ 38 h 46"/>
                  <a:gd name="T36" fmla="*/ 29 w 33"/>
                  <a:gd name="T37" fmla="*/ 46 h 46"/>
                  <a:gd name="T38" fmla="*/ 29 w 33"/>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0" y="3"/>
                    </a:lnTo>
                    <a:lnTo>
                      <a:pt x="12" y="11"/>
                    </a:lnTo>
                    <a:lnTo>
                      <a:pt x="18" y="15"/>
                    </a:lnTo>
                    <a:lnTo>
                      <a:pt x="22" y="19"/>
                    </a:lnTo>
                    <a:lnTo>
                      <a:pt x="25" y="24"/>
                    </a:lnTo>
                    <a:lnTo>
                      <a:pt x="27" y="31"/>
                    </a:lnTo>
                    <a:lnTo>
                      <a:pt x="29" y="38"/>
                    </a:lnTo>
                    <a:lnTo>
                      <a:pt x="29" y="46"/>
                    </a:lnTo>
                    <a:lnTo>
                      <a:pt x="29"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57" name="íṧļïdê">
              <a:extLst>
                <a:ext uri="{FF2B5EF4-FFF2-40B4-BE49-F238E27FC236}">
                  <a16:creationId xmlns:a16="http://schemas.microsoft.com/office/drawing/2014/main" id="{E88C809C-8D1C-4A50-88E4-D1B265D46DE9}"/>
                </a:ext>
              </a:extLst>
            </p:cNvPr>
            <p:cNvSpPr/>
            <p:nvPr/>
          </p:nvSpPr>
          <p:spPr bwMode="auto">
            <a:xfrm>
              <a:off x="6639652" y="3527967"/>
              <a:ext cx="196515" cy="273973"/>
            </a:xfrm>
            <a:custGeom>
              <a:avLst/>
              <a:gdLst>
                <a:gd name="T0" fmla="*/ 125 w 137"/>
                <a:gd name="T1" fmla="*/ 55 h 191"/>
                <a:gd name="T2" fmla="*/ 126 w 137"/>
                <a:gd name="T3" fmla="*/ 51 h 191"/>
                <a:gd name="T4" fmla="*/ 133 w 137"/>
                <a:gd name="T5" fmla="*/ 34 h 191"/>
                <a:gd name="T6" fmla="*/ 136 w 137"/>
                <a:gd name="T7" fmla="*/ 29 h 191"/>
                <a:gd name="T8" fmla="*/ 137 w 137"/>
                <a:gd name="T9" fmla="*/ 21 h 191"/>
                <a:gd name="T10" fmla="*/ 136 w 137"/>
                <a:gd name="T11" fmla="*/ 13 h 191"/>
                <a:gd name="T12" fmla="*/ 132 w 137"/>
                <a:gd name="T13" fmla="*/ 6 h 191"/>
                <a:gd name="T14" fmla="*/ 128 w 137"/>
                <a:gd name="T15" fmla="*/ 4 h 191"/>
                <a:gd name="T16" fmla="*/ 116 w 137"/>
                <a:gd name="T17" fmla="*/ 0 h 191"/>
                <a:gd name="T18" fmla="*/ 103 w 137"/>
                <a:gd name="T19" fmla="*/ 4 h 191"/>
                <a:gd name="T20" fmla="*/ 113 w 137"/>
                <a:gd name="T21" fmla="*/ 39 h 191"/>
                <a:gd name="T22" fmla="*/ 103 w 137"/>
                <a:gd name="T23" fmla="*/ 59 h 191"/>
                <a:gd name="T24" fmla="*/ 110 w 137"/>
                <a:gd name="T25" fmla="*/ 48 h 191"/>
                <a:gd name="T26" fmla="*/ 110 w 137"/>
                <a:gd name="T27" fmla="*/ 42 h 191"/>
                <a:gd name="T28" fmla="*/ 120 w 137"/>
                <a:gd name="T29" fmla="*/ 48 h 191"/>
                <a:gd name="T30" fmla="*/ 121 w 137"/>
                <a:gd name="T31" fmla="*/ 52 h 191"/>
                <a:gd name="T32" fmla="*/ 121 w 137"/>
                <a:gd name="T33" fmla="*/ 57 h 191"/>
                <a:gd name="T34" fmla="*/ 103 w 137"/>
                <a:gd name="T35" fmla="*/ 89 h 191"/>
                <a:gd name="T36" fmla="*/ 97 w 137"/>
                <a:gd name="T37" fmla="*/ 93 h 191"/>
                <a:gd name="T38" fmla="*/ 99 w 137"/>
                <a:gd name="T39" fmla="*/ 92 h 191"/>
                <a:gd name="T40" fmla="*/ 103 w 137"/>
                <a:gd name="T41" fmla="*/ 89 h 191"/>
                <a:gd name="T42" fmla="*/ 101 w 137"/>
                <a:gd name="T43" fmla="*/ 85 h 191"/>
                <a:gd name="T44" fmla="*/ 99 w 137"/>
                <a:gd name="T45" fmla="*/ 86 h 191"/>
                <a:gd name="T46" fmla="*/ 95 w 137"/>
                <a:gd name="T47" fmla="*/ 88 h 191"/>
                <a:gd name="T48" fmla="*/ 84 w 137"/>
                <a:gd name="T49" fmla="*/ 81 h 191"/>
                <a:gd name="T50" fmla="*/ 84 w 137"/>
                <a:gd name="T51" fmla="*/ 81 h 191"/>
                <a:gd name="T52" fmla="*/ 90 w 137"/>
                <a:gd name="T53" fmla="*/ 78 h 191"/>
                <a:gd name="T54" fmla="*/ 103 w 137"/>
                <a:gd name="T55" fmla="*/ 34 h 191"/>
                <a:gd name="T56" fmla="*/ 88 w 137"/>
                <a:gd name="T57" fmla="*/ 23 h 191"/>
                <a:gd name="T58" fmla="*/ 80 w 137"/>
                <a:gd name="T59" fmla="*/ 25 h 191"/>
                <a:gd name="T60" fmla="*/ 57 w 137"/>
                <a:gd name="T61" fmla="*/ 59 h 191"/>
                <a:gd name="T62" fmla="*/ 57 w 137"/>
                <a:gd name="T63" fmla="*/ 66 h 191"/>
                <a:gd name="T64" fmla="*/ 22 w 137"/>
                <a:gd name="T65" fmla="*/ 153 h 191"/>
                <a:gd name="T66" fmla="*/ 26 w 137"/>
                <a:gd name="T67" fmla="*/ 154 h 191"/>
                <a:gd name="T68" fmla="*/ 29 w 137"/>
                <a:gd name="T69" fmla="*/ 155 h 191"/>
                <a:gd name="T70" fmla="*/ 29 w 137"/>
                <a:gd name="T71" fmla="*/ 162 h 191"/>
                <a:gd name="T72" fmla="*/ 33 w 137"/>
                <a:gd name="T73" fmla="*/ 161 h 191"/>
                <a:gd name="T74" fmla="*/ 38 w 137"/>
                <a:gd name="T75" fmla="*/ 162 h 191"/>
                <a:gd name="T76" fmla="*/ 40 w 137"/>
                <a:gd name="T77" fmla="*/ 163 h 191"/>
                <a:gd name="T78" fmla="*/ 41 w 137"/>
                <a:gd name="T79" fmla="*/ 169 h 191"/>
                <a:gd name="T80" fmla="*/ 38 w 137"/>
                <a:gd name="T81" fmla="*/ 173 h 191"/>
                <a:gd name="T82" fmla="*/ 22 w 137"/>
                <a:gd name="T83" fmla="*/ 182 h 191"/>
                <a:gd name="T84" fmla="*/ 41 w 137"/>
                <a:gd name="T85" fmla="*/ 176 h 191"/>
                <a:gd name="T86" fmla="*/ 103 w 137"/>
                <a:gd name="T87" fmla="*/ 29 h 191"/>
                <a:gd name="T88" fmla="*/ 97 w 137"/>
                <a:gd name="T89" fmla="*/ 9 h 191"/>
                <a:gd name="T90" fmla="*/ 103 w 137"/>
                <a:gd name="T91" fmla="*/ 4 h 191"/>
                <a:gd name="T92" fmla="*/ 22 w 137"/>
                <a:gd name="T93" fmla="*/ 117 h 191"/>
                <a:gd name="T94" fmla="*/ 2 w 137"/>
                <a:gd name="T95" fmla="*/ 191 h 191"/>
                <a:gd name="T96" fmla="*/ 22 w 137"/>
                <a:gd name="T97" fmla="*/ 180 h 191"/>
                <a:gd name="T98" fmla="*/ 5 w 137"/>
                <a:gd name="T99" fmla="*/ 174 h 191"/>
                <a:gd name="T100" fmla="*/ 5 w 137"/>
                <a:gd name="T101" fmla="*/ 150 h 191"/>
                <a:gd name="T102" fmla="*/ 6 w 137"/>
                <a:gd name="T103" fmla="*/ 149 h 191"/>
                <a:gd name="T104" fmla="*/ 10 w 137"/>
                <a:gd name="T105" fmla="*/ 146 h 191"/>
                <a:gd name="T106" fmla="*/ 15 w 137"/>
                <a:gd name="T107" fmla="*/ 146 h 191"/>
                <a:gd name="T108" fmla="*/ 17 w 137"/>
                <a:gd name="T109" fmla="*/ 149 h 191"/>
                <a:gd name="T110" fmla="*/ 18 w 137"/>
                <a:gd name="T111" fmla="*/ 155 h 191"/>
                <a:gd name="T112" fmla="*/ 19 w 137"/>
                <a:gd name="T113" fmla="*/ 154 h 191"/>
                <a:gd name="T114" fmla="*/ 22 w 137"/>
                <a:gd name="T115" fmla="*/ 117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 h="191">
                  <a:moveTo>
                    <a:pt x="103" y="89"/>
                  </a:moveTo>
                  <a:lnTo>
                    <a:pt x="125" y="55"/>
                  </a:lnTo>
                  <a:lnTo>
                    <a:pt x="125" y="55"/>
                  </a:lnTo>
                  <a:lnTo>
                    <a:pt x="126" y="51"/>
                  </a:lnTo>
                  <a:lnTo>
                    <a:pt x="125" y="47"/>
                  </a:lnTo>
                  <a:lnTo>
                    <a:pt x="133" y="34"/>
                  </a:lnTo>
                  <a:lnTo>
                    <a:pt x="133" y="34"/>
                  </a:lnTo>
                  <a:lnTo>
                    <a:pt x="136" y="29"/>
                  </a:lnTo>
                  <a:lnTo>
                    <a:pt x="137" y="25"/>
                  </a:lnTo>
                  <a:lnTo>
                    <a:pt x="137" y="21"/>
                  </a:lnTo>
                  <a:lnTo>
                    <a:pt x="137" y="17"/>
                  </a:lnTo>
                  <a:lnTo>
                    <a:pt x="136" y="13"/>
                  </a:lnTo>
                  <a:lnTo>
                    <a:pt x="135" y="9"/>
                  </a:lnTo>
                  <a:lnTo>
                    <a:pt x="132" y="6"/>
                  </a:lnTo>
                  <a:lnTo>
                    <a:pt x="128" y="4"/>
                  </a:lnTo>
                  <a:lnTo>
                    <a:pt x="128" y="4"/>
                  </a:lnTo>
                  <a:lnTo>
                    <a:pt x="121" y="0"/>
                  </a:lnTo>
                  <a:lnTo>
                    <a:pt x="116" y="0"/>
                  </a:lnTo>
                  <a:lnTo>
                    <a:pt x="109" y="1"/>
                  </a:lnTo>
                  <a:lnTo>
                    <a:pt x="103" y="4"/>
                  </a:lnTo>
                  <a:lnTo>
                    <a:pt x="103" y="29"/>
                  </a:lnTo>
                  <a:lnTo>
                    <a:pt x="113" y="39"/>
                  </a:lnTo>
                  <a:lnTo>
                    <a:pt x="103" y="34"/>
                  </a:lnTo>
                  <a:lnTo>
                    <a:pt x="103" y="59"/>
                  </a:lnTo>
                  <a:lnTo>
                    <a:pt x="110" y="48"/>
                  </a:lnTo>
                  <a:lnTo>
                    <a:pt x="110" y="48"/>
                  </a:lnTo>
                  <a:lnTo>
                    <a:pt x="110" y="46"/>
                  </a:lnTo>
                  <a:lnTo>
                    <a:pt x="110" y="42"/>
                  </a:lnTo>
                  <a:lnTo>
                    <a:pt x="120" y="48"/>
                  </a:lnTo>
                  <a:lnTo>
                    <a:pt x="120" y="48"/>
                  </a:lnTo>
                  <a:lnTo>
                    <a:pt x="121" y="50"/>
                  </a:lnTo>
                  <a:lnTo>
                    <a:pt x="121" y="52"/>
                  </a:lnTo>
                  <a:lnTo>
                    <a:pt x="121" y="54"/>
                  </a:lnTo>
                  <a:lnTo>
                    <a:pt x="121" y="57"/>
                  </a:lnTo>
                  <a:lnTo>
                    <a:pt x="103" y="82"/>
                  </a:lnTo>
                  <a:lnTo>
                    <a:pt x="103" y="89"/>
                  </a:lnTo>
                  <a:close/>
                  <a:moveTo>
                    <a:pt x="41" y="176"/>
                  </a:moveTo>
                  <a:lnTo>
                    <a:pt x="97" y="93"/>
                  </a:lnTo>
                  <a:lnTo>
                    <a:pt x="97" y="93"/>
                  </a:lnTo>
                  <a:lnTo>
                    <a:pt x="99" y="92"/>
                  </a:lnTo>
                  <a:lnTo>
                    <a:pt x="102" y="89"/>
                  </a:lnTo>
                  <a:lnTo>
                    <a:pt x="103" y="89"/>
                  </a:lnTo>
                  <a:lnTo>
                    <a:pt x="103" y="82"/>
                  </a:lnTo>
                  <a:lnTo>
                    <a:pt x="101" y="85"/>
                  </a:lnTo>
                  <a:lnTo>
                    <a:pt x="101" y="85"/>
                  </a:lnTo>
                  <a:lnTo>
                    <a:pt x="99" y="86"/>
                  </a:lnTo>
                  <a:lnTo>
                    <a:pt x="98" y="88"/>
                  </a:lnTo>
                  <a:lnTo>
                    <a:pt x="95" y="88"/>
                  </a:lnTo>
                  <a:lnTo>
                    <a:pt x="94" y="86"/>
                  </a:lnTo>
                  <a:lnTo>
                    <a:pt x="84" y="81"/>
                  </a:lnTo>
                  <a:lnTo>
                    <a:pt x="84" y="81"/>
                  </a:lnTo>
                  <a:lnTo>
                    <a:pt x="84" y="81"/>
                  </a:lnTo>
                  <a:lnTo>
                    <a:pt x="87" y="80"/>
                  </a:lnTo>
                  <a:lnTo>
                    <a:pt x="90" y="78"/>
                  </a:lnTo>
                  <a:lnTo>
                    <a:pt x="103" y="59"/>
                  </a:lnTo>
                  <a:lnTo>
                    <a:pt x="103" y="34"/>
                  </a:lnTo>
                  <a:lnTo>
                    <a:pt x="88" y="23"/>
                  </a:lnTo>
                  <a:lnTo>
                    <a:pt x="88" y="23"/>
                  </a:lnTo>
                  <a:lnTo>
                    <a:pt x="83" y="23"/>
                  </a:lnTo>
                  <a:lnTo>
                    <a:pt x="80" y="25"/>
                  </a:lnTo>
                  <a:lnTo>
                    <a:pt x="57" y="59"/>
                  </a:lnTo>
                  <a:lnTo>
                    <a:pt x="57" y="59"/>
                  </a:lnTo>
                  <a:lnTo>
                    <a:pt x="56" y="63"/>
                  </a:lnTo>
                  <a:lnTo>
                    <a:pt x="57" y="66"/>
                  </a:lnTo>
                  <a:lnTo>
                    <a:pt x="22" y="117"/>
                  </a:lnTo>
                  <a:lnTo>
                    <a:pt x="22" y="153"/>
                  </a:lnTo>
                  <a:lnTo>
                    <a:pt x="22" y="153"/>
                  </a:lnTo>
                  <a:lnTo>
                    <a:pt x="26" y="154"/>
                  </a:lnTo>
                  <a:lnTo>
                    <a:pt x="26" y="154"/>
                  </a:lnTo>
                  <a:lnTo>
                    <a:pt x="29" y="155"/>
                  </a:lnTo>
                  <a:lnTo>
                    <a:pt x="29" y="158"/>
                  </a:lnTo>
                  <a:lnTo>
                    <a:pt x="29" y="162"/>
                  </a:lnTo>
                  <a:lnTo>
                    <a:pt x="29" y="162"/>
                  </a:lnTo>
                  <a:lnTo>
                    <a:pt x="33" y="161"/>
                  </a:lnTo>
                  <a:lnTo>
                    <a:pt x="36" y="161"/>
                  </a:lnTo>
                  <a:lnTo>
                    <a:pt x="38" y="162"/>
                  </a:lnTo>
                  <a:lnTo>
                    <a:pt x="38" y="162"/>
                  </a:lnTo>
                  <a:lnTo>
                    <a:pt x="40" y="163"/>
                  </a:lnTo>
                  <a:lnTo>
                    <a:pt x="41" y="166"/>
                  </a:lnTo>
                  <a:lnTo>
                    <a:pt x="41" y="169"/>
                  </a:lnTo>
                  <a:lnTo>
                    <a:pt x="40" y="172"/>
                  </a:lnTo>
                  <a:lnTo>
                    <a:pt x="38" y="173"/>
                  </a:lnTo>
                  <a:lnTo>
                    <a:pt x="22" y="180"/>
                  </a:lnTo>
                  <a:lnTo>
                    <a:pt x="22" y="182"/>
                  </a:lnTo>
                  <a:lnTo>
                    <a:pt x="41" y="176"/>
                  </a:lnTo>
                  <a:lnTo>
                    <a:pt x="41" y="176"/>
                  </a:lnTo>
                  <a:close/>
                  <a:moveTo>
                    <a:pt x="103" y="4"/>
                  </a:moveTo>
                  <a:lnTo>
                    <a:pt x="103" y="29"/>
                  </a:lnTo>
                  <a:lnTo>
                    <a:pt x="91" y="17"/>
                  </a:lnTo>
                  <a:lnTo>
                    <a:pt x="97" y="9"/>
                  </a:lnTo>
                  <a:lnTo>
                    <a:pt x="97" y="9"/>
                  </a:lnTo>
                  <a:lnTo>
                    <a:pt x="103" y="4"/>
                  </a:lnTo>
                  <a:lnTo>
                    <a:pt x="103" y="4"/>
                  </a:lnTo>
                  <a:close/>
                  <a:moveTo>
                    <a:pt x="22" y="117"/>
                  </a:moveTo>
                  <a:lnTo>
                    <a:pt x="0" y="150"/>
                  </a:lnTo>
                  <a:lnTo>
                    <a:pt x="2" y="191"/>
                  </a:lnTo>
                  <a:lnTo>
                    <a:pt x="22" y="182"/>
                  </a:lnTo>
                  <a:lnTo>
                    <a:pt x="22" y="180"/>
                  </a:lnTo>
                  <a:lnTo>
                    <a:pt x="17" y="182"/>
                  </a:lnTo>
                  <a:lnTo>
                    <a:pt x="5" y="174"/>
                  </a:lnTo>
                  <a:lnTo>
                    <a:pt x="5" y="150"/>
                  </a:lnTo>
                  <a:lnTo>
                    <a:pt x="5" y="150"/>
                  </a:lnTo>
                  <a:lnTo>
                    <a:pt x="6" y="149"/>
                  </a:lnTo>
                  <a:lnTo>
                    <a:pt x="6" y="149"/>
                  </a:lnTo>
                  <a:lnTo>
                    <a:pt x="7" y="146"/>
                  </a:lnTo>
                  <a:lnTo>
                    <a:pt x="10" y="146"/>
                  </a:lnTo>
                  <a:lnTo>
                    <a:pt x="13" y="146"/>
                  </a:lnTo>
                  <a:lnTo>
                    <a:pt x="15" y="146"/>
                  </a:lnTo>
                  <a:lnTo>
                    <a:pt x="15" y="146"/>
                  </a:lnTo>
                  <a:lnTo>
                    <a:pt x="17" y="149"/>
                  </a:lnTo>
                  <a:lnTo>
                    <a:pt x="18" y="150"/>
                  </a:lnTo>
                  <a:lnTo>
                    <a:pt x="18" y="155"/>
                  </a:lnTo>
                  <a:lnTo>
                    <a:pt x="18" y="155"/>
                  </a:lnTo>
                  <a:lnTo>
                    <a:pt x="19" y="154"/>
                  </a:lnTo>
                  <a:lnTo>
                    <a:pt x="22" y="153"/>
                  </a:lnTo>
                  <a:lnTo>
                    <a:pt x="22" y="11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8" name="islíḋê">
              <a:extLst>
                <a:ext uri="{FF2B5EF4-FFF2-40B4-BE49-F238E27FC236}">
                  <a16:creationId xmlns:a16="http://schemas.microsoft.com/office/drawing/2014/main" id="{3875AA31-E898-4502-B125-99C84F8A117E}"/>
                </a:ext>
              </a:extLst>
            </p:cNvPr>
            <p:cNvSpPr/>
            <p:nvPr/>
          </p:nvSpPr>
          <p:spPr bwMode="auto">
            <a:xfrm>
              <a:off x="5046013" y="2096419"/>
              <a:ext cx="252457" cy="273973"/>
            </a:xfrm>
            <a:custGeom>
              <a:avLst/>
              <a:gdLst>
                <a:gd name="T0" fmla="*/ 138 w 176"/>
                <a:gd name="T1" fmla="*/ 88 h 191"/>
                <a:gd name="T2" fmla="*/ 132 w 176"/>
                <a:gd name="T3" fmla="*/ 138 h 191"/>
                <a:gd name="T4" fmla="*/ 150 w 176"/>
                <a:gd name="T5" fmla="*/ 143 h 191"/>
                <a:gd name="T6" fmla="*/ 147 w 176"/>
                <a:gd name="T7" fmla="*/ 151 h 191"/>
                <a:gd name="T8" fmla="*/ 132 w 176"/>
                <a:gd name="T9" fmla="*/ 36 h 191"/>
                <a:gd name="T10" fmla="*/ 150 w 176"/>
                <a:gd name="T11" fmla="*/ 26 h 191"/>
                <a:gd name="T12" fmla="*/ 135 w 176"/>
                <a:gd name="T13" fmla="*/ 47 h 191"/>
                <a:gd name="T14" fmla="*/ 146 w 176"/>
                <a:gd name="T15" fmla="*/ 88 h 191"/>
                <a:gd name="T16" fmla="*/ 174 w 176"/>
                <a:gd name="T17" fmla="*/ 85 h 191"/>
                <a:gd name="T18" fmla="*/ 150 w 176"/>
                <a:gd name="T19" fmla="*/ 92 h 191"/>
                <a:gd name="T20" fmla="*/ 88 w 176"/>
                <a:gd name="T21" fmla="*/ 39 h 191"/>
                <a:gd name="T22" fmla="*/ 115 w 176"/>
                <a:gd name="T23" fmla="*/ 46 h 191"/>
                <a:gd name="T24" fmla="*/ 132 w 176"/>
                <a:gd name="T25" fmla="*/ 109 h 191"/>
                <a:gd name="T26" fmla="*/ 115 w 176"/>
                <a:gd name="T27" fmla="*/ 128 h 191"/>
                <a:gd name="T28" fmla="*/ 111 w 176"/>
                <a:gd name="T29" fmla="*/ 180 h 191"/>
                <a:gd name="T30" fmla="*/ 90 w 176"/>
                <a:gd name="T31" fmla="*/ 191 h 191"/>
                <a:gd name="T32" fmla="*/ 105 w 176"/>
                <a:gd name="T33" fmla="*/ 126 h 191"/>
                <a:gd name="T34" fmla="*/ 122 w 176"/>
                <a:gd name="T35" fmla="*/ 107 h 191"/>
                <a:gd name="T36" fmla="*/ 124 w 176"/>
                <a:gd name="T37" fmla="*/ 73 h 191"/>
                <a:gd name="T38" fmla="*/ 104 w 176"/>
                <a:gd name="T39" fmla="*/ 51 h 191"/>
                <a:gd name="T40" fmla="*/ 88 w 176"/>
                <a:gd name="T41" fmla="*/ 39 h 191"/>
                <a:gd name="T42" fmla="*/ 127 w 176"/>
                <a:gd name="T43" fmla="*/ 43 h 191"/>
                <a:gd name="T44" fmla="*/ 132 w 176"/>
                <a:gd name="T45" fmla="*/ 36 h 191"/>
                <a:gd name="T46" fmla="*/ 128 w 176"/>
                <a:gd name="T47" fmla="*/ 128 h 191"/>
                <a:gd name="T48" fmla="*/ 132 w 176"/>
                <a:gd name="T49" fmla="*/ 127 h 191"/>
                <a:gd name="T50" fmla="*/ 92 w 176"/>
                <a:gd name="T51" fmla="*/ 1 h 191"/>
                <a:gd name="T52" fmla="*/ 88 w 176"/>
                <a:gd name="T53" fmla="*/ 30 h 191"/>
                <a:gd name="T54" fmla="*/ 80 w 176"/>
                <a:gd name="T55" fmla="*/ 191 h 191"/>
                <a:gd name="T56" fmla="*/ 62 w 176"/>
                <a:gd name="T57" fmla="*/ 176 h 191"/>
                <a:gd name="T58" fmla="*/ 55 w 176"/>
                <a:gd name="T59" fmla="*/ 124 h 191"/>
                <a:gd name="T60" fmla="*/ 44 w 176"/>
                <a:gd name="T61" fmla="*/ 67 h 191"/>
                <a:gd name="T62" fmla="*/ 67 w 176"/>
                <a:gd name="T63" fmla="*/ 43 h 191"/>
                <a:gd name="T64" fmla="*/ 88 w 176"/>
                <a:gd name="T65" fmla="*/ 49 h 191"/>
                <a:gd name="T66" fmla="*/ 61 w 176"/>
                <a:gd name="T67" fmla="*/ 61 h 191"/>
                <a:gd name="T68" fmla="*/ 50 w 176"/>
                <a:gd name="T69" fmla="*/ 88 h 191"/>
                <a:gd name="T70" fmla="*/ 69 w 176"/>
                <a:gd name="T71" fmla="*/ 120 h 191"/>
                <a:gd name="T72" fmla="*/ 88 w 176"/>
                <a:gd name="T73" fmla="*/ 147 h 191"/>
                <a:gd name="T74" fmla="*/ 88 w 176"/>
                <a:gd name="T75" fmla="*/ 30 h 191"/>
                <a:gd name="T76" fmla="*/ 84 w 176"/>
                <a:gd name="T77" fmla="*/ 26 h 191"/>
                <a:gd name="T78" fmla="*/ 88 w 176"/>
                <a:gd name="T79" fmla="*/ 0 h 191"/>
                <a:gd name="T80" fmla="*/ 47 w 176"/>
                <a:gd name="T81" fmla="*/ 135 h 191"/>
                <a:gd name="T82" fmla="*/ 44 w 176"/>
                <a:gd name="T83" fmla="*/ 138 h 191"/>
                <a:gd name="T84" fmla="*/ 47 w 176"/>
                <a:gd name="T85" fmla="*/ 47 h 191"/>
                <a:gd name="T86" fmla="*/ 44 w 176"/>
                <a:gd name="T87" fmla="*/ 108 h 191"/>
                <a:gd name="T88" fmla="*/ 40 w 176"/>
                <a:gd name="T89" fmla="*/ 77 h 191"/>
                <a:gd name="T90" fmla="*/ 44 w 176"/>
                <a:gd name="T91" fmla="*/ 49 h 191"/>
                <a:gd name="T92" fmla="*/ 25 w 176"/>
                <a:gd name="T93" fmla="*/ 31 h 191"/>
                <a:gd name="T94" fmla="*/ 32 w 176"/>
                <a:gd name="T95" fmla="*/ 26 h 191"/>
                <a:gd name="T96" fmla="*/ 32 w 176"/>
                <a:gd name="T97" fmla="*/ 150 h 191"/>
                <a:gd name="T98" fmla="*/ 24 w 176"/>
                <a:gd name="T99" fmla="*/ 147 h 191"/>
                <a:gd name="T100" fmla="*/ 44 w 176"/>
                <a:gd name="T101" fmla="*/ 127 h 191"/>
                <a:gd name="T102" fmla="*/ 25 w 176"/>
                <a:gd name="T103" fmla="*/ 84 h 191"/>
                <a:gd name="T104" fmla="*/ 25 w 176"/>
                <a:gd name="T105" fmla="*/ 92 h 191"/>
                <a:gd name="T106" fmla="*/ 0 w 176"/>
                <a:gd name="T107" fmla="*/ 8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1">
                  <a:moveTo>
                    <a:pt x="132" y="66"/>
                  </a:moveTo>
                  <a:lnTo>
                    <a:pt x="132" y="66"/>
                  </a:lnTo>
                  <a:lnTo>
                    <a:pt x="136" y="77"/>
                  </a:lnTo>
                  <a:lnTo>
                    <a:pt x="138" y="88"/>
                  </a:lnTo>
                  <a:lnTo>
                    <a:pt x="138" y="88"/>
                  </a:lnTo>
                  <a:lnTo>
                    <a:pt x="136" y="99"/>
                  </a:lnTo>
                  <a:lnTo>
                    <a:pt x="132" y="109"/>
                  </a:lnTo>
                  <a:lnTo>
                    <a:pt x="132" y="66"/>
                  </a:lnTo>
                  <a:lnTo>
                    <a:pt x="132" y="66"/>
                  </a:lnTo>
                  <a:close/>
                  <a:moveTo>
                    <a:pt x="132" y="138"/>
                  </a:moveTo>
                  <a:lnTo>
                    <a:pt x="132" y="127"/>
                  </a:lnTo>
                  <a:lnTo>
                    <a:pt x="132" y="127"/>
                  </a:lnTo>
                  <a:lnTo>
                    <a:pt x="135" y="128"/>
                  </a:lnTo>
                  <a:lnTo>
                    <a:pt x="135" y="128"/>
                  </a:lnTo>
                  <a:lnTo>
                    <a:pt x="150" y="143"/>
                  </a:lnTo>
                  <a:lnTo>
                    <a:pt x="150" y="143"/>
                  </a:lnTo>
                  <a:lnTo>
                    <a:pt x="151" y="147"/>
                  </a:lnTo>
                  <a:lnTo>
                    <a:pt x="150" y="150"/>
                  </a:lnTo>
                  <a:lnTo>
                    <a:pt x="150" y="150"/>
                  </a:lnTo>
                  <a:lnTo>
                    <a:pt x="147" y="151"/>
                  </a:lnTo>
                  <a:lnTo>
                    <a:pt x="145" y="150"/>
                  </a:lnTo>
                  <a:lnTo>
                    <a:pt x="132" y="138"/>
                  </a:lnTo>
                  <a:lnTo>
                    <a:pt x="132" y="138"/>
                  </a:lnTo>
                  <a:close/>
                  <a:moveTo>
                    <a:pt x="132" y="49"/>
                  </a:moveTo>
                  <a:lnTo>
                    <a:pt x="132" y="36"/>
                  </a:lnTo>
                  <a:lnTo>
                    <a:pt x="145" y="26"/>
                  </a:lnTo>
                  <a:lnTo>
                    <a:pt x="145" y="26"/>
                  </a:lnTo>
                  <a:lnTo>
                    <a:pt x="147" y="24"/>
                  </a:lnTo>
                  <a:lnTo>
                    <a:pt x="150" y="26"/>
                  </a:lnTo>
                  <a:lnTo>
                    <a:pt x="150" y="26"/>
                  </a:lnTo>
                  <a:lnTo>
                    <a:pt x="151" y="28"/>
                  </a:lnTo>
                  <a:lnTo>
                    <a:pt x="150" y="31"/>
                  </a:lnTo>
                  <a:lnTo>
                    <a:pt x="135" y="47"/>
                  </a:lnTo>
                  <a:lnTo>
                    <a:pt x="135" y="47"/>
                  </a:lnTo>
                  <a:lnTo>
                    <a:pt x="135" y="47"/>
                  </a:lnTo>
                  <a:lnTo>
                    <a:pt x="132" y="49"/>
                  </a:lnTo>
                  <a:lnTo>
                    <a:pt x="132" y="49"/>
                  </a:lnTo>
                  <a:close/>
                  <a:moveTo>
                    <a:pt x="146" y="88"/>
                  </a:moveTo>
                  <a:lnTo>
                    <a:pt x="146" y="88"/>
                  </a:lnTo>
                  <a:lnTo>
                    <a:pt x="146" y="88"/>
                  </a:lnTo>
                  <a:lnTo>
                    <a:pt x="147" y="85"/>
                  </a:lnTo>
                  <a:lnTo>
                    <a:pt x="150" y="84"/>
                  </a:lnTo>
                  <a:lnTo>
                    <a:pt x="172" y="84"/>
                  </a:lnTo>
                  <a:lnTo>
                    <a:pt x="172" y="84"/>
                  </a:lnTo>
                  <a:lnTo>
                    <a:pt x="174" y="85"/>
                  </a:lnTo>
                  <a:lnTo>
                    <a:pt x="176" y="88"/>
                  </a:lnTo>
                  <a:lnTo>
                    <a:pt x="176" y="88"/>
                  </a:lnTo>
                  <a:lnTo>
                    <a:pt x="174" y="91"/>
                  </a:lnTo>
                  <a:lnTo>
                    <a:pt x="172" y="92"/>
                  </a:lnTo>
                  <a:lnTo>
                    <a:pt x="150" y="92"/>
                  </a:lnTo>
                  <a:lnTo>
                    <a:pt x="150" y="92"/>
                  </a:lnTo>
                  <a:lnTo>
                    <a:pt x="147" y="91"/>
                  </a:lnTo>
                  <a:lnTo>
                    <a:pt x="146" y="88"/>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32" y="109"/>
                  </a:lnTo>
                  <a:lnTo>
                    <a:pt x="128" y="115"/>
                  </a:lnTo>
                  <a:lnTo>
                    <a:pt x="124" y="120"/>
                  </a:lnTo>
                  <a:lnTo>
                    <a:pt x="120" y="124"/>
                  </a:lnTo>
                  <a:lnTo>
                    <a:pt x="115" y="128"/>
                  </a:lnTo>
                  <a:lnTo>
                    <a:pt x="115" y="166"/>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6"/>
                  </a:lnTo>
                  <a:lnTo>
                    <a:pt x="105" y="123"/>
                  </a:lnTo>
                  <a:lnTo>
                    <a:pt x="108" y="122"/>
                  </a:lnTo>
                  <a:lnTo>
                    <a:pt x="108" y="122"/>
                  </a:lnTo>
                  <a:lnTo>
                    <a:pt x="115" y="115"/>
                  </a:lnTo>
                  <a:lnTo>
                    <a:pt x="122" y="107"/>
                  </a:lnTo>
                  <a:lnTo>
                    <a:pt x="126" y="99"/>
                  </a:lnTo>
                  <a:lnTo>
                    <a:pt x="127" y="88"/>
                  </a:lnTo>
                  <a:lnTo>
                    <a:pt x="127" y="88"/>
                  </a:lnTo>
                  <a:lnTo>
                    <a:pt x="126" y="80"/>
                  </a:lnTo>
                  <a:lnTo>
                    <a:pt x="124" y="73"/>
                  </a:lnTo>
                  <a:lnTo>
                    <a:pt x="120" y="66"/>
                  </a:lnTo>
                  <a:lnTo>
                    <a:pt x="116" y="61"/>
                  </a:lnTo>
                  <a:lnTo>
                    <a:pt x="116" y="61"/>
                  </a:lnTo>
                  <a:lnTo>
                    <a:pt x="109" y="55"/>
                  </a:lnTo>
                  <a:lnTo>
                    <a:pt x="104" y="51"/>
                  </a:lnTo>
                  <a:lnTo>
                    <a:pt x="96" y="50"/>
                  </a:lnTo>
                  <a:lnTo>
                    <a:pt x="88" y="49"/>
                  </a:lnTo>
                  <a:lnTo>
                    <a:pt x="88" y="49"/>
                  </a:lnTo>
                  <a:lnTo>
                    <a:pt x="88" y="39"/>
                  </a:lnTo>
                  <a:lnTo>
                    <a:pt x="88" y="39"/>
                  </a:lnTo>
                  <a:lnTo>
                    <a:pt x="88" y="39"/>
                  </a:lnTo>
                  <a:close/>
                  <a:moveTo>
                    <a:pt x="132" y="36"/>
                  </a:moveTo>
                  <a:lnTo>
                    <a:pt x="128" y="40"/>
                  </a:lnTo>
                  <a:lnTo>
                    <a:pt x="128" y="40"/>
                  </a:lnTo>
                  <a:lnTo>
                    <a:pt x="127" y="43"/>
                  </a:lnTo>
                  <a:lnTo>
                    <a:pt x="128" y="47"/>
                  </a:lnTo>
                  <a:lnTo>
                    <a:pt x="128" y="47"/>
                  </a:lnTo>
                  <a:lnTo>
                    <a:pt x="130" y="49"/>
                  </a:lnTo>
                  <a:lnTo>
                    <a:pt x="132" y="49"/>
                  </a:lnTo>
                  <a:lnTo>
                    <a:pt x="132" y="36"/>
                  </a:lnTo>
                  <a:lnTo>
                    <a:pt x="132" y="36"/>
                  </a:lnTo>
                  <a:close/>
                  <a:moveTo>
                    <a:pt x="132" y="127"/>
                  </a:moveTo>
                  <a:lnTo>
                    <a:pt x="132" y="127"/>
                  </a:lnTo>
                  <a:lnTo>
                    <a:pt x="130" y="127"/>
                  </a:lnTo>
                  <a:lnTo>
                    <a:pt x="128" y="128"/>
                  </a:lnTo>
                  <a:lnTo>
                    <a:pt x="128" y="128"/>
                  </a:lnTo>
                  <a:lnTo>
                    <a:pt x="127" y="131"/>
                  </a:lnTo>
                  <a:lnTo>
                    <a:pt x="128" y="135"/>
                  </a:lnTo>
                  <a:lnTo>
                    <a:pt x="132" y="138"/>
                  </a:lnTo>
                  <a:lnTo>
                    <a:pt x="132" y="127"/>
                  </a:lnTo>
                  <a:lnTo>
                    <a:pt x="132" y="127"/>
                  </a:lnTo>
                  <a:close/>
                  <a:moveTo>
                    <a:pt x="88" y="30"/>
                  </a:moveTo>
                  <a:lnTo>
                    <a:pt x="88" y="0"/>
                  </a:lnTo>
                  <a:lnTo>
                    <a:pt x="88" y="0"/>
                  </a:lnTo>
                  <a:lnTo>
                    <a:pt x="92" y="1"/>
                  </a:lnTo>
                  <a:lnTo>
                    <a:pt x="92" y="4"/>
                  </a:lnTo>
                  <a:lnTo>
                    <a:pt x="92" y="26"/>
                  </a:lnTo>
                  <a:lnTo>
                    <a:pt x="92" y="26"/>
                  </a:lnTo>
                  <a:lnTo>
                    <a:pt x="92" y="28"/>
                  </a:lnTo>
                  <a:lnTo>
                    <a:pt x="88" y="30"/>
                  </a:lnTo>
                  <a:lnTo>
                    <a:pt x="88" y="30"/>
                  </a:lnTo>
                  <a:close/>
                  <a:moveTo>
                    <a:pt x="88" y="191"/>
                  </a:moveTo>
                  <a:lnTo>
                    <a:pt x="85" y="191"/>
                  </a:lnTo>
                  <a:lnTo>
                    <a:pt x="85" y="191"/>
                  </a:lnTo>
                  <a:lnTo>
                    <a:pt x="80" y="191"/>
                  </a:lnTo>
                  <a:lnTo>
                    <a:pt x="76" y="189"/>
                  </a:lnTo>
                  <a:lnTo>
                    <a:pt x="71" y="187"/>
                  </a:lnTo>
                  <a:lnTo>
                    <a:pt x="67" y="184"/>
                  </a:lnTo>
                  <a:lnTo>
                    <a:pt x="65" y="180"/>
                  </a:lnTo>
                  <a:lnTo>
                    <a:pt x="62" y="176"/>
                  </a:lnTo>
                  <a:lnTo>
                    <a:pt x="61" y="172"/>
                  </a:lnTo>
                  <a:lnTo>
                    <a:pt x="61" y="166"/>
                  </a:lnTo>
                  <a:lnTo>
                    <a:pt x="61" y="128"/>
                  </a:lnTo>
                  <a:lnTo>
                    <a:pt x="61" y="128"/>
                  </a:lnTo>
                  <a:lnTo>
                    <a:pt x="55" y="124"/>
                  </a:lnTo>
                  <a:lnTo>
                    <a:pt x="51" y="119"/>
                  </a:lnTo>
                  <a:lnTo>
                    <a:pt x="47" y="114"/>
                  </a:lnTo>
                  <a:lnTo>
                    <a:pt x="44" y="108"/>
                  </a:lnTo>
                  <a:lnTo>
                    <a:pt x="44" y="67"/>
                  </a:lnTo>
                  <a:lnTo>
                    <a:pt x="44" y="67"/>
                  </a:lnTo>
                  <a:lnTo>
                    <a:pt x="47" y="61"/>
                  </a:lnTo>
                  <a:lnTo>
                    <a:pt x="51" y="55"/>
                  </a:lnTo>
                  <a:lnTo>
                    <a:pt x="57" y="51"/>
                  </a:lnTo>
                  <a:lnTo>
                    <a:pt x="62" y="47"/>
                  </a:lnTo>
                  <a:lnTo>
                    <a:pt x="67" y="43"/>
                  </a:lnTo>
                  <a:lnTo>
                    <a:pt x="74" y="40"/>
                  </a:lnTo>
                  <a:lnTo>
                    <a:pt x="81" y="39"/>
                  </a:lnTo>
                  <a:lnTo>
                    <a:pt x="88" y="39"/>
                  </a:lnTo>
                  <a:lnTo>
                    <a:pt x="88" y="49"/>
                  </a:lnTo>
                  <a:lnTo>
                    <a:pt x="88" y="49"/>
                  </a:lnTo>
                  <a:lnTo>
                    <a:pt x="81" y="50"/>
                  </a:lnTo>
                  <a:lnTo>
                    <a:pt x="73" y="51"/>
                  </a:lnTo>
                  <a:lnTo>
                    <a:pt x="66" y="55"/>
                  </a:lnTo>
                  <a:lnTo>
                    <a:pt x="61" y="61"/>
                  </a:lnTo>
                  <a:lnTo>
                    <a:pt x="61" y="61"/>
                  </a:lnTo>
                  <a:lnTo>
                    <a:pt x="57" y="66"/>
                  </a:lnTo>
                  <a:lnTo>
                    <a:pt x="53" y="73"/>
                  </a:lnTo>
                  <a:lnTo>
                    <a:pt x="50" y="80"/>
                  </a:lnTo>
                  <a:lnTo>
                    <a:pt x="50" y="88"/>
                  </a:lnTo>
                  <a:lnTo>
                    <a:pt x="50" y="88"/>
                  </a:lnTo>
                  <a:lnTo>
                    <a:pt x="51" y="97"/>
                  </a:lnTo>
                  <a:lnTo>
                    <a:pt x="55" y="107"/>
                  </a:lnTo>
                  <a:lnTo>
                    <a:pt x="61" y="115"/>
                  </a:lnTo>
                  <a:lnTo>
                    <a:pt x="69" y="120"/>
                  </a:lnTo>
                  <a:lnTo>
                    <a:pt x="69" y="120"/>
                  </a:lnTo>
                  <a:lnTo>
                    <a:pt x="69" y="120"/>
                  </a:lnTo>
                  <a:lnTo>
                    <a:pt x="70" y="123"/>
                  </a:lnTo>
                  <a:lnTo>
                    <a:pt x="70" y="126"/>
                  </a:lnTo>
                  <a:lnTo>
                    <a:pt x="70" y="147"/>
                  </a:lnTo>
                  <a:lnTo>
                    <a:pt x="88" y="147"/>
                  </a:lnTo>
                  <a:lnTo>
                    <a:pt x="88" y="191"/>
                  </a:lnTo>
                  <a:lnTo>
                    <a:pt x="88" y="191"/>
                  </a:lnTo>
                  <a:close/>
                  <a:moveTo>
                    <a:pt x="88" y="0"/>
                  </a:moveTo>
                  <a:lnTo>
                    <a:pt x="88" y="30"/>
                  </a:lnTo>
                  <a:lnTo>
                    <a:pt x="88" y="30"/>
                  </a:lnTo>
                  <a:lnTo>
                    <a:pt x="88" y="30"/>
                  </a:lnTo>
                  <a:lnTo>
                    <a:pt x="88" y="30"/>
                  </a:lnTo>
                  <a:lnTo>
                    <a:pt x="88" y="30"/>
                  </a:lnTo>
                  <a:lnTo>
                    <a:pt x="85" y="28"/>
                  </a:lnTo>
                  <a:lnTo>
                    <a:pt x="84" y="26"/>
                  </a:lnTo>
                  <a:lnTo>
                    <a:pt x="84" y="4"/>
                  </a:lnTo>
                  <a:lnTo>
                    <a:pt x="84" y="4"/>
                  </a:lnTo>
                  <a:lnTo>
                    <a:pt x="85" y="1"/>
                  </a:lnTo>
                  <a:lnTo>
                    <a:pt x="88" y="0"/>
                  </a:lnTo>
                  <a:lnTo>
                    <a:pt x="88" y="0"/>
                  </a:lnTo>
                  <a:lnTo>
                    <a:pt x="88" y="0"/>
                  </a:lnTo>
                  <a:lnTo>
                    <a:pt x="88" y="0"/>
                  </a:lnTo>
                  <a:close/>
                  <a:moveTo>
                    <a:pt x="44" y="138"/>
                  </a:moveTo>
                  <a:lnTo>
                    <a:pt x="47" y="135"/>
                  </a:lnTo>
                  <a:lnTo>
                    <a:pt x="47" y="135"/>
                  </a:lnTo>
                  <a:lnTo>
                    <a:pt x="48" y="131"/>
                  </a:lnTo>
                  <a:lnTo>
                    <a:pt x="47" y="128"/>
                  </a:lnTo>
                  <a:lnTo>
                    <a:pt x="47" y="128"/>
                  </a:lnTo>
                  <a:lnTo>
                    <a:pt x="44" y="127"/>
                  </a:lnTo>
                  <a:lnTo>
                    <a:pt x="44" y="138"/>
                  </a:lnTo>
                  <a:lnTo>
                    <a:pt x="44" y="138"/>
                  </a:lnTo>
                  <a:close/>
                  <a:moveTo>
                    <a:pt x="44" y="49"/>
                  </a:moveTo>
                  <a:lnTo>
                    <a:pt x="44" y="49"/>
                  </a:lnTo>
                  <a:lnTo>
                    <a:pt x="47" y="47"/>
                  </a:lnTo>
                  <a:lnTo>
                    <a:pt x="47" y="47"/>
                  </a:lnTo>
                  <a:lnTo>
                    <a:pt x="48" y="43"/>
                  </a:lnTo>
                  <a:lnTo>
                    <a:pt x="47" y="40"/>
                  </a:lnTo>
                  <a:lnTo>
                    <a:pt x="44" y="38"/>
                  </a:lnTo>
                  <a:lnTo>
                    <a:pt x="44" y="49"/>
                  </a:lnTo>
                  <a:close/>
                  <a:moveTo>
                    <a:pt x="44" y="108"/>
                  </a:moveTo>
                  <a:lnTo>
                    <a:pt x="44" y="108"/>
                  </a:lnTo>
                  <a:lnTo>
                    <a:pt x="40" y="99"/>
                  </a:lnTo>
                  <a:lnTo>
                    <a:pt x="39" y="88"/>
                  </a:lnTo>
                  <a:lnTo>
                    <a:pt x="39" y="88"/>
                  </a:lnTo>
                  <a:lnTo>
                    <a:pt x="40" y="77"/>
                  </a:lnTo>
                  <a:lnTo>
                    <a:pt x="44" y="67"/>
                  </a:lnTo>
                  <a:lnTo>
                    <a:pt x="44" y="108"/>
                  </a:lnTo>
                  <a:lnTo>
                    <a:pt x="44" y="108"/>
                  </a:lnTo>
                  <a:close/>
                  <a:moveTo>
                    <a:pt x="44" y="38"/>
                  </a:moveTo>
                  <a:lnTo>
                    <a:pt x="44" y="49"/>
                  </a:lnTo>
                  <a:lnTo>
                    <a:pt x="44" y="49"/>
                  </a:lnTo>
                  <a:lnTo>
                    <a:pt x="40" y="47"/>
                  </a:lnTo>
                  <a:lnTo>
                    <a:pt x="40" y="47"/>
                  </a:lnTo>
                  <a:lnTo>
                    <a:pt x="25" y="31"/>
                  </a:lnTo>
                  <a:lnTo>
                    <a:pt x="25" y="31"/>
                  </a:lnTo>
                  <a:lnTo>
                    <a:pt x="24" y="28"/>
                  </a:lnTo>
                  <a:lnTo>
                    <a:pt x="25" y="26"/>
                  </a:lnTo>
                  <a:lnTo>
                    <a:pt x="25" y="26"/>
                  </a:lnTo>
                  <a:lnTo>
                    <a:pt x="28" y="24"/>
                  </a:lnTo>
                  <a:lnTo>
                    <a:pt x="32" y="26"/>
                  </a:lnTo>
                  <a:lnTo>
                    <a:pt x="44" y="38"/>
                  </a:lnTo>
                  <a:lnTo>
                    <a:pt x="44" y="38"/>
                  </a:lnTo>
                  <a:close/>
                  <a:moveTo>
                    <a:pt x="44" y="127"/>
                  </a:moveTo>
                  <a:lnTo>
                    <a:pt x="44" y="138"/>
                  </a:lnTo>
                  <a:lnTo>
                    <a:pt x="32" y="150"/>
                  </a:lnTo>
                  <a:lnTo>
                    <a:pt x="32" y="150"/>
                  </a:lnTo>
                  <a:lnTo>
                    <a:pt x="28" y="151"/>
                  </a:lnTo>
                  <a:lnTo>
                    <a:pt x="25" y="150"/>
                  </a:lnTo>
                  <a:lnTo>
                    <a:pt x="25" y="150"/>
                  </a:lnTo>
                  <a:lnTo>
                    <a:pt x="24" y="147"/>
                  </a:lnTo>
                  <a:lnTo>
                    <a:pt x="25" y="143"/>
                  </a:lnTo>
                  <a:lnTo>
                    <a:pt x="40" y="128"/>
                  </a:lnTo>
                  <a:lnTo>
                    <a:pt x="40" y="128"/>
                  </a:lnTo>
                  <a:lnTo>
                    <a:pt x="40" y="128"/>
                  </a:lnTo>
                  <a:lnTo>
                    <a:pt x="44" y="127"/>
                  </a:lnTo>
                  <a:lnTo>
                    <a:pt x="44" y="127"/>
                  </a:lnTo>
                  <a:close/>
                  <a:moveTo>
                    <a:pt x="4" y="84"/>
                  </a:moveTo>
                  <a:lnTo>
                    <a:pt x="4" y="84"/>
                  </a:lnTo>
                  <a:lnTo>
                    <a:pt x="25" y="84"/>
                  </a:lnTo>
                  <a:lnTo>
                    <a:pt x="25" y="84"/>
                  </a:lnTo>
                  <a:lnTo>
                    <a:pt x="29" y="85"/>
                  </a:lnTo>
                  <a:lnTo>
                    <a:pt x="31" y="88"/>
                  </a:lnTo>
                  <a:lnTo>
                    <a:pt x="31" y="88"/>
                  </a:lnTo>
                  <a:lnTo>
                    <a:pt x="29" y="91"/>
                  </a:lnTo>
                  <a:lnTo>
                    <a:pt x="25" y="92"/>
                  </a:lnTo>
                  <a:lnTo>
                    <a:pt x="4" y="92"/>
                  </a:lnTo>
                  <a:lnTo>
                    <a:pt x="4" y="92"/>
                  </a:lnTo>
                  <a:lnTo>
                    <a:pt x="1" y="91"/>
                  </a:lnTo>
                  <a:lnTo>
                    <a:pt x="0" y="88"/>
                  </a:lnTo>
                  <a:lnTo>
                    <a:pt x="0" y="88"/>
                  </a:lnTo>
                  <a:lnTo>
                    <a:pt x="1" y="85"/>
                  </a:lnTo>
                  <a:lnTo>
                    <a:pt x="4" y="84"/>
                  </a:lnTo>
                  <a:lnTo>
                    <a:pt x="4" y="84"/>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59" name="íṣļîďê">
              <a:extLst>
                <a:ext uri="{FF2B5EF4-FFF2-40B4-BE49-F238E27FC236}">
                  <a16:creationId xmlns:a16="http://schemas.microsoft.com/office/drawing/2014/main" id="{C2E57307-7BDB-4C9F-A1D7-7472C8E63E81}"/>
                </a:ext>
              </a:extLst>
            </p:cNvPr>
            <p:cNvSpPr/>
            <p:nvPr/>
          </p:nvSpPr>
          <p:spPr bwMode="auto">
            <a:xfrm>
              <a:off x="6177769" y="1723471"/>
              <a:ext cx="378687" cy="547948"/>
            </a:xfrm>
            <a:custGeom>
              <a:avLst/>
              <a:gdLst>
                <a:gd name="T0" fmla="*/ 209550 w 264"/>
                <a:gd name="T1" fmla="*/ 11113 h 382"/>
                <a:gd name="T2" fmla="*/ 222250 w 264"/>
                <a:gd name="T3" fmla="*/ 200025 h 382"/>
                <a:gd name="T4" fmla="*/ 247650 w 264"/>
                <a:gd name="T5" fmla="*/ 203200 h 382"/>
                <a:gd name="T6" fmla="*/ 295275 w 264"/>
                <a:gd name="T7" fmla="*/ 225425 h 382"/>
                <a:gd name="T8" fmla="*/ 327025 w 264"/>
                <a:gd name="T9" fmla="*/ 263525 h 382"/>
                <a:gd name="T10" fmla="*/ 346075 w 264"/>
                <a:gd name="T11" fmla="*/ 311150 h 382"/>
                <a:gd name="T12" fmla="*/ 349250 w 264"/>
                <a:gd name="T13" fmla="*/ 336550 h 382"/>
                <a:gd name="T14" fmla="*/ 349250 w 264"/>
                <a:gd name="T15" fmla="*/ 352425 h 382"/>
                <a:gd name="T16" fmla="*/ 341313 w 264"/>
                <a:gd name="T17" fmla="*/ 379413 h 382"/>
                <a:gd name="T18" fmla="*/ 333375 w 264"/>
                <a:gd name="T19" fmla="*/ 403225 h 382"/>
                <a:gd name="T20" fmla="*/ 307975 w 264"/>
                <a:gd name="T21" fmla="*/ 436563 h 382"/>
                <a:gd name="T22" fmla="*/ 276225 w 264"/>
                <a:gd name="T23" fmla="*/ 460375 h 382"/>
                <a:gd name="T24" fmla="*/ 252413 w 264"/>
                <a:gd name="T25" fmla="*/ 469900 h 382"/>
                <a:gd name="T26" fmla="*/ 223838 w 264"/>
                <a:gd name="T27" fmla="*/ 476250 h 382"/>
                <a:gd name="T28" fmla="*/ 209550 w 264"/>
                <a:gd name="T29" fmla="*/ 476250 h 382"/>
                <a:gd name="T30" fmla="*/ 209550 w 264"/>
                <a:gd name="T31" fmla="*/ 519113 h 382"/>
                <a:gd name="T32" fmla="*/ 228600 w 264"/>
                <a:gd name="T33" fmla="*/ 528638 h 382"/>
                <a:gd name="T34" fmla="*/ 236538 w 264"/>
                <a:gd name="T35" fmla="*/ 547688 h 382"/>
                <a:gd name="T36" fmla="*/ 234950 w 264"/>
                <a:gd name="T37" fmla="*/ 560388 h 382"/>
                <a:gd name="T38" fmla="*/ 219075 w 264"/>
                <a:gd name="T39" fmla="*/ 576263 h 382"/>
                <a:gd name="T40" fmla="*/ 209550 w 264"/>
                <a:gd name="T41" fmla="*/ 606425 h 382"/>
                <a:gd name="T42" fmla="*/ 361950 w 264"/>
                <a:gd name="T43" fmla="*/ 573088 h 382"/>
                <a:gd name="T44" fmla="*/ 361950 w 264"/>
                <a:gd name="T45" fmla="*/ 566738 h 382"/>
                <a:gd name="T46" fmla="*/ 350838 w 264"/>
                <a:gd name="T47" fmla="*/ 554038 h 382"/>
                <a:gd name="T48" fmla="*/ 319088 w 264"/>
                <a:gd name="T49" fmla="*/ 539750 h 382"/>
                <a:gd name="T50" fmla="*/ 288925 w 264"/>
                <a:gd name="T51" fmla="*/ 533400 h 382"/>
                <a:gd name="T52" fmla="*/ 339725 w 264"/>
                <a:gd name="T53" fmla="*/ 500063 h 382"/>
                <a:gd name="T54" fmla="*/ 382588 w 264"/>
                <a:gd name="T55" fmla="*/ 455613 h 382"/>
                <a:gd name="T56" fmla="*/ 407988 w 264"/>
                <a:gd name="T57" fmla="*/ 401638 h 382"/>
                <a:gd name="T58" fmla="*/ 419100 w 264"/>
                <a:gd name="T59" fmla="*/ 336550 h 382"/>
                <a:gd name="T60" fmla="*/ 417513 w 264"/>
                <a:gd name="T61" fmla="*/ 317500 h 382"/>
                <a:gd name="T62" fmla="*/ 411163 w 264"/>
                <a:gd name="T63" fmla="*/ 280988 h 382"/>
                <a:gd name="T64" fmla="*/ 398463 w 264"/>
                <a:gd name="T65" fmla="*/ 247650 h 382"/>
                <a:gd name="T66" fmla="*/ 381000 w 264"/>
                <a:gd name="T67" fmla="*/ 217488 h 382"/>
                <a:gd name="T68" fmla="*/ 357188 w 264"/>
                <a:gd name="T69" fmla="*/ 188913 h 382"/>
                <a:gd name="T70" fmla="*/ 328613 w 264"/>
                <a:gd name="T71" fmla="*/ 165100 h 382"/>
                <a:gd name="T72" fmla="*/ 296863 w 264"/>
                <a:gd name="T73" fmla="*/ 147638 h 382"/>
                <a:gd name="T74" fmla="*/ 261938 w 264"/>
                <a:gd name="T75" fmla="*/ 134938 h 382"/>
                <a:gd name="T76" fmla="*/ 276225 w 264"/>
                <a:gd name="T77" fmla="*/ 31750 h 382"/>
                <a:gd name="T78" fmla="*/ 176213 w 264"/>
                <a:gd name="T79" fmla="*/ 0 h 382"/>
                <a:gd name="T80" fmla="*/ 187325 w 264"/>
                <a:gd name="T81" fmla="*/ 309563 h 382"/>
                <a:gd name="T82" fmla="*/ 209550 w 264"/>
                <a:gd name="T83" fmla="*/ 11113 h 382"/>
                <a:gd name="T84" fmla="*/ 209550 w 264"/>
                <a:gd name="T85" fmla="*/ 476250 h 382"/>
                <a:gd name="T86" fmla="*/ 187325 w 264"/>
                <a:gd name="T87" fmla="*/ 474663 h 382"/>
                <a:gd name="T88" fmla="*/ 146050 w 264"/>
                <a:gd name="T89" fmla="*/ 461963 h 382"/>
                <a:gd name="T90" fmla="*/ 188913 w 264"/>
                <a:gd name="T91" fmla="*/ 450850 h 382"/>
                <a:gd name="T92" fmla="*/ 92075 w 264"/>
                <a:gd name="T93" fmla="*/ 412750 h 382"/>
                <a:gd name="T94" fmla="*/ 0 w 264"/>
                <a:gd name="T95" fmla="*/ 412750 h 382"/>
                <a:gd name="T96" fmla="*/ 34925 w 264"/>
                <a:gd name="T97" fmla="*/ 450850 h 382"/>
                <a:gd name="T98" fmla="*/ 53975 w 264"/>
                <a:gd name="T99" fmla="*/ 476250 h 382"/>
                <a:gd name="T100" fmla="*/ 103188 w 264"/>
                <a:gd name="T101" fmla="*/ 517525 h 382"/>
                <a:gd name="T102" fmla="*/ 131763 w 264"/>
                <a:gd name="T103" fmla="*/ 533400 h 382"/>
                <a:gd name="T104" fmla="*/ 77788 w 264"/>
                <a:gd name="T105" fmla="*/ 547688 h 382"/>
                <a:gd name="T106" fmla="*/ 61913 w 264"/>
                <a:gd name="T107" fmla="*/ 560388 h 382"/>
                <a:gd name="T108" fmla="*/ 55563 w 264"/>
                <a:gd name="T109" fmla="*/ 573088 h 382"/>
                <a:gd name="T110" fmla="*/ 209550 w 264"/>
                <a:gd name="T111" fmla="*/ 606425 h 382"/>
                <a:gd name="T112" fmla="*/ 209550 w 264"/>
                <a:gd name="T113" fmla="*/ 577850 h 382"/>
                <a:gd name="T114" fmla="*/ 188913 w 264"/>
                <a:gd name="T115" fmla="*/ 569913 h 382"/>
                <a:gd name="T116" fmla="*/ 180975 w 264"/>
                <a:gd name="T117" fmla="*/ 547688 h 382"/>
                <a:gd name="T118" fmla="*/ 182563 w 264"/>
                <a:gd name="T119" fmla="*/ 536575 h 382"/>
                <a:gd name="T120" fmla="*/ 198438 w 264"/>
                <a:gd name="T121" fmla="*/ 522288 h 382"/>
                <a:gd name="T122" fmla="*/ 209550 w 264"/>
                <a:gd name="T123" fmla="*/ 476250 h 3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64" h="382">
                  <a:moveTo>
                    <a:pt x="174" y="20"/>
                  </a:moveTo>
                  <a:lnTo>
                    <a:pt x="132" y="7"/>
                  </a:lnTo>
                  <a:lnTo>
                    <a:pt x="132" y="151"/>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27"/>
                  </a:lnTo>
                  <a:lnTo>
                    <a:pt x="138" y="329"/>
                  </a:lnTo>
                  <a:lnTo>
                    <a:pt x="144" y="333"/>
                  </a:lnTo>
                  <a:lnTo>
                    <a:pt x="148" y="338"/>
                  </a:lnTo>
                  <a:lnTo>
                    <a:pt x="149" y="345"/>
                  </a:lnTo>
                  <a:lnTo>
                    <a:pt x="148" y="353"/>
                  </a:lnTo>
                  <a:lnTo>
                    <a:pt x="144" y="359"/>
                  </a:lnTo>
                  <a:lnTo>
                    <a:pt x="138" y="363"/>
                  </a:lnTo>
                  <a:lnTo>
                    <a:pt x="132" y="364"/>
                  </a:lnTo>
                  <a:lnTo>
                    <a:pt x="132" y="382"/>
                  </a:lnTo>
                  <a:lnTo>
                    <a:pt x="228" y="382"/>
                  </a:lnTo>
                  <a:lnTo>
                    <a:pt x="228" y="361"/>
                  </a:lnTo>
                  <a:lnTo>
                    <a:pt x="228" y="357"/>
                  </a:lnTo>
                  <a:lnTo>
                    <a:pt x="225" y="353"/>
                  </a:lnTo>
                  <a:lnTo>
                    <a:pt x="221" y="349"/>
                  </a:lnTo>
                  <a:lnTo>
                    <a:pt x="215" y="345"/>
                  </a:lnTo>
                  <a:lnTo>
                    <a:pt x="201" y="340"/>
                  </a:lnTo>
                  <a:lnTo>
                    <a:pt x="182" y="336"/>
                  </a:lnTo>
                  <a:lnTo>
                    <a:pt x="199" y="326"/>
                  </a:lnTo>
                  <a:lnTo>
                    <a:pt x="214" y="315"/>
                  </a:lnTo>
                  <a:lnTo>
                    <a:pt x="229" y="302"/>
                  </a:lnTo>
                  <a:lnTo>
                    <a:pt x="241" y="287"/>
                  </a:lnTo>
                  <a:lnTo>
                    <a:pt x="251" y="271"/>
                  </a:lnTo>
                  <a:lnTo>
                    <a:pt x="257" y="253"/>
                  </a:lnTo>
                  <a:lnTo>
                    <a:pt x="263" y="233"/>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34" y="300"/>
                  </a:lnTo>
                  <a:lnTo>
                    <a:pt x="48" y="314"/>
                  </a:lnTo>
                  <a:lnTo>
                    <a:pt x="65" y="326"/>
                  </a:lnTo>
                  <a:lnTo>
                    <a:pt x="83" y="336"/>
                  </a:lnTo>
                  <a:lnTo>
                    <a:pt x="64" y="340"/>
                  </a:lnTo>
                  <a:lnTo>
                    <a:pt x="49" y="345"/>
                  </a:lnTo>
                  <a:lnTo>
                    <a:pt x="44" y="349"/>
                  </a:lnTo>
                  <a:lnTo>
                    <a:pt x="39" y="353"/>
                  </a:lnTo>
                  <a:lnTo>
                    <a:pt x="37" y="357"/>
                  </a:lnTo>
                  <a:lnTo>
                    <a:pt x="35" y="361"/>
                  </a:lnTo>
                  <a:lnTo>
                    <a:pt x="35" y="382"/>
                  </a:lnTo>
                  <a:lnTo>
                    <a:pt x="132" y="382"/>
                  </a:lnTo>
                  <a:lnTo>
                    <a:pt x="132" y="364"/>
                  </a:lnTo>
                  <a:lnTo>
                    <a:pt x="125" y="363"/>
                  </a:lnTo>
                  <a:lnTo>
                    <a:pt x="119" y="359"/>
                  </a:lnTo>
                  <a:lnTo>
                    <a:pt x="115" y="353"/>
                  </a:lnTo>
                  <a:lnTo>
                    <a:pt x="114" y="345"/>
                  </a:lnTo>
                  <a:lnTo>
                    <a:pt x="115" y="338"/>
                  </a:lnTo>
                  <a:lnTo>
                    <a:pt x="119" y="333"/>
                  </a:lnTo>
                  <a:lnTo>
                    <a:pt x="125" y="329"/>
                  </a:lnTo>
                  <a:lnTo>
                    <a:pt x="132" y="327"/>
                  </a:lnTo>
                  <a:lnTo>
                    <a:pt x="132" y="300"/>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0" name="ïṡľïḋé">
              <a:extLst>
                <a:ext uri="{FF2B5EF4-FFF2-40B4-BE49-F238E27FC236}">
                  <a16:creationId xmlns:a16="http://schemas.microsoft.com/office/drawing/2014/main" id="{6149B9A7-B0B2-4801-9D7A-4DFF9808FA51}"/>
                </a:ext>
              </a:extLst>
            </p:cNvPr>
            <p:cNvGrpSpPr/>
            <p:nvPr/>
          </p:nvGrpSpPr>
          <p:grpSpPr>
            <a:xfrm>
              <a:off x="6484743" y="1646830"/>
              <a:ext cx="328484" cy="199384"/>
              <a:chOff x="3143251" y="1577975"/>
              <a:chExt cx="363538" cy="220663"/>
            </a:xfrm>
            <a:solidFill>
              <a:srgbClr val="FF8F29"/>
            </a:solidFill>
          </p:grpSpPr>
          <p:sp>
            <p:nvSpPr>
              <p:cNvPr id="278" name="ïṩliḓè">
                <a:extLst>
                  <a:ext uri="{FF2B5EF4-FFF2-40B4-BE49-F238E27FC236}">
                    <a16:creationId xmlns:a16="http://schemas.microsoft.com/office/drawing/2014/main" id="{A27FDAFE-043A-4351-A4CF-DB15274E94D0}"/>
                  </a:ext>
                </a:extLst>
              </p:cNvPr>
              <p:cNvSpPr/>
              <p:nvPr/>
            </p:nvSpPr>
            <p:spPr bwMode="auto">
              <a:xfrm>
                <a:off x="3143251" y="1577975"/>
                <a:ext cx="215900" cy="212725"/>
              </a:xfrm>
              <a:custGeom>
                <a:avLst/>
                <a:gdLst>
                  <a:gd name="T0" fmla="*/ 68 w 136"/>
                  <a:gd name="T1" fmla="*/ 0 h 134"/>
                  <a:gd name="T2" fmla="*/ 94 w 136"/>
                  <a:gd name="T3" fmla="*/ 4 h 134"/>
                  <a:gd name="T4" fmla="*/ 106 w 136"/>
                  <a:gd name="T5" fmla="*/ 11 h 134"/>
                  <a:gd name="T6" fmla="*/ 125 w 136"/>
                  <a:gd name="T7" fmla="*/ 28 h 134"/>
                  <a:gd name="T8" fmla="*/ 134 w 136"/>
                  <a:gd name="T9" fmla="*/ 53 h 134"/>
                  <a:gd name="T10" fmla="*/ 134 w 136"/>
                  <a:gd name="T11" fmla="*/ 79 h 134"/>
                  <a:gd name="T12" fmla="*/ 131 w 136"/>
                  <a:gd name="T13" fmla="*/ 92 h 134"/>
                  <a:gd name="T14" fmla="*/ 121 w 136"/>
                  <a:gd name="T15" fmla="*/ 110 h 134"/>
                  <a:gd name="T16" fmla="*/ 106 w 136"/>
                  <a:gd name="T17" fmla="*/ 123 h 134"/>
                  <a:gd name="T18" fmla="*/ 88 w 136"/>
                  <a:gd name="T19" fmla="*/ 131 h 134"/>
                  <a:gd name="T20" fmla="*/ 68 w 136"/>
                  <a:gd name="T21" fmla="*/ 134 h 134"/>
                  <a:gd name="T22" fmla="*/ 68 w 136"/>
                  <a:gd name="T23" fmla="*/ 122 h 134"/>
                  <a:gd name="T24" fmla="*/ 84 w 136"/>
                  <a:gd name="T25" fmla="*/ 119 h 134"/>
                  <a:gd name="T26" fmla="*/ 99 w 136"/>
                  <a:gd name="T27" fmla="*/ 112 h 134"/>
                  <a:gd name="T28" fmla="*/ 111 w 136"/>
                  <a:gd name="T29" fmla="*/ 102 h 134"/>
                  <a:gd name="T30" fmla="*/ 119 w 136"/>
                  <a:gd name="T31" fmla="*/ 87 h 134"/>
                  <a:gd name="T32" fmla="*/ 119 w 136"/>
                  <a:gd name="T33" fmla="*/ 87 h 134"/>
                  <a:gd name="T34" fmla="*/ 123 w 136"/>
                  <a:gd name="T35" fmla="*/ 66 h 134"/>
                  <a:gd name="T36" fmla="*/ 119 w 136"/>
                  <a:gd name="T37" fmla="*/ 45 h 134"/>
                  <a:gd name="T38" fmla="*/ 107 w 136"/>
                  <a:gd name="T39" fmla="*/ 28 h 134"/>
                  <a:gd name="T40" fmla="*/ 88 w 136"/>
                  <a:gd name="T41" fmla="*/ 16 h 134"/>
                  <a:gd name="T42" fmla="*/ 79 w 136"/>
                  <a:gd name="T43" fmla="*/ 14 h 134"/>
                  <a:gd name="T44" fmla="*/ 68 w 136"/>
                  <a:gd name="T45" fmla="*/ 0 h 134"/>
                  <a:gd name="T46" fmla="*/ 6 w 136"/>
                  <a:gd name="T47" fmla="*/ 42 h 134"/>
                  <a:gd name="T48" fmla="*/ 16 w 136"/>
                  <a:gd name="T49" fmla="*/ 24 h 134"/>
                  <a:gd name="T50" fmla="*/ 31 w 136"/>
                  <a:gd name="T51" fmla="*/ 11 h 134"/>
                  <a:gd name="T52" fmla="*/ 49 w 136"/>
                  <a:gd name="T53" fmla="*/ 3 h 134"/>
                  <a:gd name="T54" fmla="*/ 68 w 136"/>
                  <a:gd name="T55" fmla="*/ 0 h 134"/>
                  <a:gd name="T56" fmla="*/ 68 w 136"/>
                  <a:gd name="T57" fmla="*/ 12 h 134"/>
                  <a:gd name="T58" fmla="*/ 52 w 136"/>
                  <a:gd name="T59" fmla="*/ 15 h 134"/>
                  <a:gd name="T60" fmla="*/ 38 w 136"/>
                  <a:gd name="T61" fmla="*/ 22 h 134"/>
                  <a:gd name="T62" fmla="*/ 26 w 136"/>
                  <a:gd name="T63" fmla="*/ 33 h 134"/>
                  <a:gd name="T64" fmla="*/ 18 w 136"/>
                  <a:gd name="T65" fmla="*/ 46 h 134"/>
                  <a:gd name="T66" fmla="*/ 14 w 136"/>
                  <a:gd name="T67" fmla="*/ 57 h 134"/>
                  <a:gd name="T68" fmla="*/ 15 w 136"/>
                  <a:gd name="T69" fmla="*/ 79 h 134"/>
                  <a:gd name="T70" fmla="*/ 23 w 136"/>
                  <a:gd name="T71" fmla="*/ 98 h 134"/>
                  <a:gd name="T72" fmla="*/ 38 w 136"/>
                  <a:gd name="T73" fmla="*/ 112 h 134"/>
                  <a:gd name="T74" fmla="*/ 48 w 136"/>
                  <a:gd name="T75" fmla="*/ 118 h 134"/>
                  <a:gd name="T76" fmla="*/ 68 w 136"/>
                  <a:gd name="T77" fmla="*/ 122 h 134"/>
                  <a:gd name="T78" fmla="*/ 68 w 136"/>
                  <a:gd name="T79" fmla="*/ 134 h 134"/>
                  <a:gd name="T80" fmla="*/ 43 w 136"/>
                  <a:gd name="T81" fmla="*/ 130 h 134"/>
                  <a:gd name="T82" fmla="*/ 31 w 136"/>
                  <a:gd name="T83" fmla="*/ 123 h 134"/>
                  <a:gd name="T84" fmla="*/ 12 w 136"/>
                  <a:gd name="T85" fmla="*/ 104 h 134"/>
                  <a:gd name="T86" fmla="*/ 3 w 136"/>
                  <a:gd name="T87" fmla="*/ 81 h 134"/>
                  <a:gd name="T88" fmla="*/ 1 w 136"/>
                  <a:gd name="T89" fmla="*/ 56 h 134"/>
                  <a:gd name="T90" fmla="*/ 6 w 136"/>
                  <a:gd name="T91" fmla="*/ 4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134">
                    <a:moveTo>
                      <a:pt x="68" y="0"/>
                    </a:moveTo>
                    <a:lnTo>
                      <a:pt x="68" y="0"/>
                    </a:lnTo>
                    <a:lnTo>
                      <a:pt x="81" y="0"/>
                    </a:lnTo>
                    <a:lnTo>
                      <a:pt x="94" y="4"/>
                    </a:lnTo>
                    <a:lnTo>
                      <a:pt x="94" y="4"/>
                    </a:lnTo>
                    <a:lnTo>
                      <a:pt x="106" y="11"/>
                    </a:lnTo>
                    <a:lnTo>
                      <a:pt x="115" y="19"/>
                    </a:lnTo>
                    <a:lnTo>
                      <a:pt x="125" y="28"/>
                    </a:lnTo>
                    <a:lnTo>
                      <a:pt x="130" y="41"/>
                    </a:lnTo>
                    <a:lnTo>
                      <a:pt x="134" y="53"/>
                    </a:lnTo>
                    <a:lnTo>
                      <a:pt x="136" y="65"/>
                    </a:lnTo>
                    <a:lnTo>
                      <a:pt x="134" y="79"/>
                    </a:lnTo>
                    <a:lnTo>
                      <a:pt x="131" y="92"/>
                    </a:lnTo>
                    <a:lnTo>
                      <a:pt x="131" y="92"/>
                    </a:lnTo>
                    <a:lnTo>
                      <a:pt x="126" y="102"/>
                    </a:lnTo>
                    <a:lnTo>
                      <a:pt x="121" y="110"/>
                    </a:lnTo>
                    <a:lnTo>
                      <a:pt x="114" y="116"/>
                    </a:lnTo>
                    <a:lnTo>
                      <a:pt x="106" y="123"/>
                    </a:lnTo>
                    <a:lnTo>
                      <a:pt x="98" y="129"/>
                    </a:lnTo>
                    <a:lnTo>
                      <a:pt x="88" y="131"/>
                    </a:lnTo>
                    <a:lnTo>
                      <a:pt x="79" y="134"/>
                    </a:lnTo>
                    <a:lnTo>
                      <a:pt x="68" y="134"/>
                    </a:lnTo>
                    <a:lnTo>
                      <a:pt x="68" y="122"/>
                    </a:lnTo>
                    <a:lnTo>
                      <a:pt x="68" y="122"/>
                    </a:lnTo>
                    <a:lnTo>
                      <a:pt x="76" y="122"/>
                    </a:lnTo>
                    <a:lnTo>
                      <a:pt x="84" y="119"/>
                    </a:lnTo>
                    <a:lnTo>
                      <a:pt x="92" y="116"/>
                    </a:lnTo>
                    <a:lnTo>
                      <a:pt x="99" y="112"/>
                    </a:lnTo>
                    <a:lnTo>
                      <a:pt x="104" y="108"/>
                    </a:lnTo>
                    <a:lnTo>
                      <a:pt x="111" y="102"/>
                    </a:lnTo>
                    <a:lnTo>
                      <a:pt x="115" y="95"/>
                    </a:lnTo>
                    <a:lnTo>
                      <a:pt x="119" y="87"/>
                    </a:lnTo>
                    <a:lnTo>
                      <a:pt x="119" y="87"/>
                    </a:lnTo>
                    <a:lnTo>
                      <a:pt x="119" y="87"/>
                    </a:lnTo>
                    <a:lnTo>
                      <a:pt x="122" y="77"/>
                    </a:lnTo>
                    <a:lnTo>
                      <a:pt x="123" y="66"/>
                    </a:lnTo>
                    <a:lnTo>
                      <a:pt x="122" y="56"/>
                    </a:lnTo>
                    <a:lnTo>
                      <a:pt x="119" y="45"/>
                    </a:lnTo>
                    <a:lnTo>
                      <a:pt x="114" y="37"/>
                    </a:lnTo>
                    <a:lnTo>
                      <a:pt x="107" y="28"/>
                    </a:lnTo>
                    <a:lnTo>
                      <a:pt x="99" y="22"/>
                    </a:lnTo>
                    <a:lnTo>
                      <a:pt x="88" y="16"/>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8" y="12"/>
                    </a:lnTo>
                    <a:lnTo>
                      <a:pt x="60" y="12"/>
                    </a:lnTo>
                    <a:lnTo>
                      <a:pt x="52" y="15"/>
                    </a:lnTo>
                    <a:lnTo>
                      <a:pt x="45" y="18"/>
                    </a:lnTo>
                    <a:lnTo>
                      <a:pt x="38" y="22"/>
                    </a:lnTo>
                    <a:lnTo>
                      <a:pt x="31" y="26"/>
                    </a:lnTo>
                    <a:lnTo>
                      <a:pt x="26" y="33"/>
                    </a:lnTo>
                    <a:lnTo>
                      <a:pt x="20" y="39"/>
                    </a:lnTo>
                    <a:lnTo>
                      <a:pt x="18" y="46"/>
                    </a:lnTo>
                    <a:lnTo>
                      <a:pt x="18" y="46"/>
                    </a:lnTo>
                    <a:lnTo>
                      <a:pt x="14" y="57"/>
                    </a:lnTo>
                    <a:lnTo>
                      <a:pt x="14" y="68"/>
                    </a:lnTo>
                    <a:lnTo>
                      <a:pt x="15" y="79"/>
                    </a:lnTo>
                    <a:lnTo>
                      <a:pt x="18" y="88"/>
                    </a:lnTo>
                    <a:lnTo>
                      <a:pt x="23" y="98"/>
                    </a:lnTo>
                    <a:lnTo>
                      <a:pt x="30" y="106"/>
                    </a:lnTo>
                    <a:lnTo>
                      <a:pt x="38" y="112"/>
                    </a:lnTo>
                    <a:lnTo>
                      <a:pt x="48" y="118"/>
                    </a:lnTo>
                    <a:lnTo>
                      <a:pt x="48" y="118"/>
                    </a:lnTo>
                    <a:lnTo>
                      <a:pt x="58" y="121"/>
                    </a:lnTo>
                    <a:lnTo>
                      <a:pt x="68" y="122"/>
                    </a:lnTo>
                    <a:lnTo>
                      <a:pt x="68" y="134"/>
                    </a:lnTo>
                    <a:lnTo>
                      <a:pt x="68" y="134"/>
                    </a:lnTo>
                    <a:lnTo>
                      <a:pt x="56" y="133"/>
                    </a:lnTo>
                    <a:lnTo>
                      <a:pt x="43" y="130"/>
                    </a:lnTo>
                    <a:lnTo>
                      <a:pt x="43" y="130"/>
                    </a:lnTo>
                    <a:lnTo>
                      <a:pt x="31" y="123"/>
                    </a:lnTo>
                    <a:lnTo>
                      <a:pt x="20" y="115"/>
                    </a:lnTo>
                    <a:lnTo>
                      <a:pt x="12" y="104"/>
                    </a:lnTo>
                    <a:lnTo>
                      <a:pt x="6" y="93"/>
                    </a:lnTo>
                    <a:lnTo>
                      <a:pt x="3" y="81"/>
                    </a:lnTo>
                    <a:lnTo>
                      <a:pt x="0" y="68"/>
                    </a:lnTo>
                    <a:lnTo>
                      <a:pt x="1" y="56"/>
                    </a:lnTo>
                    <a:lnTo>
                      <a:pt x="6" y="42"/>
                    </a:lnTo>
                    <a:lnTo>
                      <a:pt x="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9" name="íşḻîḓè">
                <a:extLst>
                  <a:ext uri="{FF2B5EF4-FFF2-40B4-BE49-F238E27FC236}">
                    <a16:creationId xmlns:a16="http://schemas.microsoft.com/office/drawing/2014/main" id="{CC3E0A16-A93D-4B76-BA0D-F6FE669AFD4D}"/>
                  </a:ext>
                </a:extLst>
              </p:cNvPr>
              <p:cNvSpPr/>
              <p:nvPr/>
            </p:nvSpPr>
            <p:spPr bwMode="auto">
              <a:xfrm>
                <a:off x="3335338" y="1706563"/>
                <a:ext cx="106363" cy="65088"/>
              </a:xfrm>
              <a:custGeom>
                <a:avLst/>
                <a:gdLst>
                  <a:gd name="T0" fmla="*/ 61 w 67"/>
                  <a:gd name="T1" fmla="*/ 41 h 41"/>
                  <a:gd name="T2" fmla="*/ 67 w 67"/>
                  <a:gd name="T3" fmla="*/ 25 h 41"/>
                  <a:gd name="T4" fmla="*/ 6 w 67"/>
                  <a:gd name="T5" fmla="*/ 0 h 41"/>
                  <a:gd name="T6" fmla="*/ 0 w 67"/>
                  <a:gd name="T7" fmla="*/ 17 h 41"/>
                  <a:gd name="T8" fmla="*/ 61 w 67"/>
                  <a:gd name="T9" fmla="*/ 41 h 41"/>
                </a:gdLst>
                <a:ahLst/>
                <a:cxnLst>
                  <a:cxn ang="0">
                    <a:pos x="T0" y="T1"/>
                  </a:cxn>
                  <a:cxn ang="0">
                    <a:pos x="T2" y="T3"/>
                  </a:cxn>
                  <a:cxn ang="0">
                    <a:pos x="T4" y="T5"/>
                  </a:cxn>
                  <a:cxn ang="0">
                    <a:pos x="T6" y="T7"/>
                  </a:cxn>
                  <a:cxn ang="0">
                    <a:pos x="T8" y="T9"/>
                  </a:cxn>
                </a:cxnLst>
                <a:rect l="0" t="0" r="r" b="b"/>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80" name="ísḷíḓè">
                <a:extLst>
                  <a:ext uri="{FF2B5EF4-FFF2-40B4-BE49-F238E27FC236}">
                    <a16:creationId xmlns:a16="http://schemas.microsoft.com/office/drawing/2014/main" id="{F45F658E-DFDB-44B9-94B3-E215D870130C}"/>
                  </a:ext>
                </a:extLst>
              </p:cNvPr>
              <p:cNvSpPr/>
              <p:nvPr/>
            </p:nvSpPr>
            <p:spPr bwMode="auto">
              <a:xfrm>
                <a:off x="3368676" y="1717675"/>
                <a:ext cx="138113" cy="80963"/>
              </a:xfrm>
              <a:custGeom>
                <a:avLst/>
                <a:gdLst>
                  <a:gd name="T0" fmla="*/ 67 w 87"/>
                  <a:gd name="T1" fmla="*/ 51 h 51"/>
                  <a:gd name="T2" fmla="*/ 67 w 87"/>
                  <a:gd name="T3" fmla="*/ 51 h 51"/>
                  <a:gd name="T4" fmla="*/ 73 w 87"/>
                  <a:gd name="T5" fmla="*/ 51 h 51"/>
                  <a:gd name="T6" fmla="*/ 79 w 87"/>
                  <a:gd name="T7" fmla="*/ 51 h 51"/>
                  <a:gd name="T8" fmla="*/ 83 w 87"/>
                  <a:gd name="T9" fmla="*/ 47 h 51"/>
                  <a:gd name="T10" fmla="*/ 86 w 87"/>
                  <a:gd name="T11" fmla="*/ 43 h 51"/>
                  <a:gd name="T12" fmla="*/ 86 w 87"/>
                  <a:gd name="T13" fmla="*/ 43 h 51"/>
                  <a:gd name="T14" fmla="*/ 87 w 87"/>
                  <a:gd name="T15" fmla="*/ 37 h 51"/>
                  <a:gd name="T16" fmla="*/ 86 w 87"/>
                  <a:gd name="T17" fmla="*/ 31 h 51"/>
                  <a:gd name="T18" fmla="*/ 83 w 87"/>
                  <a:gd name="T19" fmla="*/ 27 h 51"/>
                  <a:gd name="T20" fmla="*/ 78 w 87"/>
                  <a:gd name="T21" fmla="*/ 24 h 51"/>
                  <a:gd name="T22" fmla="*/ 21 w 87"/>
                  <a:gd name="T23" fmla="*/ 1 h 51"/>
                  <a:gd name="T24" fmla="*/ 21 w 87"/>
                  <a:gd name="T25" fmla="*/ 1 h 51"/>
                  <a:gd name="T26" fmla="*/ 15 w 87"/>
                  <a:gd name="T27" fmla="*/ 0 h 51"/>
                  <a:gd name="T28" fmla="*/ 10 w 87"/>
                  <a:gd name="T29" fmla="*/ 1 h 51"/>
                  <a:gd name="T30" fmla="*/ 4 w 87"/>
                  <a:gd name="T31" fmla="*/ 4 h 51"/>
                  <a:gd name="T32" fmla="*/ 2 w 87"/>
                  <a:gd name="T33" fmla="*/ 10 h 51"/>
                  <a:gd name="T34" fmla="*/ 2 w 87"/>
                  <a:gd name="T35" fmla="*/ 10 h 51"/>
                  <a:gd name="T36" fmla="*/ 0 w 87"/>
                  <a:gd name="T37" fmla="*/ 15 h 51"/>
                  <a:gd name="T38" fmla="*/ 2 w 87"/>
                  <a:gd name="T39" fmla="*/ 20 h 51"/>
                  <a:gd name="T40" fmla="*/ 4 w 87"/>
                  <a:gd name="T41" fmla="*/ 24 h 51"/>
                  <a:gd name="T42" fmla="*/ 10 w 87"/>
                  <a:gd name="T43" fmla="*/ 28 h 51"/>
                  <a:gd name="T44" fmla="*/ 67 w 87"/>
                  <a:gd name="T45"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 h="51">
                    <a:moveTo>
                      <a:pt x="67" y="51"/>
                    </a:moveTo>
                    <a:lnTo>
                      <a:pt x="67" y="51"/>
                    </a:lnTo>
                    <a:lnTo>
                      <a:pt x="73" y="51"/>
                    </a:lnTo>
                    <a:lnTo>
                      <a:pt x="79" y="51"/>
                    </a:lnTo>
                    <a:lnTo>
                      <a:pt x="83" y="47"/>
                    </a:lnTo>
                    <a:lnTo>
                      <a:pt x="86" y="43"/>
                    </a:lnTo>
                    <a:lnTo>
                      <a:pt x="86" y="43"/>
                    </a:lnTo>
                    <a:lnTo>
                      <a:pt x="87" y="37"/>
                    </a:lnTo>
                    <a:lnTo>
                      <a:pt x="86" y="31"/>
                    </a:lnTo>
                    <a:lnTo>
                      <a:pt x="83" y="27"/>
                    </a:lnTo>
                    <a:lnTo>
                      <a:pt x="78" y="24"/>
                    </a:lnTo>
                    <a:lnTo>
                      <a:pt x="21" y="1"/>
                    </a:lnTo>
                    <a:lnTo>
                      <a:pt x="21" y="1"/>
                    </a:lnTo>
                    <a:lnTo>
                      <a:pt x="15" y="0"/>
                    </a:lnTo>
                    <a:lnTo>
                      <a:pt x="10" y="1"/>
                    </a:lnTo>
                    <a:lnTo>
                      <a:pt x="4" y="4"/>
                    </a:lnTo>
                    <a:lnTo>
                      <a:pt x="2" y="10"/>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1" name="íṡḻîḓê">
              <a:extLst>
                <a:ext uri="{FF2B5EF4-FFF2-40B4-BE49-F238E27FC236}">
                  <a16:creationId xmlns:a16="http://schemas.microsoft.com/office/drawing/2014/main" id="{68F7398C-67A5-4239-929B-6BF00E11ABA7}"/>
                </a:ext>
              </a:extLst>
            </p:cNvPr>
            <p:cNvSpPr/>
            <p:nvPr/>
          </p:nvSpPr>
          <p:spPr bwMode="auto">
            <a:xfrm>
              <a:off x="6496210" y="2806456"/>
              <a:ext cx="394464" cy="140574"/>
            </a:xfrm>
            <a:custGeom>
              <a:avLst/>
              <a:gdLst>
                <a:gd name="T0" fmla="*/ 379413 w 275"/>
                <a:gd name="T1" fmla="*/ 63500 h 98"/>
                <a:gd name="T2" fmla="*/ 409575 w 275"/>
                <a:gd name="T3" fmla="*/ 103188 h 98"/>
                <a:gd name="T4" fmla="*/ 379413 w 275"/>
                <a:gd name="T5" fmla="*/ 139700 h 98"/>
                <a:gd name="T6" fmla="*/ 436563 w 275"/>
                <a:gd name="T7" fmla="*/ 123825 h 98"/>
                <a:gd name="T8" fmla="*/ 379413 w 275"/>
                <a:gd name="T9" fmla="*/ 63500 h 98"/>
                <a:gd name="T10" fmla="*/ 187325 w 275"/>
                <a:gd name="T11" fmla="*/ 23813 h 98"/>
                <a:gd name="T12" fmla="*/ 176213 w 275"/>
                <a:gd name="T13" fmla="*/ 17463 h 98"/>
                <a:gd name="T14" fmla="*/ 133350 w 275"/>
                <a:gd name="T15" fmla="*/ 12700 h 98"/>
                <a:gd name="T16" fmla="*/ 169863 w 275"/>
                <a:gd name="T17" fmla="*/ 22225 h 98"/>
                <a:gd name="T18" fmla="*/ 179388 w 275"/>
                <a:gd name="T19" fmla="*/ 26988 h 98"/>
                <a:gd name="T20" fmla="*/ 179388 w 275"/>
                <a:gd name="T21" fmla="*/ 34925 h 98"/>
                <a:gd name="T22" fmla="*/ 174625 w 275"/>
                <a:gd name="T23" fmla="*/ 57150 h 98"/>
                <a:gd name="T24" fmla="*/ 173038 w 275"/>
                <a:gd name="T25" fmla="*/ 52388 h 98"/>
                <a:gd name="T26" fmla="*/ 133350 w 275"/>
                <a:gd name="T27" fmla="*/ 41275 h 98"/>
                <a:gd name="T28" fmla="*/ 157163 w 275"/>
                <a:gd name="T29" fmla="*/ 120650 h 98"/>
                <a:gd name="T30" fmla="*/ 163513 w 275"/>
                <a:gd name="T31" fmla="*/ 120650 h 98"/>
                <a:gd name="T32" fmla="*/ 361950 w 275"/>
                <a:gd name="T33" fmla="*/ 155575 h 98"/>
                <a:gd name="T34" fmla="*/ 379413 w 275"/>
                <a:gd name="T35" fmla="*/ 139700 h 98"/>
                <a:gd name="T36" fmla="*/ 361950 w 275"/>
                <a:gd name="T37" fmla="*/ 149225 h 98"/>
                <a:gd name="T38" fmla="*/ 357188 w 275"/>
                <a:gd name="T39" fmla="*/ 146050 h 98"/>
                <a:gd name="T40" fmla="*/ 349250 w 275"/>
                <a:gd name="T41" fmla="*/ 142875 h 98"/>
                <a:gd name="T42" fmla="*/ 346075 w 275"/>
                <a:gd name="T43" fmla="*/ 131763 h 98"/>
                <a:gd name="T44" fmla="*/ 349250 w 275"/>
                <a:gd name="T45" fmla="*/ 127000 h 98"/>
                <a:gd name="T46" fmla="*/ 355600 w 275"/>
                <a:gd name="T47" fmla="*/ 120650 h 98"/>
                <a:gd name="T48" fmla="*/ 358775 w 275"/>
                <a:gd name="T49" fmla="*/ 120650 h 98"/>
                <a:gd name="T50" fmla="*/ 352425 w 275"/>
                <a:gd name="T51" fmla="*/ 114300 h 98"/>
                <a:gd name="T52" fmla="*/ 350838 w 275"/>
                <a:gd name="T53" fmla="*/ 106363 h 98"/>
                <a:gd name="T54" fmla="*/ 352425 w 275"/>
                <a:gd name="T55" fmla="*/ 101600 h 98"/>
                <a:gd name="T56" fmla="*/ 358775 w 275"/>
                <a:gd name="T57" fmla="*/ 95250 h 98"/>
                <a:gd name="T58" fmla="*/ 365125 w 275"/>
                <a:gd name="T59" fmla="*/ 95250 h 98"/>
                <a:gd name="T60" fmla="*/ 357188 w 275"/>
                <a:gd name="T61" fmla="*/ 88900 h 98"/>
                <a:gd name="T62" fmla="*/ 357188 w 275"/>
                <a:gd name="T63" fmla="*/ 77788 h 98"/>
                <a:gd name="T64" fmla="*/ 358775 w 275"/>
                <a:gd name="T65" fmla="*/ 73025 h 98"/>
                <a:gd name="T66" fmla="*/ 368300 w 275"/>
                <a:gd name="T67" fmla="*/ 66675 h 98"/>
                <a:gd name="T68" fmla="*/ 376238 w 275"/>
                <a:gd name="T69" fmla="*/ 69850 h 98"/>
                <a:gd name="T70" fmla="*/ 379413 w 275"/>
                <a:gd name="T71" fmla="*/ 63500 h 98"/>
                <a:gd name="T72" fmla="*/ 100013 w 275"/>
                <a:gd name="T73" fmla="*/ 0 h 98"/>
                <a:gd name="T74" fmla="*/ 95250 w 275"/>
                <a:gd name="T75" fmla="*/ 0 h 98"/>
                <a:gd name="T76" fmla="*/ 85725 w 275"/>
                <a:gd name="T77" fmla="*/ 4763 h 98"/>
                <a:gd name="T78" fmla="*/ 52388 w 275"/>
                <a:gd name="T79" fmla="*/ 3175 h 98"/>
                <a:gd name="T80" fmla="*/ 42863 w 275"/>
                <a:gd name="T81" fmla="*/ 0 h 98"/>
                <a:gd name="T82" fmla="*/ 28575 w 275"/>
                <a:gd name="T83" fmla="*/ 4763 h 98"/>
                <a:gd name="T84" fmla="*/ 12700 w 275"/>
                <a:gd name="T85" fmla="*/ 12700 h 98"/>
                <a:gd name="T86" fmla="*/ 4763 w 275"/>
                <a:gd name="T87" fmla="*/ 28575 h 98"/>
                <a:gd name="T88" fmla="*/ 3175 w 275"/>
                <a:gd name="T89" fmla="*/ 34925 h 98"/>
                <a:gd name="T90" fmla="*/ 3175 w 275"/>
                <a:gd name="T91" fmla="*/ 52388 h 98"/>
                <a:gd name="T92" fmla="*/ 9525 w 275"/>
                <a:gd name="T93" fmla="*/ 69850 h 98"/>
                <a:gd name="T94" fmla="*/ 19050 w 275"/>
                <a:gd name="T95" fmla="*/ 79375 h 98"/>
                <a:gd name="T96" fmla="*/ 36513 w 275"/>
                <a:gd name="T97" fmla="*/ 85725 h 98"/>
                <a:gd name="T98" fmla="*/ 79375 w 275"/>
                <a:gd name="T99" fmla="*/ 36513 h 98"/>
                <a:gd name="T100" fmla="*/ 66675 w 275"/>
                <a:gd name="T101" fmla="*/ 93663 h 98"/>
                <a:gd name="T102" fmla="*/ 71438 w 275"/>
                <a:gd name="T103" fmla="*/ 101600 h 98"/>
                <a:gd name="T104" fmla="*/ 77788 w 275"/>
                <a:gd name="T105" fmla="*/ 106363 h 98"/>
                <a:gd name="T106" fmla="*/ 133350 w 275"/>
                <a:gd name="T107" fmla="*/ 41275 h 98"/>
                <a:gd name="T108" fmla="*/ 96838 w 275"/>
                <a:gd name="T109" fmla="*/ 34925 h 98"/>
                <a:gd name="T110" fmla="*/ 85725 w 275"/>
                <a:gd name="T111" fmla="*/ 39688 h 98"/>
                <a:gd name="T112" fmla="*/ 90488 w 275"/>
                <a:gd name="T113" fmla="*/ 17463 h 98"/>
                <a:gd name="T114" fmla="*/ 95250 w 275"/>
                <a:gd name="T115" fmla="*/ 11113 h 98"/>
                <a:gd name="T116" fmla="*/ 103188 w 275"/>
                <a:gd name="T117" fmla="*/ 9525 h 98"/>
                <a:gd name="T118" fmla="*/ 133350 w 275"/>
                <a:gd name="T119" fmla="*/ 6350 h 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5" y="13"/>
                  </a:lnTo>
                  <a:lnTo>
                    <a:pt x="111" y="11"/>
                  </a:lnTo>
                  <a:lnTo>
                    <a:pt x="84" y="4"/>
                  </a:lnTo>
                  <a:lnTo>
                    <a:pt x="84" y="8"/>
                  </a:lnTo>
                  <a:lnTo>
                    <a:pt x="107" y="14"/>
                  </a:lnTo>
                  <a:lnTo>
                    <a:pt x="110" y="15"/>
                  </a:lnTo>
                  <a:lnTo>
                    <a:pt x="113" y="17"/>
                  </a:lnTo>
                  <a:lnTo>
                    <a:pt x="113" y="19"/>
                  </a:lnTo>
                  <a:lnTo>
                    <a:pt x="113" y="22"/>
                  </a:lnTo>
                  <a:lnTo>
                    <a:pt x="110" y="36"/>
                  </a:lnTo>
                  <a:lnTo>
                    <a:pt x="109" y="33"/>
                  </a:lnTo>
                  <a:lnTo>
                    <a:pt x="105" y="30"/>
                  </a:lnTo>
                  <a:lnTo>
                    <a:pt x="84" y="26"/>
                  </a:lnTo>
                  <a:lnTo>
                    <a:pt x="84" y="73"/>
                  </a:lnTo>
                  <a:lnTo>
                    <a:pt x="99" y="76"/>
                  </a:lnTo>
                  <a:lnTo>
                    <a:pt x="103" y="76"/>
                  </a:lnTo>
                  <a:lnTo>
                    <a:pt x="106" y="73"/>
                  </a:lnTo>
                  <a:lnTo>
                    <a:pt x="228" y="98"/>
                  </a:lnTo>
                  <a:lnTo>
                    <a:pt x="239" y="94"/>
                  </a:lnTo>
                  <a:lnTo>
                    <a:pt x="239" y="88"/>
                  </a:lnTo>
                  <a:lnTo>
                    <a:pt x="228" y="94"/>
                  </a:lnTo>
                  <a:lnTo>
                    <a:pt x="225" y="92"/>
                  </a:lnTo>
                  <a:lnTo>
                    <a:pt x="222" y="91"/>
                  </a:lnTo>
                  <a:lnTo>
                    <a:pt x="220" y="90"/>
                  </a:lnTo>
                  <a:lnTo>
                    <a:pt x="218" y="86"/>
                  </a:lnTo>
                  <a:lnTo>
                    <a:pt x="218" y="83"/>
                  </a:lnTo>
                  <a:lnTo>
                    <a:pt x="220" y="80"/>
                  </a:lnTo>
                  <a:lnTo>
                    <a:pt x="221" y="78"/>
                  </a:lnTo>
                  <a:lnTo>
                    <a:pt x="224" y="76"/>
                  </a:lnTo>
                  <a:lnTo>
                    <a:pt x="226" y="76"/>
                  </a:lnTo>
                  <a:lnTo>
                    <a:pt x="224" y="75"/>
                  </a:lnTo>
                  <a:lnTo>
                    <a:pt x="222" y="72"/>
                  </a:lnTo>
                  <a:lnTo>
                    <a:pt x="221" y="69"/>
                  </a:lnTo>
                  <a:lnTo>
                    <a:pt x="221" y="67"/>
                  </a:lnTo>
                  <a:lnTo>
                    <a:pt x="222" y="64"/>
                  </a:lnTo>
                  <a:lnTo>
                    <a:pt x="225" y="61"/>
                  </a:lnTo>
                  <a:lnTo>
                    <a:pt x="226" y="60"/>
                  </a:lnTo>
                  <a:lnTo>
                    <a:pt x="230" y="60"/>
                  </a:lnTo>
                  <a:lnTo>
                    <a:pt x="228" y="57"/>
                  </a:lnTo>
                  <a:lnTo>
                    <a:pt x="225" y="56"/>
                  </a:lnTo>
                  <a:lnTo>
                    <a:pt x="225" y="53"/>
                  </a:lnTo>
                  <a:lnTo>
                    <a:pt x="225" y="49"/>
                  </a:lnTo>
                  <a:lnTo>
                    <a:pt x="226" y="46"/>
                  </a:lnTo>
                  <a:lnTo>
                    <a:pt x="229" y="44"/>
                  </a:lnTo>
                  <a:lnTo>
                    <a:pt x="232" y="42"/>
                  </a:lnTo>
                  <a:lnTo>
                    <a:pt x="235" y="42"/>
                  </a:lnTo>
                  <a:lnTo>
                    <a:pt x="237" y="44"/>
                  </a:lnTo>
                  <a:lnTo>
                    <a:pt x="239" y="44"/>
                  </a:lnTo>
                  <a:lnTo>
                    <a:pt x="239" y="40"/>
                  </a:lnTo>
                  <a:close/>
                  <a:moveTo>
                    <a:pt x="84" y="4"/>
                  </a:moveTo>
                  <a:lnTo>
                    <a:pt x="63" y="0"/>
                  </a:lnTo>
                  <a:lnTo>
                    <a:pt x="60" y="0"/>
                  </a:lnTo>
                  <a:lnTo>
                    <a:pt x="57" y="2"/>
                  </a:lnTo>
                  <a:lnTo>
                    <a:pt x="54" y="3"/>
                  </a:lnTo>
                  <a:lnTo>
                    <a:pt x="53" y="6"/>
                  </a:lnTo>
                  <a:lnTo>
                    <a:pt x="33" y="2"/>
                  </a:lnTo>
                  <a:lnTo>
                    <a:pt x="27" y="0"/>
                  </a:lnTo>
                  <a:lnTo>
                    <a:pt x="22" y="2"/>
                  </a:lnTo>
                  <a:lnTo>
                    <a:pt x="18" y="3"/>
                  </a:lnTo>
                  <a:lnTo>
                    <a:pt x="12" y="6"/>
                  </a:lnTo>
                  <a:lnTo>
                    <a:pt x="8" y="8"/>
                  </a:lnTo>
                  <a:lnTo>
                    <a:pt x="6" y="13"/>
                  </a:lnTo>
                  <a:lnTo>
                    <a:pt x="3" y="18"/>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4" y="61"/>
                  </a:lnTo>
                  <a:lnTo>
                    <a:pt x="45" y="64"/>
                  </a:lnTo>
                  <a:lnTo>
                    <a:pt x="46" y="65"/>
                  </a:lnTo>
                  <a:lnTo>
                    <a:pt x="49" y="67"/>
                  </a:lnTo>
                  <a:lnTo>
                    <a:pt x="84" y="73"/>
                  </a:lnTo>
                  <a:lnTo>
                    <a:pt x="84" y="26"/>
                  </a:lnTo>
                  <a:lnTo>
                    <a:pt x="61" y="22"/>
                  </a:lnTo>
                  <a:lnTo>
                    <a:pt x="57" y="22"/>
                  </a:lnTo>
                  <a:lnTo>
                    <a:pt x="54" y="25"/>
                  </a:lnTo>
                  <a:lnTo>
                    <a:pt x="57" y="11"/>
                  </a:lnTo>
                  <a:lnTo>
                    <a:pt x="58" y="8"/>
                  </a:lnTo>
                  <a:lnTo>
                    <a:pt x="60" y="7"/>
                  </a:lnTo>
                  <a:lnTo>
                    <a:pt x="63" y="6"/>
                  </a:lnTo>
                  <a:lnTo>
                    <a:pt x="65" y="6"/>
                  </a:lnTo>
                  <a:lnTo>
                    <a:pt x="84" y="8"/>
                  </a:lnTo>
                  <a:lnTo>
                    <a:pt x="84" y="4"/>
                  </a:lnTo>
                  <a:close/>
                </a:path>
              </a:pathLst>
            </a:custGeom>
            <a:solidFill>
              <a:srgbClr val="00A99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2" name="işľïḋe">
              <a:extLst>
                <a:ext uri="{FF2B5EF4-FFF2-40B4-BE49-F238E27FC236}">
                  <a16:creationId xmlns:a16="http://schemas.microsoft.com/office/drawing/2014/main" id="{16E72C02-2158-43BF-8903-C7184B867EAB}"/>
                </a:ext>
              </a:extLst>
            </p:cNvPr>
            <p:cNvGrpSpPr/>
            <p:nvPr/>
          </p:nvGrpSpPr>
          <p:grpSpPr>
            <a:xfrm>
              <a:off x="5014456" y="3160141"/>
              <a:ext cx="223770" cy="282580"/>
              <a:chOff x="1516063" y="3252788"/>
              <a:chExt cx="247651" cy="312737"/>
            </a:xfrm>
            <a:solidFill>
              <a:srgbClr val="00A99D"/>
            </a:solidFill>
          </p:grpSpPr>
          <p:sp>
            <p:nvSpPr>
              <p:cNvPr id="275" name="îṧḻiďê">
                <a:extLst>
                  <a:ext uri="{FF2B5EF4-FFF2-40B4-BE49-F238E27FC236}">
                    <a16:creationId xmlns:a16="http://schemas.microsoft.com/office/drawing/2014/main" id="{0A54A4D5-43D4-4216-B520-50E08B768F99}"/>
                  </a:ext>
                </a:extLst>
              </p:cNvPr>
              <p:cNvSpPr/>
              <p:nvPr/>
            </p:nvSpPr>
            <p:spPr bwMode="auto">
              <a:xfrm>
                <a:off x="1527176" y="3263900"/>
                <a:ext cx="236538" cy="301625"/>
              </a:xfrm>
              <a:custGeom>
                <a:avLst/>
                <a:gdLst>
                  <a:gd name="T0" fmla="*/ 0 w 149"/>
                  <a:gd name="T1" fmla="*/ 33 h 190"/>
                  <a:gd name="T2" fmla="*/ 7 w 149"/>
                  <a:gd name="T3" fmla="*/ 28 h 190"/>
                  <a:gd name="T4" fmla="*/ 96 w 149"/>
                  <a:gd name="T5" fmla="*/ 171 h 190"/>
                  <a:gd name="T6" fmla="*/ 96 w 149"/>
                  <a:gd name="T7" fmla="*/ 171 h 190"/>
                  <a:gd name="T8" fmla="*/ 99 w 149"/>
                  <a:gd name="T9" fmla="*/ 176 h 190"/>
                  <a:gd name="T10" fmla="*/ 101 w 149"/>
                  <a:gd name="T11" fmla="*/ 178 h 190"/>
                  <a:gd name="T12" fmla="*/ 105 w 149"/>
                  <a:gd name="T13" fmla="*/ 180 h 190"/>
                  <a:gd name="T14" fmla="*/ 109 w 149"/>
                  <a:gd name="T15" fmla="*/ 181 h 190"/>
                  <a:gd name="T16" fmla="*/ 114 w 149"/>
                  <a:gd name="T17" fmla="*/ 181 h 190"/>
                  <a:gd name="T18" fmla="*/ 119 w 149"/>
                  <a:gd name="T19" fmla="*/ 181 h 190"/>
                  <a:gd name="T20" fmla="*/ 123 w 149"/>
                  <a:gd name="T21" fmla="*/ 180 h 190"/>
                  <a:gd name="T22" fmla="*/ 127 w 149"/>
                  <a:gd name="T23" fmla="*/ 177 h 190"/>
                  <a:gd name="T24" fmla="*/ 127 w 149"/>
                  <a:gd name="T25" fmla="*/ 177 h 190"/>
                  <a:gd name="T26" fmla="*/ 131 w 149"/>
                  <a:gd name="T27" fmla="*/ 174 h 190"/>
                  <a:gd name="T28" fmla="*/ 135 w 149"/>
                  <a:gd name="T29" fmla="*/ 171 h 190"/>
                  <a:gd name="T30" fmla="*/ 137 w 149"/>
                  <a:gd name="T31" fmla="*/ 167 h 190"/>
                  <a:gd name="T32" fmla="*/ 138 w 149"/>
                  <a:gd name="T33" fmla="*/ 163 h 190"/>
                  <a:gd name="T34" fmla="*/ 139 w 149"/>
                  <a:gd name="T35" fmla="*/ 159 h 190"/>
                  <a:gd name="T36" fmla="*/ 139 w 149"/>
                  <a:gd name="T37" fmla="*/ 155 h 190"/>
                  <a:gd name="T38" fmla="*/ 138 w 149"/>
                  <a:gd name="T39" fmla="*/ 150 h 190"/>
                  <a:gd name="T40" fmla="*/ 137 w 149"/>
                  <a:gd name="T41" fmla="*/ 146 h 190"/>
                  <a:gd name="T42" fmla="*/ 49 w 149"/>
                  <a:gd name="T43" fmla="*/ 4 h 190"/>
                  <a:gd name="T44" fmla="*/ 54 w 149"/>
                  <a:gd name="T45" fmla="*/ 0 h 190"/>
                  <a:gd name="T46" fmla="*/ 145 w 149"/>
                  <a:gd name="T47" fmla="*/ 144 h 190"/>
                  <a:gd name="T48" fmla="*/ 145 w 149"/>
                  <a:gd name="T49" fmla="*/ 144 h 190"/>
                  <a:gd name="T50" fmla="*/ 147 w 149"/>
                  <a:gd name="T51" fmla="*/ 150 h 190"/>
                  <a:gd name="T52" fmla="*/ 149 w 149"/>
                  <a:gd name="T53" fmla="*/ 155 h 190"/>
                  <a:gd name="T54" fmla="*/ 149 w 149"/>
                  <a:gd name="T55" fmla="*/ 161 h 190"/>
                  <a:gd name="T56" fmla="*/ 147 w 149"/>
                  <a:gd name="T57" fmla="*/ 166 h 190"/>
                  <a:gd name="T58" fmla="*/ 145 w 149"/>
                  <a:gd name="T59" fmla="*/ 171 h 190"/>
                  <a:gd name="T60" fmla="*/ 142 w 149"/>
                  <a:gd name="T61" fmla="*/ 177 h 190"/>
                  <a:gd name="T62" fmla="*/ 138 w 149"/>
                  <a:gd name="T63" fmla="*/ 181 h 190"/>
                  <a:gd name="T64" fmla="*/ 133 w 149"/>
                  <a:gd name="T65" fmla="*/ 185 h 190"/>
                  <a:gd name="T66" fmla="*/ 133 w 149"/>
                  <a:gd name="T67" fmla="*/ 185 h 190"/>
                  <a:gd name="T68" fmla="*/ 127 w 149"/>
                  <a:gd name="T69" fmla="*/ 188 h 190"/>
                  <a:gd name="T70" fmla="*/ 120 w 149"/>
                  <a:gd name="T71" fmla="*/ 190 h 190"/>
                  <a:gd name="T72" fmla="*/ 115 w 149"/>
                  <a:gd name="T73" fmla="*/ 190 h 190"/>
                  <a:gd name="T74" fmla="*/ 108 w 149"/>
                  <a:gd name="T75" fmla="*/ 190 h 190"/>
                  <a:gd name="T76" fmla="*/ 103 w 149"/>
                  <a:gd name="T77" fmla="*/ 189 h 190"/>
                  <a:gd name="T78" fmla="*/ 97 w 149"/>
                  <a:gd name="T79" fmla="*/ 186 h 190"/>
                  <a:gd name="T80" fmla="*/ 93 w 149"/>
                  <a:gd name="T81" fmla="*/ 182 h 190"/>
                  <a:gd name="T82" fmla="*/ 91 w 149"/>
                  <a:gd name="T83" fmla="*/ 178 h 190"/>
                  <a:gd name="T84" fmla="*/ 0 w 149"/>
                  <a:gd name="T8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9" h="190">
                    <a:moveTo>
                      <a:pt x="0" y="33"/>
                    </a:moveTo>
                    <a:lnTo>
                      <a:pt x="7" y="28"/>
                    </a:lnTo>
                    <a:lnTo>
                      <a:pt x="96" y="171"/>
                    </a:lnTo>
                    <a:lnTo>
                      <a:pt x="96" y="171"/>
                    </a:lnTo>
                    <a:lnTo>
                      <a:pt x="99" y="176"/>
                    </a:lnTo>
                    <a:lnTo>
                      <a:pt x="101" y="178"/>
                    </a:lnTo>
                    <a:lnTo>
                      <a:pt x="105" y="180"/>
                    </a:lnTo>
                    <a:lnTo>
                      <a:pt x="109" y="181"/>
                    </a:lnTo>
                    <a:lnTo>
                      <a:pt x="114" y="181"/>
                    </a:lnTo>
                    <a:lnTo>
                      <a:pt x="119" y="181"/>
                    </a:lnTo>
                    <a:lnTo>
                      <a:pt x="123" y="180"/>
                    </a:lnTo>
                    <a:lnTo>
                      <a:pt x="127" y="177"/>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5" y="144"/>
                    </a:lnTo>
                    <a:lnTo>
                      <a:pt x="147" y="150"/>
                    </a:lnTo>
                    <a:lnTo>
                      <a:pt x="149" y="155"/>
                    </a:lnTo>
                    <a:lnTo>
                      <a:pt x="149" y="161"/>
                    </a:lnTo>
                    <a:lnTo>
                      <a:pt x="147" y="166"/>
                    </a:lnTo>
                    <a:lnTo>
                      <a:pt x="145" y="171"/>
                    </a:lnTo>
                    <a:lnTo>
                      <a:pt x="142" y="177"/>
                    </a:lnTo>
                    <a:lnTo>
                      <a:pt x="138" y="181"/>
                    </a:lnTo>
                    <a:lnTo>
                      <a:pt x="133" y="185"/>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6" name="íSḷide">
                <a:extLst>
                  <a:ext uri="{FF2B5EF4-FFF2-40B4-BE49-F238E27FC236}">
                    <a16:creationId xmlns:a16="http://schemas.microsoft.com/office/drawing/2014/main" id="{3B7B818B-2B52-4A2C-8BBC-B0A85A3BDF9B}"/>
                  </a:ext>
                </a:extLst>
              </p:cNvPr>
              <p:cNvSpPr/>
              <p:nvPr/>
            </p:nvSpPr>
            <p:spPr bwMode="auto">
              <a:xfrm>
                <a:off x="1516063" y="3252788"/>
                <a:ext cx="114300" cy="79375"/>
              </a:xfrm>
              <a:custGeom>
                <a:avLst/>
                <a:gdLst>
                  <a:gd name="T0" fmla="*/ 0 w 72"/>
                  <a:gd name="T1" fmla="*/ 47 h 50"/>
                  <a:gd name="T2" fmla="*/ 0 w 72"/>
                  <a:gd name="T3" fmla="*/ 47 h 50"/>
                  <a:gd name="T4" fmla="*/ 1 w 72"/>
                  <a:gd name="T5" fmla="*/ 49 h 50"/>
                  <a:gd name="T6" fmla="*/ 4 w 72"/>
                  <a:gd name="T7" fmla="*/ 50 h 50"/>
                  <a:gd name="T8" fmla="*/ 5 w 72"/>
                  <a:gd name="T9" fmla="*/ 50 h 50"/>
                  <a:gd name="T10" fmla="*/ 8 w 72"/>
                  <a:gd name="T11" fmla="*/ 49 h 50"/>
                  <a:gd name="T12" fmla="*/ 69 w 72"/>
                  <a:gd name="T13" fmla="*/ 11 h 50"/>
                  <a:gd name="T14" fmla="*/ 69 w 72"/>
                  <a:gd name="T15" fmla="*/ 11 h 50"/>
                  <a:gd name="T16" fmla="*/ 70 w 72"/>
                  <a:gd name="T17" fmla="*/ 9 h 50"/>
                  <a:gd name="T18" fmla="*/ 72 w 72"/>
                  <a:gd name="T19" fmla="*/ 8 h 50"/>
                  <a:gd name="T20" fmla="*/ 72 w 72"/>
                  <a:gd name="T21" fmla="*/ 5 h 50"/>
                  <a:gd name="T22" fmla="*/ 70 w 72"/>
                  <a:gd name="T23" fmla="*/ 2 h 50"/>
                  <a:gd name="T24" fmla="*/ 70 w 72"/>
                  <a:gd name="T25" fmla="*/ 2 h 50"/>
                  <a:gd name="T26" fmla="*/ 69 w 72"/>
                  <a:gd name="T27" fmla="*/ 1 h 50"/>
                  <a:gd name="T28" fmla="*/ 68 w 72"/>
                  <a:gd name="T29" fmla="*/ 0 h 50"/>
                  <a:gd name="T30" fmla="*/ 65 w 72"/>
                  <a:gd name="T31" fmla="*/ 0 h 50"/>
                  <a:gd name="T32" fmla="*/ 64 w 72"/>
                  <a:gd name="T33" fmla="*/ 1 h 50"/>
                  <a:gd name="T34" fmla="*/ 1 w 72"/>
                  <a:gd name="T35" fmla="*/ 39 h 50"/>
                  <a:gd name="T36" fmla="*/ 1 w 72"/>
                  <a:gd name="T37" fmla="*/ 39 h 50"/>
                  <a:gd name="T38" fmla="*/ 0 w 72"/>
                  <a:gd name="T39" fmla="*/ 40 h 50"/>
                  <a:gd name="T40" fmla="*/ 0 w 72"/>
                  <a:gd name="T41" fmla="*/ 43 h 50"/>
                  <a:gd name="T42" fmla="*/ 0 w 72"/>
                  <a:gd name="T43" fmla="*/ 44 h 50"/>
                  <a:gd name="T44" fmla="*/ 0 w 72"/>
                  <a:gd name="T45" fmla="*/ 47 h 50"/>
                  <a:gd name="T46" fmla="*/ 0 w 72"/>
                  <a:gd name="T4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50">
                    <a:moveTo>
                      <a:pt x="0" y="47"/>
                    </a:moveTo>
                    <a:lnTo>
                      <a:pt x="0" y="47"/>
                    </a:lnTo>
                    <a:lnTo>
                      <a:pt x="1" y="49"/>
                    </a:lnTo>
                    <a:lnTo>
                      <a:pt x="4" y="50"/>
                    </a:lnTo>
                    <a:lnTo>
                      <a:pt x="5" y="50"/>
                    </a:lnTo>
                    <a:lnTo>
                      <a:pt x="8" y="49"/>
                    </a:lnTo>
                    <a:lnTo>
                      <a:pt x="69" y="11"/>
                    </a:lnTo>
                    <a:lnTo>
                      <a:pt x="69" y="11"/>
                    </a:lnTo>
                    <a:lnTo>
                      <a:pt x="70" y="9"/>
                    </a:lnTo>
                    <a:lnTo>
                      <a:pt x="72" y="8"/>
                    </a:lnTo>
                    <a:lnTo>
                      <a:pt x="72" y="5"/>
                    </a:lnTo>
                    <a:lnTo>
                      <a:pt x="70" y="2"/>
                    </a:lnTo>
                    <a:lnTo>
                      <a:pt x="70" y="2"/>
                    </a:lnTo>
                    <a:lnTo>
                      <a:pt x="69" y="1"/>
                    </a:lnTo>
                    <a:lnTo>
                      <a:pt x="68" y="0"/>
                    </a:lnTo>
                    <a:lnTo>
                      <a:pt x="65" y="0"/>
                    </a:lnTo>
                    <a:lnTo>
                      <a:pt x="64" y="1"/>
                    </a:lnTo>
                    <a:lnTo>
                      <a:pt x="1" y="39"/>
                    </a:lnTo>
                    <a:lnTo>
                      <a:pt x="1" y="39"/>
                    </a:lnTo>
                    <a:lnTo>
                      <a:pt x="0" y="40"/>
                    </a:lnTo>
                    <a:lnTo>
                      <a:pt x="0" y="43"/>
                    </a:lnTo>
                    <a:lnTo>
                      <a:pt x="0" y="44"/>
                    </a:lnTo>
                    <a:lnTo>
                      <a:pt x="0" y="47"/>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7" name="í$1íḑe">
                <a:extLst>
                  <a:ext uri="{FF2B5EF4-FFF2-40B4-BE49-F238E27FC236}">
                    <a16:creationId xmlns:a16="http://schemas.microsoft.com/office/drawing/2014/main" id="{C69CB85E-0C3C-46ED-8549-9ED8AD453E47}"/>
                  </a:ext>
                </a:extLst>
              </p:cNvPr>
              <p:cNvSpPr/>
              <p:nvPr/>
            </p:nvSpPr>
            <p:spPr bwMode="auto">
              <a:xfrm>
                <a:off x="1560513" y="3316288"/>
                <a:ext cx="161925" cy="219075"/>
              </a:xfrm>
              <a:custGeom>
                <a:avLst/>
                <a:gdLst>
                  <a:gd name="T0" fmla="*/ 0 w 102"/>
                  <a:gd name="T1" fmla="*/ 6 h 138"/>
                  <a:gd name="T2" fmla="*/ 9 w 102"/>
                  <a:gd name="T3" fmla="*/ 0 h 138"/>
                  <a:gd name="T4" fmla="*/ 88 w 102"/>
                  <a:gd name="T5" fmla="*/ 128 h 138"/>
                  <a:gd name="T6" fmla="*/ 88 w 102"/>
                  <a:gd name="T7" fmla="*/ 128 h 138"/>
                  <a:gd name="T8" fmla="*/ 91 w 102"/>
                  <a:gd name="T9" fmla="*/ 132 h 138"/>
                  <a:gd name="T10" fmla="*/ 94 w 102"/>
                  <a:gd name="T11" fmla="*/ 133 h 138"/>
                  <a:gd name="T12" fmla="*/ 98 w 102"/>
                  <a:gd name="T13" fmla="*/ 134 h 138"/>
                  <a:gd name="T14" fmla="*/ 102 w 102"/>
                  <a:gd name="T15" fmla="*/ 136 h 138"/>
                  <a:gd name="T16" fmla="*/ 102 w 102"/>
                  <a:gd name="T17" fmla="*/ 136 h 138"/>
                  <a:gd name="T18" fmla="*/ 101 w 102"/>
                  <a:gd name="T19" fmla="*/ 136 h 138"/>
                  <a:gd name="T20" fmla="*/ 101 w 102"/>
                  <a:gd name="T21" fmla="*/ 136 h 138"/>
                  <a:gd name="T22" fmla="*/ 95 w 102"/>
                  <a:gd name="T23" fmla="*/ 138 h 138"/>
                  <a:gd name="T24" fmla="*/ 88 w 102"/>
                  <a:gd name="T25" fmla="*/ 138 h 138"/>
                  <a:gd name="T26" fmla="*/ 83 w 102"/>
                  <a:gd name="T27" fmla="*/ 136 h 138"/>
                  <a:gd name="T28" fmla="*/ 79 w 102"/>
                  <a:gd name="T29" fmla="*/ 132 h 138"/>
                  <a:gd name="T30" fmla="*/ 0 w 102"/>
                  <a:gd name="T31" fmla="*/ 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38">
                    <a:moveTo>
                      <a:pt x="0" y="6"/>
                    </a:moveTo>
                    <a:lnTo>
                      <a:pt x="9" y="0"/>
                    </a:lnTo>
                    <a:lnTo>
                      <a:pt x="88" y="128"/>
                    </a:lnTo>
                    <a:lnTo>
                      <a:pt x="88" y="128"/>
                    </a:lnTo>
                    <a:lnTo>
                      <a:pt x="91" y="132"/>
                    </a:lnTo>
                    <a:lnTo>
                      <a:pt x="94" y="133"/>
                    </a:lnTo>
                    <a:lnTo>
                      <a:pt x="98" y="134"/>
                    </a:lnTo>
                    <a:lnTo>
                      <a:pt x="102" y="136"/>
                    </a:lnTo>
                    <a:lnTo>
                      <a:pt x="102" y="136"/>
                    </a:lnTo>
                    <a:lnTo>
                      <a:pt x="101"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3" name="ïṥľïďe">
              <a:extLst>
                <a:ext uri="{FF2B5EF4-FFF2-40B4-BE49-F238E27FC236}">
                  <a16:creationId xmlns:a16="http://schemas.microsoft.com/office/drawing/2014/main" id="{9068C5D9-3E4C-421E-8585-7985568BF31B}"/>
                </a:ext>
              </a:extLst>
            </p:cNvPr>
            <p:cNvSpPr/>
            <p:nvPr/>
          </p:nvSpPr>
          <p:spPr bwMode="auto">
            <a:xfrm>
              <a:off x="5355846" y="2069165"/>
              <a:ext cx="180737" cy="139139"/>
            </a:xfrm>
            <a:custGeom>
              <a:avLst/>
              <a:gdLst>
                <a:gd name="T0" fmla="*/ 124 w 126"/>
                <a:gd name="T1" fmla="*/ 38 h 97"/>
                <a:gd name="T2" fmla="*/ 105 w 126"/>
                <a:gd name="T3" fmla="*/ 15 h 97"/>
                <a:gd name="T4" fmla="*/ 99 w 126"/>
                <a:gd name="T5" fmla="*/ 34 h 97"/>
                <a:gd name="T6" fmla="*/ 111 w 126"/>
                <a:gd name="T7" fmla="*/ 39 h 97"/>
                <a:gd name="T8" fmla="*/ 113 w 126"/>
                <a:gd name="T9" fmla="*/ 55 h 97"/>
                <a:gd name="T10" fmla="*/ 99 w 126"/>
                <a:gd name="T11" fmla="*/ 63 h 97"/>
                <a:gd name="T12" fmla="*/ 113 w 126"/>
                <a:gd name="T13" fmla="*/ 72 h 97"/>
                <a:gd name="T14" fmla="*/ 125 w 126"/>
                <a:gd name="T15" fmla="*/ 58 h 97"/>
                <a:gd name="T16" fmla="*/ 99 w 126"/>
                <a:gd name="T17" fmla="*/ 12 h 97"/>
                <a:gd name="T18" fmla="*/ 40 w 126"/>
                <a:gd name="T19" fmla="*/ 1 h 97"/>
                <a:gd name="T20" fmla="*/ 42 w 126"/>
                <a:gd name="T21" fmla="*/ 5 h 97"/>
                <a:gd name="T22" fmla="*/ 46 w 126"/>
                <a:gd name="T23" fmla="*/ 13 h 97"/>
                <a:gd name="T24" fmla="*/ 40 w 126"/>
                <a:gd name="T25" fmla="*/ 20 h 97"/>
                <a:gd name="T26" fmla="*/ 40 w 126"/>
                <a:gd name="T27" fmla="*/ 84 h 97"/>
                <a:gd name="T28" fmla="*/ 59 w 126"/>
                <a:gd name="T29" fmla="*/ 82 h 97"/>
                <a:gd name="T30" fmla="*/ 79 w 126"/>
                <a:gd name="T31" fmla="*/ 76 h 97"/>
                <a:gd name="T32" fmla="*/ 99 w 126"/>
                <a:gd name="T33" fmla="*/ 63 h 97"/>
                <a:gd name="T34" fmla="*/ 92 w 126"/>
                <a:gd name="T35" fmla="*/ 62 h 97"/>
                <a:gd name="T36" fmla="*/ 86 w 126"/>
                <a:gd name="T37" fmla="*/ 42 h 97"/>
                <a:gd name="T38" fmla="*/ 95 w 126"/>
                <a:gd name="T39" fmla="*/ 35 h 97"/>
                <a:gd name="T40" fmla="*/ 40 w 126"/>
                <a:gd name="T41" fmla="*/ 1 h 97"/>
                <a:gd name="T42" fmla="*/ 33 w 126"/>
                <a:gd name="T43" fmla="*/ 9 h 97"/>
                <a:gd name="T44" fmla="*/ 40 w 126"/>
                <a:gd name="T45" fmla="*/ 1 h 97"/>
                <a:gd name="T46" fmla="*/ 40 w 126"/>
                <a:gd name="T47" fmla="*/ 96 h 97"/>
                <a:gd name="T48" fmla="*/ 38 w 126"/>
                <a:gd name="T49" fmla="*/ 85 h 97"/>
                <a:gd name="T50" fmla="*/ 33 w 126"/>
                <a:gd name="T51" fmla="*/ 97 h 97"/>
                <a:gd name="T52" fmla="*/ 37 w 126"/>
                <a:gd name="T53" fmla="*/ 72 h 97"/>
                <a:gd name="T54" fmla="*/ 33 w 126"/>
                <a:gd name="T55" fmla="*/ 32 h 97"/>
                <a:gd name="T56" fmla="*/ 33 w 126"/>
                <a:gd name="T57" fmla="*/ 15 h 97"/>
                <a:gd name="T58" fmla="*/ 36 w 126"/>
                <a:gd name="T59" fmla="*/ 19 h 97"/>
                <a:gd name="T60" fmla="*/ 33 w 126"/>
                <a:gd name="T61" fmla="*/ 3 h 97"/>
                <a:gd name="T62" fmla="*/ 27 w 126"/>
                <a:gd name="T63" fmla="*/ 20 h 97"/>
                <a:gd name="T64" fmla="*/ 33 w 126"/>
                <a:gd name="T65" fmla="*/ 15 h 97"/>
                <a:gd name="T66" fmla="*/ 33 w 126"/>
                <a:gd name="T67" fmla="*/ 3 h 97"/>
                <a:gd name="T68" fmla="*/ 27 w 126"/>
                <a:gd name="T69" fmla="*/ 97 h 97"/>
                <a:gd name="T70" fmla="*/ 27 w 126"/>
                <a:gd name="T71" fmla="*/ 92 h 97"/>
                <a:gd name="T72" fmla="*/ 33 w 126"/>
                <a:gd name="T73" fmla="*/ 32 h 97"/>
                <a:gd name="T74" fmla="*/ 23 w 126"/>
                <a:gd name="T75" fmla="*/ 69 h 97"/>
                <a:gd name="T76" fmla="*/ 27 w 126"/>
                <a:gd name="T77" fmla="*/ 59 h 97"/>
                <a:gd name="T78" fmla="*/ 26 w 126"/>
                <a:gd name="T79" fmla="*/ 47 h 97"/>
                <a:gd name="T80" fmla="*/ 23 w 126"/>
                <a:gd name="T81" fmla="*/ 39 h 97"/>
                <a:gd name="T82" fmla="*/ 33 w 126"/>
                <a:gd name="T83" fmla="*/ 32 h 97"/>
                <a:gd name="T84" fmla="*/ 17 w 126"/>
                <a:gd name="T85" fmla="*/ 11 h 97"/>
                <a:gd name="T86" fmla="*/ 2 w 126"/>
                <a:gd name="T87" fmla="*/ 40 h 97"/>
                <a:gd name="T88" fmla="*/ 8 w 126"/>
                <a:gd name="T89" fmla="*/ 88 h 97"/>
                <a:gd name="T90" fmla="*/ 23 w 126"/>
                <a:gd name="T91" fmla="*/ 97 h 97"/>
                <a:gd name="T92" fmla="*/ 22 w 126"/>
                <a:gd name="T93" fmla="*/ 91 h 97"/>
                <a:gd name="T94" fmla="*/ 17 w 126"/>
                <a:gd name="T95" fmla="*/ 74 h 97"/>
                <a:gd name="T96" fmla="*/ 23 w 126"/>
                <a:gd name="T97" fmla="*/ 65 h 97"/>
                <a:gd name="T98" fmla="*/ 13 w 126"/>
                <a:gd name="T99" fmla="*/ 65 h 97"/>
                <a:gd name="T100" fmla="*/ 7 w 126"/>
                <a:gd name="T101" fmla="*/ 54 h 97"/>
                <a:gd name="T102" fmla="*/ 14 w 126"/>
                <a:gd name="T103" fmla="*/ 43 h 97"/>
                <a:gd name="T104" fmla="*/ 23 w 126"/>
                <a:gd name="T105" fmla="*/ 39 h 97"/>
                <a:gd name="T106" fmla="*/ 14 w 126"/>
                <a:gd name="T107" fmla="*/ 32 h 97"/>
                <a:gd name="T108" fmla="*/ 14 w 126"/>
                <a:gd name="T109"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 h="97">
                  <a:moveTo>
                    <a:pt x="126" y="53"/>
                  </a:moveTo>
                  <a:lnTo>
                    <a:pt x="126" y="53"/>
                  </a:lnTo>
                  <a:lnTo>
                    <a:pt x="126" y="45"/>
                  </a:lnTo>
                  <a:lnTo>
                    <a:pt x="124" y="38"/>
                  </a:lnTo>
                  <a:lnTo>
                    <a:pt x="121" y="31"/>
                  </a:lnTo>
                  <a:lnTo>
                    <a:pt x="117" y="24"/>
                  </a:lnTo>
                  <a:lnTo>
                    <a:pt x="109" y="17"/>
                  </a:lnTo>
                  <a:lnTo>
                    <a:pt x="105" y="15"/>
                  </a:lnTo>
                  <a:lnTo>
                    <a:pt x="105" y="15"/>
                  </a:lnTo>
                  <a:lnTo>
                    <a:pt x="99" y="12"/>
                  </a:lnTo>
                  <a:lnTo>
                    <a:pt x="99" y="34"/>
                  </a:lnTo>
                  <a:lnTo>
                    <a:pt x="99" y="34"/>
                  </a:lnTo>
                  <a:lnTo>
                    <a:pt x="103" y="35"/>
                  </a:lnTo>
                  <a:lnTo>
                    <a:pt x="106" y="36"/>
                  </a:lnTo>
                  <a:lnTo>
                    <a:pt x="106" y="36"/>
                  </a:lnTo>
                  <a:lnTo>
                    <a:pt x="111" y="39"/>
                  </a:lnTo>
                  <a:lnTo>
                    <a:pt x="114" y="45"/>
                  </a:lnTo>
                  <a:lnTo>
                    <a:pt x="114" y="50"/>
                  </a:lnTo>
                  <a:lnTo>
                    <a:pt x="113" y="55"/>
                  </a:lnTo>
                  <a:lnTo>
                    <a:pt x="113" y="55"/>
                  </a:lnTo>
                  <a:lnTo>
                    <a:pt x="110" y="59"/>
                  </a:lnTo>
                  <a:lnTo>
                    <a:pt x="107" y="62"/>
                  </a:lnTo>
                  <a:lnTo>
                    <a:pt x="103" y="63"/>
                  </a:lnTo>
                  <a:lnTo>
                    <a:pt x="99" y="63"/>
                  </a:lnTo>
                  <a:lnTo>
                    <a:pt x="99" y="76"/>
                  </a:lnTo>
                  <a:lnTo>
                    <a:pt x="99" y="76"/>
                  </a:lnTo>
                  <a:lnTo>
                    <a:pt x="109" y="74"/>
                  </a:lnTo>
                  <a:lnTo>
                    <a:pt x="113" y="72"/>
                  </a:lnTo>
                  <a:lnTo>
                    <a:pt x="117" y="70"/>
                  </a:lnTo>
                  <a:lnTo>
                    <a:pt x="121" y="68"/>
                  </a:lnTo>
                  <a:lnTo>
                    <a:pt x="122" y="63"/>
                  </a:lnTo>
                  <a:lnTo>
                    <a:pt x="125" y="58"/>
                  </a:lnTo>
                  <a:lnTo>
                    <a:pt x="126" y="53"/>
                  </a:lnTo>
                  <a:lnTo>
                    <a:pt x="126" y="53"/>
                  </a:lnTo>
                  <a:close/>
                  <a:moveTo>
                    <a:pt x="99" y="12"/>
                  </a:moveTo>
                  <a:lnTo>
                    <a:pt x="99" y="12"/>
                  </a:lnTo>
                  <a:lnTo>
                    <a:pt x="82" y="5"/>
                  </a:lnTo>
                  <a:lnTo>
                    <a:pt x="65" y="1"/>
                  </a:lnTo>
                  <a:lnTo>
                    <a:pt x="52" y="0"/>
                  </a:lnTo>
                  <a:lnTo>
                    <a:pt x="40" y="1"/>
                  </a:lnTo>
                  <a:lnTo>
                    <a:pt x="40" y="5"/>
                  </a:lnTo>
                  <a:lnTo>
                    <a:pt x="40" y="5"/>
                  </a:lnTo>
                  <a:lnTo>
                    <a:pt x="42" y="5"/>
                  </a:lnTo>
                  <a:lnTo>
                    <a:pt x="42" y="5"/>
                  </a:lnTo>
                  <a:lnTo>
                    <a:pt x="42" y="5"/>
                  </a:lnTo>
                  <a:lnTo>
                    <a:pt x="45" y="8"/>
                  </a:lnTo>
                  <a:lnTo>
                    <a:pt x="46" y="11"/>
                  </a:lnTo>
                  <a:lnTo>
                    <a:pt x="46" y="13"/>
                  </a:lnTo>
                  <a:lnTo>
                    <a:pt x="46" y="16"/>
                  </a:lnTo>
                  <a:lnTo>
                    <a:pt x="46" y="16"/>
                  </a:lnTo>
                  <a:lnTo>
                    <a:pt x="44" y="19"/>
                  </a:lnTo>
                  <a:lnTo>
                    <a:pt x="40" y="20"/>
                  </a:lnTo>
                  <a:lnTo>
                    <a:pt x="40" y="76"/>
                  </a:lnTo>
                  <a:lnTo>
                    <a:pt x="40" y="76"/>
                  </a:lnTo>
                  <a:lnTo>
                    <a:pt x="40" y="80"/>
                  </a:lnTo>
                  <a:lnTo>
                    <a:pt x="40" y="84"/>
                  </a:lnTo>
                  <a:lnTo>
                    <a:pt x="40" y="96"/>
                  </a:lnTo>
                  <a:lnTo>
                    <a:pt x="40" y="96"/>
                  </a:lnTo>
                  <a:lnTo>
                    <a:pt x="49" y="91"/>
                  </a:lnTo>
                  <a:lnTo>
                    <a:pt x="59" y="82"/>
                  </a:lnTo>
                  <a:lnTo>
                    <a:pt x="69" y="77"/>
                  </a:lnTo>
                  <a:lnTo>
                    <a:pt x="73" y="76"/>
                  </a:lnTo>
                  <a:lnTo>
                    <a:pt x="79" y="76"/>
                  </a:lnTo>
                  <a:lnTo>
                    <a:pt x="79" y="76"/>
                  </a:lnTo>
                  <a:lnTo>
                    <a:pt x="90" y="76"/>
                  </a:lnTo>
                  <a:lnTo>
                    <a:pt x="99" y="76"/>
                  </a:lnTo>
                  <a:lnTo>
                    <a:pt x="99" y="63"/>
                  </a:lnTo>
                  <a:lnTo>
                    <a:pt x="99" y="63"/>
                  </a:lnTo>
                  <a:lnTo>
                    <a:pt x="97" y="63"/>
                  </a:lnTo>
                  <a:lnTo>
                    <a:pt x="92" y="62"/>
                  </a:lnTo>
                  <a:lnTo>
                    <a:pt x="92" y="62"/>
                  </a:lnTo>
                  <a:lnTo>
                    <a:pt x="92" y="62"/>
                  </a:lnTo>
                  <a:lnTo>
                    <a:pt x="88" y="59"/>
                  </a:lnTo>
                  <a:lnTo>
                    <a:pt x="86" y="54"/>
                  </a:lnTo>
                  <a:lnTo>
                    <a:pt x="84" y="49"/>
                  </a:lnTo>
                  <a:lnTo>
                    <a:pt x="86" y="42"/>
                  </a:lnTo>
                  <a:lnTo>
                    <a:pt x="86" y="42"/>
                  </a:lnTo>
                  <a:lnTo>
                    <a:pt x="88" y="39"/>
                  </a:lnTo>
                  <a:lnTo>
                    <a:pt x="91" y="36"/>
                  </a:lnTo>
                  <a:lnTo>
                    <a:pt x="95" y="35"/>
                  </a:lnTo>
                  <a:lnTo>
                    <a:pt x="99" y="34"/>
                  </a:lnTo>
                  <a:lnTo>
                    <a:pt x="99" y="12"/>
                  </a:lnTo>
                  <a:close/>
                  <a:moveTo>
                    <a:pt x="40" y="1"/>
                  </a:moveTo>
                  <a:lnTo>
                    <a:pt x="40" y="1"/>
                  </a:lnTo>
                  <a:lnTo>
                    <a:pt x="33" y="3"/>
                  </a:lnTo>
                  <a:lnTo>
                    <a:pt x="33" y="11"/>
                  </a:lnTo>
                  <a:lnTo>
                    <a:pt x="33" y="11"/>
                  </a:lnTo>
                  <a:lnTo>
                    <a:pt x="33" y="9"/>
                  </a:lnTo>
                  <a:lnTo>
                    <a:pt x="33" y="9"/>
                  </a:lnTo>
                  <a:lnTo>
                    <a:pt x="36" y="7"/>
                  </a:lnTo>
                  <a:lnTo>
                    <a:pt x="40" y="5"/>
                  </a:lnTo>
                  <a:lnTo>
                    <a:pt x="40" y="1"/>
                  </a:lnTo>
                  <a:lnTo>
                    <a:pt x="40" y="1"/>
                  </a:lnTo>
                  <a:close/>
                  <a:moveTo>
                    <a:pt x="33" y="97"/>
                  </a:moveTo>
                  <a:lnTo>
                    <a:pt x="33" y="97"/>
                  </a:lnTo>
                  <a:lnTo>
                    <a:pt x="40" y="96"/>
                  </a:lnTo>
                  <a:lnTo>
                    <a:pt x="40" y="84"/>
                  </a:lnTo>
                  <a:lnTo>
                    <a:pt x="40" y="84"/>
                  </a:lnTo>
                  <a:lnTo>
                    <a:pt x="38" y="85"/>
                  </a:lnTo>
                  <a:lnTo>
                    <a:pt x="38" y="85"/>
                  </a:lnTo>
                  <a:lnTo>
                    <a:pt x="36" y="89"/>
                  </a:lnTo>
                  <a:lnTo>
                    <a:pt x="33" y="92"/>
                  </a:lnTo>
                  <a:lnTo>
                    <a:pt x="33" y="97"/>
                  </a:lnTo>
                  <a:lnTo>
                    <a:pt x="33" y="97"/>
                  </a:lnTo>
                  <a:close/>
                  <a:moveTo>
                    <a:pt x="40" y="20"/>
                  </a:moveTo>
                  <a:lnTo>
                    <a:pt x="40" y="76"/>
                  </a:lnTo>
                  <a:lnTo>
                    <a:pt x="40" y="76"/>
                  </a:lnTo>
                  <a:lnTo>
                    <a:pt x="37" y="72"/>
                  </a:lnTo>
                  <a:lnTo>
                    <a:pt x="33" y="69"/>
                  </a:lnTo>
                  <a:lnTo>
                    <a:pt x="33" y="69"/>
                  </a:lnTo>
                  <a:lnTo>
                    <a:pt x="33" y="69"/>
                  </a:lnTo>
                  <a:lnTo>
                    <a:pt x="33" y="32"/>
                  </a:lnTo>
                  <a:lnTo>
                    <a:pt x="33" y="32"/>
                  </a:lnTo>
                  <a:lnTo>
                    <a:pt x="33" y="30"/>
                  </a:lnTo>
                  <a:lnTo>
                    <a:pt x="33" y="26"/>
                  </a:lnTo>
                  <a:lnTo>
                    <a:pt x="33" y="15"/>
                  </a:lnTo>
                  <a:lnTo>
                    <a:pt x="33" y="15"/>
                  </a:lnTo>
                  <a:lnTo>
                    <a:pt x="34" y="17"/>
                  </a:lnTo>
                  <a:lnTo>
                    <a:pt x="36" y="19"/>
                  </a:lnTo>
                  <a:lnTo>
                    <a:pt x="36" y="19"/>
                  </a:lnTo>
                  <a:lnTo>
                    <a:pt x="40" y="20"/>
                  </a:lnTo>
                  <a:lnTo>
                    <a:pt x="40" y="20"/>
                  </a:lnTo>
                  <a:close/>
                  <a:moveTo>
                    <a:pt x="33" y="3"/>
                  </a:moveTo>
                  <a:lnTo>
                    <a:pt x="33" y="3"/>
                  </a:lnTo>
                  <a:lnTo>
                    <a:pt x="23" y="7"/>
                  </a:lnTo>
                  <a:lnTo>
                    <a:pt x="23" y="19"/>
                  </a:lnTo>
                  <a:lnTo>
                    <a:pt x="23" y="19"/>
                  </a:lnTo>
                  <a:lnTo>
                    <a:pt x="27" y="20"/>
                  </a:lnTo>
                  <a:lnTo>
                    <a:pt x="27" y="20"/>
                  </a:lnTo>
                  <a:lnTo>
                    <a:pt x="30" y="23"/>
                  </a:lnTo>
                  <a:lnTo>
                    <a:pt x="33" y="26"/>
                  </a:lnTo>
                  <a:lnTo>
                    <a:pt x="33" y="15"/>
                  </a:lnTo>
                  <a:lnTo>
                    <a:pt x="33" y="15"/>
                  </a:lnTo>
                  <a:lnTo>
                    <a:pt x="32" y="13"/>
                  </a:lnTo>
                  <a:lnTo>
                    <a:pt x="33" y="11"/>
                  </a:lnTo>
                  <a:lnTo>
                    <a:pt x="33" y="3"/>
                  </a:lnTo>
                  <a:lnTo>
                    <a:pt x="33" y="3"/>
                  </a:lnTo>
                  <a:close/>
                  <a:moveTo>
                    <a:pt x="23" y="97"/>
                  </a:moveTo>
                  <a:lnTo>
                    <a:pt x="23" y="97"/>
                  </a:lnTo>
                  <a:lnTo>
                    <a:pt x="27" y="97"/>
                  </a:lnTo>
                  <a:lnTo>
                    <a:pt x="33" y="97"/>
                  </a:lnTo>
                  <a:lnTo>
                    <a:pt x="33" y="92"/>
                  </a:lnTo>
                  <a:lnTo>
                    <a:pt x="33" y="92"/>
                  </a:lnTo>
                  <a:lnTo>
                    <a:pt x="27" y="92"/>
                  </a:lnTo>
                  <a:lnTo>
                    <a:pt x="23" y="91"/>
                  </a:lnTo>
                  <a:lnTo>
                    <a:pt x="23" y="97"/>
                  </a:lnTo>
                  <a:lnTo>
                    <a:pt x="23" y="97"/>
                  </a:lnTo>
                  <a:close/>
                  <a:moveTo>
                    <a:pt x="33" y="32"/>
                  </a:moveTo>
                  <a:lnTo>
                    <a:pt x="33" y="69"/>
                  </a:lnTo>
                  <a:lnTo>
                    <a:pt x="33" y="69"/>
                  </a:lnTo>
                  <a:lnTo>
                    <a:pt x="27" y="68"/>
                  </a:lnTo>
                  <a:lnTo>
                    <a:pt x="23" y="69"/>
                  </a:lnTo>
                  <a:lnTo>
                    <a:pt x="23" y="65"/>
                  </a:lnTo>
                  <a:lnTo>
                    <a:pt x="23" y="65"/>
                  </a:lnTo>
                  <a:lnTo>
                    <a:pt x="26" y="62"/>
                  </a:lnTo>
                  <a:lnTo>
                    <a:pt x="27" y="59"/>
                  </a:lnTo>
                  <a:lnTo>
                    <a:pt x="27" y="59"/>
                  </a:lnTo>
                  <a:lnTo>
                    <a:pt x="29" y="55"/>
                  </a:lnTo>
                  <a:lnTo>
                    <a:pt x="29" y="50"/>
                  </a:lnTo>
                  <a:lnTo>
                    <a:pt x="26" y="47"/>
                  </a:lnTo>
                  <a:lnTo>
                    <a:pt x="23" y="45"/>
                  </a:lnTo>
                  <a:lnTo>
                    <a:pt x="23" y="43"/>
                  </a:lnTo>
                  <a:lnTo>
                    <a:pt x="23" y="39"/>
                  </a:lnTo>
                  <a:lnTo>
                    <a:pt x="23" y="39"/>
                  </a:lnTo>
                  <a:lnTo>
                    <a:pt x="27" y="38"/>
                  </a:lnTo>
                  <a:lnTo>
                    <a:pt x="32" y="34"/>
                  </a:lnTo>
                  <a:lnTo>
                    <a:pt x="32" y="34"/>
                  </a:lnTo>
                  <a:lnTo>
                    <a:pt x="33" y="32"/>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15" y="93"/>
                  </a:lnTo>
                  <a:lnTo>
                    <a:pt x="23" y="97"/>
                  </a:lnTo>
                  <a:lnTo>
                    <a:pt x="23" y="91"/>
                  </a:lnTo>
                  <a:lnTo>
                    <a:pt x="22" y="91"/>
                  </a:lnTo>
                  <a:lnTo>
                    <a:pt x="22" y="91"/>
                  </a:lnTo>
                  <a:lnTo>
                    <a:pt x="22" y="91"/>
                  </a:lnTo>
                  <a:lnTo>
                    <a:pt x="18" y="88"/>
                  </a:lnTo>
                  <a:lnTo>
                    <a:pt x="17" y="84"/>
                  </a:lnTo>
                  <a:lnTo>
                    <a:pt x="15" y="80"/>
                  </a:lnTo>
                  <a:lnTo>
                    <a:pt x="17" y="74"/>
                  </a:lnTo>
                  <a:lnTo>
                    <a:pt x="17" y="74"/>
                  </a:lnTo>
                  <a:lnTo>
                    <a:pt x="19" y="72"/>
                  </a:lnTo>
                  <a:lnTo>
                    <a:pt x="23" y="69"/>
                  </a:lnTo>
                  <a:lnTo>
                    <a:pt x="23" y="65"/>
                  </a:lnTo>
                  <a:lnTo>
                    <a:pt x="23" y="65"/>
                  </a:lnTo>
                  <a:lnTo>
                    <a:pt x="18" y="66"/>
                  </a:lnTo>
                  <a:lnTo>
                    <a:pt x="13" y="65"/>
                  </a:lnTo>
                  <a:lnTo>
                    <a:pt x="13" y="65"/>
                  </a:lnTo>
                  <a:lnTo>
                    <a:pt x="13" y="65"/>
                  </a:lnTo>
                  <a:lnTo>
                    <a:pt x="10" y="62"/>
                  </a:lnTo>
                  <a:lnTo>
                    <a:pt x="7" y="58"/>
                  </a:lnTo>
                  <a:lnTo>
                    <a:pt x="7" y="54"/>
                  </a:lnTo>
                  <a:lnTo>
                    <a:pt x="8" y="49"/>
                  </a:lnTo>
                  <a:lnTo>
                    <a:pt x="8" y="49"/>
                  </a:lnTo>
                  <a:lnTo>
                    <a:pt x="11" y="46"/>
                  </a:lnTo>
                  <a:lnTo>
                    <a:pt x="14" y="43"/>
                  </a:lnTo>
                  <a:lnTo>
                    <a:pt x="18" y="43"/>
                  </a:lnTo>
                  <a:lnTo>
                    <a:pt x="23" y="43"/>
                  </a:lnTo>
                  <a:lnTo>
                    <a:pt x="23" y="39"/>
                  </a:lnTo>
                  <a:lnTo>
                    <a:pt x="23" y="39"/>
                  </a:lnTo>
                  <a:lnTo>
                    <a:pt x="18" y="38"/>
                  </a:lnTo>
                  <a:lnTo>
                    <a:pt x="18" y="38"/>
                  </a:lnTo>
                  <a:lnTo>
                    <a:pt x="15" y="35"/>
                  </a:lnTo>
                  <a:lnTo>
                    <a:pt x="14" y="32"/>
                  </a:lnTo>
                  <a:lnTo>
                    <a:pt x="13" y="28"/>
                  </a:lnTo>
                  <a:lnTo>
                    <a:pt x="14" y="24"/>
                  </a:lnTo>
                  <a:lnTo>
                    <a:pt x="14" y="24"/>
                  </a:lnTo>
                  <a:lnTo>
                    <a:pt x="14" y="24"/>
                  </a:lnTo>
                  <a:lnTo>
                    <a:pt x="18" y="20"/>
                  </a:lnTo>
                  <a:lnTo>
                    <a:pt x="23" y="19"/>
                  </a:lnTo>
                  <a:lnTo>
                    <a:pt x="23" y="7"/>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4" name="ïSliḍe">
              <a:extLst>
                <a:ext uri="{FF2B5EF4-FFF2-40B4-BE49-F238E27FC236}">
                  <a16:creationId xmlns:a16="http://schemas.microsoft.com/office/drawing/2014/main" id="{ECDB1FFB-F73F-4935-9876-8C1673065982}"/>
                </a:ext>
              </a:extLst>
            </p:cNvPr>
            <p:cNvGrpSpPr/>
            <p:nvPr/>
          </p:nvGrpSpPr>
          <p:grpSpPr>
            <a:xfrm>
              <a:off x="6956657" y="3022446"/>
              <a:ext cx="239549" cy="302663"/>
              <a:chOff x="3665538" y="3100388"/>
              <a:chExt cx="265113" cy="334963"/>
            </a:xfrm>
            <a:solidFill>
              <a:srgbClr val="FF8F29"/>
            </a:solidFill>
          </p:grpSpPr>
          <p:sp>
            <p:nvSpPr>
              <p:cNvPr id="272" name="işḷiḍé">
                <a:extLst>
                  <a:ext uri="{FF2B5EF4-FFF2-40B4-BE49-F238E27FC236}">
                    <a16:creationId xmlns:a16="http://schemas.microsoft.com/office/drawing/2014/main" id="{E5040F12-8D38-43EC-8FCA-59760834E546}"/>
                  </a:ext>
                </a:extLst>
              </p:cNvPr>
              <p:cNvSpPr/>
              <p:nvPr/>
            </p:nvSpPr>
            <p:spPr bwMode="auto">
              <a:xfrm>
                <a:off x="3665538" y="3109913"/>
                <a:ext cx="252413" cy="325438"/>
              </a:xfrm>
              <a:custGeom>
                <a:avLst/>
                <a:gdLst>
                  <a:gd name="T0" fmla="*/ 159 w 159"/>
                  <a:gd name="T1" fmla="*/ 36 h 205"/>
                  <a:gd name="T2" fmla="*/ 151 w 159"/>
                  <a:gd name="T3" fmla="*/ 32 h 205"/>
                  <a:gd name="T4" fmla="*/ 56 w 159"/>
                  <a:gd name="T5" fmla="*/ 185 h 205"/>
                  <a:gd name="T6" fmla="*/ 56 w 159"/>
                  <a:gd name="T7" fmla="*/ 185 h 205"/>
                  <a:gd name="T8" fmla="*/ 53 w 159"/>
                  <a:gd name="T9" fmla="*/ 189 h 205"/>
                  <a:gd name="T10" fmla="*/ 50 w 159"/>
                  <a:gd name="T11" fmla="*/ 191 h 205"/>
                  <a:gd name="T12" fmla="*/ 46 w 159"/>
                  <a:gd name="T13" fmla="*/ 193 h 205"/>
                  <a:gd name="T14" fmla="*/ 41 w 159"/>
                  <a:gd name="T15" fmla="*/ 194 h 205"/>
                  <a:gd name="T16" fmla="*/ 37 w 159"/>
                  <a:gd name="T17" fmla="*/ 195 h 205"/>
                  <a:gd name="T18" fmla="*/ 31 w 159"/>
                  <a:gd name="T19" fmla="*/ 194 h 205"/>
                  <a:gd name="T20" fmla="*/ 27 w 159"/>
                  <a:gd name="T21" fmla="*/ 193 h 205"/>
                  <a:gd name="T22" fmla="*/ 22 w 159"/>
                  <a:gd name="T23" fmla="*/ 191 h 205"/>
                  <a:gd name="T24" fmla="*/ 22 w 159"/>
                  <a:gd name="T25" fmla="*/ 191 h 205"/>
                  <a:gd name="T26" fmla="*/ 18 w 159"/>
                  <a:gd name="T27" fmla="*/ 187 h 205"/>
                  <a:gd name="T28" fmla="*/ 15 w 159"/>
                  <a:gd name="T29" fmla="*/ 185 h 205"/>
                  <a:gd name="T30" fmla="*/ 12 w 159"/>
                  <a:gd name="T31" fmla="*/ 180 h 205"/>
                  <a:gd name="T32" fmla="*/ 10 w 159"/>
                  <a:gd name="T33" fmla="*/ 175 h 205"/>
                  <a:gd name="T34" fmla="*/ 10 w 159"/>
                  <a:gd name="T35" fmla="*/ 171 h 205"/>
                  <a:gd name="T36" fmla="*/ 10 w 159"/>
                  <a:gd name="T37" fmla="*/ 166 h 205"/>
                  <a:gd name="T38" fmla="*/ 11 w 159"/>
                  <a:gd name="T39" fmla="*/ 162 h 205"/>
                  <a:gd name="T40" fmla="*/ 12 w 159"/>
                  <a:gd name="T41" fmla="*/ 157 h 205"/>
                  <a:gd name="T42" fmla="*/ 107 w 159"/>
                  <a:gd name="T43" fmla="*/ 4 h 205"/>
                  <a:gd name="T44" fmla="*/ 100 w 159"/>
                  <a:gd name="T45" fmla="*/ 0 h 205"/>
                  <a:gd name="T46" fmla="*/ 4 w 159"/>
                  <a:gd name="T47" fmla="*/ 155 h 205"/>
                  <a:gd name="T48" fmla="*/ 4 w 159"/>
                  <a:gd name="T49" fmla="*/ 155 h 205"/>
                  <a:gd name="T50" fmla="*/ 2 w 159"/>
                  <a:gd name="T51" fmla="*/ 160 h 205"/>
                  <a:gd name="T52" fmla="*/ 0 w 159"/>
                  <a:gd name="T53" fmla="*/ 167 h 205"/>
                  <a:gd name="T54" fmla="*/ 0 w 159"/>
                  <a:gd name="T55" fmla="*/ 172 h 205"/>
                  <a:gd name="T56" fmla="*/ 2 w 159"/>
                  <a:gd name="T57" fmla="*/ 179 h 205"/>
                  <a:gd name="T58" fmla="*/ 3 w 159"/>
                  <a:gd name="T59" fmla="*/ 185 h 205"/>
                  <a:gd name="T60" fmla="*/ 7 w 159"/>
                  <a:gd name="T61" fmla="*/ 190 h 205"/>
                  <a:gd name="T62" fmla="*/ 11 w 159"/>
                  <a:gd name="T63" fmla="*/ 195 h 205"/>
                  <a:gd name="T64" fmla="*/ 16 w 159"/>
                  <a:gd name="T65" fmla="*/ 199 h 205"/>
                  <a:gd name="T66" fmla="*/ 16 w 159"/>
                  <a:gd name="T67" fmla="*/ 199 h 205"/>
                  <a:gd name="T68" fmla="*/ 23 w 159"/>
                  <a:gd name="T69" fmla="*/ 202 h 205"/>
                  <a:gd name="T70" fmla="*/ 30 w 159"/>
                  <a:gd name="T71" fmla="*/ 203 h 205"/>
                  <a:gd name="T72" fmla="*/ 35 w 159"/>
                  <a:gd name="T73" fmla="*/ 205 h 205"/>
                  <a:gd name="T74" fmla="*/ 42 w 159"/>
                  <a:gd name="T75" fmla="*/ 205 h 205"/>
                  <a:gd name="T76" fmla="*/ 48 w 159"/>
                  <a:gd name="T77" fmla="*/ 202 h 205"/>
                  <a:gd name="T78" fmla="*/ 53 w 159"/>
                  <a:gd name="T79" fmla="*/ 199 h 205"/>
                  <a:gd name="T80" fmla="*/ 58 w 159"/>
                  <a:gd name="T81" fmla="*/ 195 h 205"/>
                  <a:gd name="T82" fmla="*/ 62 w 159"/>
                  <a:gd name="T83" fmla="*/ 191 h 205"/>
                  <a:gd name="T84" fmla="*/ 159 w 159"/>
                  <a:gd name="T85" fmla="*/ 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205">
                    <a:moveTo>
                      <a:pt x="159" y="36"/>
                    </a:moveTo>
                    <a:lnTo>
                      <a:pt x="151" y="32"/>
                    </a:lnTo>
                    <a:lnTo>
                      <a:pt x="56" y="185"/>
                    </a:lnTo>
                    <a:lnTo>
                      <a:pt x="56" y="185"/>
                    </a:lnTo>
                    <a:lnTo>
                      <a:pt x="53" y="189"/>
                    </a:lnTo>
                    <a:lnTo>
                      <a:pt x="50" y="191"/>
                    </a:lnTo>
                    <a:lnTo>
                      <a:pt x="46" y="193"/>
                    </a:lnTo>
                    <a:lnTo>
                      <a:pt x="41" y="194"/>
                    </a:lnTo>
                    <a:lnTo>
                      <a:pt x="37" y="195"/>
                    </a:lnTo>
                    <a:lnTo>
                      <a:pt x="31" y="194"/>
                    </a:lnTo>
                    <a:lnTo>
                      <a:pt x="27" y="193"/>
                    </a:lnTo>
                    <a:lnTo>
                      <a:pt x="22" y="191"/>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4" y="155"/>
                    </a:lnTo>
                    <a:lnTo>
                      <a:pt x="2" y="160"/>
                    </a:lnTo>
                    <a:lnTo>
                      <a:pt x="0" y="167"/>
                    </a:lnTo>
                    <a:lnTo>
                      <a:pt x="0" y="172"/>
                    </a:lnTo>
                    <a:lnTo>
                      <a:pt x="2" y="179"/>
                    </a:lnTo>
                    <a:lnTo>
                      <a:pt x="3" y="185"/>
                    </a:lnTo>
                    <a:lnTo>
                      <a:pt x="7" y="190"/>
                    </a:lnTo>
                    <a:lnTo>
                      <a:pt x="11" y="195"/>
                    </a:lnTo>
                    <a:lnTo>
                      <a:pt x="16" y="199"/>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3" name="ïṩḷíḍê">
                <a:extLst>
                  <a:ext uri="{FF2B5EF4-FFF2-40B4-BE49-F238E27FC236}">
                    <a16:creationId xmlns:a16="http://schemas.microsoft.com/office/drawing/2014/main" id="{D96AD190-514D-4DC0-8840-A439063C5608}"/>
                  </a:ext>
                </a:extLst>
              </p:cNvPr>
              <p:cNvSpPr/>
              <p:nvPr/>
            </p:nvSpPr>
            <p:spPr bwMode="auto">
              <a:xfrm>
                <a:off x="3808413" y="3100388"/>
                <a:ext cx="122238" cy="82550"/>
              </a:xfrm>
              <a:custGeom>
                <a:avLst/>
                <a:gdLst>
                  <a:gd name="T0" fmla="*/ 75 w 77"/>
                  <a:gd name="T1" fmla="*/ 50 h 52"/>
                  <a:gd name="T2" fmla="*/ 75 w 77"/>
                  <a:gd name="T3" fmla="*/ 50 h 52"/>
                  <a:gd name="T4" fmla="*/ 74 w 77"/>
                  <a:gd name="T5" fmla="*/ 51 h 52"/>
                  <a:gd name="T6" fmla="*/ 71 w 77"/>
                  <a:gd name="T7" fmla="*/ 52 h 52"/>
                  <a:gd name="T8" fmla="*/ 69 w 77"/>
                  <a:gd name="T9" fmla="*/ 52 h 52"/>
                  <a:gd name="T10" fmla="*/ 67 w 77"/>
                  <a:gd name="T11" fmla="*/ 51 h 52"/>
                  <a:gd name="T12" fmla="*/ 2 w 77"/>
                  <a:gd name="T13" fmla="*/ 12 h 52"/>
                  <a:gd name="T14" fmla="*/ 2 w 77"/>
                  <a:gd name="T15" fmla="*/ 12 h 52"/>
                  <a:gd name="T16" fmla="*/ 0 w 77"/>
                  <a:gd name="T17" fmla="*/ 9 h 52"/>
                  <a:gd name="T18" fmla="*/ 0 w 77"/>
                  <a:gd name="T19" fmla="*/ 8 h 52"/>
                  <a:gd name="T20" fmla="*/ 0 w 77"/>
                  <a:gd name="T21" fmla="*/ 5 h 52"/>
                  <a:gd name="T22" fmla="*/ 0 w 77"/>
                  <a:gd name="T23" fmla="*/ 2 h 52"/>
                  <a:gd name="T24" fmla="*/ 0 w 77"/>
                  <a:gd name="T25" fmla="*/ 2 h 52"/>
                  <a:gd name="T26" fmla="*/ 1 w 77"/>
                  <a:gd name="T27" fmla="*/ 1 h 52"/>
                  <a:gd name="T28" fmla="*/ 4 w 77"/>
                  <a:gd name="T29" fmla="*/ 0 h 52"/>
                  <a:gd name="T30" fmla="*/ 6 w 77"/>
                  <a:gd name="T31" fmla="*/ 0 h 52"/>
                  <a:gd name="T32" fmla="*/ 8 w 77"/>
                  <a:gd name="T33" fmla="*/ 1 h 52"/>
                  <a:gd name="T34" fmla="*/ 74 w 77"/>
                  <a:gd name="T35" fmla="*/ 42 h 52"/>
                  <a:gd name="T36" fmla="*/ 74 w 77"/>
                  <a:gd name="T37" fmla="*/ 42 h 52"/>
                  <a:gd name="T38" fmla="*/ 75 w 77"/>
                  <a:gd name="T39" fmla="*/ 43 h 52"/>
                  <a:gd name="T40" fmla="*/ 77 w 77"/>
                  <a:gd name="T41" fmla="*/ 46 h 52"/>
                  <a:gd name="T42" fmla="*/ 77 w 77"/>
                  <a:gd name="T43" fmla="*/ 47 h 52"/>
                  <a:gd name="T44" fmla="*/ 75 w 77"/>
                  <a:gd name="T45" fmla="*/ 50 h 52"/>
                  <a:gd name="T46" fmla="*/ 75 w 77"/>
                  <a:gd name="T4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2">
                    <a:moveTo>
                      <a:pt x="75" y="50"/>
                    </a:moveTo>
                    <a:lnTo>
                      <a:pt x="75" y="50"/>
                    </a:lnTo>
                    <a:lnTo>
                      <a:pt x="74" y="51"/>
                    </a:lnTo>
                    <a:lnTo>
                      <a:pt x="71" y="52"/>
                    </a:lnTo>
                    <a:lnTo>
                      <a:pt x="69" y="52"/>
                    </a:lnTo>
                    <a:lnTo>
                      <a:pt x="67" y="51"/>
                    </a:lnTo>
                    <a:lnTo>
                      <a:pt x="2" y="12"/>
                    </a:lnTo>
                    <a:lnTo>
                      <a:pt x="2" y="12"/>
                    </a:lnTo>
                    <a:lnTo>
                      <a:pt x="0" y="9"/>
                    </a:lnTo>
                    <a:lnTo>
                      <a:pt x="0" y="8"/>
                    </a:lnTo>
                    <a:lnTo>
                      <a:pt x="0" y="5"/>
                    </a:lnTo>
                    <a:lnTo>
                      <a:pt x="0" y="2"/>
                    </a:lnTo>
                    <a:lnTo>
                      <a:pt x="0" y="2"/>
                    </a:lnTo>
                    <a:lnTo>
                      <a:pt x="1" y="1"/>
                    </a:lnTo>
                    <a:lnTo>
                      <a:pt x="4" y="0"/>
                    </a:lnTo>
                    <a:lnTo>
                      <a:pt x="6" y="0"/>
                    </a:lnTo>
                    <a:lnTo>
                      <a:pt x="8" y="1"/>
                    </a:lnTo>
                    <a:lnTo>
                      <a:pt x="74" y="42"/>
                    </a:lnTo>
                    <a:lnTo>
                      <a:pt x="74" y="42"/>
                    </a:lnTo>
                    <a:lnTo>
                      <a:pt x="75" y="43"/>
                    </a:lnTo>
                    <a:lnTo>
                      <a:pt x="77" y="46"/>
                    </a:lnTo>
                    <a:lnTo>
                      <a:pt x="77" y="47"/>
                    </a:lnTo>
                    <a:lnTo>
                      <a:pt x="75" y="50"/>
                    </a:lnTo>
                    <a:lnTo>
                      <a:pt x="75"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4" name="î$ḻïḍé">
                <a:extLst>
                  <a:ext uri="{FF2B5EF4-FFF2-40B4-BE49-F238E27FC236}">
                    <a16:creationId xmlns:a16="http://schemas.microsoft.com/office/drawing/2014/main" id="{D1759FEC-8937-4350-A4D5-10AC607966D4}"/>
                  </a:ext>
                </a:extLst>
              </p:cNvPr>
              <p:cNvSpPr/>
              <p:nvPr/>
            </p:nvSpPr>
            <p:spPr bwMode="auto">
              <a:xfrm>
                <a:off x="3708401" y="3168650"/>
                <a:ext cx="173038" cy="234950"/>
              </a:xfrm>
              <a:custGeom>
                <a:avLst/>
                <a:gdLst>
                  <a:gd name="T0" fmla="*/ 109 w 109"/>
                  <a:gd name="T1" fmla="*/ 5 h 148"/>
                  <a:gd name="T2" fmla="*/ 99 w 109"/>
                  <a:gd name="T3" fmla="*/ 0 h 148"/>
                  <a:gd name="T4" fmla="*/ 15 w 109"/>
                  <a:gd name="T5" fmla="*/ 137 h 148"/>
                  <a:gd name="T6" fmla="*/ 15 w 109"/>
                  <a:gd name="T7" fmla="*/ 137 h 148"/>
                  <a:gd name="T8" fmla="*/ 12 w 109"/>
                  <a:gd name="T9" fmla="*/ 139 h 148"/>
                  <a:gd name="T10" fmla="*/ 8 w 109"/>
                  <a:gd name="T11" fmla="*/ 142 h 148"/>
                  <a:gd name="T12" fmla="*/ 4 w 109"/>
                  <a:gd name="T13" fmla="*/ 143 h 148"/>
                  <a:gd name="T14" fmla="*/ 0 w 109"/>
                  <a:gd name="T15" fmla="*/ 143 h 148"/>
                  <a:gd name="T16" fmla="*/ 0 w 109"/>
                  <a:gd name="T17" fmla="*/ 143 h 148"/>
                  <a:gd name="T18" fmla="*/ 0 w 109"/>
                  <a:gd name="T19" fmla="*/ 145 h 148"/>
                  <a:gd name="T20" fmla="*/ 0 w 109"/>
                  <a:gd name="T21" fmla="*/ 145 h 148"/>
                  <a:gd name="T22" fmla="*/ 7 w 109"/>
                  <a:gd name="T23" fmla="*/ 148 h 148"/>
                  <a:gd name="T24" fmla="*/ 14 w 109"/>
                  <a:gd name="T25" fmla="*/ 148 h 148"/>
                  <a:gd name="T26" fmla="*/ 21 w 109"/>
                  <a:gd name="T27" fmla="*/ 145 h 148"/>
                  <a:gd name="T28" fmla="*/ 25 w 109"/>
                  <a:gd name="T29" fmla="*/ 141 h 148"/>
                  <a:gd name="T30" fmla="*/ 109 w 109"/>
                  <a:gd name="T3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48">
                    <a:moveTo>
                      <a:pt x="109" y="5"/>
                    </a:moveTo>
                    <a:lnTo>
                      <a:pt x="99" y="0"/>
                    </a:lnTo>
                    <a:lnTo>
                      <a:pt x="15" y="137"/>
                    </a:lnTo>
                    <a:lnTo>
                      <a:pt x="15" y="137"/>
                    </a:lnTo>
                    <a:lnTo>
                      <a:pt x="12" y="139"/>
                    </a:lnTo>
                    <a:lnTo>
                      <a:pt x="8" y="142"/>
                    </a:lnTo>
                    <a:lnTo>
                      <a:pt x="4" y="143"/>
                    </a:lnTo>
                    <a:lnTo>
                      <a:pt x="0" y="143"/>
                    </a:lnTo>
                    <a:lnTo>
                      <a:pt x="0" y="143"/>
                    </a:lnTo>
                    <a:lnTo>
                      <a:pt x="0" y="145"/>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5" name="îṡ1îdé">
              <a:extLst>
                <a:ext uri="{FF2B5EF4-FFF2-40B4-BE49-F238E27FC236}">
                  <a16:creationId xmlns:a16="http://schemas.microsoft.com/office/drawing/2014/main" id="{33D2F239-9DFD-4360-8248-51077C2F3659}"/>
                </a:ext>
              </a:extLst>
            </p:cNvPr>
            <p:cNvSpPr/>
            <p:nvPr/>
          </p:nvSpPr>
          <p:spPr bwMode="auto">
            <a:xfrm>
              <a:off x="5783300" y="4483289"/>
              <a:ext cx="196516" cy="210859"/>
            </a:xfrm>
            <a:custGeom>
              <a:avLst/>
              <a:gdLst>
                <a:gd name="T0" fmla="*/ 107 w 137"/>
                <a:gd name="T1" fmla="*/ 68 h 147"/>
                <a:gd name="T2" fmla="*/ 103 w 137"/>
                <a:gd name="T3" fmla="*/ 51 h 147"/>
                <a:gd name="T4" fmla="*/ 103 w 137"/>
                <a:gd name="T5" fmla="*/ 99 h 147"/>
                <a:gd name="T6" fmla="*/ 117 w 137"/>
                <a:gd name="T7" fmla="*/ 111 h 147"/>
                <a:gd name="T8" fmla="*/ 115 w 137"/>
                <a:gd name="T9" fmla="*/ 118 h 147"/>
                <a:gd name="T10" fmla="*/ 103 w 137"/>
                <a:gd name="T11" fmla="*/ 38 h 147"/>
                <a:gd name="T12" fmla="*/ 115 w 137"/>
                <a:gd name="T13" fmla="*/ 19 h 147"/>
                <a:gd name="T14" fmla="*/ 117 w 137"/>
                <a:gd name="T15" fmla="*/ 24 h 147"/>
                <a:gd name="T16" fmla="*/ 103 w 137"/>
                <a:gd name="T17" fmla="*/ 38 h 147"/>
                <a:gd name="T18" fmla="*/ 114 w 137"/>
                <a:gd name="T19" fmla="*/ 68 h 147"/>
                <a:gd name="T20" fmla="*/ 134 w 137"/>
                <a:gd name="T21" fmla="*/ 65 h 147"/>
                <a:gd name="T22" fmla="*/ 136 w 137"/>
                <a:gd name="T23" fmla="*/ 70 h 147"/>
                <a:gd name="T24" fmla="*/ 114 w 137"/>
                <a:gd name="T25" fmla="*/ 70 h 147"/>
                <a:gd name="T26" fmla="*/ 69 w 137"/>
                <a:gd name="T27" fmla="*/ 30 h 147"/>
                <a:gd name="T28" fmla="*/ 103 w 137"/>
                <a:gd name="T29" fmla="*/ 51 h 147"/>
                <a:gd name="T30" fmla="*/ 90 w 137"/>
                <a:gd name="T31" fmla="*/ 100 h 147"/>
                <a:gd name="T32" fmla="*/ 84 w 137"/>
                <a:gd name="T33" fmla="*/ 142 h 147"/>
                <a:gd name="T34" fmla="*/ 69 w 137"/>
                <a:gd name="T35" fmla="*/ 114 h 147"/>
                <a:gd name="T36" fmla="*/ 83 w 137"/>
                <a:gd name="T37" fmla="*/ 96 h 147"/>
                <a:gd name="T38" fmla="*/ 95 w 137"/>
                <a:gd name="T39" fmla="*/ 84 h 147"/>
                <a:gd name="T40" fmla="*/ 99 w 137"/>
                <a:gd name="T41" fmla="*/ 62 h 147"/>
                <a:gd name="T42" fmla="*/ 91 w 137"/>
                <a:gd name="T43" fmla="*/ 47 h 147"/>
                <a:gd name="T44" fmla="*/ 69 w 137"/>
                <a:gd name="T45" fmla="*/ 38 h 147"/>
                <a:gd name="T46" fmla="*/ 100 w 137"/>
                <a:gd name="T47" fmla="*/ 31 h 147"/>
                <a:gd name="T48" fmla="*/ 100 w 137"/>
                <a:gd name="T49" fmla="*/ 36 h 147"/>
                <a:gd name="T50" fmla="*/ 103 w 137"/>
                <a:gd name="T51" fmla="*/ 99 h 147"/>
                <a:gd name="T52" fmla="*/ 99 w 137"/>
                <a:gd name="T53" fmla="*/ 101 h 147"/>
                <a:gd name="T54" fmla="*/ 103 w 137"/>
                <a:gd name="T55" fmla="*/ 99 h 147"/>
                <a:gd name="T56" fmla="*/ 72 w 137"/>
                <a:gd name="T57" fmla="*/ 1 h 147"/>
                <a:gd name="T58" fmla="*/ 72 w 137"/>
                <a:gd name="T59" fmla="*/ 23 h 147"/>
                <a:gd name="T60" fmla="*/ 67 w 137"/>
                <a:gd name="T61" fmla="*/ 147 h 147"/>
                <a:gd name="T62" fmla="*/ 49 w 137"/>
                <a:gd name="T63" fmla="*/ 137 h 147"/>
                <a:gd name="T64" fmla="*/ 41 w 137"/>
                <a:gd name="T65" fmla="*/ 92 h 147"/>
                <a:gd name="T66" fmla="*/ 41 w 137"/>
                <a:gd name="T67" fmla="*/ 43 h 147"/>
                <a:gd name="T68" fmla="*/ 69 w 137"/>
                <a:gd name="T69" fmla="*/ 30 h 147"/>
                <a:gd name="T70" fmla="*/ 57 w 137"/>
                <a:gd name="T71" fmla="*/ 40 h 147"/>
                <a:gd name="T72" fmla="*/ 45 w 137"/>
                <a:gd name="T73" fmla="*/ 51 h 147"/>
                <a:gd name="T74" fmla="*/ 40 w 137"/>
                <a:gd name="T75" fmla="*/ 68 h 147"/>
                <a:gd name="T76" fmla="*/ 54 w 137"/>
                <a:gd name="T77" fmla="*/ 93 h 147"/>
                <a:gd name="T78" fmla="*/ 56 w 137"/>
                <a:gd name="T79" fmla="*/ 97 h 147"/>
                <a:gd name="T80" fmla="*/ 69 w 137"/>
                <a:gd name="T81" fmla="*/ 147 h 147"/>
                <a:gd name="T82" fmla="*/ 69 w 137"/>
                <a:gd name="T83" fmla="*/ 24 h 147"/>
                <a:gd name="T84" fmla="*/ 65 w 137"/>
                <a:gd name="T85" fmla="*/ 4 h 147"/>
                <a:gd name="T86" fmla="*/ 69 w 137"/>
                <a:gd name="T87" fmla="*/ 0 h 147"/>
                <a:gd name="T88" fmla="*/ 38 w 137"/>
                <a:gd name="T89" fmla="*/ 104 h 147"/>
                <a:gd name="T90" fmla="*/ 35 w 137"/>
                <a:gd name="T91" fmla="*/ 99 h 147"/>
                <a:gd name="T92" fmla="*/ 35 w 137"/>
                <a:gd name="T93" fmla="*/ 38 h 147"/>
                <a:gd name="T94" fmla="*/ 38 w 137"/>
                <a:gd name="T95" fmla="*/ 31 h 147"/>
                <a:gd name="T96" fmla="*/ 35 w 137"/>
                <a:gd name="T97" fmla="*/ 84 h 147"/>
                <a:gd name="T98" fmla="*/ 33 w 137"/>
                <a:gd name="T99" fmla="*/ 59 h 147"/>
                <a:gd name="T100" fmla="*/ 35 w 137"/>
                <a:gd name="T101" fmla="*/ 30 h 147"/>
                <a:gd name="T102" fmla="*/ 33 w 137"/>
                <a:gd name="T103" fmla="*/ 36 h 147"/>
                <a:gd name="T104" fmla="*/ 21 w 137"/>
                <a:gd name="T105" fmla="*/ 20 h 147"/>
                <a:gd name="T106" fmla="*/ 35 w 137"/>
                <a:gd name="T107" fmla="*/ 30 h 147"/>
                <a:gd name="T108" fmla="*/ 26 w 137"/>
                <a:gd name="T109" fmla="*/ 116 h 147"/>
                <a:gd name="T110" fmla="*/ 21 w 137"/>
                <a:gd name="T111" fmla="*/ 116 h 147"/>
                <a:gd name="T112" fmla="*/ 33 w 137"/>
                <a:gd name="T113" fmla="*/ 99 h 147"/>
                <a:gd name="T114" fmla="*/ 4 w 137"/>
                <a:gd name="T115" fmla="*/ 65 h 147"/>
                <a:gd name="T116" fmla="*/ 23 w 137"/>
                <a:gd name="T117" fmla="*/ 65 h 147"/>
                <a:gd name="T118" fmla="*/ 21 w 137"/>
                <a:gd name="T119" fmla="*/ 72 h 147"/>
                <a:gd name="T120" fmla="*/ 0 w 137"/>
                <a:gd name="T121" fmla="*/ 68 h 147"/>
                <a:gd name="T122" fmla="*/ 4 w 137"/>
                <a:gd name="T123" fmla="*/ 6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7">
                  <a:moveTo>
                    <a:pt x="103" y="51"/>
                  </a:moveTo>
                  <a:lnTo>
                    <a:pt x="103" y="51"/>
                  </a:lnTo>
                  <a:lnTo>
                    <a:pt x="106" y="59"/>
                  </a:lnTo>
                  <a:lnTo>
                    <a:pt x="107" y="68"/>
                  </a:lnTo>
                  <a:lnTo>
                    <a:pt x="107" y="68"/>
                  </a:lnTo>
                  <a:lnTo>
                    <a:pt x="106" y="77"/>
                  </a:lnTo>
                  <a:lnTo>
                    <a:pt x="103" y="84"/>
                  </a:lnTo>
                  <a:lnTo>
                    <a:pt x="103" y="51"/>
                  </a:lnTo>
                  <a:lnTo>
                    <a:pt x="103" y="51"/>
                  </a:lnTo>
                  <a:close/>
                  <a:moveTo>
                    <a:pt x="103" y="107"/>
                  </a:moveTo>
                  <a:lnTo>
                    <a:pt x="103" y="99"/>
                  </a:lnTo>
                  <a:lnTo>
                    <a:pt x="103" y="99"/>
                  </a:lnTo>
                  <a:lnTo>
                    <a:pt x="106" y="99"/>
                  </a:lnTo>
                  <a:lnTo>
                    <a:pt x="106" y="99"/>
                  </a:lnTo>
                  <a:lnTo>
                    <a:pt x="117" y="111"/>
                  </a:lnTo>
                  <a:lnTo>
                    <a:pt x="117" y="111"/>
                  </a:lnTo>
                  <a:lnTo>
                    <a:pt x="118" y="114"/>
                  </a:lnTo>
                  <a:lnTo>
                    <a:pt x="117" y="116"/>
                  </a:lnTo>
                  <a:lnTo>
                    <a:pt x="117" y="116"/>
                  </a:lnTo>
                  <a:lnTo>
                    <a:pt x="115" y="118"/>
                  </a:lnTo>
                  <a:lnTo>
                    <a:pt x="113" y="116"/>
                  </a:lnTo>
                  <a:lnTo>
                    <a:pt x="103" y="107"/>
                  </a:lnTo>
                  <a:lnTo>
                    <a:pt x="103" y="107"/>
                  </a:lnTo>
                  <a:close/>
                  <a:moveTo>
                    <a:pt x="103" y="38"/>
                  </a:moveTo>
                  <a:lnTo>
                    <a:pt x="103" y="28"/>
                  </a:lnTo>
                  <a:lnTo>
                    <a:pt x="113" y="20"/>
                  </a:lnTo>
                  <a:lnTo>
                    <a:pt x="113" y="20"/>
                  </a:lnTo>
                  <a:lnTo>
                    <a:pt x="115" y="19"/>
                  </a:lnTo>
                  <a:lnTo>
                    <a:pt x="117" y="20"/>
                  </a:lnTo>
                  <a:lnTo>
                    <a:pt x="117" y="20"/>
                  </a:lnTo>
                  <a:lnTo>
                    <a:pt x="118" y="23"/>
                  </a:lnTo>
                  <a:lnTo>
                    <a:pt x="117" y="24"/>
                  </a:lnTo>
                  <a:lnTo>
                    <a:pt x="106" y="36"/>
                  </a:lnTo>
                  <a:lnTo>
                    <a:pt x="106" y="36"/>
                  </a:lnTo>
                  <a:lnTo>
                    <a:pt x="106" y="36"/>
                  </a:lnTo>
                  <a:lnTo>
                    <a:pt x="103" y="38"/>
                  </a:lnTo>
                  <a:lnTo>
                    <a:pt x="103" y="38"/>
                  </a:lnTo>
                  <a:close/>
                  <a:moveTo>
                    <a:pt x="114" y="68"/>
                  </a:moveTo>
                  <a:lnTo>
                    <a:pt x="114" y="68"/>
                  </a:lnTo>
                  <a:lnTo>
                    <a:pt x="114" y="68"/>
                  </a:lnTo>
                  <a:lnTo>
                    <a:pt x="114" y="65"/>
                  </a:lnTo>
                  <a:lnTo>
                    <a:pt x="117" y="65"/>
                  </a:lnTo>
                  <a:lnTo>
                    <a:pt x="134" y="65"/>
                  </a:lnTo>
                  <a:lnTo>
                    <a:pt x="134" y="65"/>
                  </a:lnTo>
                  <a:lnTo>
                    <a:pt x="136" y="65"/>
                  </a:lnTo>
                  <a:lnTo>
                    <a:pt x="137" y="68"/>
                  </a:lnTo>
                  <a:lnTo>
                    <a:pt x="137" y="68"/>
                  </a:lnTo>
                  <a:lnTo>
                    <a:pt x="136" y="70"/>
                  </a:lnTo>
                  <a:lnTo>
                    <a:pt x="134" y="72"/>
                  </a:lnTo>
                  <a:lnTo>
                    <a:pt x="117" y="72"/>
                  </a:lnTo>
                  <a:lnTo>
                    <a:pt x="117" y="72"/>
                  </a:lnTo>
                  <a:lnTo>
                    <a:pt x="114" y="70"/>
                  </a:lnTo>
                  <a:lnTo>
                    <a:pt x="114" y="68"/>
                  </a:lnTo>
                  <a:lnTo>
                    <a:pt x="114" y="68"/>
                  </a:lnTo>
                  <a:close/>
                  <a:moveTo>
                    <a:pt x="69" y="30"/>
                  </a:moveTo>
                  <a:lnTo>
                    <a:pt x="69" y="30"/>
                  </a:lnTo>
                  <a:lnTo>
                    <a:pt x="80" y="32"/>
                  </a:lnTo>
                  <a:lnTo>
                    <a:pt x="90" y="36"/>
                  </a:lnTo>
                  <a:lnTo>
                    <a:pt x="98" y="43"/>
                  </a:lnTo>
                  <a:lnTo>
                    <a:pt x="103" y="51"/>
                  </a:lnTo>
                  <a:lnTo>
                    <a:pt x="103" y="84"/>
                  </a:lnTo>
                  <a:lnTo>
                    <a:pt x="103" y="84"/>
                  </a:lnTo>
                  <a:lnTo>
                    <a:pt x="98" y="93"/>
                  </a:lnTo>
                  <a:lnTo>
                    <a:pt x="90" y="100"/>
                  </a:lnTo>
                  <a:lnTo>
                    <a:pt x="90" y="130"/>
                  </a:lnTo>
                  <a:lnTo>
                    <a:pt x="90" y="130"/>
                  </a:lnTo>
                  <a:lnTo>
                    <a:pt x="88" y="137"/>
                  </a:lnTo>
                  <a:lnTo>
                    <a:pt x="84" y="142"/>
                  </a:lnTo>
                  <a:lnTo>
                    <a:pt x="79" y="146"/>
                  </a:lnTo>
                  <a:lnTo>
                    <a:pt x="71" y="147"/>
                  </a:lnTo>
                  <a:lnTo>
                    <a:pt x="69" y="147"/>
                  </a:lnTo>
                  <a:lnTo>
                    <a:pt x="69" y="114"/>
                  </a:lnTo>
                  <a:lnTo>
                    <a:pt x="82" y="114"/>
                  </a:lnTo>
                  <a:lnTo>
                    <a:pt x="82" y="97"/>
                  </a:lnTo>
                  <a:lnTo>
                    <a:pt x="82" y="97"/>
                  </a:lnTo>
                  <a:lnTo>
                    <a:pt x="83" y="96"/>
                  </a:lnTo>
                  <a:lnTo>
                    <a:pt x="84" y="95"/>
                  </a:lnTo>
                  <a:lnTo>
                    <a:pt x="84" y="95"/>
                  </a:lnTo>
                  <a:lnTo>
                    <a:pt x="91" y="89"/>
                  </a:lnTo>
                  <a:lnTo>
                    <a:pt x="95" y="84"/>
                  </a:lnTo>
                  <a:lnTo>
                    <a:pt x="98" y="76"/>
                  </a:lnTo>
                  <a:lnTo>
                    <a:pt x="99" y="68"/>
                  </a:lnTo>
                  <a:lnTo>
                    <a:pt x="99" y="68"/>
                  </a:lnTo>
                  <a:lnTo>
                    <a:pt x="99" y="62"/>
                  </a:lnTo>
                  <a:lnTo>
                    <a:pt x="96" y="57"/>
                  </a:lnTo>
                  <a:lnTo>
                    <a:pt x="94" y="51"/>
                  </a:lnTo>
                  <a:lnTo>
                    <a:pt x="91" y="47"/>
                  </a:lnTo>
                  <a:lnTo>
                    <a:pt x="91" y="47"/>
                  </a:lnTo>
                  <a:lnTo>
                    <a:pt x="86" y="43"/>
                  </a:lnTo>
                  <a:lnTo>
                    <a:pt x="82" y="40"/>
                  </a:lnTo>
                  <a:lnTo>
                    <a:pt x="75" y="39"/>
                  </a:lnTo>
                  <a:lnTo>
                    <a:pt x="69" y="38"/>
                  </a:lnTo>
                  <a:lnTo>
                    <a:pt x="69" y="30"/>
                  </a:lnTo>
                  <a:lnTo>
                    <a:pt x="69" y="30"/>
                  </a:lnTo>
                  <a:close/>
                  <a:moveTo>
                    <a:pt x="103" y="28"/>
                  </a:moveTo>
                  <a:lnTo>
                    <a:pt x="100" y="31"/>
                  </a:lnTo>
                  <a:lnTo>
                    <a:pt x="100" y="31"/>
                  </a:lnTo>
                  <a:lnTo>
                    <a:pt x="99" y="34"/>
                  </a:lnTo>
                  <a:lnTo>
                    <a:pt x="100" y="36"/>
                  </a:lnTo>
                  <a:lnTo>
                    <a:pt x="100" y="36"/>
                  </a:lnTo>
                  <a:lnTo>
                    <a:pt x="103" y="38"/>
                  </a:lnTo>
                  <a:lnTo>
                    <a:pt x="103" y="28"/>
                  </a:lnTo>
                  <a:lnTo>
                    <a:pt x="103" y="28"/>
                  </a:lnTo>
                  <a:close/>
                  <a:moveTo>
                    <a:pt x="103" y="99"/>
                  </a:moveTo>
                  <a:lnTo>
                    <a:pt x="103" y="99"/>
                  </a:lnTo>
                  <a:lnTo>
                    <a:pt x="100" y="99"/>
                  </a:lnTo>
                  <a:lnTo>
                    <a:pt x="100" y="99"/>
                  </a:lnTo>
                  <a:lnTo>
                    <a:pt x="99" y="101"/>
                  </a:lnTo>
                  <a:lnTo>
                    <a:pt x="100" y="104"/>
                  </a:lnTo>
                  <a:lnTo>
                    <a:pt x="103" y="107"/>
                  </a:lnTo>
                  <a:lnTo>
                    <a:pt x="103" y="99"/>
                  </a:lnTo>
                  <a:lnTo>
                    <a:pt x="103" y="99"/>
                  </a:lnTo>
                  <a:close/>
                  <a:moveTo>
                    <a:pt x="69" y="24"/>
                  </a:moveTo>
                  <a:lnTo>
                    <a:pt x="69" y="0"/>
                  </a:lnTo>
                  <a:lnTo>
                    <a:pt x="69" y="0"/>
                  </a:lnTo>
                  <a:lnTo>
                    <a:pt x="72" y="1"/>
                  </a:lnTo>
                  <a:lnTo>
                    <a:pt x="72" y="4"/>
                  </a:lnTo>
                  <a:lnTo>
                    <a:pt x="72" y="20"/>
                  </a:lnTo>
                  <a:lnTo>
                    <a:pt x="72" y="20"/>
                  </a:lnTo>
                  <a:lnTo>
                    <a:pt x="72" y="23"/>
                  </a:lnTo>
                  <a:lnTo>
                    <a:pt x="69" y="24"/>
                  </a:lnTo>
                  <a:lnTo>
                    <a:pt x="69" y="24"/>
                  </a:lnTo>
                  <a:close/>
                  <a:moveTo>
                    <a:pt x="69" y="147"/>
                  </a:moveTo>
                  <a:lnTo>
                    <a:pt x="67" y="147"/>
                  </a:lnTo>
                  <a:lnTo>
                    <a:pt x="67" y="147"/>
                  </a:lnTo>
                  <a:lnTo>
                    <a:pt x="60" y="146"/>
                  </a:lnTo>
                  <a:lnTo>
                    <a:pt x="53" y="142"/>
                  </a:lnTo>
                  <a:lnTo>
                    <a:pt x="49" y="137"/>
                  </a:lnTo>
                  <a:lnTo>
                    <a:pt x="48" y="130"/>
                  </a:lnTo>
                  <a:lnTo>
                    <a:pt x="48" y="99"/>
                  </a:lnTo>
                  <a:lnTo>
                    <a:pt x="48" y="99"/>
                  </a:lnTo>
                  <a:lnTo>
                    <a:pt x="41" y="92"/>
                  </a:lnTo>
                  <a:lnTo>
                    <a:pt x="35" y="84"/>
                  </a:lnTo>
                  <a:lnTo>
                    <a:pt x="35" y="51"/>
                  </a:lnTo>
                  <a:lnTo>
                    <a:pt x="35" y="51"/>
                  </a:lnTo>
                  <a:lnTo>
                    <a:pt x="41" y="43"/>
                  </a:lnTo>
                  <a:lnTo>
                    <a:pt x="49" y="36"/>
                  </a:lnTo>
                  <a:lnTo>
                    <a:pt x="59" y="32"/>
                  </a:lnTo>
                  <a:lnTo>
                    <a:pt x="64" y="31"/>
                  </a:lnTo>
                  <a:lnTo>
                    <a:pt x="69" y="30"/>
                  </a:lnTo>
                  <a:lnTo>
                    <a:pt x="69" y="38"/>
                  </a:lnTo>
                  <a:lnTo>
                    <a:pt x="69" y="38"/>
                  </a:lnTo>
                  <a:lnTo>
                    <a:pt x="64" y="39"/>
                  </a:lnTo>
                  <a:lnTo>
                    <a:pt x="57" y="40"/>
                  </a:lnTo>
                  <a:lnTo>
                    <a:pt x="53" y="43"/>
                  </a:lnTo>
                  <a:lnTo>
                    <a:pt x="48" y="47"/>
                  </a:lnTo>
                  <a:lnTo>
                    <a:pt x="48" y="47"/>
                  </a:lnTo>
                  <a:lnTo>
                    <a:pt x="45" y="51"/>
                  </a:lnTo>
                  <a:lnTo>
                    <a:pt x="42" y="57"/>
                  </a:lnTo>
                  <a:lnTo>
                    <a:pt x="40" y="62"/>
                  </a:lnTo>
                  <a:lnTo>
                    <a:pt x="40" y="68"/>
                  </a:lnTo>
                  <a:lnTo>
                    <a:pt x="40" y="68"/>
                  </a:lnTo>
                  <a:lnTo>
                    <a:pt x="41" y="76"/>
                  </a:lnTo>
                  <a:lnTo>
                    <a:pt x="44" y="82"/>
                  </a:lnTo>
                  <a:lnTo>
                    <a:pt x="48" y="89"/>
                  </a:lnTo>
                  <a:lnTo>
                    <a:pt x="54" y="93"/>
                  </a:lnTo>
                  <a:lnTo>
                    <a:pt x="54" y="93"/>
                  </a:lnTo>
                  <a:lnTo>
                    <a:pt x="54" y="93"/>
                  </a:lnTo>
                  <a:lnTo>
                    <a:pt x="56" y="95"/>
                  </a:lnTo>
                  <a:lnTo>
                    <a:pt x="56" y="97"/>
                  </a:lnTo>
                  <a:lnTo>
                    <a:pt x="56" y="114"/>
                  </a:lnTo>
                  <a:lnTo>
                    <a:pt x="69" y="114"/>
                  </a:lnTo>
                  <a:lnTo>
                    <a:pt x="69" y="147"/>
                  </a:lnTo>
                  <a:lnTo>
                    <a:pt x="69" y="147"/>
                  </a:lnTo>
                  <a:close/>
                  <a:moveTo>
                    <a:pt x="69" y="0"/>
                  </a:moveTo>
                  <a:lnTo>
                    <a:pt x="69" y="24"/>
                  </a:lnTo>
                  <a:lnTo>
                    <a:pt x="69" y="24"/>
                  </a:lnTo>
                  <a:lnTo>
                    <a:pt x="69" y="24"/>
                  </a:lnTo>
                  <a:lnTo>
                    <a:pt x="69" y="24"/>
                  </a:lnTo>
                  <a:lnTo>
                    <a:pt x="67" y="23"/>
                  </a:lnTo>
                  <a:lnTo>
                    <a:pt x="65" y="20"/>
                  </a:lnTo>
                  <a:lnTo>
                    <a:pt x="65" y="4"/>
                  </a:lnTo>
                  <a:lnTo>
                    <a:pt x="65" y="4"/>
                  </a:lnTo>
                  <a:lnTo>
                    <a:pt x="67" y="1"/>
                  </a:lnTo>
                  <a:lnTo>
                    <a:pt x="69" y="0"/>
                  </a:lnTo>
                  <a:lnTo>
                    <a:pt x="69" y="0"/>
                  </a:lnTo>
                  <a:lnTo>
                    <a:pt x="69" y="0"/>
                  </a:lnTo>
                  <a:close/>
                  <a:moveTo>
                    <a:pt x="35" y="107"/>
                  </a:moveTo>
                  <a:lnTo>
                    <a:pt x="38" y="104"/>
                  </a:lnTo>
                  <a:lnTo>
                    <a:pt x="38" y="104"/>
                  </a:lnTo>
                  <a:lnTo>
                    <a:pt x="38" y="101"/>
                  </a:lnTo>
                  <a:lnTo>
                    <a:pt x="38" y="99"/>
                  </a:lnTo>
                  <a:lnTo>
                    <a:pt x="38" y="99"/>
                  </a:lnTo>
                  <a:lnTo>
                    <a:pt x="35" y="99"/>
                  </a:lnTo>
                  <a:lnTo>
                    <a:pt x="35" y="107"/>
                  </a:lnTo>
                  <a:lnTo>
                    <a:pt x="35" y="107"/>
                  </a:lnTo>
                  <a:close/>
                  <a:moveTo>
                    <a:pt x="35" y="38"/>
                  </a:moveTo>
                  <a:lnTo>
                    <a:pt x="35" y="38"/>
                  </a:lnTo>
                  <a:lnTo>
                    <a:pt x="38" y="36"/>
                  </a:lnTo>
                  <a:lnTo>
                    <a:pt x="38" y="36"/>
                  </a:lnTo>
                  <a:lnTo>
                    <a:pt x="38" y="34"/>
                  </a:lnTo>
                  <a:lnTo>
                    <a:pt x="38" y="31"/>
                  </a:lnTo>
                  <a:lnTo>
                    <a:pt x="35" y="30"/>
                  </a:lnTo>
                  <a:lnTo>
                    <a:pt x="35" y="38"/>
                  </a:lnTo>
                  <a:close/>
                  <a:moveTo>
                    <a:pt x="35" y="84"/>
                  </a:moveTo>
                  <a:lnTo>
                    <a:pt x="35" y="84"/>
                  </a:lnTo>
                  <a:lnTo>
                    <a:pt x="33" y="76"/>
                  </a:lnTo>
                  <a:lnTo>
                    <a:pt x="31" y="68"/>
                  </a:lnTo>
                  <a:lnTo>
                    <a:pt x="31" y="68"/>
                  </a:lnTo>
                  <a:lnTo>
                    <a:pt x="33" y="59"/>
                  </a:lnTo>
                  <a:lnTo>
                    <a:pt x="35" y="51"/>
                  </a:lnTo>
                  <a:lnTo>
                    <a:pt x="35" y="84"/>
                  </a:lnTo>
                  <a:lnTo>
                    <a:pt x="35" y="84"/>
                  </a:lnTo>
                  <a:close/>
                  <a:moveTo>
                    <a:pt x="35" y="30"/>
                  </a:moveTo>
                  <a:lnTo>
                    <a:pt x="35" y="38"/>
                  </a:lnTo>
                  <a:lnTo>
                    <a:pt x="35" y="38"/>
                  </a:lnTo>
                  <a:lnTo>
                    <a:pt x="33" y="36"/>
                  </a:lnTo>
                  <a:lnTo>
                    <a:pt x="33" y="36"/>
                  </a:lnTo>
                  <a:lnTo>
                    <a:pt x="21" y="24"/>
                  </a:lnTo>
                  <a:lnTo>
                    <a:pt x="21" y="24"/>
                  </a:lnTo>
                  <a:lnTo>
                    <a:pt x="19" y="23"/>
                  </a:lnTo>
                  <a:lnTo>
                    <a:pt x="21" y="20"/>
                  </a:lnTo>
                  <a:lnTo>
                    <a:pt x="21" y="20"/>
                  </a:lnTo>
                  <a:lnTo>
                    <a:pt x="23" y="19"/>
                  </a:lnTo>
                  <a:lnTo>
                    <a:pt x="26" y="20"/>
                  </a:lnTo>
                  <a:lnTo>
                    <a:pt x="35" y="30"/>
                  </a:lnTo>
                  <a:lnTo>
                    <a:pt x="35" y="30"/>
                  </a:lnTo>
                  <a:close/>
                  <a:moveTo>
                    <a:pt x="35" y="99"/>
                  </a:moveTo>
                  <a:lnTo>
                    <a:pt x="35" y="107"/>
                  </a:lnTo>
                  <a:lnTo>
                    <a:pt x="26" y="116"/>
                  </a:lnTo>
                  <a:lnTo>
                    <a:pt x="26" y="116"/>
                  </a:lnTo>
                  <a:lnTo>
                    <a:pt x="23" y="118"/>
                  </a:lnTo>
                  <a:lnTo>
                    <a:pt x="21" y="116"/>
                  </a:lnTo>
                  <a:lnTo>
                    <a:pt x="21" y="116"/>
                  </a:lnTo>
                  <a:lnTo>
                    <a:pt x="19" y="114"/>
                  </a:lnTo>
                  <a:lnTo>
                    <a:pt x="21" y="111"/>
                  </a:lnTo>
                  <a:lnTo>
                    <a:pt x="33" y="99"/>
                  </a:lnTo>
                  <a:lnTo>
                    <a:pt x="33" y="99"/>
                  </a:lnTo>
                  <a:lnTo>
                    <a:pt x="33" y="99"/>
                  </a:lnTo>
                  <a:lnTo>
                    <a:pt x="35" y="99"/>
                  </a:lnTo>
                  <a:lnTo>
                    <a:pt x="35" y="99"/>
                  </a:lnTo>
                  <a:close/>
                  <a:moveTo>
                    <a:pt x="4" y="65"/>
                  </a:moveTo>
                  <a:lnTo>
                    <a:pt x="4" y="65"/>
                  </a:lnTo>
                  <a:lnTo>
                    <a:pt x="21" y="65"/>
                  </a:lnTo>
                  <a:lnTo>
                    <a:pt x="21" y="65"/>
                  </a:lnTo>
                  <a:lnTo>
                    <a:pt x="23" y="65"/>
                  </a:lnTo>
                  <a:lnTo>
                    <a:pt x="25" y="68"/>
                  </a:lnTo>
                  <a:lnTo>
                    <a:pt x="25" y="68"/>
                  </a:lnTo>
                  <a:lnTo>
                    <a:pt x="23" y="70"/>
                  </a:lnTo>
                  <a:lnTo>
                    <a:pt x="21" y="72"/>
                  </a:lnTo>
                  <a:lnTo>
                    <a:pt x="4" y="72"/>
                  </a:lnTo>
                  <a:lnTo>
                    <a:pt x="4" y="72"/>
                  </a:lnTo>
                  <a:lnTo>
                    <a:pt x="2" y="70"/>
                  </a:lnTo>
                  <a:lnTo>
                    <a:pt x="0" y="68"/>
                  </a:lnTo>
                  <a:lnTo>
                    <a:pt x="0" y="68"/>
                  </a:lnTo>
                  <a:lnTo>
                    <a:pt x="2" y="65"/>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nvGrpSpPr>
            <p:cNvPr id="266" name="ïṩḻíḋé">
              <a:extLst>
                <a:ext uri="{FF2B5EF4-FFF2-40B4-BE49-F238E27FC236}">
                  <a16:creationId xmlns:a16="http://schemas.microsoft.com/office/drawing/2014/main" id="{C450EFBE-822B-42ED-B20D-62257A42FAD4}"/>
                </a:ext>
              </a:extLst>
            </p:cNvPr>
            <p:cNvGrpSpPr/>
            <p:nvPr/>
          </p:nvGrpSpPr>
          <p:grpSpPr>
            <a:xfrm>
              <a:off x="6065863" y="2863216"/>
              <a:ext cx="144875" cy="230942"/>
              <a:chOff x="2679701" y="2924175"/>
              <a:chExt cx="160337" cy="255588"/>
            </a:xfrm>
            <a:solidFill>
              <a:srgbClr val="FF8F29"/>
            </a:solidFill>
          </p:grpSpPr>
          <p:sp>
            <p:nvSpPr>
              <p:cNvPr id="268" name="iSḷïḑe">
                <a:extLst>
                  <a:ext uri="{FF2B5EF4-FFF2-40B4-BE49-F238E27FC236}">
                    <a16:creationId xmlns:a16="http://schemas.microsoft.com/office/drawing/2014/main" id="{62791259-9590-4E23-9DF2-FFBB53BD0687}"/>
                  </a:ext>
                </a:extLst>
              </p:cNvPr>
              <p:cNvSpPr/>
              <p:nvPr/>
            </p:nvSpPr>
            <p:spPr bwMode="auto">
              <a:xfrm>
                <a:off x="2770188" y="3103563"/>
                <a:ext cx="57150" cy="57150"/>
              </a:xfrm>
              <a:custGeom>
                <a:avLst/>
                <a:gdLst>
                  <a:gd name="T0" fmla="*/ 0 w 36"/>
                  <a:gd name="T1" fmla="*/ 22 h 36"/>
                  <a:gd name="T2" fmla="*/ 0 w 36"/>
                  <a:gd name="T3" fmla="*/ 22 h 36"/>
                  <a:gd name="T4" fmla="*/ 2 w 36"/>
                  <a:gd name="T5" fmla="*/ 27 h 36"/>
                  <a:gd name="T6" fmla="*/ 8 w 36"/>
                  <a:gd name="T7" fmla="*/ 33 h 36"/>
                  <a:gd name="T8" fmla="*/ 13 w 36"/>
                  <a:gd name="T9" fmla="*/ 36 h 36"/>
                  <a:gd name="T10" fmla="*/ 21 w 36"/>
                  <a:gd name="T11" fmla="*/ 36 h 36"/>
                  <a:gd name="T12" fmla="*/ 21 w 36"/>
                  <a:gd name="T13" fmla="*/ 36 h 36"/>
                  <a:gd name="T14" fmla="*/ 28 w 36"/>
                  <a:gd name="T15" fmla="*/ 33 h 36"/>
                  <a:gd name="T16" fmla="*/ 32 w 36"/>
                  <a:gd name="T17" fmla="*/ 29 h 36"/>
                  <a:gd name="T18" fmla="*/ 35 w 36"/>
                  <a:gd name="T19" fmla="*/ 22 h 36"/>
                  <a:gd name="T20" fmla="*/ 36 w 36"/>
                  <a:gd name="T21" fmla="*/ 15 h 36"/>
                  <a:gd name="T22" fmla="*/ 36 w 36"/>
                  <a:gd name="T23" fmla="*/ 15 h 36"/>
                  <a:gd name="T24" fmla="*/ 33 w 36"/>
                  <a:gd name="T25" fmla="*/ 8 h 36"/>
                  <a:gd name="T26" fmla="*/ 28 w 36"/>
                  <a:gd name="T27" fmla="*/ 3 h 36"/>
                  <a:gd name="T28" fmla="*/ 21 w 36"/>
                  <a:gd name="T29" fmla="*/ 0 h 36"/>
                  <a:gd name="T30" fmla="*/ 14 w 36"/>
                  <a:gd name="T31" fmla="*/ 0 h 36"/>
                  <a:gd name="T32" fmla="*/ 14 w 36"/>
                  <a:gd name="T33" fmla="*/ 0 h 36"/>
                  <a:gd name="T34" fmla="*/ 8 w 36"/>
                  <a:gd name="T35" fmla="*/ 3 h 36"/>
                  <a:gd name="T36" fmla="*/ 4 w 36"/>
                  <a:gd name="T37" fmla="*/ 8 h 36"/>
                  <a:gd name="T38" fmla="*/ 1 w 36"/>
                  <a:gd name="T39" fmla="*/ 14 h 36"/>
                  <a:gd name="T40" fmla="*/ 0 w 36"/>
                  <a:gd name="T41" fmla="*/ 22 h 36"/>
                  <a:gd name="T42" fmla="*/ 0 w 36"/>
                  <a:gd name="T43"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6">
                    <a:moveTo>
                      <a:pt x="0" y="22"/>
                    </a:moveTo>
                    <a:lnTo>
                      <a:pt x="0" y="22"/>
                    </a:lnTo>
                    <a:lnTo>
                      <a:pt x="2" y="27"/>
                    </a:lnTo>
                    <a:lnTo>
                      <a:pt x="8" y="33"/>
                    </a:lnTo>
                    <a:lnTo>
                      <a:pt x="13" y="36"/>
                    </a:lnTo>
                    <a:lnTo>
                      <a:pt x="21" y="36"/>
                    </a:lnTo>
                    <a:lnTo>
                      <a:pt x="21" y="36"/>
                    </a:lnTo>
                    <a:lnTo>
                      <a:pt x="28" y="33"/>
                    </a:lnTo>
                    <a:lnTo>
                      <a:pt x="32" y="29"/>
                    </a:lnTo>
                    <a:lnTo>
                      <a:pt x="35" y="22"/>
                    </a:lnTo>
                    <a:lnTo>
                      <a:pt x="36" y="15"/>
                    </a:lnTo>
                    <a:lnTo>
                      <a:pt x="36" y="15"/>
                    </a:lnTo>
                    <a:lnTo>
                      <a:pt x="33" y="8"/>
                    </a:lnTo>
                    <a:lnTo>
                      <a:pt x="28" y="3"/>
                    </a:lnTo>
                    <a:lnTo>
                      <a:pt x="21" y="0"/>
                    </a:lnTo>
                    <a:lnTo>
                      <a:pt x="14" y="0"/>
                    </a:lnTo>
                    <a:lnTo>
                      <a:pt x="14" y="0"/>
                    </a:lnTo>
                    <a:lnTo>
                      <a:pt x="8" y="3"/>
                    </a:lnTo>
                    <a:lnTo>
                      <a:pt x="4" y="8"/>
                    </a:lnTo>
                    <a:lnTo>
                      <a:pt x="1" y="14"/>
                    </a:lnTo>
                    <a:lnTo>
                      <a:pt x="0" y="2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69" name="îšḷîde">
                <a:extLst>
                  <a:ext uri="{FF2B5EF4-FFF2-40B4-BE49-F238E27FC236}">
                    <a16:creationId xmlns:a16="http://schemas.microsoft.com/office/drawing/2014/main" id="{262F22A6-7550-48D4-B773-F8F2884C1B94}"/>
                  </a:ext>
                </a:extLst>
              </p:cNvPr>
              <p:cNvSpPr/>
              <p:nvPr/>
            </p:nvSpPr>
            <p:spPr bwMode="auto">
              <a:xfrm>
                <a:off x="2786063" y="2924175"/>
                <a:ext cx="53975" cy="192088"/>
              </a:xfrm>
              <a:custGeom>
                <a:avLst/>
                <a:gdLst>
                  <a:gd name="T0" fmla="*/ 0 w 34"/>
                  <a:gd name="T1" fmla="*/ 121 h 121"/>
                  <a:gd name="T2" fmla="*/ 0 w 34"/>
                  <a:gd name="T3" fmla="*/ 121 h 121"/>
                  <a:gd name="T4" fmla="*/ 21 w 34"/>
                  <a:gd name="T5" fmla="*/ 17 h 121"/>
                  <a:gd name="T6" fmla="*/ 21 w 34"/>
                  <a:gd name="T7" fmla="*/ 17 h 121"/>
                  <a:gd name="T8" fmla="*/ 27 w 34"/>
                  <a:gd name="T9" fmla="*/ 9 h 121"/>
                  <a:gd name="T10" fmla="*/ 31 w 34"/>
                  <a:gd name="T11" fmla="*/ 2 h 121"/>
                  <a:gd name="T12" fmla="*/ 34 w 34"/>
                  <a:gd name="T13" fmla="*/ 0 h 121"/>
                  <a:gd name="T14" fmla="*/ 34 w 34"/>
                  <a:gd name="T15" fmla="*/ 0 h 121"/>
                  <a:gd name="T16" fmla="*/ 31 w 34"/>
                  <a:gd name="T17" fmla="*/ 19 h 121"/>
                  <a:gd name="T18" fmla="*/ 25 w 34"/>
                  <a:gd name="T19" fmla="*/ 61 h 121"/>
                  <a:gd name="T20" fmla="*/ 14 w 34"/>
                  <a:gd name="T21" fmla="*/ 121 h 121"/>
                  <a:gd name="T22" fmla="*/ 0 w 34"/>
                  <a:gd name="T23"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121">
                    <a:moveTo>
                      <a:pt x="0" y="121"/>
                    </a:moveTo>
                    <a:lnTo>
                      <a:pt x="0" y="121"/>
                    </a:lnTo>
                    <a:lnTo>
                      <a:pt x="21" y="17"/>
                    </a:lnTo>
                    <a:lnTo>
                      <a:pt x="21" y="17"/>
                    </a:lnTo>
                    <a:lnTo>
                      <a:pt x="27" y="9"/>
                    </a:lnTo>
                    <a:lnTo>
                      <a:pt x="31" y="2"/>
                    </a:lnTo>
                    <a:lnTo>
                      <a:pt x="34" y="0"/>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0" name="iSḷidé">
                <a:extLst>
                  <a:ext uri="{FF2B5EF4-FFF2-40B4-BE49-F238E27FC236}">
                    <a16:creationId xmlns:a16="http://schemas.microsoft.com/office/drawing/2014/main" id="{754109DE-2734-4BE5-9C11-D28A5048EB78}"/>
                  </a:ext>
                </a:extLst>
              </p:cNvPr>
              <p:cNvSpPr/>
              <p:nvPr/>
            </p:nvSpPr>
            <p:spPr bwMode="auto">
              <a:xfrm>
                <a:off x="2679701" y="2954338"/>
                <a:ext cx="123825" cy="166688"/>
              </a:xfrm>
              <a:custGeom>
                <a:avLst/>
                <a:gdLst>
                  <a:gd name="T0" fmla="*/ 77 w 78"/>
                  <a:gd name="T1" fmla="*/ 98 h 105"/>
                  <a:gd name="T2" fmla="*/ 19 w 78"/>
                  <a:gd name="T3" fmla="*/ 13 h 105"/>
                  <a:gd name="T4" fmla="*/ 0 w 78"/>
                  <a:gd name="T5" fmla="*/ 0 h 105"/>
                  <a:gd name="T6" fmla="*/ 8 w 78"/>
                  <a:gd name="T7" fmla="*/ 20 h 105"/>
                  <a:gd name="T8" fmla="*/ 66 w 78"/>
                  <a:gd name="T9" fmla="*/ 105 h 105"/>
                  <a:gd name="T10" fmla="*/ 78 w 78"/>
                  <a:gd name="T11" fmla="*/ 98 h 105"/>
                  <a:gd name="T12" fmla="*/ 77 w 78"/>
                  <a:gd name="T13" fmla="*/ 98 h 105"/>
                </a:gdLst>
                <a:ahLst/>
                <a:cxnLst>
                  <a:cxn ang="0">
                    <a:pos x="T0" y="T1"/>
                  </a:cxn>
                  <a:cxn ang="0">
                    <a:pos x="T2" y="T3"/>
                  </a:cxn>
                  <a:cxn ang="0">
                    <a:pos x="T4" y="T5"/>
                  </a:cxn>
                  <a:cxn ang="0">
                    <a:pos x="T6" y="T7"/>
                  </a:cxn>
                  <a:cxn ang="0">
                    <a:pos x="T8" y="T9"/>
                  </a:cxn>
                  <a:cxn ang="0">
                    <a:pos x="T10" y="T11"/>
                  </a:cxn>
                  <a:cxn ang="0">
                    <a:pos x="T12" y="T13"/>
                  </a:cxn>
                </a:cxnLst>
                <a:rect l="0" t="0" r="r" b="b"/>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sp>
            <p:nvSpPr>
              <p:cNvPr id="271" name="ísḷíḓè">
                <a:extLst>
                  <a:ext uri="{FF2B5EF4-FFF2-40B4-BE49-F238E27FC236}">
                    <a16:creationId xmlns:a16="http://schemas.microsoft.com/office/drawing/2014/main" id="{1272AD47-0AF4-4B82-AE3A-F321F6A2F127}"/>
                  </a:ext>
                </a:extLst>
              </p:cNvPr>
              <p:cNvSpPr/>
              <p:nvPr/>
            </p:nvSpPr>
            <p:spPr bwMode="auto">
              <a:xfrm>
                <a:off x="2798763" y="3149600"/>
                <a:ext cx="14288" cy="30163"/>
              </a:xfrm>
              <a:custGeom>
                <a:avLst/>
                <a:gdLst>
                  <a:gd name="T0" fmla="*/ 7 w 9"/>
                  <a:gd name="T1" fmla="*/ 2 h 19"/>
                  <a:gd name="T2" fmla="*/ 7 w 9"/>
                  <a:gd name="T3" fmla="*/ 2 h 19"/>
                  <a:gd name="T4" fmla="*/ 6 w 9"/>
                  <a:gd name="T5" fmla="*/ 0 h 19"/>
                  <a:gd name="T6" fmla="*/ 3 w 9"/>
                  <a:gd name="T7" fmla="*/ 0 h 19"/>
                  <a:gd name="T8" fmla="*/ 3 w 9"/>
                  <a:gd name="T9" fmla="*/ 0 h 19"/>
                  <a:gd name="T10" fmla="*/ 0 w 9"/>
                  <a:gd name="T11" fmla="*/ 1 h 19"/>
                  <a:gd name="T12" fmla="*/ 0 w 9"/>
                  <a:gd name="T13" fmla="*/ 4 h 19"/>
                  <a:gd name="T14" fmla="*/ 3 w 9"/>
                  <a:gd name="T15" fmla="*/ 16 h 19"/>
                  <a:gd name="T16" fmla="*/ 3 w 9"/>
                  <a:gd name="T17" fmla="*/ 16 h 19"/>
                  <a:gd name="T18" fmla="*/ 3 w 9"/>
                  <a:gd name="T19" fmla="*/ 19 h 19"/>
                  <a:gd name="T20" fmla="*/ 6 w 9"/>
                  <a:gd name="T21" fmla="*/ 19 h 19"/>
                  <a:gd name="T22" fmla="*/ 6 w 9"/>
                  <a:gd name="T23" fmla="*/ 19 h 19"/>
                  <a:gd name="T24" fmla="*/ 9 w 9"/>
                  <a:gd name="T25" fmla="*/ 17 h 19"/>
                  <a:gd name="T26" fmla="*/ 9 w 9"/>
                  <a:gd name="T27" fmla="*/ 15 h 19"/>
                  <a:gd name="T28" fmla="*/ 7 w 9"/>
                  <a:gd name="T2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19">
                    <a:moveTo>
                      <a:pt x="7" y="2"/>
                    </a:moveTo>
                    <a:lnTo>
                      <a:pt x="7" y="2"/>
                    </a:lnTo>
                    <a:lnTo>
                      <a:pt x="6" y="0"/>
                    </a:lnTo>
                    <a:lnTo>
                      <a:pt x="3" y="0"/>
                    </a:lnTo>
                    <a:lnTo>
                      <a:pt x="3" y="0"/>
                    </a:lnTo>
                    <a:lnTo>
                      <a:pt x="0" y="1"/>
                    </a:lnTo>
                    <a:lnTo>
                      <a:pt x="0" y="4"/>
                    </a:lnTo>
                    <a:lnTo>
                      <a:pt x="3" y="16"/>
                    </a:lnTo>
                    <a:lnTo>
                      <a:pt x="3" y="16"/>
                    </a:lnTo>
                    <a:lnTo>
                      <a:pt x="3" y="19"/>
                    </a:lnTo>
                    <a:lnTo>
                      <a:pt x="6"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67" name="işlîdé">
              <a:extLst>
                <a:ext uri="{FF2B5EF4-FFF2-40B4-BE49-F238E27FC236}">
                  <a16:creationId xmlns:a16="http://schemas.microsoft.com/office/drawing/2014/main" id="{18C01974-2E75-43DC-84D1-E2F9FA28D349}"/>
                </a:ext>
              </a:extLst>
            </p:cNvPr>
            <p:cNvSpPr/>
            <p:nvPr/>
          </p:nvSpPr>
          <p:spPr bwMode="auto">
            <a:xfrm>
              <a:off x="6050098" y="1680439"/>
              <a:ext cx="196516" cy="213728"/>
            </a:xfrm>
            <a:custGeom>
              <a:avLst/>
              <a:gdLst>
                <a:gd name="T0" fmla="*/ 105 w 137"/>
                <a:gd name="T1" fmla="*/ 69 h 149"/>
                <a:gd name="T2" fmla="*/ 103 w 137"/>
                <a:gd name="T3" fmla="*/ 51 h 149"/>
                <a:gd name="T4" fmla="*/ 103 w 137"/>
                <a:gd name="T5" fmla="*/ 99 h 149"/>
                <a:gd name="T6" fmla="*/ 116 w 137"/>
                <a:gd name="T7" fmla="*/ 112 h 149"/>
                <a:gd name="T8" fmla="*/ 114 w 137"/>
                <a:gd name="T9" fmla="*/ 118 h 149"/>
                <a:gd name="T10" fmla="*/ 103 w 137"/>
                <a:gd name="T11" fmla="*/ 38 h 149"/>
                <a:gd name="T12" fmla="*/ 114 w 137"/>
                <a:gd name="T13" fmla="*/ 19 h 149"/>
                <a:gd name="T14" fmla="*/ 116 w 137"/>
                <a:gd name="T15" fmla="*/ 26 h 149"/>
                <a:gd name="T16" fmla="*/ 103 w 137"/>
                <a:gd name="T17" fmla="*/ 38 h 149"/>
                <a:gd name="T18" fmla="*/ 112 w 137"/>
                <a:gd name="T19" fmla="*/ 69 h 149"/>
                <a:gd name="T20" fmla="*/ 133 w 137"/>
                <a:gd name="T21" fmla="*/ 65 h 149"/>
                <a:gd name="T22" fmla="*/ 135 w 137"/>
                <a:gd name="T23" fmla="*/ 72 h 149"/>
                <a:gd name="T24" fmla="*/ 114 w 137"/>
                <a:gd name="T25" fmla="*/ 72 h 149"/>
                <a:gd name="T26" fmla="*/ 69 w 137"/>
                <a:gd name="T27" fmla="*/ 31 h 149"/>
                <a:gd name="T28" fmla="*/ 103 w 137"/>
                <a:gd name="T29" fmla="*/ 51 h 149"/>
                <a:gd name="T30" fmla="*/ 89 w 137"/>
                <a:gd name="T31" fmla="*/ 100 h 149"/>
                <a:gd name="T32" fmla="*/ 84 w 137"/>
                <a:gd name="T33" fmla="*/ 144 h 149"/>
                <a:gd name="T34" fmla="*/ 69 w 137"/>
                <a:gd name="T35" fmla="*/ 115 h 149"/>
                <a:gd name="T36" fmla="*/ 81 w 137"/>
                <a:gd name="T37" fmla="*/ 96 h 149"/>
                <a:gd name="T38" fmla="*/ 95 w 137"/>
                <a:gd name="T39" fmla="*/ 84 h 149"/>
                <a:gd name="T40" fmla="*/ 97 w 137"/>
                <a:gd name="T41" fmla="*/ 62 h 149"/>
                <a:gd name="T42" fmla="*/ 89 w 137"/>
                <a:gd name="T43" fmla="*/ 47 h 149"/>
                <a:gd name="T44" fmla="*/ 69 w 137"/>
                <a:gd name="T45" fmla="*/ 39 h 149"/>
                <a:gd name="T46" fmla="*/ 100 w 137"/>
                <a:gd name="T47" fmla="*/ 33 h 149"/>
                <a:gd name="T48" fmla="*/ 100 w 137"/>
                <a:gd name="T49" fmla="*/ 38 h 149"/>
                <a:gd name="T50" fmla="*/ 103 w 137"/>
                <a:gd name="T51" fmla="*/ 99 h 149"/>
                <a:gd name="T52" fmla="*/ 99 w 137"/>
                <a:gd name="T53" fmla="*/ 103 h 149"/>
                <a:gd name="T54" fmla="*/ 103 w 137"/>
                <a:gd name="T55" fmla="*/ 99 h 149"/>
                <a:gd name="T56" fmla="*/ 70 w 137"/>
                <a:gd name="T57" fmla="*/ 1 h 149"/>
                <a:gd name="T58" fmla="*/ 70 w 137"/>
                <a:gd name="T59" fmla="*/ 23 h 149"/>
                <a:gd name="T60" fmla="*/ 66 w 137"/>
                <a:gd name="T61" fmla="*/ 149 h 149"/>
                <a:gd name="T62" fmla="*/ 49 w 137"/>
                <a:gd name="T63" fmla="*/ 137 h 149"/>
                <a:gd name="T64" fmla="*/ 39 w 137"/>
                <a:gd name="T65" fmla="*/ 93 h 149"/>
                <a:gd name="T66" fmla="*/ 40 w 137"/>
                <a:gd name="T67" fmla="*/ 43 h 149"/>
                <a:gd name="T68" fmla="*/ 69 w 137"/>
                <a:gd name="T69" fmla="*/ 31 h 149"/>
                <a:gd name="T70" fmla="*/ 57 w 137"/>
                <a:gd name="T71" fmla="*/ 41 h 149"/>
                <a:gd name="T72" fmla="*/ 43 w 137"/>
                <a:gd name="T73" fmla="*/ 51 h 149"/>
                <a:gd name="T74" fmla="*/ 38 w 137"/>
                <a:gd name="T75" fmla="*/ 69 h 149"/>
                <a:gd name="T76" fmla="*/ 53 w 137"/>
                <a:gd name="T77" fmla="*/ 95 h 149"/>
                <a:gd name="T78" fmla="*/ 55 w 137"/>
                <a:gd name="T79" fmla="*/ 98 h 149"/>
                <a:gd name="T80" fmla="*/ 69 w 137"/>
                <a:gd name="T81" fmla="*/ 149 h 149"/>
                <a:gd name="T82" fmla="*/ 68 w 137"/>
                <a:gd name="T83" fmla="*/ 24 h 149"/>
                <a:gd name="T84" fmla="*/ 65 w 137"/>
                <a:gd name="T85" fmla="*/ 4 h 149"/>
                <a:gd name="T86" fmla="*/ 69 w 137"/>
                <a:gd name="T87" fmla="*/ 0 h 149"/>
                <a:gd name="T88" fmla="*/ 36 w 137"/>
                <a:gd name="T89" fmla="*/ 106 h 149"/>
                <a:gd name="T90" fmla="*/ 34 w 137"/>
                <a:gd name="T91" fmla="*/ 99 h 149"/>
                <a:gd name="T92" fmla="*/ 34 w 137"/>
                <a:gd name="T93" fmla="*/ 38 h 149"/>
                <a:gd name="T94" fmla="*/ 36 w 137"/>
                <a:gd name="T95" fmla="*/ 33 h 149"/>
                <a:gd name="T96" fmla="*/ 34 w 137"/>
                <a:gd name="T97" fmla="*/ 85 h 149"/>
                <a:gd name="T98" fmla="*/ 31 w 137"/>
                <a:gd name="T99" fmla="*/ 61 h 149"/>
                <a:gd name="T100" fmla="*/ 34 w 137"/>
                <a:gd name="T101" fmla="*/ 30 h 149"/>
                <a:gd name="T102" fmla="*/ 31 w 137"/>
                <a:gd name="T103" fmla="*/ 38 h 149"/>
                <a:gd name="T104" fmla="*/ 20 w 137"/>
                <a:gd name="T105" fmla="*/ 20 h 149"/>
                <a:gd name="T106" fmla="*/ 34 w 137"/>
                <a:gd name="T107" fmla="*/ 30 h 149"/>
                <a:gd name="T108" fmla="*/ 24 w 137"/>
                <a:gd name="T109" fmla="*/ 116 h 149"/>
                <a:gd name="T110" fmla="*/ 20 w 137"/>
                <a:gd name="T111" fmla="*/ 116 h 149"/>
                <a:gd name="T112" fmla="*/ 31 w 137"/>
                <a:gd name="T113" fmla="*/ 100 h 149"/>
                <a:gd name="T114" fmla="*/ 4 w 137"/>
                <a:gd name="T115" fmla="*/ 65 h 149"/>
                <a:gd name="T116" fmla="*/ 23 w 137"/>
                <a:gd name="T117" fmla="*/ 66 h 149"/>
                <a:gd name="T118" fmla="*/ 20 w 137"/>
                <a:gd name="T119" fmla="*/ 72 h 149"/>
                <a:gd name="T120" fmla="*/ 0 w 137"/>
                <a:gd name="T121" fmla="*/ 69 h 149"/>
                <a:gd name="T122" fmla="*/ 4 w 137"/>
                <a:gd name="T123" fmla="*/ 6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9">
                  <a:moveTo>
                    <a:pt x="103" y="51"/>
                  </a:moveTo>
                  <a:lnTo>
                    <a:pt x="103" y="51"/>
                  </a:lnTo>
                  <a:lnTo>
                    <a:pt x="105" y="60"/>
                  </a:lnTo>
                  <a:lnTo>
                    <a:pt x="105" y="69"/>
                  </a:lnTo>
                  <a:lnTo>
                    <a:pt x="105" y="69"/>
                  </a:lnTo>
                  <a:lnTo>
                    <a:pt x="105" y="77"/>
                  </a:lnTo>
                  <a:lnTo>
                    <a:pt x="103" y="85"/>
                  </a:lnTo>
                  <a:lnTo>
                    <a:pt x="103" y="51"/>
                  </a:lnTo>
                  <a:lnTo>
                    <a:pt x="103" y="51"/>
                  </a:lnTo>
                  <a:close/>
                  <a:moveTo>
                    <a:pt x="103" y="108"/>
                  </a:moveTo>
                  <a:lnTo>
                    <a:pt x="103" y="99"/>
                  </a:lnTo>
                  <a:lnTo>
                    <a:pt x="103" y="99"/>
                  </a:lnTo>
                  <a:lnTo>
                    <a:pt x="104" y="100"/>
                  </a:lnTo>
                  <a:lnTo>
                    <a:pt x="104" y="100"/>
                  </a:lnTo>
                  <a:lnTo>
                    <a:pt x="116" y="112"/>
                  </a:lnTo>
                  <a:lnTo>
                    <a:pt x="116" y="112"/>
                  </a:lnTo>
                  <a:lnTo>
                    <a:pt x="118" y="115"/>
                  </a:lnTo>
                  <a:lnTo>
                    <a:pt x="116" y="116"/>
                  </a:lnTo>
                  <a:lnTo>
                    <a:pt x="116" y="116"/>
                  </a:lnTo>
                  <a:lnTo>
                    <a:pt x="114" y="118"/>
                  </a:lnTo>
                  <a:lnTo>
                    <a:pt x="111" y="116"/>
                  </a:lnTo>
                  <a:lnTo>
                    <a:pt x="103" y="108"/>
                  </a:lnTo>
                  <a:lnTo>
                    <a:pt x="103" y="108"/>
                  </a:lnTo>
                  <a:close/>
                  <a:moveTo>
                    <a:pt x="103" y="38"/>
                  </a:moveTo>
                  <a:lnTo>
                    <a:pt x="103" y="30"/>
                  </a:lnTo>
                  <a:lnTo>
                    <a:pt x="111" y="20"/>
                  </a:lnTo>
                  <a:lnTo>
                    <a:pt x="111" y="20"/>
                  </a:lnTo>
                  <a:lnTo>
                    <a:pt x="114" y="19"/>
                  </a:lnTo>
                  <a:lnTo>
                    <a:pt x="116" y="20"/>
                  </a:lnTo>
                  <a:lnTo>
                    <a:pt x="116" y="20"/>
                  </a:lnTo>
                  <a:lnTo>
                    <a:pt x="118" y="23"/>
                  </a:lnTo>
                  <a:lnTo>
                    <a:pt x="116" y="26"/>
                  </a:lnTo>
                  <a:lnTo>
                    <a:pt x="104" y="38"/>
                  </a:lnTo>
                  <a:lnTo>
                    <a:pt x="104" y="38"/>
                  </a:lnTo>
                  <a:lnTo>
                    <a:pt x="104" y="38"/>
                  </a:lnTo>
                  <a:lnTo>
                    <a:pt x="103" y="38"/>
                  </a:lnTo>
                  <a:lnTo>
                    <a:pt x="103" y="38"/>
                  </a:lnTo>
                  <a:close/>
                  <a:moveTo>
                    <a:pt x="112" y="69"/>
                  </a:moveTo>
                  <a:lnTo>
                    <a:pt x="112" y="69"/>
                  </a:lnTo>
                  <a:lnTo>
                    <a:pt x="112" y="69"/>
                  </a:lnTo>
                  <a:lnTo>
                    <a:pt x="114" y="66"/>
                  </a:lnTo>
                  <a:lnTo>
                    <a:pt x="116" y="65"/>
                  </a:lnTo>
                  <a:lnTo>
                    <a:pt x="133" y="65"/>
                  </a:lnTo>
                  <a:lnTo>
                    <a:pt x="133" y="65"/>
                  </a:lnTo>
                  <a:lnTo>
                    <a:pt x="135" y="66"/>
                  </a:lnTo>
                  <a:lnTo>
                    <a:pt x="137" y="69"/>
                  </a:lnTo>
                  <a:lnTo>
                    <a:pt x="137" y="69"/>
                  </a:lnTo>
                  <a:lnTo>
                    <a:pt x="135" y="72"/>
                  </a:lnTo>
                  <a:lnTo>
                    <a:pt x="133" y="72"/>
                  </a:lnTo>
                  <a:lnTo>
                    <a:pt x="116" y="72"/>
                  </a:lnTo>
                  <a:lnTo>
                    <a:pt x="116" y="72"/>
                  </a:lnTo>
                  <a:lnTo>
                    <a:pt x="114" y="72"/>
                  </a:lnTo>
                  <a:lnTo>
                    <a:pt x="112" y="69"/>
                  </a:lnTo>
                  <a:lnTo>
                    <a:pt x="112" y="69"/>
                  </a:lnTo>
                  <a:close/>
                  <a:moveTo>
                    <a:pt x="69" y="31"/>
                  </a:moveTo>
                  <a:lnTo>
                    <a:pt x="69" y="31"/>
                  </a:lnTo>
                  <a:lnTo>
                    <a:pt x="78" y="33"/>
                  </a:lnTo>
                  <a:lnTo>
                    <a:pt x="88" y="37"/>
                  </a:lnTo>
                  <a:lnTo>
                    <a:pt x="96" y="43"/>
                  </a:lnTo>
                  <a:lnTo>
                    <a:pt x="103" y="51"/>
                  </a:lnTo>
                  <a:lnTo>
                    <a:pt x="103" y="85"/>
                  </a:lnTo>
                  <a:lnTo>
                    <a:pt x="103" y="85"/>
                  </a:lnTo>
                  <a:lnTo>
                    <a:pt x="96" y="93"/>
                  </a:lnTo>
                  <a:lnTo>
                    <a:pt x="89" y="100"/>
                  </a:lnTo>
                  <a:lnTo>
                    <a:pt x="89" y="130"/>
                  </a:lnTo>
                  <a:lnTo>
                    <a:pt x="89" y="130"/>
                  </a:lnTo>
                  <a:lnTo>
                    <a:pt x="88" y="137"/>
                  </a:lnTo>
                  <a:lnTo>
                    <a:pt x="84" y="144"/>
                  </a:lnTo>
                  <a:lnTo>
                    <a:pt x="77" y="148"/>
                  </a:lnTo>
                  <a:lnTo>
                    <a:pt x="70" y="149"/>
                  </a:lnTo>
                  <a:lnTo>
                    <a:pt x="69" y="149"/>
                  </a:lnTo>
                  <a:lnTo>
                    <a:pt x="69" y="115"/>
                  </a:lnTo>
                  <a:lnTo>
                    <a:pt x="81" y="115"/>
                  </a:lnTo>
                  <a:lnTo>
                    <a:pt x="81" y="98"/>
                  </a:lnTo>
                  <a:lnTo>
                    <a:pt x="81" y="98"/>
                  </a:lnTo>
                  <a:lnTo>
                    <a:pt x="81" y="96"/>
                  </a:lnTo>
                  <a:lnTo>
                    <a:pt x="82" y="95"/>
                  </a:lnTo>
                  <a:lnTo>
                    <a:pt x="82" y="95"/>
                  </a:lnTo>
                  <a:lnTo>
                    <a:pt x="89" y="89"/>
                  </a:lnTo>
                  <a:lnTo>
                    <a:pt x="95" y="84"/>
                  </a:lnTo>
                  <a:lnTo>
                    <a:pt x="97" y="77"/>
                  </a:lnTo>
                  <a:lnTo>
                    <a:pt x="99" y="69"/>
                  </a:lnTo>
                  <a:lnTo>
                    <a:pt x="99" y="69"/>
                  </a:lnTo>
                  <a:lnTo>
                    <a:pt x="97" y="62"/>
                  </a:lnTo>
                  <a:lnTo>
                    <a:pt x="96" y="57"/>
                  </a:lnTo>
                  <a:lnTo>
                    <a:pt x="93" y="51"/>
                  </a:lnTo>
                  <a:lnTo>
                    <a:pt x="89" y="47"/>
                  </a:lnTo>
                  <a:lnTo>
                    <a:pt x="89" y="47"/>
                  </a:lnTo>
                  <a:lnTo>
                    <a:pt x="85" y="43"/>
                  </a:lnTo>
                  <a:lnTo>
                    <a:pt x="80" y="41"/>
                  </a:lnTo>
                  <a:lnTo>
                    <a:pt x="74" y="39"/>
                  </a:lnTo>
                  <a:lnTo>
                    <a:pt x="69" y="39"/>
                  </a:lnTo>
                  <a:lnTo>
                    <a:pt x="69" y="31"/>
                  </a:lnTo>
                  <a:lnTo>
                    <a:pt x="69" y="31"/>
                  </a:lnTo>
                  <a:close/>
                  <a:moveTo>
                    <a:pt x="103" y="30"/>
                  </a:moveTo>
                  <a:lnTo>
                    <a:pt x="100" y="33"/>
                  </a:lnTo>
                  <a:lnTo>
                    <a:pt x="100" y="33"/>
                  </a:lnTo>
                  <a:lnTo>
                    <a:pt x="99" y="35"/>
                  </a:lnTo>
                  <a:lnTo>
                    <a:pt x="100" y="38"/>
                  </a:lnTo>
                  <a:lnTo>
                    <a:pt x="100" y="38"/>
                  </a:lnTo>
                  <a:lnTo>
                    <a:pt x="103" y="38"/>
                  </a:lnTo>
                  <a:lnTo>
                    <a:pt x="103" y="30"/>
                  </a:lnTo>
                  <a:lnTo>
                    <a:pt x="103" y="30"/>
                  </a:lnTo>
                  <a:close/>
                  <a:moveTo>
                    <a:pt x="103" y="99"/>
                  </a:moveTo>
                  <a:lnTo>
                    <a:pt x="103" y="99"/>
                  </a:lnTo>
                  <a:lnTo>
                    <a:pt x="100" y="100"/>
                  </a:lnTo>
                  <a:lnTo>
                    <a:pt x="100" y="100"/>
                  </a:lnTo>
                  <a:lnTo>
                    <a:pt x="99" y="103"/>
                  </a:lnTo>
                  <a:lnTo>
                    <a:pt x="100" y="106"/>
                  </a:lnTo>
                  <a:lnTo>
                    <a:pt x="103" y="108"/>
                  </a:lnTo>
                  <a:lnTo>
                    <a:pt x="103" y="99"/>
                  </a:lnTo>
                  <a:lnTo>
                    <a:pt x="103" y="99"/>
                  </a:lnTo>
                  <a:close/>
                  <a:moveTo>
                    <a:pt x="69" y="24"/>
                  </a:moveTo>
                  <a:lnTo>
                    <a:pt x="69" y="0"/>
                  </a:lnTo>
                  <a:lnTo>
                    <a:pt x="69" y="0"/>
                  </a:lnTo>
                  <a:lnTo>
                    <a:pt x="70" y="1"/>
                  </a:lnTo>
                  <a:lnTo>
                    <a:pt x="72" y="4"/>
                  </a:lnTo>
                  <a:lnTo>
                    <a:pt x="72" y="20"/>
                  </a:lnTo>
                  <a:lnTo>
                    <a:pt x="72" y="20"/>
                  </a:lnTo>
                  <a:lnTo>
                    <a:pt x="70" y="23"/>
                  </a:lnTo>
                  <a:lnTo>
                    <a:pt x="69" y="24"/>
                  </a:lnTo>
                  <a:lnTo>
                    <a:pt x="69" y="24"/>
                  </a:lnTo>
                  <a:close/>
                  <a:moveTo>
                    <a:pt x="69" y="149"/>
                  </a:moveTo>
                  <a:lnTo>
                    <a:pt x="66" y="149"/>
                  </a:lnTo>
                  <a:lnTo>
                    <a:pt x="66" y="149"/>
                  </a:lnTo>
                  <a:lnTo>
                    <a:pt x="58" y="148"/>
                  </a:lnTo>
                  <a:lnTo>
                    <a:pt x="53" y="144"/>
                  </a:lnTo>
                  <a:lnTo>
                    <a:pt x="49" y="137"/>
                  </a:lnTo>
                  <a:lnTo>
                    <a:pt x="47" y="130"/>
                  </a:lnTo>
                  <a:lnTo>
                    <a:pt x="47" y="100"/>
                  </a:lnTo>
                  <a:lnTo>
                    <a:pt x="47" y="100"/>
                  </a:lnTo>
                  <a:lnTo>
                    <a:pt x="39" y="93"/>
                  </a:lnTo>
                  <a:lnTo>
                    <a:pt x="34" y="85"/>
                  </a:lnTo>
                  <a:lnTo>
                    <a:pt x="34" y="53"/>
                  </a:lnTo>
                  <a:lnTo>
                    <a:pt x="34" y="53"/>
                  </a:lnTo>
                  <a:lnTo>
                    <a:pt x="40" y="43"/>
                  </a:lnTo>
                  <a:lnTo>
                    <a:pt x="47" y="37"/>
                  </a:lnTo>
                  <a:lnTo>
                    <a:pt x="58" y="33"/>
                  </a:lnTo>
                  <a:lnTo>
                    <a:pt x="62" y="31"/>
                  </a:lnTo>
                  <a:lnTo>
                    <a:pt x="69" y="31"/>
                  </a:lnTo>
                  <a:lnTo>
                    <a:pt x="69" y="39"/>
                  </a:lnTo>
                  <a:lnTo>
                    <a:pt x="69" y="39"/>
                  </a:lnTo>
                  <a:lnTo>
                    <a:pt x="62" y="39"/>
                  </a:lnTo>
                  <a:lnTo>
                    <a:pt x="57" y="41"/>
                  </a:lnTo>
                  <a:lnTo>
                    <a:pt x="51" y="43"/>
                  </a:lnTo>
                  <a:lnTo>
                    <a:pt x="47" y="47"/>
                  </a:lnTo>
                  <a:lnTo>
                    <a:pt x="47" y="47"/>
                  </a:lnTo>
                  <a:lnTo>
                    <a:pt x="43" y="51"/>
                  </a:lnTo>
                  <a:lnTo>
                    <a:pt x="40" y="57"/>
                  </a:lnTo>
                  <a:lnTo>
                    <a:pt x="39" y="62"/>
                  </a:lnTo>
                  <a:lnTo>
                    <a:pt x="38" y="69"/>
                  </a:lnTo>
                  <a:lnTo>
                    <a:pt x="38" y="69"/>
                  </a:lnTo>
                  <a:lnTo>
                    <a:pt x="39" y="77"/>
                  </a:lnTo>
                  <a:lnTo>
                    <a:pt x="42" y="84"/>
                  </a:lnTo>
                  <a:lnTo>
                    <a:pt x="47" y="89"/>
                  </a:lnTo>
                  <a:lnTo>
                    <a:pt x="53" y="95"/>
                  </a:lnTo>
                  <a:lnTo>
                    <a:pt x="53" y="95"/>
                  </a:lnTo>
                  <a:lnTo>
                    <a:pt x="53" y="95"/>
                  </a:lnTo>
                  <a:lnTo>
                    <a:pt x="54" y="96"/>
                  </a:lnTo>
                  <a:lnTo>
                    <a:pt x="55" y="98"/>
                  </a:lnTo>
                  <a:lnTo>
                    <a:pt x="55" y="115"/>
                  </a:lnTo>
                  <a:lnTo>
                    <a:pt x="69" y="115"/>
                  </a:lnTo>
                  <a:lnTo>
                    <a:pt x="69" y="149"/>
                  </a:lnTo>
                  <a:lnTo>
                    <a:pt x="69" y="149"/>
                  </a:lnTo>
                  <a:close/>
                  <a:moveTo>
                    <a:pt x="69" y="0"/>
                  </a:moveTo>
                  <a:lnTo>
                    <a:pt x="69" y="24"/>
                  </a:lnTo>
                  <a:lnTo>
                    <a:pt x="68" y="24"/>
                  </a:lnTo>
                  <a:lnTo>
                    <a:pt x="68" y="24"/>
                  </a:lnTo>
                  <a:lnTo>
                    <a:pt x="68" y="24"/>
                  </a:lnTo>
                  <a:lnTo>
                    <a:pt x="66" y="23"/>
                  </a:lnTo>
                  <a:lnTo>
                    <a:pt x="65" y="20"/>
                  </a:lnTo>
                  <a:lnTo>
                    <a:pt x="65" y="4"/>
                  </a:lnTo>
                  <a:lnTo>
                    <a:pt x="65" y="4"/>
                  </a:lnTo>
                  <a:lnTo>
                    <a:pt x="66" y="1"/>
                  </a:lnTo>
                  <a:lnTo>
                    <a:pt x="68" y="0"/>
                  </a:lnTo>
                  <a:lnTo>
                    <a:pt x="69" y="0"/>
                  </a:lnTo>
                  <a:lnTo>
                    <a:pt x="69" y="0"/>
                  </a:lnTo>
                  <a:close/>
                  <a:moveTo>
                    <a:pt x="34" y="107"/>
                  </a:moveTo>
                  <a:lnTo>
                    <a:pt x="36" y="106"/>
                  </a:lnTo>
                  <a:lnTo>
                    <a:pt x="36" y="106"/>
                  </a:lnTo>
                  <a:lnTo>
                    <a:pt x="38" y="103"/>
                  </a:lnTo>
                  <a:lnTo>
                    <a:pt x="36" y="100"/>
                  </a:lnTo>
                  <a:lnTo>
                    <a:pt x="36" y="100"/>
                  </a:lnTo>
                  <a:lnTo>
                    <a:pt x="34" y="99"/>
                  </a:lnTo>
                  <a:lnTo>
                    <a:pt x="34" y="107"/>
                  </a:lnTo>
                  <a:lnTo>
                    <a:pt x="34" y="107"/>
                  </a:lnTo>
                  <a:close/>
                  <a:moveTo>
                    <a:pt x="34" y="38"/>
                  </a:moveTo>
                  <a:lnTo>
                    <a:pt x="34" y="38"/>
                  </a:lnTo>
                  <a:lnTo>
                    <a:pt x="36" y="38"/>
                  </a:lnTo>
                  <a:lnTo>
                    <a:pt x="36" y="38"/>
                  </a:lnTo>
                  <a:lnTo>
                    <a:pt x="38" y="35"/>
                  </a:lnTo>
                  <a:lnTo>
                    <a:pt x="36" y="33"/>
                  </a:lnTo>
                  <a:lnTo>
                    <a:pt x="34" y="30"/>
                  </a:lnTo>
                  <a:lnTo>
                    <a:pt x="34" y="38"/>
                  </a:lnTo>
                  <a:close/>
                  <a:moveTo>
                    <a:pt x="34" y="85"/>
                  </a:moveTo>
                  <a:lnTo>
                    <a:pt x="34" y="85"/>
                  </a:lnTo>
                  <a:lnTo>
                    <a:pt x="31" y="77"/>
                  </a:lnTo>
                  <a:lnTo>
                    <a:pt x="31" y="69"/>
                  </a:lnTo>
                  <a:lnTo>
                    <a:pt x="31" y="69"/>
                  </a:lnTo>
                  <a:lnTo>
                    <a:pt x="31" y="61"/>
                  </a:lnTo>
                  <a:lnTo>
                    <a:pt x="34" y="53"/>
                  </a:lnTo>
                  <a:lnTo>
                    <a:pt x="34" y="85"/>
                  </a:lnTo>
                  <a:lnTo>
                    <a:pt x="34" y="85"/>
                  </a:lnTo>
                  <a:close/>
                  <a:moveTo>
                    <a:pt x="34" y="30"/>
                  </a:moveTo>
                  <a:lnTo>
                    <a:pt x="34" y="38"/>
                  </a:lnTo>
                  <a:lnTo>
                    <a:pt x="34" y="38"/>
                  </a:lnTo>
                  <a:lnTo>
                    <a:pt x="31" y="38"/>
                  </a:lnTo>
                  <a:lnTo>
                    <a:pt x="31" y="38"/>
                  </a:lnTo>
                  <a:lnTo>
                    <a:pt x="20" y="26"/>
                  </a:lnTo>
                  <a:lnTo>
                    <a:pt x="20" y="26"/>
                  </a:lnTo>
                  <a:lnTo>
                    <a:pt x="19" y="23"/>
                  </a:lnTo>
                  <a:lnTo>
                    <a:pt x="20" y="20"/>
                  </a:lnTo>
                  <a:lnTo>
                    <a:pt x="20" y="20"/>
                  </a:lnTo>
                  <a:lnTo>
                    <a:pt x="23" y="19"/>
                  </a:lnTo>
                  <a:lnTo>
                    <a:pt x="24" y="20"/>
                  </a:lnTo>
                  <a:lnTo>
                    <a:pt x="34" y="30"/>
                  </a:lnTo>
                  <a:lnTo>
                    <a:pt x="34" y="30"/>
                  </a:lnTo>
                  <a:close/>
                  <a:moveTo>
                    <a:pt x="34" y="99"/>
                  </a:moveTo>
                  <a:lnTo>
                    <a:pt x="34" y="107"/>
                  </a:lnTo>
                  <a:lnTo>
                    <a:pt x="24" y="116"/>
                  </a:lnTo>
                  <a:lnTo>
                    <a:pt x="24" y="116"/>
                  </a:lnTo>
                  <a:lnTo>
                    <a:pt x="23" y="118"/>
                  </a:lnTo>
                  <a:lnTo>
                    <a:pt x="20" y="116"/>
                  </a:lnTo>
                  <a:lnTo>
                    <a:pt x="20" y="116"/>
                  </a:lnTo>
                  <a:lnTo>
                    <a:pt x="19" y="115"/>
                  </a:lnTo>
                  <a:lnTo>
                    <a:pt x="20" y="112"/>
                  </a:lnTo>
                  <a:lnTo>
                    <a:pt x="31" y="100"/>
                  </a:lnTo>
                  <a:lnTo>
                    <a:pt x="31" y="100"/>
                  </a:lnTo>
                  <a:lnTo>
                    <a:pt x="31" y="100"/>
                  </a:lnTo>
                  <a:lnTo>
                    <a:pt x="34" y="99"/>
                  </a:lnTo>
                  <a:lnTo>
                    <a:pt x="34" y="99"/>
                  </a:lnTo>
                  <a:close/>
                  <a:moveTo>
                    <a:pt x="4" y="65"/>
                  </a:moveTo>
                  <a:lnTo>
                    <a:pt x="4" y="65"/>
                  </a:lnTo>
                  <a:lnTo>
                    <a:pt x="20" y="65"/>
                  </a:lnTo>
                  <a:lnTo>
                    <a:pt x="20" y="65"/>
                  </a:lnTo>
                  <a:lnTo>
                    <a:pt x="23" y="66"/>
                  </a:lnTo>
                  <a:lnTo>
                    <a:pt x="24" y="69"/>
                  </a:lnTo>
                  <a:lnTo>
                    <a:pt x="24" y="69"/>
                  </a:lnTo>
                  <a:lnTo>
                    <a:pt x="23" y="72"/>
                  </a:lnTo>
                  <a:lnTo>
                    <a:pt x="20" y="72"/>
                  </a:lnTo>
                  <a:lnTo>
                    <a:pt x="4" y="72"/>
                  </a:lnTo>
                  <a:lnTo>
                    <a:pt x="4" y="72"/>
                  </a:lnTo>
                  <a:lnTo>
                    <a:pt x="1" y="72"/>
                  </a:lnTo>
                  <a:lnTo>
                    <a:pt x="0" y="69"/>
                  </a:lnTo>
                  <a:lnTo>
                    <a:pt x="0" y="69"/>
                  </a:lnTo>
                  <a:lnTo>
                    <a:pt x="1" y="66"/>
                  </a:lnTo>
                  <a:lnTo>
                    <a:pt x="4" y="65"/>
                  </a:lnTo>
                  <a:lnTo>
                    <a:pt x="4" y="65"/>
                  </a:lnTo>
                  <a:close/>
                </a:path>
              </a:pathLst>
            </a:custGeom>
            <a:solidFill>
              <a:srgbClr val="FF8F29"/>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smtClean="0">
                <a:ln>
                  <a:noFill/>
                </a:ln>
                <a:solidFill>
                  <a:prstClr val="black"/>
                </a:solidFill>
                <a:effectLst/>
                <a:uLnTx/>
                <a:uFillTx/>
                <a:latin typeface="Arial"/>
              </a:endParaRPr>
            </a:p>
          </p:txBody>
        </p:sp>
      </p:grpSp>
      <p:sp>
        <p:nvSpPr>
          <p:cNvPr id="218" name="矩形 217">
            <a:extLst>
              <a:ext uri="{FF2B5EF4-FFF2-40B4-BE49-F238E27FC236}">
                <a16:creationId xmlns:a16="http://schemas.microsoft.com/office/drawing/2014/main" id="{DA7B6109-6704-484F-9752-E46A4FDDA8D2}"/>
              </a:ext>
            </a:extLst>
          </p:cNvPr>
          <p:cNvSpPr/>
          <p:nvPr/>
        </p:nvSpPr>
        <p:spPr>
          <a:xfrm>
            <a:off x="5768080" y="131481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結匯率超過</a:t>
            </a:r>
            <a:r>
              <a:rPr lang="en-US" altLang="zh-TW" sz="2400" dirty="0">
                <a:solidFill>
                  <a:schemeClr val="accent5">
                    <a:lumMod val="75000"/>
                  </a:schemeClr>
                </a:solidFill>
                <a:latin typeface="微軟正黑體" panose="020B0604030504040204" pitchFamily="34" charset="-120"/>
                <a:ea typeface="微軟正黑體" panose="020B0604030504040204" pitchFamily="34" charset="-120"/>
                <a:cs typeface="+mj-cs"/>
              </a:rPr>
              <a:t>100</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退</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匯率超過</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30</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rPr>
              <a:t>％、</a:t>
            </a:r>
            <a:endParaRPr lang="en-US" altLang="zh-TW" sz="2400" dirty="0">
              <a:solidFill>
                <a:schemeClr val="accent5">
                  <a:lumMod val="75000"/>
                </a:schemeClr>
              </a:solidFill>
              <a:latin typeface="微軟正黑體" panose="020B0604030504040204" pitchFamily="34" charset="-120"/>
              <a:ea typeface="微軟正黑體" panose="020B0604030504040204" pitchFamily="34" charset="-120"/>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有結匯值</a:t>
            </a:r>
            <a:r>
              <a:rPr lang="zh-TW"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r>
              <a:rPr lang="zh-TW" altLang="zh-TW" sz="2400" dirty="0">
                <a:solidFill>
                  <a:schemeClr val="accent5">
                    <a:lumMod val="75000"/>
                  </a:schemeClr>
                </a:solidFill>
                <a:latin typeface="微軟正黑體" panose="020B0604030504040204" pitchFamily="34" charset="-120"/>
                <a:ea typeface="微軟正黑體" panose="020B0604030504040204" pitchFamily="34" charset="-120"/>
                <a:cs typeface="+mj-cs"/>
              </a:rPr>
              <a:t>無交</a:t>
            </a:r>
            <a:r>
              <a:rPr lang="zh-TW"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運</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值</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p:txBody>
      </p:sp>
      <p:sp>
        <p:nvSpPr>
          <p:cNvPr id="219" name="矩形 218">
            <a:extLst>
              <a:ext uri="{FF2B5EF4-FFF2-40B4-BE49-F238E27FC236}">
                <a16:creationId xmlns:a16="http://schemas.microsoft.com/office/drawing/2014/main" id="{DA7B6109-6704-484F-9752-E46A4FDDA8D2}"/>
              </a:ext>
            </a:extLst>
          </p:cNvPr>
          <p:cNvSpPr/>
          <p:nvPr/>
        </p:nvSpPr>
        <p:spPr>
          <a:xfrm>
            <a:off x="5040" y="4108579"/>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600"/>
              </a:spcBef>
              <a:buSzPct val="50000"/>
              <a:buFont typeface="Wingdings" panose="05000000000000000000" pitchFamily="2" charset="2"/>
              <a:buChar char="p"/>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合約終止準備金</a:t>
            </a:r>
            <a:r>
              <a:rPr lang="zh-TW" altLang="zh-TW" sz="2400" dirty="0">
                <a:solidFill>
                  <a:schemeClr val="accent5">
                    <a:lumMod val="75000"/>
                  </a:schemeClr>
                </a:solidFill>
                <a:latin typeface="微軟正黑體" panose="020B0604030504040204" pitchFamily="34" charset="-120"/>
                <a:ea typeface="微軟正黑體" panose="020B0604030504040204" pitchFamily="34" charset="-120"/>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rPr>
              <a:t>      非特定需求品項</a:t>
            </a:r>
            <a:r>
              <a:rPr lang="zh-TW" altLang="zh-TW" sz="2400" dirty="0" smtClean="0">
                <a:solidFill>
                  <a:schemeClr val="accent5">
                    <a:lumMod val="75000"/>
                  </a:schemeClr>
                </a:solidFill>
                <a:latin typeface="微軟正黑體" panose="020B0604030504040204" pitchFamily="34" charset="-120"/>
                <a:ea typeface="微軟正黑體" panose="020B0604030504040204" pitchFamily="34" charset="-120"/>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p:txBody>
      </p:sp>
      <p:sp>
        <p:nvSpPr>
          <p:cNvPr id="220" name="矩形 219">
            <a:extLst>
              <a:ext uri="{FF2B5EF4-FFF2-40B4-BE49-F238E27FC236}">
                <a16:creationId xmlns:a16="http://schemas.microsoft.com/office/drawing/2014/main" id="{DA7B6109-6704-484F-9752-E46A4FDDA8D2}"/>
              </a:ext>
            </a:extLst>
          </p:cNvPr>
          <p:cNvSpPr/>
          <p:nvPr/>
        </p:nvSpPr>
        <p:spPr>
          <a:xfrm>
            <a:off x="5432342" y="4495060"/>
            <a:ext cx="6638874"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just">
              <a:spcBef>
                <a:spcPts val="600"/>
              </a:spcBef>
              <a:buSzPct val="50000"/>
              <a:buFont typeface="Wingdings" panose="05000000000000000000" pitchFamily="2" charset="2"/>
              <a:buChar char="p"/>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累計交運率未達</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50</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zh-TW" sz="2400" dirty="0" smtClean="0">
                <a:solidFill>
                  <a:schemeClr val="accent5">
                    <a:lumMod val="75000"/>
                  </a:schemeClr>
                </a:solidFill>
                <a:latin typeface="微軟正黑體" panose="020B0604030504040204" pitchFamily="34" charset="-120"/>
                <a:ea typeface="微軟正黑體" panose="020B0604030504040204" pitchFamily="34" charset="-120"/>
              </a:rPr>
              <a:t>、</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endParaRPr>
          </a:p>
          <a:p>
            <a:pPr algn="just">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累計交運值</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發價值</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p>
          <a:p>
            <a:pPr algn="just">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與</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累計結匯率差異</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達</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lgn="just">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40</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個百分點</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以上</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rPr>
              <a:t>、</a:t>
            </a:r>
            <a:endParaRPr lang="en-US" altLang="zh-TW" sz="2400" dirty="0">
              <a:solidFill>
                <a:schemeClr val="accent5">
                  <a:lumMod val="75000"/>
                </a:schemeClr>
              </a:solidFill>
              <a:latin typeface="微軟正黑體" panose="020B0604030504040204" pitchFamily="34" charset="-120"/>
              <a:ea typeface="微軟正黑體" panose="020B0604030504040204" pitchFamily="34" charset="-120"/>
            </a:endParaRPr>
          </a:p>
          <a:p>
            <a:pPr algn="just">
              <a:spcBef>
                <a:spcPts val="600"/>
              </a:spcBef>
              <a:buSzPct val="50000"/>
            </a:pP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FRB</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餘額占累計結匯</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值</a:t>
            </a:r>
            <a:endPar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endParaRPr>
          </a:p>
          <a:p>
            <a:pPr algn="just">
              <a:spcBef>
                <a:spcPts val="600"/>
              </a:spcBef>
              <a:buSzPct val="50000"/>
            </a:pP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 </a:t>
            </a:r>
            <a:r>
              <a:rPr lang="zh-TW" altLang="en-US"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     比率</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達</a:t>
            </a:r>
            <a:r>
              <a:rPr lang="en-US" altLang="zh-TW" sz="2400" dirty="0">
                <a:solidFill>
                  <a:schemeClr val="accent5">
                    <a:lumMod val="75000"/>
                  </a:schemeClr>
                </a:solidFill>
                <a:latin typeface="微軟正黑體" panose="020B0604030504040204" pitchFamily="34" charset="-120"/>
                <a:ea typeface="微軟正黑體" panose="020B0604030504040204" pitchFamily="34" charset="-120"/>
                <a:cs typeface="+mj-cs"/>
              </a:rPr>
              <a:t>40</a:t>
            </a:r>
            <a:r>
              <a:rPr lang="zh-TW" altLang="en-US" sz="2400" dirty="0">
                <a:solidFill>
                  <a:schemeClr val="accent5">
                    <a:lumMod val="75000"/>
                  </a:schemeClr>
                </a:solidFill>
                <a:latin typeface="微軟正黑體" panose="020B0604030504040204" pitchFamily="34" charset="-120"/>
                <a:ea typeface="微軟正黑體" panose="020B0604030504040204" pitchFamily="34" charset="-120"/>
                <a:cs typeface="+mj-cs"/>
              </a:rPr>
              <a:t>％以上</a:t>
            </a:r>
            <a:r>
              <a:rPr lang="en-US" altLang="zh-TW" sz="2400" dirty="0" smtClean="0">
                <a:solidFill>
                  <a:schemeClr val="accent5">
                    <a:lumMod val="75000"/>
                  </a:schemeClr>
                </a:solidFill>
                <a:latin typeface="微軟正黑體" panose="020B0604030504040204" pitchFamily="34" charset="-120"/>
                <a:ea typeface="微軟正黑體" panose="020B0604030504040204" pitchFamily="34" charset="-120"/>
                <a:cs typeface="+mj-cs"/>
              </a:rPr>
              <a:t>…….</a:t>
            </a:r>
            <a:endParaRPr lang="en-US" altLang="zh-TW" sz="2400" dirty="0">
              <a:solidFill>
                <a:schemeClr val="accent5">
                  <a:lumMod val="75000"/>
                </a:schemeClr>
              </a:solidFill>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16</a:t>
            </a:fld>
            <a:endParaRPr lang="zh-CN" altLang="en-US">
              <a:solidFill>
                <a:prstClr val="black">
                  <a:tint val="75000"/>
                </a:prstClr>
              </a:solidFill>
            </a:endParaRPr>
          </a:p>
        </p:txBody>
      </p:sp>
    </p:spTree>
    <p:extLst>
      <p:ext uri="{BB962C8B-B14F-4D97-AF65-F5344CB8AC3E}">
        <p14:creationId xmlns:p14="http://schemas.microsoft.com/office/powerpoint/2010/main" val="16310876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0"/>
          </p:nvPr>
        </p:nvSpPr>
        <p:spPr>
          <a:xfrm>
            <a:off x="748007" y="211582"/>
            <a:ext cx="8395993" cy="916823"/>
          </a:xfrm>
        </p:spPr>
        <p:txBody>
          <a:bodyPr>
            <a:noAutofit/>
          </a:bodyPr>
          <a:lstStyle/>
          <a:p>
            <a:r>
              <a:rPr lang="zh-TW" altLang="en-US" sz="3600" b="0" dirty="0" smtClean="0"/>
              <a:t>四</a:t>
            </a:r>
            <a:r>
              <a:rPr lang="zh-TW" altLang="en-US" sz="4000" b="0" dirty="0" smtClean="0"/>
              <a:t>、</a:t>
            </a:r>
            <a:r>
              <a:rPr lang="zh-TW" altLang="en-US" sz="3600" b="0" dirty="0" smtClean="0"/>
              <a:t>結語</a:t>
            </a:r>
            <a:endParaRPr lang="en-US" altLang="zh-TW" sz="3600" b="0" dirty="0" smtClean="0"/>
          </a:p>
          <a:p>
            <a:pPr>
              <a:lnSpc>
                <a:spcPct val="100000"/>
              </a:lnSpc>
              <a:spcBef>
                <a:spcPts val="0"/>
              </a:spcBef>
              <a:defRPr/>
            </a:pPr>
            <a:endParaRPr lang="en-US" altLang="zh-TW" sz="2800" dirty="0" smtClean="0">
              <a:solidFill>
                <a:schemeClr val="accent6">
                  <a:lumMod val="75000"/>
                </a:schemeClr>
              </a:solidFill>
            </a:endParaRPr>
          </a:p>
        </p:txBody>
      </p:sp>
      <p:sp>
        <p:nvSpPr>
          <p:cNvPr id="7" name="矩形 6"/>
          <p:cNvSpPr/>
          <p:nvPr/>
        </p:nvSpPr>
        <p:spPr>
          <a:xfrm>
            <a:off x="610695" y="872691"/>
            <a:ext cx="8142296" cy="1366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buSzPct val="50000"/>
            </a:pPr>
            <a:endParaRPr lang="zh-TW" altLang="en-US" sz="3200" b="1" spc="-200" dirty="0">
              <a:solidFill>
                <a:schemeClr val="accent2">
                  <a:lumMod val="50000"/>
                </a:schemeClr>
              </a:solidFill>
              <a:latin typeface="Microsoft YaHei" panose="020B0503020204020204" pitchFamily="34" charset="-122"/>
              <a:ea typeface="Microsoft YaHei" panose="020B0503020204020204" pitchFamily="34" charset="-122"/>
            </a:endParaRPr>
          </a:p>
        </p:txBody>
      </p:sp>
      <p:sp>
        <p:nvSpPr>
          <p:cNvPr id="5" name="矩形 4"/>
          <p:cNvSpPr/>
          <p:nvPr/>
        </p:nvSpPr>
        <p:spPr>
          <a:xfrm>
            <a:off x="1785251" y="946903"/>
            <a:ext cx="5617749" cy="5693866"/>
          </a:xfrm>
          <a:prstGeom prst="rect">
            <a:avLst/>
          </a:prstGeom>
        </p:spPr>
        <p:txBody>
          <a:bodyPr wrap="square">
            <a:spAutoFit/>
          </a:bodyPr>
          <a:lstStyle/>
          <a:p>
            <a:pPr algn="just"/>
            <a:r>
              <a:rPr lang="zh-TW" altLang="en-US" sz="2800" b="1" dirty="0" smtClean="0">
                <a:solidFill>
                  <a:schemeClr val="accent6">
                    <a:lumMod val="75000"/>
                  </a:schemeClr>
                </a:solidFill>
              </a:rPr>
              <a:t>    </a:t>
            </a:r>
            <a:r>
              <a:rPr lang="zh-TW" altLang="en-US" sz="2800" dirty="0">
                <a:solidFill>
                  <a:schemeClr val="accent6">
                    <a:lumMod val="75000"/>
                  </a:schemeClr>
                </a:solidFill>
              </a:rPr>
              <a:t>監督面向</a:t>
            </a:r>
            <a:r>
              <a:rPr lang="zh-TW" altLang="en-US" sz="2800" dirty="0" smtClean="0">
                <a:solidFill>
                  <a:schemeClr val="accent6">
                    <a:lumMod val="75000"/>
                  </a:schemeClr>
                </a:solidFill>
              </a:rPr>
              <a:t>：</a:t>
            </a:r>
            <a:endParaRPr lang="en-US" altLang="zh-TW" sz="2800" dirty="0" smtClean="0">
              <a:solidFill>
                <a:schemeClr val="accent6">
                  <a:lumMod val="75000"/>
                </a:schemeClr>
              </a:solidFill>
            </a:endParaRPr>
          </a:p>
          <a:p>
            <a:pPr algn="just"/>
            <a:r>
              <a:rPr lang="zh-TW" altLang="en-US" sz="2800" dirty="0" smtClean="0">
                <a:solidFill>
                  <a:schemeClr val="accent6">
                    <a:lumMod val="75000"/>
                  </a:schemeClr>
                </a:solidFill>
              </a:rPr>
              <a:t>    持續</a:t>
            </a:r>
            <a:r>
              <a:rPr lang="zh-TW" altLang="en-US" sz="2800" dirty="0">
                <a:solidFill>
                  <a:schemeClr val="accent6">
                    <a:lumMod val="75000"/>
                  </a:schemeClr>
                </a:solidFill>
              </a:rPr>
              <a:t>督促</a:t>
            </a:r>
            <a:r>
              <a:rPr lang="zh-TW" altLang="en-US" sz="2800" dirty="0" smtClean="0">
                <a:solidFill>
                  <a:schemeClr val="accent6">
                    <a:lumMod val="75000"/>
                  </a:schemeClr>
                </a:solidFill>
              </a:rPr>
              <a:t>國防部及美方</a:t>
            </a:r>
            <a:endParaRPr lang="en-US" altLang="zh-TW" sz="2800" dirty="0" smtClean="0">
              <a:solidFill>
                <a:schemeClr val="accent6">
                  <a:lumMod val="75000"/>
                </a:schemeClr>
              </a:solidFill>
            </a:endParaRPr>
          </a:p>
          <a:p>
            <a:pPr algn="just"/>
            <a:r>
              <a:rPr lang="zh-TW" altLang="en-US" sz="2800" dirty="0">
                <a:solidFill>
                  <a:schemeClr val="accent6">
                    <a:lumMod val="75000"/>
                  </a:schemeClr>
                </a:solidFill>
              </a:rPr>
              <a:t> </a:t>
            </a:r>
            <a:r>
              <a:rPr lang="zh-TW" altLang="en-US" sz="2800" dirty="0" smtClean="0">
                <a:solidFill>
                  <a:schemeClr val="accent6">
                    <a:lumMod val="75000"/>
                  </a:schemeClr>
                </a:solidFill>
              </a:rPr>
              <a:t>   軍</a:t>
            </a:r>
            <a:r>
              <a:rPr lang="zh-TW" altLang="en-US" sz="2800" dirty="0">
                <a:solidFill>
                  <a:schemeClr val="accent6">
                    <a:lumMod val="75000"/>
                  </a:schemeClr>
                </a:solidFill>
              </a:rPr>
              <a:t>購資訊透明與確保</a:t>
            </a:r>
            <a:r>
              <a:rPr lang="zh-TW" altLang="en-US" sz="2800" dirty="0" smtClean="0">
                <a:solidFill>
                  <a:schemeClr val="accent6">
                    <a:lumMod val="75000"/>
                  </a:schemeClr>
                </a:solidFill>
              </a:rPr>
              <a:t>課責</a:t>
            </a:r>
            <a:r>
              <a:rPr lang="zh-TW" altLang="en-US" sz="2800" dirty="0" smtClean="0">
                <a:solidFill>
                  <a:schemeClr val="accent6">
                    <a:lumMod val="75000"/>
                  </a:schemeClr>
                </a:solidFill>
                <a:latin typeface="微軟正黑體" panose="020B0604030504040204" pitchFamily="34" charset="-120"/>
                <a:ea typeface="微軟正黑體" panose="020B0604030504040204" pitchFamily="34" charset="-120"/>
              </a:rPr>
              <a:t>。</a:t>
            </a:r>
            <a:endParaRPr lang="en-US" altLang="zh-TW" sz="2800" dirty="0">
              <a:solidFill>
                <a:schemeClr val="accent6">
                  <a:lumMod val="75000"/>
                </a:schemeClr>
              </a:solidFill>
              <a:latin typeface="新細明體" panose="02020500000000000000" pitchFamily="18" charset="-120"/>
              <a:ea typeface="新細明體" panose="02020500000000000000" pitchFamily="18" charset="-120"/>
            </a:endParaRPr>
          </a:p>
          <a:p>
            <a:pPr algn="just"/>
            <a:endParaRPr lang="en-US" altLang="zh-TW" sz="2800" b="1" dirty="0" smtClean="0">
              <a:solidFill>
                <a:schemeClr val="accent5">
                  <a:lumMod val="75000"/>
                </a:schemeClr>
              </a:solidFill>
              <a:latin typeface="新細明體" panose="02020500000000000000" pitchFamily="18" charset="-120"/>
              <a:ea typeface="新細明體" panose="02020500000000000000" pitchFamily="18" charset="-120"/>
            </a:endParaRPr>
          </a:p>
          <a:p>
            <a:pPr algn="just"/>
            <a:r>
              <a:rPr lang="zh-TW" altLang="en-US" sz="2800" dirty="0" smtClean="0">
                <a:solidFill>
                  <a:schemeClr val="accent5">
                    <a:lumMod val="75000"/>
                  </a:schemeClr>
                </a:solidFill>
              </a:rPr>
              <a:t>         </a:t>
            </a:r>
            <a:r>
              <a:rPr lang="zh-TW" altLang="en-US" sz="2800" dirty="0" smtClean="0">
                <a:solidFill>
                  <a:schemeClr val="accent5">
                    <a:lumMod val="75000"/>
                  </a:schemeClr>
                </a:solidFill>
              </a:rPr>
              <a:t>        </a:t>
            </a:r>
            <a:r>
              <a:rPr lang="zh-TW" altLang="en-US" sz="2800" dirty="0">
                <a:solidFill>
                  <a:schemeClr val="accent5">
                    <a:lumMod val="75000"/>
                  </a:schemeClr>
                </a:solidFill>
              </a:rPr>
              <a:t>洞察面向</a:t>
            </a:r>
            <a:r>
              <a:rPr lang="zh-TW" altLang="en-US" sz="2800" dirty="0" smtClean="0">
                <a:solidFill>
                  <a:schemeClr val="accent5">
                    <a:lumMod val="75000"/>
                  </a:schemeClr>
                </a:solidFill>
              </a:rPr>
              <a:t>：</a:t>
            </a:r>
            <a:endParaRPr lang="en-US" altLang="zh-TW" sz="2800" dirty="0" smtClean="0">
              <a:solidFill>
                <a:schemeClr val="accent5">
                  <a:lumMod val="75000"/>
                </a:schemeClr>
              </a:solidFill>
            </a:endParaRPr>
          </a:p>
          <a:p>
            <a:pPr algn="just"/>
            <a:r>
              <a:rPr lang="zh-TW" altLang="en-US" sz="2800" dirty="0">
                <a:solidFill>
                  <a:schemeClr val="accent5">
                    <a:lumMod val="75000"/>
                  </a:schemeClr>
                </a:solidFill>
              </a:rPr>
              <a:t> </a:t>
            </a:r>
            <a:r>
              <a:rPr lang="zh-TW" altLang="en-US" sz="2800" dirty="0" smtClean="0">
                <a:solidFill>
                  <a:schemeClr val="accent5">
                    <a:lumMod val="75000"/>
                  </a:schemeClr>
                </a:solidFill>
              </a:rPr>
              <a:t>        </a:t>
            </a:r>
            <a:r>
              <a:rPr lang="zh-TW" altLang="en-US" sz="2800" dirty="0" smtClean="0">
                <a:solidFill>
                  <a:schemeClr val="accent5">
                    <a:lumMod val="75000"/>
                  </a:schemeClr>
                </a:solidFill>
              </a:rPr>
              <a:t>        </a:t>
            </a:r>
            <a:r>
              <a:rPr lang="zh-TW" altLang="en-US" sz="2800" dirty="0" smtClean="0">
                <a:solidFill>
                  <a:schemeClr val="accent5">
                    <a:lumMod val="75000"/>
                  </a:schemeClr>
                </a:solidFill>
              </a:rPr>
              <a:t>查核</a:t>
            </a:r>
            <a:r>
              <a:rPr lang="zh-TW" altLang="en-US" sz="2800" dirty="0">
                <a:solidFill>
                  <a:schemeClr val="accent5">
                    <a:lumMod val="75000"/>
                  </a:schemeClr>
                </a:solidFill>
              </a:rPr>
              <a:t>軍購</a:t>
            </a:r>
            <a:r>
              <a:rPr lang="zh-TW" altLang="en-US" sz="2800" dirty="0" smtClean="0">
                <a:solidFill>
                  <a:schemeClr val="accent5">
                    <a:lumMod val="75000"/>
                  </a:schemeClr>
                </a:solidFill>
              </a:rPr>
              <a:t>計畫之經濟、</a:t>
            </a:r>
            <a:endParaRPr lang="en-US" altLang="zh-TW" sz="2800" dirty="0" smtClean="0">
              <a:solidFill>
                <a:schemeClr val="accent5">
                  <a:lumMod val="75000"/>
                </a:schemeClr>
              </a:solidFill>
            </a:endParaRPr>
          </a:p>
          <a:p>
            <a:pPr algn="just"/>
            <a:r>
              <a:rPr lang="zh-TW" altLang="en-US" sz="2800">
                <a:solidFill>
                  <a:schemeClr val="accent5">
                    <a:lumMod val="75000"/>
                  </a:schemeClr>
                </a:solidFill>
              </a:rPr>
              <a:t> </a:t>
            </a:r>
            <a:r>
              <a:rPr lang="zh-TW" altLang="en-US" sz="2800" smtClean="0">
                <a:solidFill>
                  <a:schemeClr val="accent5">
                    <a:lumMod val="75000"/>
                  </a:schemeClr>
                </a:solidFill>
              </a:rPr>
              <a:t>         </a:t>
            </a:r>
            <a:r>
              <a:rPr lang="zh-TW" altLang="en-US" sz="2800" smtClean="0">
                <a:solidFill>
                  <a:schemeClr val="accent5">
                    <a:lumMod val="75000"/>
                  </a:schemeClr>
                </a:solidFill>
              </a:rPr>
              <a:t>       效率</a:t>
            </a:r>
            <a:r>
              <a:rPr lang="zh-TW" altLang="en-US" sz="2800" dirty="0" smtClean="0">
                <a:solidFill>
                  <a:schemeClr val="accent5">
                    <a:lumMod val="75000"/>
                  </a:schemeClr>
                </a:solidFill>
              </a:rPr>
              <a:t>與效果性</a:t>
            </a:r>
            <a:r>
              <a:rPr lang="zh-TW" altLang="en-US" sz="2800" dirty="0" smtClean="0">
                <a:solidFill>
                  <a:schemeClr val="accent5">
                    <a:lumMod val="75000"/>
                  </a:schemeClr>
                </a:solidFill>
                <a:latin typeface="微軟正黑體" panose="020B0604030504040204" pitchFamily="34" charset="-120"/>
                <a:ea typeface="微軟正黑體" panose="020B0604030504040204" pitchFamily="34" charset="-120"/>
              </a:rPr>
              <a:t>。</a:t>
            </a:r>
            <a:endParaRPr lang="en-US" altLang="zh-TW" sz="2800" dirty="0" smtClean="0">
              <a:solidFill>
                <a:schemeClr val="accent6">
                  <a:lumMod val="50000"/>
                </a:schemeClr>
              </a:solidFill>
              <a:latin typeface="新細明體" panose="02020500000000000000" pitchFamily="18" charset="-120"/>
              <a:ea typeface="新細明體" panose="02020500000000000000" pitchFamily="18" charset="-120"/>
            </a:endParaRPr>
          </a:p>
          <a:p>
            <a:pPr algn="just"/>
            <a:endParaRPr lang="en-US" altLang="zh-TW" sz="2800" b="1" dirty="0" smtClean="0">
              <a:solidFill>
                <a:schemeClr val="accent4">
                  <a:lumMod val="50000"/>
                </a:schemeClr>
              </a:solidFill>
              <a:latin typeface="新細明體" panose="02020500000000000000" pitchFamily="18" charset="-120"/>
              <a:ea typeface="新細明體" panose="02020500000000000000" pitchFamily="18" charset="-120"/>
            </a:endParaRPr>
          </a:p>
          <a:p>
            <a:pPr algn="just"/>
            <a:r>
              <a:rPr lang="zh-TW" altLang="en-US" sz="2800" dirty="0" smtClean="0">
                <a:solidFill>
                  <a:schemeClr val="accent4">
                    <a:lumMod val="50000"/>
                  </a:schemeClr>
                </a:solidFill>
              </a:rPr>
              <a:t>      前瞻面向</a:t>
            </a:r>
            <a:r>
              <a:rPr lang="zh-TW" altLang="en-US" sz="2800" dirty="0" smtClean="0">
                <a:solidFill>
                  <a:schemeClr val="accent4">
                    <a:lumMod val="50000"/>
                  </a:schemeClr>
                </a:solidFill>
                <a:latin typeface="新細明體" panose="02020500000000000000" pitchFamily="18" charset="-120"/>
                <a:ea typeface="新細明體" panose="02020500000000000000" pitchFamily="18" charset="-120"/>
              </a:rPr>
              <a:t>：</a:t>
            </a:r>
            <a:endParaRPr lang="en-US" altLang="zh-TW" sz="2800" dirty="0" smtClean="0">
              <a:solidFill>
                <a:schemeClr val="accent4">
                  <a:lumMod val="50000"/>
                </a:schemeClr>
              </a:solidFill>
            </a:endParaRPr>
          </a:p>
          <a:p>
            <a:pPr algn="just"/>
            <a:r>
              <a:rPr lang="zh-TW" altLang="en-US" sz="2800" dirty="0">
                <a:solidFill>
                  <a:schemeClr val="accent4">
                    <a:lumMod val="50000"/>
                  </a:schemeClr>
                </a:solidFill>
              </a:rPr>
              <a:t> </a:t>
            </a:r>
            <a:r>
              <a:rPr lang="zh-TW" altLang="en-US" sz="2800" dirty="0" smtClean="0">
                <a:solidFill>
                  <a:schemeClr val="accent4">
                    <a:lumMod val="50000"/>
                  </a:schemeClr>
                </a:solidFill>
              </a:rPr>
              <a:t>     強化</a:t>
            </a:r>
            <a:r>
              <a:rPr lang="zh-TW" altLang="en-US" sz="2800" dirty="0">
                <a:solidFill>
                  <a:schemeClr val="accent4">
                    <a:lumMod val="50000"/>
                  </a:schemeClr>
                </a:solidFill>
              </a:rPr>
              <a:t>與國防部、美方軍購案執  </a:t>
            </a:r>
          </a:p>
          <a:p>
            <a:pPr algn="just"/>
            <a:r>
              <a:rPr lang="zh-TW" altLang="en-US" sz="2800" dirty="0">
                <a:solidFill>
                  <a:schemeClr val="accent4">
                    <a:lumMod val="50000"/>
                  </a:schemeClr>
                </a:solidFill>
              </a:rPr>
              <a:t>      行單位之跨域合作，確認軍購</a:t>
            </a:r>
          </a:p>
          <a:p>
            <a:pPr algn="just"/>
            <a:r>
              <a:rPr lang="zh-TW" altLang="en-US" sz="2800" dirty="0">
                <a:solidFill>
                  <a:schemeClr val="accent4">
                    <a:lumMod val="50000"/>
                  </a:schemeClr>
                </a:solidFill>
              </a:rPr>
              <a:t>      案執行風險，促請美方確保重</a:t>
            </a:r>
          </a:p>
          <a:p>
            <a:pPr algn="just"/>
            <a:r>
              <a:rPr lang="zh-TW" altLang="en-US" sz="2800" dirty="0">
                <a:solidFill>
                  <a:schemeClr val="accent4">
                    <a:lumMod val="50000"/>
                  </a:schemeClr>
                </a:solidFill>
              </a:rPr>
              <a:t>      </a:t>
            </a:r>
            <a:r>
              <a:rPr lang="zh-TW" altLang="en-US" sz="2800" dirty="0" smtClean="0">
                <a:solidFill>
                  <a:schemeClr val="accent4">
                    <a:lumMod val="50000"/>
                  </a:schemeClr>
                </a:solidFill>
              </a:rPr>
              <a:t>要</a:t>
            </a:r>
            <a:r>
              <a:rPr lang="zh-TW" altLang="en-US" sz="2800" dirty="0">
                <a:solidFill>
                  <a:schemeClr val="accent4">
                    <a:lumMod val="50000"/>
                  </a:schemeClr>
                </a:solidFill>
              </a:rPr>
              <a:t>軍品如期如質交運。</a:t>
            </a:r>
            <a:endParaRPr lang="en-US" altLang="zh-TW" sz="2000" dirty="0">
              <a:solidFill>
                <a:schemeClr val="accent2">
                  <a:lumMod val="50000"/>
                </a:schemeClr>
              </a:solidFill>
            </a:endParaRPr>
          </a:p>
        </p:txBody>
      </p:sp>
      <p:pic>
        <p:nvPicPr>
          <p:cNvPr id="28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260" y="2752265"/>
            <a:ext cx="2037407" cy="1153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4" name="群組 393">
            <a:extLst>
              <a:ext uri="{FF2B5EF4-FFF2-40B4-BE49-F238E27FC236}">
                <a16:creationId xmlns:a16="http://schemas.microsoft.com/office/drawing/2014/main" id="{A3517648-6A4A-41C0-9040-DF7623B8C94B}"/>
              </a:ext>
            </a:extLst>
          </p:cNvPr>
          <p:cNvGrpSpPr/>
          <p:nvPr/>
        </p:nvGrpSpPr>
        <p:grpSpPr>
          <a:xfrm>
            <a:off x="6870217" y="1672932"/>
            <a:ext cx="2177916" cy="1931555"/>
            <a:chOff x="104418" y="919789"/>
            <a:chExt cx="5157405" cy="4678011"/>
          </a:xfrm>
        </p:grpSpPr>
        <p:sp>
          <p:nvSpPr>
            <p:cNvPr id="395" name="Oval 5">
              <a:extLst>
                <a:ext uri="{FF2B5EF4-FFF2-40B4-BE49-F238E27FC236}">
                  <a16:creationId xmlns:a16="http://schemas.microsoft.com/office/drawing/2014/main" id="{672D93A7-A574-4275-9F86-C7AD3FF2746B}"/>
                </a:ext>
              </a:extLst>
            </p:cNvPr>
            <p:cNvSpPr>
              <a:spLocks noChangeArrowheads="1"/>
            </p:cNvSpPr>
            <p:nvPr/>
          </p:nvSpPr>
          <p:spPr bwMode="auto">
            <a:xfrm>
              <a:off x="926361" y="2089510"/>
              <a:ext cx="3508291" cy="3508290"/>
            </a:xfrm>
            <a:prstGeom prst="ellipse">
              <a:avLst/>
            </a:pr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96" name="Group 33877">
              <a:extLst>
                <a:ext uri="{FF2B5EF4-FFF2-40B4-BE49-F238E27FC236}">
                  <a16:creationId xmlns:a16="http://schemas.microsoft.com/office/drawing/2014/main" id="{7DD69E4F-75E0-4413-AE50-A6E369B1A3D6}"/>
                </a:ext>
              </a:extLst>
            </p:cNvPr>
            <p:cNvGrpSpPr/>
            <p:nvPr/>
          </p:nvGrpSpPr>
          <p:grpSpPr>
            <a:xfrm>
              <a:off x="1089354" y="2640377"/>
              <a:ext cx="3182303" cy="2407428"/>
              <a:chOff x="7079607" y="3502911"/>
              <a:chExt cx="3182303" cy="2407428"/>
            </a:xfrm>
          </p:grpSpPr>
          <p:sp>
            <p:nvSpPr>
              <p:cNvPr id="492" name="Freeform 6">
                <a:extLst>
                  <a:ext uri="{FF2B5EF4-FFF2-40B4-BE49-F238E27FC236}">
                    <a16:creationId xmlns:a16="http://schemas.microsoft.com/office/drawing/2014/main" id="{2B107CD7-E9B7-4507-9F7B-4AFE30BA3279}"/>
                  </a:ext>
                </a:extLst>
              </p:cNvPr>
              <p:cNvSpPr>
                <a:spLocks/>
              </p:cNvSpPr>
              <p:nvPr/>
            </p:nvSpPr>
            <p:spPr bwMode="auto">
              <a:xfrm>
                <a:off x="8236254" y="5221755"/>
                <a:ext cx="869882" cy="672023"/>
              </a:xfrm>
              <a:custGeom>
                <a:avLst/>
                <a:gdLst>
                  <a:gd name="T0" fmla="*/ 326 w 422"/>
                  <a:gd name="T1" fmla="*/ 0 h 326"/>
                  <a:gd name="T2" fmla="*/ 248 w 422"/>
                  <a:gd name="T3" fmla="*/ 0 h 326"/>
                  <a:gd name="T4" fmla="*/ 174 w 422"/>
                  <a:gd name="T5" fmla="*/ 0 h 326"/>
                  <a:gd name="T6" fmla="*/ 96 w 422"/>
                  <a:gd name="T7" fmla="*/ 0 h 326"/>
                  <a:gd name="T8" fmla="*/ 0 w 422"/>
                  <a:gd name="T9" fmla="*/ 326 h 326"/>
                  <a:gd name="T10" fmla="*/ 174 w 422"/>
                  <a:gd name="T11" fmla="*/ 326 h 326"/>
                  <a:gd name="T12" fmla="*/ 248 w 422"/>
                  <a:gd name="T13" fmla="*/ 326 h 326"/>
                  <a:gd name="T14" fmla="*/ 422 w 422"/>
                  <a:gd name="T15" fmla="*/ 326 h 326"/>
                  <a:gd name="T16" fmla="*/ 326 w 422"/>
                  <a:gd name="T1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326">
                    <a:moveTo>
                      <a:pt x="326" y="0"/>
                    </a:moveTo>
                    <a:cubicBezTo>
                      <a:pt x="248" y="0"/>
                      <a:pt x="248" y="0"/>
                      <a:pt x="248" y="0"/>
                    </a:cubicBezTo>
                    <a:cubicBezTo>
                      <a:pt x="174" y="0"/>
                      <a:pt x="174" y="0"/>
                      <a:pt x="174" y="0"/>
                    </a:cubicBezTo>
                    <a:cubicBezTo>
                      <a:pt x="96" y="0"/>
                      <a:pt x="96" y="0"/>
                      <a:pt x="96" y="0"/>
                    </a:cubicBezTo>
                    <a:cubicBezTo>
                      <a:pt x="96" y="0"/>
                      <a:pt x="115" y="326"/>
                      <a:pt x="0" y="326"/>
                    </a:cubicBezTo>
                    <a:cubicBezTo>
                      <a:pt x="174" y="326"/>
                      <a:pt x="174" y="326"/>
                      <a:pt x="174" y="326"/>
                    </a:cubicBezTo>
                    <a:cubicBezTo>
                      <a:pt x="248" y="326"/>
                      <a:pt x="248" y="326"/>
                      <a:pt x="248" y="326"/>
                    </a:cubicBezTo>
                    <a:cubicBezTo>
                      <a:pt x="422" y="326"/>
                      <a:pt x="422" y="326"/>
                      <a:pt x="422" y="326"/>
                    </a:cubicBezTo>
                    <a:cubicBezTo>
                      <a:pt x="307" y="326"/>
                      <a:pt x="326" y="0"/>
                      <a:pt x="326" y="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3" name="Freeform 7">
                <a:extLst>
                  <a:ext uri="{FF2B5EF4-FFF2-40B4-BE49-F238E27FC236}">
                    <a16:creationId xmlns:a16="http://schemas.microsoft.com/office/drawing/2014/main" id="{044FA680-D7EF-4CE2-BEA7-9CDFA847DDC7}"/>
                  </a:ext>
                </a:extLst>
              </p:cNvPr>
              <p:cNvSpPr>
                <a:spLocks/>
              </p:cNvSpPr>
              <p:nvPr/>
            </p:nvSpPr>
            <p:spPr bwMode="auto">
              <a:xfrm>
                <a:off x="7079607" y="3502911"/>
                <a:ext cx="3182303" cy="2090156"/>
              </a:xfrm>
              <a:custGeom>
                <a:avLst/>
                <a:gdLst>
                  <a:gd name="T0" fmla="*/ 1502 w 1544"/>
                  <a:gd name="T1" fmla="*/ 0 h 1014"/>
                  <a:gd name="T2" fmla="*/ 42 w 1544"/>
                  <a:gd name="T3" fmla="*/ 0 h 1014"/>
                  <a:gd name="T4" fmla="*/ 0 w 1544"/>
                  <a:gd name="T5" fmla="*/ 42 h 1014"/>
                  <a:gd name="T6" fmla="*/ 0 w 1544"/>
                  <a:gd name="T7" fmla="*/ 902 h 1014"/>
                  <a:gd name="T8" fmla="*/ 0 w 1544"/>
                  <a:gd name="T9" fmla="*/ 911 h 1014"/>
                  <a:gd name="T10" fmla="*/ 0 w 1544"/>
                  <a:gd name="T11" fmla="*/ 978 h 1014"/>
                  <a:gd name="T12" fmla="*/ 36 w 1544"/>
                  <a:gd name="T13" fmla="*/ 1014 h 1014"/>
                  <a:gd name="T14" fmla="*/ 1508 w 1544"/>
                  <a:gd name="T15" fmla="*/ 1014 h 1014"/>
                  <a:gd name="T16" fmla="*/ 1544 w 1544"/>
                  <a:gd name="T17" fmla="*/ 978 h 1014"/>
                  <a:gd name="T18" fmla="*/ 1544 w 1544"/>
                  <a:gd name="T19" fmla="*/ 911 h 1014"/>
                  <a:gd name="T20" fmla="*/ 1544 w 1544"/>
                  <a:gd name="T21" fmla="*/ 902 h 1014"/>
                  <a:gd name="T22" fmla="*/ 1544 w 1544"/>
                  <a:gd name="T23" fmla="*/ 42 h 1014"/>
                  <a:gd name="T24" fmla="*/ 1502 w 1544"/>
                  <a:gd name="T25" fmla="*/ 0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4" h="1014">
                    <a:moveTo>
                      <a:pt x="1502" y="0"/>
                    </a:moveTo>
                    <a:cubicBezTo>
                      <a:pt x="42" y="0"/>
                      <a:pt x="42" y="0"/>
                      <a:pt x="42" y="0"/>
                    </a:cubicBezTo>
                    <a:cubicBezTo>
                      <a:pt x="19" y="0"/>
                      <a:pt x="0" y="18"/>
                      <a:pt x="0" y="42"/>
                    </a:cubicBezTo>
                    <a:cubicBezTo>
                      <a:pt x="0" y="902"/>
                      <a:pt x="0" y="902"/>
                      <a:pt x="0" y="902"/>
                    </a:cubicBezTo>
                    <a:cubicBezTo>
                      <a:pt x="0" y="911"/>
                      <a:pt x="0" y="911"/>
                      <a:pt x="0" y="911"/>
                    </a:cubicBezTo>
                    <a:cubicBezTo>
                      <a:pt x="0" y="978"/>
                      <a:pt x="0" y="978"/>
                      <a:pt x="0" y="978"/>
                    </a:cubicBezTo>
                    <a:cubicBezTo>
                      <a:pt x="0" y="998"/>
                      <a:pt x="16" y="1014"/>
                      <a:pt x="36" y="1014"/>
                    </a:cubicBezTo>
                    <a:cubicBezTo>
                      <a:pt x="1508" y="1014"/>
                      <a:pt x="1508" y="1014"/>
                      <a:pt x="1508" y="1014"/>
                    </a:cubicBezTo>
                    <a:cubicBezTo>
                      <a:pt x="1528" y="1014"/>
                      <a:pt x="1544" y="998"/>
                      <a:pt x="1544" y="978"/>
                    </a:cubicBezTo>
                    <a:cubicBezTo>
                      <a:pt x="1544" y="911"/>
                      <a:pt x="1544" y="911"/>
                      <a:pt x="1544" y="911"/>
                    </a:cubicBezTo>
                    <a:cubicBezTo>
                      <a:pt x="1544" y="902"/>
                      <a:pt x="1544" y="902"/>
                      <a:pt x="1544" y="902"/>
                    </a:cubicBezTo>
                    <a:cubicBezTo>
                      <a:pt x="1544" y="42"/>
                      <a:pt x="1544" y="42"/>
                      <a:pt x="1544" y="42"/>
                    </a:cubicBezTo>
                    <a:cubicBezTo>
                      <a:pt x="1544" y="18"/>
                      <a:pt x="1525" y="0"/>
                      <a:pt x="1502"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94" name="Rectangle 8">
                <a:extLst>
                  <a:ext uri="{FF2B5EF4-FFF2-40B4-BE49-F238E27FC236}">
                    <a16:creationId xmlns:a16="http://schemas.microsoft.com/office/drawing/2014/main" id="{2641D531-5EEA-4EDF-93D7-EF17DA46DF8D}"/>
                  </a:ext>
                </a:extLst>
              </p:cNvPr>
              <p:cNvSpPr>
                <a:spLocks noChangeArrowheads="1"/>
              </p:cNvSpPr>
              <p:nvPr/>
            </p:nvSpPr>
            <p:spPr bwMode="auto">
              <a:xfrm>
                <a:off x="7182459" y="3601404"/>
                <a:ext cx="2976599" cy="1597689"/>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5" name="Rectangle 9">
                <a:extLst>
                  <a:ext uri="{FF2B5EF4-FFF2-40B4-BE49-F238E27FC236}">
                    <a16:creationId xmlns:a16="http://schemas.microsoft.com/office/drawing/2014/main" id="{17A7DC9C-21F0-422E-A3A3-6CEA60ED489A}"/>
                  </a:ext>
                </a:extLst>
              </p:cNvPr>
              <p:cNvSpPr>
                <a:spLocks noChangeArrowheads="1"/>
              </p:cNvSpPr>
              <p:nvPr/>
            </p:nvSpPr>
            <p:spPr bwMode="auto">
              <a:xfrm>
                <a:off x="7180716" y="5186890"/>
                <a:ext cx="2980957" cy="92392"/>
              </a:xfrm>
              <a:prstGeom prst="rect">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6" name="Oval 10">
                <a:extLst>
                  <a:ext uri="{FF2B5EF4-FFF2-40B4-BE49-F238E27FC236}">
                    <a16:creationId xmlns:a16="http://schemas.microsoft.com/office/drawing/2014/main" id="{36578BAA-662D-4F8C-9F32-EFFF5812F8CC}"/>
                  </a:ext>
                </a:extLst>
              </p:cNvPr>
              <p:cNvSpPr>
                <a:spLocks noChangeArrowheads="1"/>
              </p:cNvSpPr>
              <p:nvPr/>
            </p:nvSpPr>
            <p:spPr bwMode="auto">
              <a:xfrm>
                <a:off x="8592748" y="5353370"/>
                <a:ext cx="156892" cy="156892"/>
              </a:xfrm>
              <a:prstGeom prst="ellipse">
                <a:avLst/>
              </a:pr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7" name="Rectangle 11">
                <a:extLst>
                  <a:ext uri="{FF2B5EF4-FFF2-40B4-BE49-F238E27FC236}">
                    <a16:creationId xmlns:a16="http://schemas.microsoft.com/office/drawing/2014/main" id="{6091160A-6551-4396-951F-759F36B29A3C}"/>
                  </a:ext>
                </a:extLst>
              </p:cNvPr>
              <p:cNvSpPr>
                <a:spLocks noChangeArrowheads="1"/>
              </p:cNvSpPr>
              <p:nvPr/>
            </p:nvSpPr>
            <p:spPr bwMode="auto">
              <a:xfrm>
                <a:off x="8227537" y="5881575"/>
                <a:ext cx="886443" cy="28764"/>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97" name="Group 33876">
              <a:extLst>
                <a:ext uri="{FF2B5EF4-FFF2-40B4-BE49-F238E27FC236}">
                  <a16:creationId xmlns:a16="http://schemas.microsoft.com/office/drawing/2014/main" id="{EE502611-5A7D-40A0-93A6-9E0E246B2E1E}"/>
                </a:ext>
              </a:extLst>
            </p:cNvPr>
            <p:cNvGrpSpPr/>
            <p:nvPr/>
          </p:nvGrpSpPr>
          <p:grpSpPr>
            <a:xfrm>
              <a:off x="2326190" y="3192115"/>
              <a:ext cx="709503" cy="798408"/>
              <a:chOff x="8316443" y="4054649"/>
              <a:chExt cx="709503" cy="798408"/>
            </a:xfrm>
          </p:grpSpPr>
          <p:sp>
            <p:nvSpPr>
              <p:cNvPr id="484" name="Freeform 12">
                <a:extLst>
                  <a:ext uri="{FF2B5EF4-FFF2-40B4-BE49-F238E27FC236}">
                    <a16:creationId xmlns:a16="http://schemas.microsoft.com/office/drawing/2014/main" id="{2ED4790E-46BD-43F9-B671-7F70D2ED3F64}"/>
                  </a:ext>
                </a:extLst>
              </p:cNvPr>
              <p:cNvSpPr>
                <a:spLocks/>
              </p:cNvSpPr>
              <p:nvPr/>
            </p:nvSpPr>
            <p:spPr bwMode="auto">
              <a:xfrm>
                <a:off x="8316443" y="4054649"/>
                <a:ext cx="709503" cy="798408"/>
              </a:xfrm>
              <a:custGeom>
                <a:avLst/>
                <a:gdLst>
                  <a:gd name="T0" fmla="*/ 344 w 344"/>
                  <a:gd name="T1" fmla="*/ 387 h 387"/>
                  <a:gd name="T2" fmla="*/ 0 w 344"/>
                  <a:gd name="T3" fmla="*/ 387 h 387"/>
                  <a:gd name="T4" fmla="*/ 0 w 344"/>
                  <a:gd name="T5" fmla="*/ 45 h 387"/>
                  <a:gd name="T6" fmla="*/ 45 w 344"/>
                  <a:gd name="T7" fmla="*/ 0 h 387"/>
                  <a:gd name="T8" fmla="*/ 299 w 344"/>
                  <a:gd name="T9" fmla="*/ 0 h 387"/>
                  <a:gd name="T10" fmla="*/ 344 w 344"/>
                  <a:gd name="T11" fmla="*/ 45 h 387"/>
                  <a:gd name="T12" fmla="*/ 344 w 344"/>
                  <a:gd name="T13" fmla="*/ 387 h 387"/>
                </a:gdLst>
                <a:ahLst/>
                <a:cxnLst>
                  <a:cxn ang="0">
                    <a:pos x="T0" y="T1"/>
                  </a:cxn>
                  <a:cxn ang="0">
                    <a:pos x="T2" y="T3"/>
                  </a:cxn>
                  <a:cxn ang="0">
                    <a:pos x="T4" y="T5"/>
                  </a:cxn>
                  <a:cxn ang="0">
                    <a:pos x="T6" y="T7"/>
                  </a:cxn>
                  <a:cxn ang="0">
                    <a:pos x="T8" y="T9"/>
                  </a:cxn>
                  <a:cxn ang="0">
                    <a:pos x="T10" y="T11"/>
                  </a:cxn>
                  <a:cxn ang="0">
                    <a:pos x="T12" y="T13"/>
                  </a:cxn>
                </a:cxnLst>
                <a:rect l="0" t="0" r="r" b="b"/>
                <a:pathLst>
                  <a:path w="344" h="387">
                    <a:moveTo>
                      <a:pt x="344" y="387"/>
                    </a:moveTo>
                    <a:cubicBezTo>
                      <a:pt x="0" y="387"/>
                      <a:pt x="0" y="387"/>
                      <a:pt x="0" y="387"/>
                    </a:cubicBezTo>
                    <a:cubicBezTo>
                      <a:pt x="0" y="45"/>
                      <a:pt x="0" y="45"/>
                      <a:pt x="0" y="45"/>
                    </a:cubicBezTo>
                    <a:cubicBezTo>
                      <a:pt x="0" y="20"/>
                      <a:pt x="20" y="0"/>
                      <a:pt x="45" y="0"/>
                    </a:cubicBezTo>
                    <a:cubicBezTo>
                      <a:pt x="299" y="0"/>
                      <a:pt x="299" y="0"/>
                      <a:pt x="299" y="0"/>
                    </a:cubicBezTo>
                    <a:cubicBezTo>
                      <a:pt x="324" y="0"/>
                      <a:pt x="344" y="20"/>
                      <a:pt x="344" y="45"/>
                    </a:cubicBezTo>
                    <a:lnTo>
                      <a:pt x="344" y="387"/>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85" name="Rectangle 13">
                <a:extLst>
                  <a:ext uri="{FF2B5EF4-FFF2-40B4-BE49-F238E27FC236}">
                    <a16:creationId xmlns:a16="http://schemas.microsoft.com/office/drawing/2014/main" id="{BCF14C45-82F8-440B-8704-10677634F5B1}"/>
                  </a:ext>
                </a:extLst>
              </p:cNvPr>
              <p:cNvSpPr>
                <a:spLocks noChangeArrowheads="1"/>
              </p:cNvSpPr>
              <p:nvPr/>
            </p:nvSpPr>
            <p:spPr bwMode="auto">
              <a:xfrm>
                <a:off x="8337362" y="4184521"/>
                <a:ext cx="667665" cy="64587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6" name="Freeform 14">
                <a:extLst>
                  <a:ext uri="{FF2B5EF4-FFF2-40B4-BE49-F238E27FC236}">
                    <a16:creationId xmlns:a16="http://schemas.microsoft.com/office/drawing/2014/main" id="{BC8AE7BD-F90A-4175-A10C-97DA8DD1B55C}"/>
                  </a:ext>
                </a:extLst>
              </p:cNvPr>
              <p:cNvSpPr>
                <a:spLocks/>
              </p:cNvSpPr>
              <p:nvPr/>
            </p:nvSpPr>
            <p:spPr bwMode="auto">
              <a:xfrm>
                <a:off x="8386173" y="4087771"/>
                <a:ext cx="41838" cy="41838"/>
              </a:xfrm>
              <a:custGeom>
                <a:avLst/>
                <a:gdLst>
                  <a:gd name="T0" fmla="*/ 15 w 20"/>
                  <a:gd name="T1" fmla="*/ 6 h 20"/>
                  <a:gd name="T2" fmla="*/ 5 w 20"/>
                  <a:gd name="T3" fmla="*/ 15 h 20"/>
                  <a:gd name="T4" fmla="*/ 15 w 20"/>
                  <a:gd name="T5" fmla="*/ 6 h 20"/>
                </a:gdLst>
                <a:ahLst/>
                <a:cxnLst>
                  <a:cxn ang="0">
                    <a:pos x="T0" y="T1"/>
                  </a:cxn>
                  <a:cxn ang="0">
                    <a:pos x="T2" y="T3"/>
                  </a:cxn>
                  <a:cxn ang="0">
                    <a:pos x="T4" y="T5"/>
                  </a:cxn>
                </a:cxnLst>
                <a:rect l="0" t="0" r="r" b="b"/>
                <a:pathLst>
                  <a:path w="20" h="20">
                    <a:moveTo>
                      <a:pt x="15" y="6"/>
                    </a:moveTo>
                    <a:cubicBezTo>
                      <a:pt x="20" y="13"/>
                      <a:pt x="12" y="20"/>
                      <a:pt x="5" y="15"/>
                    </a:cubicBezTo>
                    <a:cubicBezTo>
                      <a:pt x="0" y="8"/>
                      <a:pt x="8" y="0"/>
                      <a:pt x="15" y="6"/>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7" name="Oval 15">
                <a:extLst>
                  <a:ext uri="{FF2B5EF4-FFF2-40B4-BE49-F238E27FC236}">
                    <a16:creationId xmlns:a16="http://schemas.microsoft.com/office/drawing/2014/main" id="{09C766E1-92A0-4DD0-AEFD-D6C073F76C14}"/>
                  </a:ext>
                </a:extLst>
              </p:cNvPr>
              <p:cNvSpPr>
                <a:spLocks noChangeArrowheads="1"/>
              </p:cNvSpPr>
              <p:nvPr/>
            </p:nvSpPr>
            <p:spPr bwMode="auto">
              <a:xfrm>
                <a:off x="8353923" y="4096487"/>
                <a:ext cx="26149" cy="26149"/>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8" name="Freeform 16">
                <a:extLst>
                  <a:ext uri="{FF2B5EF4-FFF2-40B4-BE49-F238E27FC236}">
                    <a16:creationId xmlns:a16="http://schemas.microsoft.com/office/drawing/2014/main" id="{2C143B7A-DC80-4EE4-805C-09932703AEFE}"/>
                  </a:ext>
                </a:extLst>
              </p:cNvPr>
              <p:cNvSpPr>
                <a:spLocks/>
              </p:cNvSpPr>
              <p:nvPr/>
            </p:nvSpPr>
            <p:spPr bwMode="auto">
              <a:xfrm>
                <a:off x="8428011" y="4087771"/>
                <a:ext cx="40967" cy="41838"/>
              </a:xfrm>
              <a:custGeom>
                <a:avLst/>
                <a:gdLst>
                  <a:gd name="T0" fmla="*/ 14 w 20"/>
                  <a:gd name="T1" fmla="*/ 6 h 20"/>
                  <a:gd name="T2" fmla="*/ 5 w 20"/>
                  <a:gd name="T3" fmla="*/ 15 h 20"/>
                  <a:gd name="T4" fmla="*/ 14 w 20"/>
                  <a:gd name="T5" fmla="*/ 6 h 20"/>
                </a:gdLst>
                <a:ahLst/>
                <a:cxnLst>
                  <a:cxn ang="0">
                    <a:pos x="T0" y="T1"/>
                  </a:cxn>
                  <a:cxn ang="0">
                    <a:pos x="T2" y="T3"/>
                  </a:cxn>
                  <a:cxn ang="0">
                    <a:pos x="T4" y="T5"/>
                  </a:cxn>
                </a:cxnLst>
                <a:rect l="0" t="0" r="r" b="b"/>
                <a:pathLst>
                  <a:path w="20" h="20">
                    <a:moveTo>
                      <a:pt x="14" y="6"/>
                    </a:moveTo>
                    <a:cubicBezTo>
                      <a:pt x="20" y="13"/>
                      <a:pt x="12" y="20"/>
                      <a:pt x="5" y="15"/>
                    </a:cubicBezTo>
                    <a:cubicBezTo>
                      <a:pt x="0" y="8"/>
                      <a:pt x="7" y="0"/>
                      <a:pt x="14"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9" name="Freeform 17">
                <a:extLst>
                  <a:ext uri="{FF2B5EF4-FFF2-40B4-BE49-F238E27FC236}">
                    <a16:creationId xmlns:a16="http://schemas.microsoft.com/office/drawing/2014/main" id="{0542E6DC-2D77-4346-8517-919761324C09}"/>
                  </a:ext>
                </a:extLst>
              </p:cNvPr>
              <p:cNvSpPr>
                <a:spLocks/>
              </p:cNvSpPr>
              <p:nvPr/>
            </p:nvSpPr>
            <p:spPr bwMode="auto">
              <a:xfrm>
                <a:off x="8495998" y="4090386"/>
                <a:ext cx="484623" cy="36608"/>
              </a:xfrm>
              <a:custGeom>
                <a:avLst/>
                <a:gdLst>
                  <a:gd name="T0" fmla="*/ 226 w 235"/>
                  <a:gd name="T1" fmla="*/ 18 h 18"/>
                  <a:gd name="T2" fmla="*/ 9 w 235"/>
                  <a:gd name="T3" fmla="*/ 18 h 18"/>
                  <a:gd name="T4" fmla="*/ 0 w 235"/>
                  <a:gd name="T5" fmla="*/ 9 h 18"/>
                  <a:gd name="T6" fmla="*/ 9 w 235"/>
                  <a:gd name="T7" fmla="*/ 0 h 18"/>
                  <a:gd name="T8" fmla="*/ 226 w 235"/>
                  <a:gd name="T9" fmla="*/ 0 h 18"/>
                  <a:gd name="T10" fmla="*/ 235 w 235"/>
                  <a:gd name="T11" fmla="*/ 9 h 18"/>
                  <a:gd name="T12" fmla="*/ 226 w 235"/>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235" h="18">
                    <a:moveTo>
                      <a:pt x="226" y="18"/>
                    </a:moveTo>
                    <a:cubicBezTo>
                      <a:pt x="9" y="18"/>
                      <a:pt x="9" y="18"/>
                      <a:pt x="9" y="18"/>
                    </a:cubicBezTo>
                    <a:cubicBezTo>
                      <a:pt x="4" y="18"/>
                      <a:pt x="0" y="14"/>
                      <a:pt x="0" y="9"/>
                    </a:cubicBezTo>
                    <a:cubicBezTo>
                      <a:pt x="0" y="4"/>
                      <a:pt x="4" y="0"/>
                      <a:pt x="9" y="0"/>
                    </a:cubicBezTo>
                    <a:cubicBezTo>
                      <a:pt x="226" y="0"/>
                      <a:pt x="226" y="0"/>
                      <a:pt x="226" y="0"/>
                    </a:cubicBezTo>
                    <a:cubicBezTo>
                      <a:pt x="231" y="0"/>
                      <a:pt x="235" y="4"/>
                      <a:pt x="235" y="9"/>
                    </a:cubicBezTo>
                    <a:cubicBezTo>
                      <a:pt x="235" y="14"/>
                      <a:pt x="231" y="18"/>
                      <a:pt x="226" y="18"/>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0" name="Freeform 18">
                <a:extLst>
                  <a:ext uri="{FF2B5EF4-FFF2-40B4-BE49-F238E27FC236}">
                    <a16:creationId xmlns:a16="http://schemas.microsoft.com/office/drawing/2014/main" id="{3D5B7D53-F519-4E42-9327-1EECEA2D1356}"/>
                  </a:ext>
                </a:extLst>
              </p:cNvPr>
              <p:cNvSpPr>
                <a:spLocks noEditPoints="1"/>
              </p:cNvSpPr>
              <p:nvPr/>
            </p:nvSpPr>
            <p:spPr bwMode="auto">
              <a:xfrm>
                <a:off x="8370484" y="4267326"/>
                <a:ext cx="597063" cy="247541"/>
              </a:xfrm>
              <a:custGeom>
                <a:avLst/>
                <a:gdLst>
                  <a:gd name="T0" fmla="*/ 102 w 290"/>
                  <a:gd name="T1" fmla="*/ 69 h 120"/>
                  <a:gd name="T2" fmla="*/ 89 w 290"/>
                  <a:gd name="T3" fmla="*/ 62 h 120"/>
                  <a:gd name="T4" fmla="*/ 74 w 290"/>
                  <a:gd name="T5" fmla="*/ 47 h 120"/>
                  <a:gd name="T6" fmla="*/ 59 w 290"/>
                  <a:gd name="T7" fmla="*/ 50 h 120"/>
                  <a:gd name="T8" fmla="*/ 52 w 290"/>
                  <a:gd name="T9" fmla="*/ 63 h 120"/>
                  <a:gd name="T10" fmla="*/ 36 w 290"/>
                  <a:gd name="T11" fmla="*/ 78 h 120"/>
                  <a:gd name="T12" fmla="*/ 40 w 290"/>
                  <a:gd name="T13" fmla="*/ 93 h 120"/>
                  <a:gd name="T14" fmla="*/ 53 w 290"/>
                  <a:gd name="T15" fmla="*/ 100 h 120"/>
                  <a:gd name="T16" fmla="*/ 68 w 290"/>
                  <a:gd name="T17" fmla="*/ 115 h 120"/>
                  <a:gd name="T18" fmla="*/ 83 w 290"/>
                  <a:gd name="T19" fmla="*/ 112 h 120"/>
                  <a:gd name="T20" fmla="*/ 90 w 290"/>
                  <a:gd name="T21" fmla="*/ 99 h 120"/>
                  <a:gd name="T22" fmla="*/ 105 w 290"/>
                  <a:gd name="T23" fmla="*/ 84 h 120"/>
                  <a:gd name="T24" fmla="*/ 63 w 290"/>
                  <a:gd name="T25" fmla="*/ 68 h 120"/>
                  <a:gd name="T26" fmla="*/ 65 w 290"/>
                  <a:gd name="T27" fmla="*/ 20 h 120"/>
                  <a:gd name="T28" fmla="*/ 65 w 290"/>
                  <a:gd name="T29" fmla="*/ 33 h 120"/>
                  <a:gd name="T30" fmla="*/ 72 w 290"/>
                  <a:gd name="T31" fmla="*/ 37 h 120"/>
                  <a:gd name="T32" fmla="*/ 80 w 290"/>
                  <a:gd name="T33" fmla="*/ 35 h 120"/>
                  <a:gd name="T34" fmla="*/ 93 w 290"/>
                  <a:gd name="T35" fmla="*/ 35 h 120"/>
                  <a:gd name="T36" fmla="*/ 97 w 290"/>
                  <a:gd name="T37" fmla="*/ 28 h 120"/>
                  <a:gd name="T38" fmla="*/ 95 w 290"/>
                  <a:gd name="T39" fmla="*/ 20 h 120"/>
                  <a:gd name="T40" fmla="*/ 95 w 290"/>
                  <a:gd name="T41" fmla="*/ 7 h 120"/>
                  <a:gd name="T42" fmla="*/ 88 w 290"/>
                  <a:gd name="T43" fmla="*/ 3 h 120"/>
                  <a:gd name="T44" fmla="*/ 80 w 290"/>
                  <a:gd name="T45" fmla="*/ 5 h 120"/>
                  <a:gd name="T46" fmla="*/ 67 w 290"/>
                  <a:gd name="T47" fmla="*/ 5 h 120"/>
                  <a:gd name="T48" fmla="*/ 63 w 290"/>
                  <a:gd name="T49" fmla="*/ 12 h 120"/>
                  <a:gd name="T50" fmla="*/ 75 w 290"/>
                  <a:gd name="T51" fmla="*/ 12 h 120"/>
                  <a:gd name="T52" fmla="*/ 75 w 290"/>
                  <a:gd name="T53" fmla="*/ 12 h 120"/>
                  <a:gd name="T54" fmla="*/ 43 w 290"/>
                  <a:gd name="T55" fmla="*/ 44 h 120"/>
                  <a:gd name="T56" fmla="*/ 55 w 290"/>
                  <a:gd name="T57" fmla="*/ 32 h 120"/>
                  <a:gd name="T58" fmla="*/ 53 w 290"/>
                  <a:gd name="T59" fmla="*/ 20 h 120"/>
                  <a:gd name="T60" fmla="*/ 42 w 290"/>
                  <a:gd name="T61" fmla="*/ 14 h 120"/>
                  <a:gd name="T62" fmla="*/ 30 w 290"/>
                  <a:gd name="T63" fmla="*/ 2 h 120"/>
                  <a:gd name="T64" fmla="*/ 18 w 290"/>
                  <a:gd name="T65" fmla="*/ 4 h 120"/>
                  <a:gd name="T66" fmla="*/ 13 w 290"/>
                  <a:gd name="T67" fmla="*/ 15 h 120"/>
                  <a:gd name="T68" fmla="*/ 0 w 290"/>
                  <a:gd name="T69" fmla="*/ 27 h 120"/>
                  <a:gd name="T70" fmla="*/ 3 w 290"/>
                  <a:gd name="T71" fmla="*/ 39 h 120"/>
                  <a:gd name="T72" fmla="*/ 13 w 290"/>
                  <a:gd name="T73" fmla="*/ 44 h 120"/>
                  <a:gd name="T74" fmla="*/ 25 w 290"/>
                  <a:gd name="T75" fmla="*/ 57 h 120"/>
                  <a:gd name="T76" fmla="*/ 37 w 290"/>
                  <a:gd name="T77" fmla="*/ 54 h 120"/>
                  <a:gd name="T78" fmla="*/ 21 w 290"/>
                  <a:gd name="T79" fmla="*/ 19 h 120"/>
                  <a:gd name="T80" fmla="*/ 133 w 290"/>
                  <a:gd name="T81" fmla="*/ 49 h 120"/>
                  <a:gd name="T82" fmla="*/ 150 w 290"/>
                  <a:gd name="T83" fmla="*/ 31 h 120"/>
                  <a:gd name="T84" fmla="*/ 178 w 290"/>
                  <a:gd name="T85" fmla="*/ 51 h 120"/>
                  <a:gd name="T86" fmla="*/ 192 w 290"/>
                  <a:gd name="T87" fmla="*/ 36 h 120"/>
                  <a:gd name="T88" fmla="*/ 202 w 290"/>
                  <a:gd name="T89" fmla="*/ 41 h 120"/>
                  <a:gd name="T90" fmla="*/ 226 w 290"/>
                  <a:gd name="T91" fmla="*/ 21 h 120"/>
                  <a:gd name="T92" fmla="*/ 258 w 290"/>
                  <a:gd name="T93" fmla="*/ 42 h 120"/>
                  <a:gd name="T94" fmla="*/ 285 w 290"/>
                  <a:gd name="T95" fmla="*/ 14 h 120"/>
                  <a:gd name="T96" fmla="*/ 287 w 290"/>
                  <a:gd name="T97" fmla="*/ 16 h 120"/>
                  <a:gd name="T98" fmla="*/ 258 w 290"/>
                  <a:gd name="T99" fmla="*/ 43 h 120"/>
                  <a:gd name="T100" fmla="*/ 228 w 290"/>
                  <a:gd name="T101" fmla="*/ 23 h 120"/>
                  <a:gd name="T102" fmla="*/ 202 w 290"/>
                  <a:gd name="T103" fmla="*/ 42 h 120"/>
                  <a:gd name="T104" fmla="*/ 181 w 290"/>
                  <a:gd name="T105" fmla="*/ 52 h 120"/>
                  <a:gd name="T106" fmla="*/ 177 w 290"/>
                  <a:gd name="T107" fmla="*/ 52 h 120"/>
                  <a:gd name="T108" fmla="*/ 137 w 290"/>
                  <a:gd name="T109" fmla="*/ 48 h 120"/>
                  <a:gd name="T110" fmla="*/ 290 w 290"/>
                  <a:gd name="T111" fmla="*/ 56 h 120"/>
                  <a:gd name="T112" fmla="*/ 157 w 290"/>
                  <a:gd name="T113" fmla="*/ 94 h 120"/>
                  <a:gd name="T114" fmla="*/ 227 w 290"/>
                  <a:gd name="T115" fmla="*/ 8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0" h="120">
                    <a:moveTo>
                      <a:pt x="105" y="82"/>
                    </a:moveTo>
                    <a:cubicBezTo>
                      <a:pt x="97" y="81"/>
                      <a:pt x="97" y="81"/>
                      <a:pt x="97" y="81"/>
                    </a:cubicBezTo>
                    <a:cubicBezTo>
                      <a:pt x="97" y="78"/>
                      <a:pt x="97" y="76"/>
                      <a:pt x="96" y="73"/>
                    </a:cubicBezTo>
                    <a:cubicBezTo>
                      <a:pt x="102" y="69"/>
                      <a:pt x="102" y="69"/>
                      <a:pt x="102" y="69"/>
                    </a:cubicBezTo>
                    <a:cubicBezTo>
                      <a:pt x="103" y="69"/>
                      <a:pt x="103" y="68"/>
                      <a:pt x="103" y="68"/>
                    </a:cubicBezTo>
                    <a:cubicBezTo>
                      <a:pt x="97" y="59"/>
                      <a:pt x="97" y="59"/>
                      <a:pt x="97" y="59"/>
                    </a:cubicBezTo>
                    <a:cubicBezTo>
                      <a:pt x="97" y="58"/>
                      <a:pt x="96" y="58"/>
                      <a:pt x="96" y="58"/>
                    </a:cubicBezTo>
                    <a:cubicBezTo>
                      <a:pt x="89" y="62"/>
                      <a:pt x="89" y="62"/>
                      <a:pt x="89" y="62"/>
                    </a:cubicBezTo>
                    <a:cubicBezTo>
                      <a:pt x="87" y="60"/>
                      <a:pt x="85" y="59"/>
                      <a:pt x="83" y="58"/>
                    </a:cubicBezTo>
                    <a:cubicBezTo>
                      <a:pt x="85" y="50"/>
                      <a:pt x="85" y="50"/>
                      <a:pt x="85" y="50"/>
                    </a:cubicBezTo>
                    <a:cubicBezTo>
                      <a:pt x="85" y="50"/>
                      <a:pt x="85" y="49"/>
                      <a:pt x="84" y="49"/>
                    </a:cubicBezTo>
                    <a:cubicBezTo>
                      <a:pt x="74" y="47"/>
                      <a:pt x="74" y="47"/>
                      <a:pt x="74" y="47"/>
                    </a:cubicBezTo>
                    <a:cubicBezTo>
                      <a:pt x="73" y="46"/>
                      <a:pt x="72" y="47"/>
                      <a:pt x="72" y="47"/>
                    </a:cubicBezTo>
                    <a:cubicBezTo>
                      <a:pt x="70" y="55"/>
                      <a:pt x="70" y="55"/>
                      <a:pt x="70" y="55"/>
                    </a:cubicBezTo>
                    <a:cubicBezTo>
                      <a:pt x="68" y="55"/>
                      <a:pt x="66" y="55"/>
                      <a:pt x="63" y="56"/>
                    </a:cubicBezTo>
                    <a:cubicBezTo>
                      <a:pt x="59" y="50"/>
                      <a:pt x="59" y="50"/>
                      <a:pt x="59" y="50"/>
                    </a:cubicBezTo>
                    <a:cubicBezTo>
                      <a:pt x="59" y="49"/>
                      <a:pt x="58" y="49"/>
                      <a:pt x="57" y="49"/>
                    </a:cubicBezTo>
                    <a:cubicBezTo>
                      <a:pt x="49" y="55"/>
                      <a:pt x="49" y="55"/>
                      <a:pt x="49" y="55"/>
                    </a:cubicBezTo>
                    <a:cubicBezTo>
                      <a:pt x="48" y="55"/>
                      <a:pt x="48" y="56"/>
                      <a:pt x="48" y="56"/>
                    </a:cubicBezTo>
                    <a:cubicBezTo>
                      <a:pt x="52" y="63"/>
                      <a:pt x="52" y="63"/>
                      <a:pt x="52" y="63"/>
                    </a:cubicBezTo>
                    <a:cubicBezTo>
                      <a:pt x="50" y="65"/>
                      <a:pt x="49" y="67"/>
                      <a:pt x="48" y="69"/>
                    </a:cubicBezTo>
                    <a:cubicBezTo>
                      <a:pt x="40" y="67"/>
                      <a:pt x="40" y="67"/>
                      <a:pt x="40" y="67"/>
                    </a:cubicBezTo>
                    <a:cubicBezTo>
                      <a:pt x="40" y="67"/>
                      <a:pt x="39" y="67"/>
                      <a:pt x="39" y="68"/>
                    </a:cubicBezTo>
                    <a:cubicBezTo>
                      <a:pt x="36" y="78"/>
                      <a:pt x="36" y="78"/>
                      <a:pt x="36" y="78"/>
                    </a:cubicBezTo>
                    <a:cubicBezTo>
                      <a:pt x="36" y="79"/>
                      <a:pt x="37" y="80"/>
                      <a:pt x="37" y="80"/>
                    </a:cubicBezTo>
                    <a:cubicBezTo>
                      <a:pt x="45" y="81"/>
                      <a:pt x="45" y="81"/>
                      <a:pt x="45" y="81"/>
                    </a:cubicBezTo>
                    <a:cubicBezTo>
                      <a:pt x="45" y="84"/>
                      <a:pt x="45" y="86"/>
                      <a:pt x="46" y="89"/>
                    </a:cubicBezTo>
                    <a:cubicBezTo>
                      <a:pt x="40" y="93"/>
                      <a:pt x="40" y="93"/>
                      <a:pt x="40" y="93"/>
                    </a:cubicBezTo>
                    <a:cubicBezTo>
                      <a:pt x="39" y="93"/>
                      <a:pt x="39" y="94"/>
                      <a:pt x="39" y="95"/>
                    </a:cubicBezTo>
                    <a:cubicBezTo>
                      <a:pt x="45" y="103"/>
                      <a:pt x="45" y="103"/>
                      <a:pt x="45" y="103"/>
                    </a:cubicBezTo>
                    <a:cubicBezTo>
                      <a:pt x="45" y="104"/>
                      <a:pt x="46" y="104"/>
                      <a:pt x="46" y="104"/>
                    </a:cubicBezTo>
                    <a:cubicBezTo>
                      <a:pt x="53" y="100"/>
                      <a:pt x="53" y="100"/>
                      <a:pt x="53" y="100"/>
                    </a:cubicBezTo>
                    <a:cubicBezTo>
                      <a:pt x="55" y="102"/>
                      <a:pt x="57" y="103"/>
                      <a:pt x="59" y="104"/>
                    </a:cubicBezTo>
                    <a:cubicBezTo>
                      <a:pt x="57" y="112"/>
                      <a:pt x="57" y="112"/>
                      <a:pt x="57" y="112"/>
                    </a:cubicBezTo>
                    <a:cubicBezTo>
                      <a:pt x="57" y="112"/>
                      <a:pt x="57" y="113"/>
                      <a:pt x="58" y="113"/>
                    </a:cubicBezTo>
                    <a:cubicBezTo>
                      <a:pt x="68" y="115"/>
                      <a:pt x="68" y="115"/>
                      <a:pt x="68" y="115"/>
                    </a:cubicBezTo>
                    <a:cubicBezTo>
                      <a:pt x="69" y="116"/>
                      <a:pt x="70" y="115"/>
                      <a:pt x="70" y="115"/>
                    </a:cubicBezTo>
                    <a:cubicBezTo>
                      <a:pt x="71" y="107"/>
                      <a:pt x="71" y="107"/>
                      <a:pt x="71" y="107"/>
                    </a:cubicBezTo>
                    <a:cubicBezTo>
                      <a:pt x="74" y="107"/>
                      <a:pt x="76" y="107"/>
                      <a:pt x="79" y="106"/>
                    </a:cubicBezTo>
                    <a:cubicBezTo>
                      <a:pt x="83" y="112"/>
                      <a:pt x="83" y="112"/>
                      <a:pt x="83" y="112"/>
                    </a:cubicBezTo>
                    <a:cubicBezTo>
                      <a:pt x="83" y="113"/>
                      <a:pt x="84" y="113"/>
                      <a:pt x="84" y="113"/>
                    </a:cubicBezTo>
                    <a:cubicBezTo>
                      <a:pt x="93" y="107"/>
                      <a:pt x="93" y="107"/>
                      <a:pt x="93" y="107"/>
                    </a:cubicBezTo>
                    <a:cubicBezTo>
                      <a:pt x="94" y="107"/>
                      <a:pt x="94" y="106"/>
                      <a:pt x="94" y="106"/>
                    </a:cubicBezTo>
                    <a:cubicBezTo>
                      <a:pt x="90" y="99"/>
                      <a:pt x="90" y="99"/>
                      <a:pt x="90" y="99"/>
                    </a:cubicBezTo>
                    <a:cubicBezTo>
                      <a:pt x="91" y="97"/>
                      <a:pt x="93" y="95"/>
                      <a:pt x="94" y="93"/>
                    </a:cubicBezTo>
                    <a:cubicBezTo>
                      <a:pt x="101" y="95"/>
                      <a:pt x="101" y="95"/>
                      <a:pt x="101" y="95"/>
                    </a:cubicBezTo>
                    <a:cubicBezTo>
                      <a:pt x="102" y="95"/>
                      <a:pt x="103" y="95"/>
                      <a:pt x="103" y="94"/>
                    </a:cubicBezTo>
                    <a:cubicBezTo>
                      <a:pt x="105" y="84"/>
                      <a:pt x="105" y="84"/>
                      <a:pt x="105" y="84"/>
                    </a:cubicBezTo>
                    <a:cubicBezTo>
                      <a:pt x="106" y="83"/>
                      <a:pt x="105" y="82"/>
                      <a:pt x="105" y="82"/>
                    </a:cubicBezTo>
                    <a:close/>
                    <a:moveTo>
                      <a:pt x="79" y="95"/>
                    </a:moveTo>
                    <a:cubicBezTo>
                      <a:pt x="72" y="99"/>
                      <a:pt x="62" y="97"/>
                      <a:pt x="57" y="89"/>
                    </a:cubicBezTo>
                    <a:cubicBezTo>
                      <a:pt x="53" y="82"/>
                      <a:pt x="55" y="72"/>
                      <a:pt x="63" y="68"/>
                    </a:cubicBezTo>
                    <a:cubicBezTo>
                      <a:pt x="70" y="63"/>
                      <a:pt x="80" y="65"/>
                      <a:pt x="84" y="73"/>
                    </a:cubicBezTo>
                    <a:cubicBezTo>
                      <a:pt x="89" y="80"/>
                      <a:pt x="87" y="90"/>
                      <a:pt x="79" y="95"/>
                    </a:cubicBezTo>
                    <a:close/>
                    <a:moveTo>
                      <a:pt x="61" y="19"/>
                    </a:moveTo>
                    <a:cubicBezTo>
                      <a:pt x="65" y="20"/>
                      <a:pt x="65" y="20"/>
                      <a:pt x="65" y="20"/>
                    </a:cubicBezTo>
                    <a:cubicBezTo>
                      <a:pt x="65" y="22"/>
                      <a:pt x="65" y="23"/>
                      <a:pt x="66" y="24"/>
                    </a:cubicBezTo>
                    <a:cubicBezTo>
                      <a:pt x="62" y="27"/>
                      <a:pt x="62" y="27"/>
                      <a:pt x="62" y="27"/>
                    </a:cubicBezTo>
                    <a:cubicBezTo>
                      <a:pt x="62" y="28"/>
                      <a:pt x="62" y="28"/>
                      <a:pt x="62" y="28"/>
                    </a:cubicBezTo>
                    <a:cubicBezTo>
                      <a:pt x="65" y="33"/>
                      <a:pt x="65" y="33"/>
                      <a:pt x="65" y="33"/>
                    </a:cubicBezTo>
                    <a:cubicBezTo>
                      <a:pt x="66" y="33"/>
                      <a:pt x="66" y="33"/>
                      <a:pt x="66" y="33"/>
                    </a:cubicBezTo>
                    <a:cubicBezTo>
                      <a:pt x="70" y="31"/>
                      <a:pt x="70" y="31"/>
                      <a:pt x="70" y="31"/>
                    </a:cubicBezTo>
                    <a:cubicBezTo>
                      <a:pt x="71" y="32"/>
                      <a:pt x="72" y="33"/>
                      <a:pt x="73" y="33"/>
                    </a:cubicBezTo>
                    <a:cubicBezTo>
                      <a:pt x="72" y="37"/>
                      <a:pt x="72" y="37"/>
                      <a:pt x="72" y="37"/>
                    </a:cubicBezTo>
                    <a:cubicBezTo>
                      <a:pt x="72" y="38"/>
                      <a:pt x="72" y="38"/>
                      <a:pt x="73" y="38"/>
                    </a:cubicBezTo>
                    <a:cubicBezTo>
                      <a:pt x="78" y="40"/>
                      <a:pt x="78" y="40"/>
                      <a:pt x="78" y="40"/>
                    </a:cubicBezTo>
                    <a:cubicBezTo>
                      <a:pt x="79" y="40"/>
                      <a:pt x="79" y="40"/>
                      <a:pt x="79" y="39"/>
                    </a:cubicBezTo>
                    <a:cubicBezTo>
                      <a:pt x="80" y="35"/>
                      <a:pt x="80" y="35"/>
                      <a:pt x="80" y="35"/>
                    </a:cubicBezTo>
                    <a:cubicBezTo>
                      <a:pt x="82" y="35"/>
                      <a:pt x="83" y="35"/>
                      <a:pt x="84" y="34"/>
                    </a:cubicBezTo>
                    <a:cubicBezTo>
                      <a:pt x="87" y="38"/>
                      <a:pt x="87" y="38"/>
                      <a:pt x="87" y="38"/>
                    </a:cubicBezTo>
                    <a:cubicBezTo>
                      <a:pt x="88" y="38"/>
                      <a:pt x="88" y="38"/>
                      <a:pt x="88" y="38"/>
                    </a:cubicBezTo>
                    <a:cubicBezTo>
                      <a:pt x="93" y="35"/>
                      <a:pt x="93" y="35"/>
                      <a:pt x="93" y="35"/>
                    </a:cubicBezTo>
                    <a:cubicBezTo>
                      <a:pt x="93" y="34"/>
                      <a:pt x="93" y="34"/>
                      <a:pt x="93" y="34"/>
                    </a:cubicBezTo>
                    <a:cubicBezTo>
                      <a:pt x="91" y="30"/>
                      <a:pt x="91" y="30"/>
                      <a:pt x="91" y="30"/>
                    </a:cubicBezTo>
                    <a:cubicBezTo>
                      <a:pt x="92" y="29"/>
                      <a:pt x="93" y="28"/>
                      <a:pt x="93" y="27"/>
                    </a:cubicBezTo>
                    <a:cubicBezTo>
                      <a:pt x="97" y="28"/>
                      <a:pt x="97" y="28"/>
                      <a:pt x="97" y="28"/>
                    </a:cubicBezTo>
                    <a:cubicBezTo>
                      <a:pt x="98" y="28"/>
                      <a:pt x="98" y="28"/>
                      <a:pt x="98" y="27"/>
                    </a:cubicBezTo>
                    <a:cubicBezTo>
                      <a:pt x="100" y="22"/>
                      <a:pt x="100" y="22"/>
                      <a:pt x="100" y="22"/>
                    </a:cubicBezTo>
                    <a:cubicBezTo>
                      <a:pt x="100" y="21"/>
                      <a:pt x="100" y="21"/>
                      <a:pt x="99" y="21"/>
                    </a:cubicBezTo>
                    <a:cubicBezTo>
                      <a:pt x="95" y="20"/>
                      <a:pt x="95" y="20"/>
                      <a:pt x="95" y="20"/>
                    </a:cubicBezTo>
                    <a:cubicBezTo>
                      <a:pt x="95" y="18"/>
                      <a:pt x="95" y="17"/>
                      <a:pt x="94" y="16"/>
                    </a:cubicBezTo>
                    <a:cubicBezTo>
                      <a:pt x="98" y="13"/>
                      <a:pt x="98" y="13"/>
                      <a:pt x="98" y="13"/>
                    </a:cubicBezTo>
                    <a:cubicBezTo>
                      <a:pt x="98" y="12"/>
                      <a:pt x="98" y="12"/>
                      <a:pt x="98" y="12"/>
                    </a:cubicBezTo>
                    <a:cubicBezTo>
                      <a:pt x="95" y="7"/>
                      <a:pt x="95" y="7"/>
                      <a:pt x="95" y="7"/>
                    </a:cubicBezTo>
                    <a:cubicBezTo>
                      <a:pt x="94" y="7"/>
                      <a:pt x="94" y="7"/>
                      <a:pt x="94" y="7"/>
                    </a:cubicBezTo>
                    <a:cubicBezTo>
                      <a:pt x="90" y="9"/>
                      <a:pt x="90" y="9"/>
                      <a:pt x="90" y="9"/>
                    </a:cubicBezTo>
                    <a:cubicBezTo>
                      <a:pt x="89" y="8"/>
                      <a:pt x="88" y="7"/>
                      <a:pt x="87" y="7"/>
                    </a:cubicBezTo>
                    <a:cubicBezTo>
                      <a:pt x="88" y="3"/>
                      <a:pt x="88" y="3"/>
                      <a:pt x="88" y="3"/>
                    </a:cubicBezTo>
                    <a:cubicBezTo>
                      <a:pt x="88" y="2"/>
                      <a:pt x="88" y="2"/>
                      <a:pt x="87" y="2"/>
                    </a:cubicBezTo>
                    <a:cubicBezTo>
                      <a:pt x="82" y="0"/>
                      <a:pt x="82" y="0"/>
                      <a:pt x="82" y="0"/>
                    </a:cubicBezTo>
                    <a:cubicBezTo>
                      <a:pt x="81" y="0"/>
                      <a:pt x="81" y="0"/>
                      <a:pt x="81" y="1"/>
                    </a:cubicBezTo>
                    <a:cubicBezTo>
                      <a:pt x="80" y="5"/>
                      <a:pt x="80" y="5"/>
                      <a:pt x="80" y="5"/>
                    </a:cubicBezTo>
                    <a:cubicBezTo>
                      <a:pt x="78" y="5"/>
                      <a:pt x="77" y="5"/>
                      <a:pt x="76" y="6"/>
                    </a:cubicBezTo>
                    <a:cubicBezTo>
                      <a:pt x="73" y="2"/>
                      <a:pt x="73" y="2"/>
                      <a:pt x="73" y="2"/>
                    </a:cubicBezTo>
                    <a:cubicBezTo>
                      <a:pt x="72" y="2"/>
                      <a:pt x="72" y="2"/>
                      <a:pt x="72" y="2"/>
                    </a:cubicBezTo>
                    <a:cubicBezTo>
                      <a:pt x="67" y="5"/>
                      <a:pt x="67" y="5"/>
                      <a:pt x="67" y="5"/>
                    </a:cubicBezTo>
                    <a:cubicBezTo>
                      <a:pt x="67" y="6"/>
                      <a:pt x="67" y="6"/>
                      <a:pt x="67" y="6"/>
                    </a:cubicBezTo>
                    <a:cubicBezTo>
                      <a:pt x="69" y="10"/>
                      <a:pt x="69" y="10"/>
                      <a:pt x="69" y="10"/>
                    </a:cubicBezTo>
                    <a:cubicBezTo>
                      <a:pt x="68" y="11"/>
                      <a:pt x="67" y="12"/>
                      <a:pt x="67" y="13"/>
                    </a:cubicBezTo>
                    <a:cubicBezTo>
                      <a:pt x="63" y="12"/>
                      <a:pt x="63" y="12"/>
                      <a:pt x="63" y="12"/>
                    </a:cubicBezTo>
                    <a:cubicBezTo>
                      <a:pt x="62" y="12"/>
                      <a:pt x="62" y="12"/>
                      <a:pt x="62" y="13"/>
                    </a:cubicBezTo>
                    <a:cubicBezTo>
                      <a:pt x="60" y="18"/>
                      <a:pt x="60" y="18"/>
                      <a:pt x="60" y="18"/>
                    </a:cubicBezTo>
                    <a:cubicBezTo>
                      <a:pt x="60" y="19"/>
                      <a:pt x="60" y="19"/>
                      <a:pt x="61" y="19"/>
                    </a:cubicBezTo>
                    <a:close/>
                    <a:moveTo>
                      <a:pt x="75" y="12"/>
                    </a:moveTo>
                    <a:cubicBezTo>
                      <a:pt x="79" y="10"/>
                      <a:pt x="85" y="11"/>
                      <a:pt x="88" y="15"/>
                    </a:cubicBezTo>
                    <a:cubicBezTo>
                      <a:pt x="90" y="20"/>
                      <a:pt x="89" y="25"/>
                      <a:pt x="85" y="28"/>
                    </a:cubicBezTo>
                    <a:cubicBezTo>
                      <a:pt x="80" y="30"/>
                      <a:pt x="75" y="29"/>
                      <a:pt x="72" y="25"/>
                    </a:cubicBezTo>
                    <a:cubicBezTo>
                      <a:pt x="70" y="21"/>
                      <a:pt x="71" y="15"/>
                      <a:pt x="75" y="12"/>
                    </a:cubicBezTo>
                    <a:close/>
                    <a:moveTo>
                      <a:pt x="38" y="54"/>
                    </a:moveTo>
                    <a:cubicBezTo>
                      <a:pt x="45" y="50"/>
                      <a:pt x="45" y="50"/>
                      <a:pt x="45" y="50"/>
                    </a:cubicBezTo>
                    <a:cubicBezTo>
                      <a:pt x="46" y="50"/>
                      <a:pt x="46" y="49"/>
                      <a:pt x="46" y="49"/>
                    </a:cubicBezTo>
                    <a:cubicBezTo>
                      <a:pt x="43" y="44"/>
                      <a:pt x="43" y="44"/>
                      <a:pt x="43" y="44"/>
                    </a:cubicBezTo>
                    <a:cubicBezTo>
                      <a:pt x="44" y="42"/>
                      <a:pt x="45" y="41"/>
                      <a:pt x="46" y="39"/>
                    </a:cubicBezTo>
                    <a:cubicBezTo>
                      <a:pt x="52" y="40"/>
                      <a:pt x="52" y="40"/>
                      <a:pt x="52" y="40"/>
                    </a:cubicBezTo>
                    <a:cubicBezTo>
                      <a:pt x="52" y="40"/>
                      <a:pt x="53" y="40"/>
                      <a:pt x="53" y="40"/>
                    </a:cubicBezTo>
                    <a:cubicBezTo>
                      <a:pt x="55" y="32"/>
                      <a:pt x="55" y="32"/>
                      <a:pt x="55" y="32"/>
                    </a:cubicBezTo>
                    <a:cubicBezTo>
                      <a:pt x="55" y="31"/>
                      <a:pt x="55" y="30"/>
                      <a:pt x="54" y="30"/>
                    </a:cubicBezTo>
                    <a:cubicBezTo>
                      <a:pt x="48" y="29"/>
                      <a:pt x="48" y="29"/>
                      <a:pt x="48" y="29"/>
                    </a:cubicBezTo>
                    <a:cubicBezTo>
                      <a:pt x="48" y="27"/>
                      <a:pt x="48" y="25"/>
                      <a:pt x="47" y="23"/>
                    </a:cubicBezTo>
                    <a:cubicBezTo>
                      <a:pt x="53" y="20"/>
                      <a:pt x="53" y="20"/>
                      <a:pt x="53" y="20"/>
                    </a:cubicBezTo>
                    <a:cubicBezTo>
                      <a:pt x="53" y="20"/>
                      <a:pt x="53" y="19"/>
                      <a:pt x="53" y="19"/>
                    </a:cubicBezTo>
                    <a:cubicBezTo>
                      <a:pt x="49" y="12"/>
                      <a:pt x="49" y="12"/>
                      <a:pt x="49" y="12"/>
                    </a:cubicBezTo>
                    <a:cubicBezTo>
                      <a:pt x="48" y="11"/>
                      <a:pt x="48" y="11"/>
                      <a:pt x="47" y="11"/>
                    </a:cubicBezTo>
                    <a:cubicBezTo>
                      <a:pt x="42" y="14"/>
                      <a:pt x="42" y="14"/>
                      <a:pt x="42" y="14"/>
                    </a:cubicBezTo>
                    <a:cubicBezTo>
                      <a:pt x="41" y="13"/>
                      <a:pt x="39" y="12"/>
                      <a:pt x="37" y="11"/>
                    </a:cubicBezTo>
                    <a:cubicBezTo>
                      <a:pt x="39" y="5"/>
                      <a:pt x="39" y="5"/>
                      <a:pt x="39" y="5"/>
                    </a:cubicBezTo>
                    <a:cubicBezTo>
                      <a:pt x="39" y="5"/>
                      <a:pt x="38" y="4"/>
                      <a:pt x="38" y="4"/>
                    </a:cubicBezTo>
                    <a:cubicBezTo>
                      <a:pt x="30" y="2"/>
                      <a:pt x="30" y="2"/>
                      <a:pt x="30" y="2"/>
                    </a:cubicBezTo>
                    <a:cubicBezTo>
                      <a:pt x="29" y="2"/>
                      <a:pt x="29" y="2"/>
                      <a:pt x="29" y="3"/>
                    </a:cubicBezTo>
                    <a:cubicBezTo>
                      <a:pt x="27" y="9"/>
                      <a:pt x="27" y="9"/>
                      <a:pt x="27" y="9"/>
                    </a:cubicBezTo>
                    <a:cubicBezTo>
                      <a:pt x="25" y="9"/>
                      <a:pt x="23" y="9"/>
                      <a:pt x="22" y="10"/>
                    </a:cubicBezTo>
                    <a:cubicBezTo>
                      <a:pt x="18" y="4"/>
                      <a:pt x="18" y="4"/>
                      <a:pt x="18" y="4"/>
                    </a:cubicBezTo>
                    <a:cubicBezTo>
                      <a:pt x="18" y="4"/>
                      <a:pt x="18" y="4"/>
                      <a:pt x="17" y="4"/>
                    </a:cubicBezTo>
                    <a:cubicBezTo>
                      <a:pt x="10" y="8"/>
                      <a:pt x="10" y="8"/>
                      <a:pt x="10" y="8"/>
                    </a:cubicBezTo>
                    <a:cubicBezTo>
                      <a:pt x="10" y="9"/>
                      <a:pt x="9" y="9"/>
                      <a:pt x="10" y="10"/>
                    </a:cubicBezTo>
                    <a:cubicBezTo>
                      <a:pt x="13" y="15"/>
                      <a:pt x="13" y="15"/>
                      <a:pt x="13" y="15"/>
                    </a:cubicBezTo>
                    <a:cubicBezTo>
                      <a:pt x="11" y="16"/>
                      <a:pt x="10" y="18"/>
                      <a:pt x="9" y="20"/>
                    </a:cubicBezTo>
                    <a:cubicBezTo>
                      <a:pt x="4" y="18"/>
                      <a:pt x="4" y="18"/>
                      <a:pt x="4" y="18"/>
                    </a:cubicBezTo>
                    <a:cubicBezTo>
                      <a:pt x="3" y="18"/>
                      <a:pt x="2" y="18"/>
                      <a:pt x="2" y="19"/>
                    </a:cubicBezTo>
                    <a:cubicBezTo>
                      <a:pt x="0" y="27"/>
                      <a:pt x="0" y="27"/>
                      <a:pt x="0" y="27"/>
                    </a:cubicBezTo>
                    <a:cubicBezTo>
                      <a:pt x="0" y="28"/>
                      <a:pt x="1" y="28"/>
                      <a:pt x="1" y="28"/>
                    </a:cubicBezTo>
                    <a:cubicBezTo>
                      <a:pt x="7" y="30"/>
                      <a:pt x="7" y="30"/>
                      <a:pt x="7" y="30"/>
                    </a:cubicBezTo>
                    <a:cubicBezTo>
                      <a:pt x="7" y="32"/>
                      <a:pt x="7" y="34"/>
                      <a:pt x="8" y="35"/>
                    </a:cubicBezTo>
                    <a:cubicBezTo>
                      <a:pt x="3" y="39"/>
                      <a:pt x="3" y="39"/>
                      <a:pt x="3" y="39"/>
                    </a:cubicBezTo>
                    <a:cubicBezTo>
                      <a:pt x="2" y="39"/>
                      <a:pt x="2" y="39"/>
                      <a:pt x="3" y="40"/>
                    </a:cubicBezTo>
                    <a:cubicBezTo>
                      <a:pt x="7" y="47"/>
                      <a:pt x="7" y="47"/>
                      <a:pt x="7" y="47"/>
                    </a:cubicBezTo>
                    <a:cubicBezTo>
                      <a:pt x="7" y="47"/>
                      <a:pt x="8" y="48"/>
                      <a:pt x="8" y="47"/>
                    </a:cubicBezTo>
                    <a:cubicBezTo>
                      <a:pt x="13" y="44"/>
                      <a:pt x="13" y="44"/>
                      <a:pt x="13" y="44"/>
                    </a:cubicBezTo>
                    <a:cubicBezTo>
                      <a:pt x="15" y="45"/>
                      <a:pt x="16" y="47"/>
                      <a:pt x="18" y="48"/>
                    </a:cubicBezTo>
                    <a:cubicBezTo>
                      <a:pt x="17" y="53"/>
                      <a:pt x="17" y="53"/>
                      <a:pt x="17" y="53"/>
                    </a:cubicBezTo>
                    <a:cubicBezTo>
                      <a:pt x="17" y="54"/>
                      <a:pt x="17" y="54"/>
                      <a:pt x="17" y="55"/>
                    </a:cubicBezTo>
                    <a:cubicBezTo>
                      <a:pt x="25" y="57"/>
                      <a:pt x="25" y="57"/>
                      <a:pt x="25" y="57"/>
                    </a:cubicBezTo>
                    <a:cubicBezTo>
                      <a:pt x="26" y="57"/>
                      <a:pt x="27" y="56"/>
                      <a:pt x="27" y="56"/>
                    </a:cubicBezTo>
                    <a:cubicBezTo>
                      <a:pt x="28" y="50"/>
                      <a:pt x="28" y="50"/>
                      <a:pt x="28" y="50"/>
                    </a:cubicBezTo>
                    <a:cubicBezTo>
                      <a:pt x="30" y="50"/>
                      <a:pt x="32" y="50"/>
                      <a:pt x="34" y="49"/>
                    </a:cubicBezTo>
                    <a:cubicBezTo>
                      <a:pt x="37" y="54"/>
                      <a:pt x="37" y="54"/>
                      <a:pt x="37" y="54"/>
                    </a:cubicBezTo>
                    <a:cubicBezTo>
                      <a:pt x="37" y="55"/>
                      <a:pt x="38" y="55"/>
                      <a:pt x="38" y="54"/>
                    </a:cubicBezTo>
                    <a:close/>
                    <a:moveTo>
                      <a:pt x="34" y="40"/>
                    </a:moveTo>
                    <a:cubicBezTo>
                      <a:pt x="28" y="44"/>
                      <a:pt x="21" y="42"/>
                      <a:pt x="17" y="36"/>
                    </a:cubicBezTo>
                    <a:cubicBezTo>
                      <a:pt x="13" y="30"/>
                      <a:pt x="15" y="22"/>
                      <a:pt x="21" y="19"/>
                    </a:cubicBezTo>
                    <a:cubicBezTo>
                      <a:pt x="27" y="15"/>
                      <a:pt x="35" y="17"/>
                      <a:pt x="38" y="23"/>
                    </a:cubicBezTo>
                    <a:cubicBezTo>
                      <a:pt x="42" y="29"/>
                      <a:pt x="40" y="36"/>
                      <a:pt x="34" y="40"/>
                    </a:cubicBezTo>
                    <a:close/>
                    <a:moveTo>
                      <a:pt x="136" y="52"/>
                    </a:moveTo>
                    <a:cubicBezTo>
                      <a:pt x="134" y="52"/>
                      <a:pt x="133" y="51"/>
                      <a:pt x="133" y="49"/>
                    </a:cubicBezTo>
                    <a:cubicBezTo>
                      <a:pt x="133" y="48"/>
                      <a:pt x="134" y="47"/>
                      <a:pt x="135" y="47"/>
                    </a:cubicBezTo>
                    <a:cubicBezTo>
                      <a:pt x="136" y="47"/>
                      <a:pt x="136" y="47"/>
                      <a:pt x="137" y="47"/>
                    </a:cubicBezTo>
                    <a:cubicBezTo>
                      <a:pt x="139" y="44"/>
                      <a:pt x="146" y="37"/>
                      <a:pt x="151" y="32"/>
                    </a:cubicBezTo>
                    <a:cubicBezTo>
                      <a:pt x="150" y="31"/>
                      <a:pt x="150" y="31"/>
                      <a:pt x="150" y="31"/>
                    </a:cubicBezTo>
                    <a:cubicBezTo>
                      <a:pt x="150" y="29"/>
                      <a:pt x="151" y="28"/>
                      <a:pt x="152" y="28"/>
                    </a:cubicBezTo>
                    <a:cubicBezTo>
                      <a:pt x="154" y="28"/>
                      <a:pt x="155" y="29"/>
                      <a:pt x="155" y="30"/>
                    </a:cubicBezTo>
                    <a:cubicBezTo>
                      <a:pt x="155" y="31"/>
                      <a:pt x="155" y="31"/>
                      <a:pt x="155" y="31"/>
                    </a:cubicBezTo>
                    <a:cubicBezTo>
                      <a:pt x="178" y="51"/>
                      <a:pt x="178" y="51"/>
                      <a:pt x="178" y="51"/>
                    </a:cubicBezTo>
                    <a:cubicBezTo>
                      <a:pt x="178" y="51"/>
                      <a:pt x="179" y="50"/>
                      <a:pt x="179" y="50"/>
                    </a:cubicBezTo>
                    <a:cubicBezTo>
                      <a:pt x="180" y="50"/>
                      <a:pt x="180" y="51"/>
                      <a:pt x="181" y="51"/>
                    </a:cubicBezTo>
                    <a:cubicBezTo>
                      <a:pt x="193" y="37"/>
                      <a:pt x="193" y="37"/>
                      <a:pt x="193" y="37"/>
                    </a:cubicBezTo>
                    <a:cubicBezTo>
                      <a:pt x="193" y="37"/>
                      <a:pt x="192" y="36"/>
                      <a:pt x="192" y="36"/>
                    </a:cubicBezTo>
                    <a:cubicBezTo>
                      <a:pt x="192" y="35"/>
                      <a:pt x="193" y="33"/>
                      <a:pt x="194" y="33"/>
                    </a:cubicBezTo>
                    <a:cubicBezTo>
                      <a:pt x="196" y="33"/>
                      <a:pt x="197" y="34"/>
                      <a:pt x="197" y="35"/>
                    </a:cubicBezTo>
                    <a:cubicBezTo>
                      <a:pt x="197" y="36"/>
                      <a:pt x="197" y="36"/>
                      <a:pt x="197" y="37"/>
                    </a:cubicBezTo>
                    <a:cubicBezTo>
                      <a:pt x="202" y="41"/>
                      <a:pt x="202" y="41"/>
                      <a:pt x="202" y="41"/>
                    </a:cubicBezTo>
                    <a:cubicBezTo>
                      <a:pt x="203" y="41"/>
                      <a:pt x="203" y="40"/>
                      <a:pt x="204" y="40"/>
                    </a:cubicBezTo>
                    <a:cubicBezTo>
                      <a:pt x="205" y="40"/>
                      <a:pt x="206" y="40"/>
                      <a:pt x="206" y="41"/>
                    </a:cubicBezTo>
                    <a:cubicBezTo>
                      <a:pt x="226" y="22"/>
                      <a:pt x="226" y="22"/>
                      <a:pt x="226" y="22"/>
                    </a:cubicBezTo>
                    <a:cubicBezTo>
                      <a:pt x="226" y="22"/>
                      <a:pt x="226" y="21"/>
                      <a:pt x="226" y="21"/>
                    </a:cubicBezTo>
                    <a:cubicBezTo>
                      <a:pt x="226" y="20"/>
                      <a:pt x="227" y="18"/>
                      <a:pt x="228" y="18"/>
                    </a:cubicBezTo>
                    <a:cubicBezTo>
                      <a:pt x="229" y="18"/>
                      <a:pt x="230" y="19"/>
                      <a:pt x="231" y="21"/>
                    </a:cubicBezTo>
                    <a:cubicBezTo>
                      <a:pt x="230" y="21"/>
                      <a:pt x="230" y="21"/>
                      <a:pt x="230" y="21"/>
                    </a:cubicBezTo>
                    <a:cubicBezTo>
                      <a:pt x="258" y="42"/>
                      <a:pt x="258" y="42"/>
                      <a:pt x="258" y="42"/>
                    </a:cubicBezTo>
                    <a:cubicBezTo>
                      <a:pt x="259" y="41"/>
                      <a:pt x="259" y="41"/>
                      <a:pt x="260" y="41"/>
                    </a:cubicBezTo>
                    <a:cubicBezTo>
                      <a:pt x="261" y="41"/>
                      <a:pt x="261" y="41"/>
                      <a:pt x="262" y="42"/>
                    </a:cubicBezTo>
                    <a:cubicBezTo>
                      <a:pt x="286" y="15"/>
                      <a:pt x="286" y="15"/>
                      <a:pt x="286" y="15"/>
                    </a:cubicBezTo>
                    <a:cubicBezTo>
                      <a:pt x="285" y="15"/>
                      <a:pt x="285" y="14"/>
                      <a:pt x="285" y="14"/>
                    </a:cubicBezTo>
                    <a:cubicBezTo>
                      <a:pt x="285" y="12"/>
                      <a:pt x="286" y="11"/>
                      <a:pt x="287" y="11"/>
                    </a:cubicBezTo>
                    <a:cubicBezTo>
                      <a:pt x="289" y="11"/>
                      <a:pt x="290" y="12"/>
                      <a:pt x="290" y="13"/>
                    </a:cubicBezTo>
                    <a:cubicBezTo>
                      <a:pt x="290" y="15"/>
                      <a:pt x="289" y="16"/>
                      <a:pt x="288" y="16"/>
                    </a:cubicBezTo>
                    <a:cubicBezTo>
                      <a:pt x="287" y="16"/>
                      <a:pt x="287" y="16"/>
                      <a:pt x="287" y="16"/>
                    </a:cubicBezTo>
                    <a:cubicBezTo>
                      <a:pt x="262" y="43"/>
                      <a:pt x="262" y="43"/>
                      <a:pt x="262" y="43"/>
                    </a:cubicBezTo>
                    <a:cubicBezTo>
                      <a:pt x="262" y="43"/>
                      <a:pt x="262" y="43"/>
                      <a:pt x="262" y="43"/>
                    </a:cubicBezTo>
                    <a:cubicBezTo>
                      <a:pt x="262" y="44"/>
                      <a:pt x="261" y="45"/>
                      <a:pt x="260" y="45"/>
                    </a:cubicBezTo>
                    <a:cubicBezTo>
                      <a:pt x="259" y="46"/>
                      <a:pt x="258" y="45"/>
                      <a:pt x="258" y="43"/>
                    </a:cubicBezTo>
                    <a:cubicBezTo>
                      <a:pt x="258" y="43"/>
                      <a:pt x="258" y="43"/>
                      <a:pt x="258" y="43"/>
                    </a:cubicBezTo>
                    <a:cubicBezTo>
                      <a:pt x="229" y="23"/>
                      <a:pt x="229" y="23"/>
                      <a:pt x="229" y="23"/>
                    </a:cubicBezTo>
                    <a:cubicBezTo>
                      <a:pt x="228" y="23"/>
                      <a:pt x="228" y="23"/>
                      <a:pt x="228" y="23"/>
                    </a:cubicBezTo>
                    <a:cubicBezTo>
                      <a:pt x="228" y="23"/>
                      <a:pt x="228" y="23"/>
                      <a:pt x="228" y="23"/>
                    </a:cubicBezTo>
                    <a:cubicBezTo>
                      <a:pt x="206" y="43"/>
                      <a:pt x="206" y="43"/>
                      <a:pt x="206" y="43"/>
                    </a:cubicBezTo>
                    <a:cubicBezTo>
                      <a:pt x="206" y="44"/>
                      <a:pt x="205" y="45"/>
                      <a:pt x="204" y="45"/>
                    </a:cubicBezTo>
                    <a:cubicBezTo>
                      <a:pt x="203" y="45"/>
                      <a:pt x="202" y="44"/>
                      <a:pt x="202" y="43"/>
                    </a:cubicBezTo>
                    <a:cubicBezTo>
                      <a:pt x="202" y="42"/>
                      <a:pt x="202" y="42"/>
                      <a:pt x="202" y="42"/>
                    </a:cubicBezTo>
                    <a:cubicBezTo>
                      <a:pt x="196" y="37"/>
                      <a:pt x="196" y="37"/>
                      <a:pt x="196" y="37"/>
                    </a:cubicBezTo>
                    <a:cubicBezTo>
                      <a:pt x="195" y="38"/>
                      <a:pt x="195" y="38"/>
                      <a:pt x="195" y="38"/>
                    </a:cubicBezTo>
                    <a:cubicBezTo>
                      <a:pt x="194" y="38"/>
                      <a:pt x="194" y="38"/>
                      <a:pt x="194" y="38"/>
                    </a:cubicBezTo>
                    <a:cubicBezTo>
                      <a:pt x="181" y="52"/>
                      <a:pt x="181" y="52"/>
                      <a:pt x="181" y="52"/>
                    </a:cubicBezTo>
                    <a:cubicBezTo>
                      <a:pt x="181" y="53"/>
                      <a:pt x="181" y="53"/>
                      <a:pt x="181" y="53"/>
                    </a:cubicBezTo>
                    <a:cubicBezTo>
                      <a:pt x="182" y="54"/>
                      <a:pt x="181" y="55"/>
                      <a:pt x="179" y="55"/>
                    </a:cubicBezTo>
                    <a:cubicBezTo>
                      <a:pt x="178" y="55"/>
                      <a:pt x="177" y="54"/>
                      <a:pt x="177" y="53"/>
                    </a:cubicBezTo>
                    <a:cubicBezTo>
                      <a:pt x="177" y="52"/>
                      <a:pt x="177" y="52"/>
                      <a:pt x="177" y="52"/>
                    </a:cubicBezTo>
                    <a:cubicBezTo>
                      <a:pt x="154" y="32"/>
                      <a:pt x="154" y="32"/>
                      <a:pt x="154" y="32"/>
                    </a:cubicBezTo>
                    <a:cubicBezTo>
                      <a:pt x="154" y="32"/>
                      <a:pt x="153" y="33"/>
                      <a:pt x="153" y="33"/>
                    </a:cubicBezTo>
                    <a:cubicBezTo>
                      <a:pt x="152" y="33"/>
                      <a:pt x="152" y="33"/>
                      <a:pt x="151" y="32"/>
                    </a:cubicBezTo>
                    <a:cubicBezTo>
                      <a:pt x="148" y="36"/>
                      <a:pt x="141" y="44"/>
                      <a:pt x="137" y="48"/>
                    </a:cubicBezTo>
                    <a:cubicBezTo>
                      <a:pt x="138" y="48"/>
                      <a:pt x="138" y="49"/>
                      <a:pt x="138" y="49"/>
                    </a:cubicBezTo>
                    <a:cubicBezTo>
                      <a:pt x="138" y="50"/>
                      <a:pt x="137" y="51"/>
                      <a:pt x="136" y="52"/>
                    </a:cubicBezTo>
                    <a:close/>
                    <a:moveTo>
                      <a:pt x="262" y="69"/>
                    </a:moveTo>
                    <a:cubicBezTo>
                      <a:pt x="290" y="56"/>
                      <a:pt x="290" y="56"/>
                      <a:pt x="290" y="56"/>
                    </a:cubicBezTo>
                    <a:cubicBezTo>
                      <a:pt x="290" y="120"/>
                      <a:pt x="290" y="120"/>
                      <a:pt x="290" y="120"/>
                    </a:cubicBezTo>
                    <a:cubicBezTo>
                      <a:pt x="135" y="120"/>
                      <a:pt x="135" y="120"/>
                      <a:pt x="135" y="120"/>
                    </a:cubicBezTo>
                    <a:cubicBezTo>
                      <a:pt x="134" y="100"/>
                      <a:pt x="134" y="100"/>
                      <a:pt x="134" y="100"/>
                    </a:cubicBezTo>
                    <a:cubicBezTo>
                      <a:pt x="157" y="94"/>
                      <a:pt x="157" y="94"/>
                      <a:pt x="157" y="94"/>
                    </a:cubicBezTo>
                    <a:cubicBezTo>
                      <a:pt x="170" y="88"/>
                      <a:pt x="170" y="88"/>
                      <a:pt x="170" y="88"/>
                    </a:cubicBezTo>
                    <a:cubicBezTo>
                      <a:pt x="193" y="100"/>
                      <a:pt x="193" y="100"/>
                      <a:pt x="193" y="100"/>
                    </a:cubicBezTo>
                    <a:cubicBezTo>
                      <a:pt x="206" y="81"/>
                      <a:pt x="206" y="81"/>
                      <a:pt x="206" y="81"/>
                    </a:cubicBezTo>
                    <a:cubicBezTo>
                      <a:pt x="227" y="83"/>
                      <a:pt x="227" y="83"/>
                      <a:pt x="227" y="83"/>
                    </a:cubicBezTo>
                    <a:cubicBezTo>
                      <a:pt x="240" y="64"/>
                      <a:pt x="240" y="64"/>
                      <a:pt x="240" y="64"/>
                    </a:cubicBezTo>
                    <a:lnTo>
                      <a:pt x="262" y="6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91" name="Freeform 19">
                <a:extLst>
                  <a:ext uri="{FF2B5EF4-FFF2-40B4-BE49-F238E27FC236}">
                    <a16:creationId xmlns:a16="http://schemas.microsoft.com/office/drawing/2014/main" id="{599699D3-4D5E-44CA-90A4-3FD11E12DC5C}"/>
                  </a:ext>
                </a:extLst>
              </p:cNvPr>
              <p:cNvSpPr>
                <a:spLocks noEditPoints="1"/>
              </p:cNvSpPr>
              <p:nvPr/>
            </p:nvSpPr>
            <p:spPr bwMode="auto">
              <a:xfrm>
                <a:off x="8370484" y="4642125"/>
                <a:ext cx="597063" cy="142946"/>
              </a:xfrm>
              <a:custGeom>
                <a:avLst/>
                <a:gdLst>
                  <a:gd name="T0" fmla="*/ 159 w 290"/>
                  <a:gd name="T1" fmla="*/ 7 h 69"/>
                  <a:gd name="T2" fmla="*/ 157 w 290"/>
                  <a:gd name="T3" fmla="*/ 10 h 69"/>
                  <a:gd name="T4" fmla="*/ 3 w 290"/>
                  <a:gd name="T5" fmla="*/ 10 h 69"/>
                  <a:gd name="T6" fmla="*/ 0 w 290"/>
                  <a:gd name="T7" fmla="*/ 7 h 69"/>
                  <a:gd name="T8" fmla="*/ 3 w 290"/>
                  <a:gd name="T9" fmla="*/ 5 h 69"/>
                  <a:gd name="T10" fmla="*/ 157 w 290"/>
                  <a:gd name="T11" fmla="*/ 5 h 69"/>
                  <a:gd name="T12" fmla="*/ 159 w 290"/>
                  <a:gd name="T13" fmla="*/ 7 h 69"/>
                  <a:gd name="T14" fmla="*/ 157 w 290"/>
                  <a:gd name="T15" fmla="*/ 14 h 69"/>
                  <a:gd name="T16" fmla="*/ 3 w 290"/>
                  <a:gd name="T17" fmla="*/ 14 h 69"/>
                  <a:gd name="T18" fmla="*/ 0 w 290"/>
                  <a:gd name="T19" fmla="*/ 17 h 69"/>
                  <a:gd name="T20" fmla="*/ 3 w 290"/>
                  <a:gd name="T21" fmla="*/ 19 h 69"/>
                  <a:gd name="T22" fmla="*/ 157 w 290"/>
                  <a:gd name="T23" fmla="*/ 19 h 69"/>
                  <a:gd name="T24" fmla="*/ 159 w 290"/>
                  <a:gd name="T25" fmla="*/ 17 h 69"/>
                  <a:gd name="T26" fmla="*/ 157 w 290"/>
                  <a:gd name="T27" fmla="*/ 14 h 69"/>
                  <a:gd name="T28" fmla="*/ 157 w 290"/>
                  <a:gd name="T29" fmla="*/ 38 h 69"/>
                  <a:gd name="T30" fmla="*/ 3 w 290"/>
                  <a:gd name="T31" fmla="*/ 38 h 69"/>
                  <a:gd name="T32" fmla="*/ 0 w 290"/>
                  <a:gd name="T33" fmla="*/ 40 h 69"/>
                  <a:gd name="T34" fmla="*/ 3 w 290"/>
                  <a:gd name="T35" fmla="*/ 43 h 69"/>
                  <a:gd name="T36" fmla="*/ 157 w 290"/>
                  <a:gd name="T37" fmla="*/ 43 h 69"/>
                  <a:gd name="T38" fmla="*/ 159 w 290"/>
                  <a:gd name="T39" fmla="*/ 40 h 69"/>
                  <a:gd name="T40" fmla="*/ 157 w 290"/>
                  <a:gd name="T41" fmla="*/ 38 h 69"/>
                  <a:gd name="T42" fmla="*/ 157 w 290"/>
                  <a:gd name="T43" fmla="*/ 47 h 69"/>
                  <a:gd name="T44" fmla="*/ 3 w 290"/>
                  <a:gd name="T45" fmla="*/ 47 h 69"/>
                  <a:gd name="T46" fmla="*/ 0 w 290"/>
                  <a:gd name="T47" fmla="*/ 49 h 69"/>
                  <a:gd name="T48" fmla="*/ 3 w 290"/>
                  <a:gd name="T49" fmla="*/ 52 h 69"/>
                  <a:gd name="T50" fmla="*/ 157 w 290"/>
                  <a:gd name="T51" fmla="*/ 52 h 69"/>
                  <a:gd name="T52" fmla="*/ 159 w 290"/>
                  <a:gd name="T53" fmla="*/ 49 h 69"/>
                  <a:gd name="T54" fmla="*/ 157 w 290"/>
                  <a:gd name="T55" fmla="*/ 47 h 69"/>
                  <a:gd name="T56" fmla="*/ 268 w 290"/>
                  <a:gd name="T57" fmla="*/ 0 h 69"/>
                  <a:gd name="T58" fmla="*/ 217 w 290"/>
                  <a:gd name="T59" fmla="*/ 0 h 69"/>
                  <a:gd name="T60" fmla="*/ 195 w 290"/>
                  <a:gd name="T61" fmla="*/ 22 h 69"/>
                  <a:gd name="T62" fmla="*/ 195 w 290"/>
                  <a:gd name="T63" fmla="*/ 47 h 69"/>
                  <a:gd name="T64" fmla="*/ 217 w 290"/>
                  <a:gd name="T65" fmla="*/ 69 h 69"/>
                  <a:gd name="T66" fmla="*/ 268 w 290"/>
                  <a:gd name="T67" fmla="*/ 69 h 69"/>
                  <a:gd name="T68" fmla="*/ 290 w 290"/>
                  <a:gd name="T69" fmla="*/ 47 h 69"/>
                  <a:gd name="T70" fmla="*/ 290 w 290"/>
                  <a:gd name="T71" fmla="*/ 22 h 69"/>
                  <a:gd name="T72" fmla="*/ 268 w 290"/>
                  <a:gd name="T73"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0" h="69">
                    <a:moveTo>
                      <a:pt x="159" y="7"/>
                    </a:moveTo>
                    <a:cubicBezTo>
                      <a:pt x="159" y="9"/>
                      <a:pt x="158" y="10"/>
                      <a:pt x="157" y="10"/>
                    </a:cubicBezTo>
                    <a:cubicBezTo>
                      <a:pt x="3" y="10"/>
                      <a:pt x="3" y="10"/>
                      <a:pt x="3" y="10"/>
                    </a:cubicBezTo>
                    <a:cubicBezTo>
                      <a:pt x="1" y="10"/>
                      <a:pt x="0" y="9"/>
                      <a:pt x="0" y="7"/>
                    </a:cubicBezTo>
                    <a:cubicBezTo>
                      <a:pt x="0" y="6"/>
                      <a:pt x="1" y="5"/>
                      <a:pt x="3" y="5"/>
                    </a:cubicBezTo>
                    <a:cubicBezTo>
                      <a:pt x="157" y="5"/>
                      <a:pt x="157" y="5"/>
                      <a:pt x="157" y="5"/>
                    </a:cubicBezTo>
                    <a:cubicBezTo>
                      <a:pt x="158" y="5"/>
                      <a:pt x="159" y="6"/>
                      <a:pt x="159" y="7"/>
                    </a:cubicBezTo>
                    <a:close/>
                    <a:moveTo>
                      <a:pt x="157" y="14"/>
                    </a:moveTo>
                    <a:cubicBezTo>
                      <a:pt x="3" y="14"/>
                      <a:pt x="3" y="14"/>
                      <a:pt x="3" y="14"/>
                    </a:cubicBezTo>
                    <a:cubicBezTo>
                      <a:pt x="1" y="14"/>
                      <a:pt x="0" y="15"/>
                      <a:pt x="0" y="17"/>
                    </a:cubicBezTo>
                    <a:cubicBezTo>
                      <a:pt x="0" y="18"/>
                      <a:pt x="1" y="19"/>
                      <a:pt x="3" y="19"/>
                    </a:cubicBezTo>
                    <a:cubicBezTo>
                      <a:pt x="157" y="19"/>
                      <a:pt x="157" y="19"/>
                      <a:pt x="157" y="19"/>
                    </a:cubicBezTo>
                    <a:cubicBezTo>
                      <a:pt x="158" y="19"/>
                      <a:pt x="159" y="18"/>
                      <a:pt x="159" y="17"/>
                    </a:cubicBezTo>
                    <a:cubicBezTo>
                      <a:pt x="159" y="15"/>
                      <a:pt x="158" y="14"/>
                      <a:pt x="157" y="14"/>
                    </a:cubicBezTo>
                    <a:close/>
                    <a:moveTo>
                      <a:pt x="157" y="38"/>
                    </a:moveTo>
                    <a:cubicBezTo>
                      <a:pt x="3" y="38"/>
                      <a:pt x="3" y="38"/>
                      <a:pt x="3" y="38"/>
                    </a:cubicBezTo>
                    <a:cubicBezTo>
                      <a:pt x="1" y="38"/>
                      <a:pt x="0" y="39"/>
                      <a:pt x="0" y="40"/>
                    </a:cubicBezTo>
                    <a:cubicBezTo>
                      <a:pt x="0" y="42"/>
                      <a:pt x="1" y="43"/>
                      <a:pt x="3" y="43"/>
                    </a:cubicBezTo>
                    <a:cubicBezTo>
                      <a:pt x="157" y="43"/>
                      <a:pt x="157" y="43"/>
                      <a:pt x="157" y="43"/>
                    </a:cubicBezTo>
                    <a:cubicBezTo>
                      <a:pt x="158" y="43"/>
                      <a:pt x="159" y="42"/>
                      <a:pt x="159" y="40"/>
                    </a:cubicBezTo>
                    <a:cubicBezTo>
                      <a:pt x="159" y="39"/>
                      <a:pt x="158" y="38"/>
                      <a:pt x="157" y="38"/>
                    </a:cubicBezTo>
                    <a:close/>
                    <a:moveTo>
                      <a:pt x="157" y="47"/>
                    </a:moveTo>
                    <a:cubicBezTo>
                      <a:pt x="3" y="47"/>
                      <a:pt x="3" y="47"/>
                      <a:pt x="3" y="47"/>
                    </a:cubicBezTo>
                    <a:cubicBezTo>
                      <a:pt x="1" y="47"/>
                      <a:pt x="0" y="48"/>
                      <a:pt x="0" y="49"/>
                    </a:cubicBezTo>
                    <a:cubicBezTo>
                      <a:pt x="0" y="51"/>
                      <a:pt x="1" y="52"/>
                      <a:pt x="3" y="52"/>
                    </a:cubicBezTo>
                    <a:cubicBezTo>
                      <a:pt x="157" y="52"/>
                      <a:pt x="157" y="52"/>
                      <a:pt x="157" y="52"/>
                    </a:cubicBezTo>
                    <a:cubicBezTo>
                      <a:pt x="158" y="52"/>
                      <a:pt x="159" y="51"/>
                      <a:pt x="159" y="49"/>
                    </a:cubicBezTo>
                    <a:cubicBezTo>
                      <a:pt x="159" y="48"/>
                      <a:pt x="158" y="47"/>
                      <a:pt x="157" y="47"/>
                    </a:cubicBezTo>
                    <a:close/>
                    <a:moveTo>
                      <a:pt x="268" y="0"/>
                    </a:moveTo>
                    <a:cubicBezTo>
                      <a:pt x="217" y="0"/>
                      <a:pt x="217" y="0"/>
                      <a:pt x="217" y="0"/>
                    </a:cubicBezTo>
                    <a:cubicBezTo>
                      <a:pt x="205" y="0"/>
                      <a:pt x="195" y="10"/>
                      <a:pt x="195" y="22"/>
                    </a:cubicBezTo>
                    <a:cubicBezTo>
                      <a:pt x="195" y="47"/>
                      <a:pt x="195" y="47"/>
                      <a:pt x="195" y="47"/>
                    </a:cubicBezTo>
                    <a:cubicBezTo>
                      <a:pt x="195" y="59"/>
                      <a:pt x="205" y="69"/>
                      <a:pt x="217" y="69"/>
                    </a:cubicBezTo>
                    <a:cubicBezTo>
                      <a:pt x="268" y="69"/>
                      <a:pt x="268" y="69"/>
                      <a:pt x="268" y="69"/>
                    </a:cubicBezTo>
                    <a:cubicBezTo>
                      <a:pt x="280" y="69"/>
                      <a:pt x="290" y="59"/>
                      <a:pt x="290" y="47"/>
                    </a:cubicBezTo>
                    <a:cubicBezTo>
                      <a:pt x="290" y="22"/>
                      <a:pt x="290" y="22"/>
                      <a:pt x="290" y="22"/>
                    </a:cubicBezTo>
                    <a:cubicBezTo>
                      <a:pt x="290" y="10"/>
                      <a:pt x="280" y="0"/>
                      <a:pt x="268"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98" name="Group 33874">
              <a:extLst>
                <a:ext uri="{FF2B5EF4-FFF2-40B4-BE49-F238E27FC236}">
                  <a16:creationId xmlns:a16="http://schemas.microsoft.com/office/drawing/2014/main" id="{D48F040C-CE1A-4D92-875D-76BFA5BA9BA8}"/>
                </a:ext>
              </a:extLst>
            </p:cNvPr>
            <p:cNvGrpSpPr/>
            <p:nvPr/>
          </p:nvGrpSpPr>
          <p:grpSpPr>
            <a:xfrm>
              <a:off x="1315977" y="3078804"/>
              <a:ext cx="878598" cy="990166"/>
              <a:chOff x="7306230" y="3941338"/>
              <a:chExt cx="878598" cy="990166"/>
            </a:xfrm>
          </p:grpSpPr>
          <p:sp>
            <p:nvSpPr>
              <p:cNvPr id="475" name="Freeform 20">
                <a:extLst>
                  <a:ext uri="{FF2B5EF4-FFF2-40B4-BE49-F238E27FC236}">
                    <a16:creationId xmlns:a16="http://schemas.microsoft.com/office/drawing/2014/main" id="{343C6CCA-71AA-46C8-BA23-707B212A3A80}"/>
                  </a:ext>
                </a:extLst>
              </p:cNvPr>
              <p:cNvSpPr>
                <a:spLocks/>
              </p:cNvSpPr>
              <p:nvPr/>
            </p:nvSpPr>
            <p:spPr bwMode="auto">
              <a:xfrm>
                <a:off x="7306230" y="3941338"/>
                <a:ext cx="878598" cy="990166"/>
              </a:xfrm>
              <a:custGeom>
                <a:avLst/>
                <a:gdLst>
                  <a:gd name="T0" fmla="*/ 426 w 426"/>
                  <a:gd name="T1" fmla="*/ 480 h 480"/>
                  <a:gd name="T2" fmla="*/ 0 w 426"/>
                  <a:gd name="T3" fmla="*/ 480 h 480"/>
                  <a:gd name="T4" fmla="*/ 0 w 426"/>
                  <a:gd name="T5" fmla="*/ 45 h 480"/>
                  <a:gd name="T6" fmla="*/ 45 w 426"/>
                  <a:gd name="T7" fmla="*/ 0 h 480"/>
                  <a:gd name="T8" fmla="*/ 381 w 426"/>
                  <a:gd name="T9" fmla="*/ 0 h 480"/>
                  <a:gd name="T10" fmla="*/ 426 w 426"/>
                  <a:gd name="T11" fmla="*/ 45 h 480"/>
                  <a:gd name="T12" fmla="*/ 426 w 426"/>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426" h="480">
                    <a:moveTo>
                      <a:pt x="426" y="480"/>
                    </a:moveTo>
                    <a:cubicBezTo>
                      <a:pt x="0" y="480"/>
                      <a:pt x="0" y="480"/>
                      <a:pt x="0" y="480"/>
                    </a:cubicBezTo>
                    <a:cubicBezTo>
                      <a:pt x="0" y="45"/>
                      <a:pt x="0" y="45"/>
                      <a:pt x="0" y="45"/>
                    </a:cubicBezTo>
                    <a:cubicBezTo>
                      <a:pt x="0" y="20"/>
                      <a:pt x="20" y="0"/>
                      <a:pt x="45" y="0"/>
                    </a:cubicBezTo>
                    <a:cubicBezTo>
                      <a:pt x="381" y="0"/>
                      <a:pt x="381" y="0"/>
                      <a:pt x="381" y="0"/>
                    </a:cubicBezTo>
                    <a:cubicBezTo>
                      <a:pt x="406" y="0"/>
                      <a:pt x="426" y="20"/>
                      <a:pt x="426" y="45"/>
                    </a:cubicBezTo>
                    <a:lnTo>
                      <a:pt x="426" y="48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76" name="Rectangle 21">
                <a:extLst>
                  <a:ext uri="{FF2B5EF4-FFF2-40B4-BE49-F238E27FC236}">
                    <a16:creationId xmlns:a16="http://schemas.microsoft.com/office/drawing/2014/main" id="{80BFD47F-03EE-4475-9BB6-C1D094BAE4CA}"/>
                  </a:ext>
                </a:extLst>
              </p:cNvPr>
              <p:cNvSpPr>
                <a:spLocks noChangeArrowheads="1"/>
              </p:cNvSpPr>
              <p:nvPr/>
            </p:nvSpPr>
            <p:spPr bwMode="auto">
              <a:xfrm>
                <a:off x="7331507" y="4099973"/>
                <a:ext cx="828044" cy="801895"/>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77" name="Freeform 22">
                <a:extLst>
                  <a:ext uri="{FF2B5EF4-FFF2-40B4-BE49-F238E27FC236}">
                    <a16:creationId xmlns:a16="http://schemas.microsoft.com/office/drawing/2014/main" id="{587E0159-B8E8-4FD3-BB5B-157CBE037506}"/>
                  </a:ext>
                </a:extLst>
              </p:cNvPr>
              <p:cNvSpPr>
                <a:spLocks/>
              </p:cNvSpPr>
              <p:nvPr/>
            </p:nvSpPr>
            <p:spPr bwMode="auto">
              <a:xfrm>
                <a:off x="7390778" y="3980561"/>
                <a:ext cx="51426" cy="51426"/>
              </a:xfrm>
              <a:custGeom>
                <a:avLst/>
                <a:gdLst>
                  <a:gd name="T0" fmla="*/ 19 w 25"/>
                  <a:gd name="T1" fmla="*/ 7 h 25"/>
                  <a:gd name="T2" fmla="*/ 7 w 25"/>
                  <a:gd name="T3" fmla="*/ 19 h 25"/>
                  <a:gd name="T4" fmla="*/ 19 w 25"/>
                  <a:gd name="T5" fmla="*/ 7 h 25"/>
                </a:gdLst>
                <a:ahLst/>
                <a:cxnLst>
                  <a:cxn ang="0">
                    <a:pos x="T0" y="T1"/>
                  </a:cxn>
                  <a:cxn ang="0">
                    <a:pos x="T2" y="T3"/>
                  </a:cxn>
                  <a:cxn ang="0">
                    <a:pos x="T4" y="T5"/>
                  </a:cxn>
                </a:cxnLst>
                <a:rect l="0" t="0" r="r" b="b"/>
                <a:pathLst>
                  <a:path w="25" h="25">
                    <a:moveTo>
                      <a:pt x="19" y="7"/>
                    </a:moveTo>
                    <a:cubicBezTo>
                      <a:pt x="25" y="16"/>
                      <a:pt x="16" y="25"/>
                      <a:pt x="7" y="19"/>
                    </a:cubicBezTo>
                    <a:cubicBezTo>
                      <a:pt x="0" y="10"/>
                      <a:pt x="10" y="0"/>
                      <a:pt x="19" y="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8" name="Oval 23">
                <a:extLst>
                  <a:ext uri="{FF2B5EF4-FFF2-40B4-BE49-F238E27FC236}">
                    <a16:creationId xmlns:a16="http://schemas.microsoft.com/office/drawing/2014/main" id="{8359B241-0908-4B7C-B15D-6552D2419A98}"/>
                  </a:ext>
                </a:extLst>
              </p:cNvPr>
              <p:cNvSpPr>
                <a:spLocks noChangeArrowheads="1"/>
              </p:cNvSpPr>
              <p:nvPr/>
            </p:nvSpPr>
            <p:spPr bwMode="auto">
              <a:xfrm>
                <a:off x="7349811" y="3991021"/>
                <a:ext cx="34865" cy="33122"/>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9" name="Freeform 24">
                <a:extLst>
                  <a:ext uri="{FF2B5EF4-FFF2-40B4-BE49-F238E27FC236}">
                    <a16:creationId xmlns:a16="http://schemas.microsoft.com/office/drawing/2014/main" id="{2719A148-5F86-45A6-97FD-06EFF36B1C4C}"/>
                  </a:ext>
                </a:extLst>
              </p:cNvPr>
              <p:cNvSpPr>
                <a:spLocks/>
              </p:cNvSpPr>
              <p:nvPr/>
            </p:nvSpPr>
            <p:spPr bwMode="auto">
              <a:xfrm>
                <a:off x="7442203" y="3980561"/>
                <a:ext cx="51426" cy="51426"/>
              </a:xfrm>
              <a:custGeom>
                <a:avLst/>
                <a:gdLst>
                  <a:gd name="T0" fmla="*/ 18 w 25"/>
                  <a:gd name="T1" fmla="*/ 7 h 25"/>
                  <a:gd name="T2" fmla="*/ 6 w 25"/>
                  <a:gd name="T3" fmla="*/ 19 h 25"/>
                  <a:gd name="T4" fmla="*/ 18 w 25"/>
                  <a:gd name="T5" fmla="*/ 7 h 25"/>
                </a:gdLst>
                <a:ahLst/>
                <a:cxnLst>
                  <a:cxn ang="0">
                    <a:pos x="T0" y="T1"/>
                  </a:cxn>
                  <a:cxn ang="0">
                    <a:pos x="T2" y="T3"/>
                  </a:cxn>
                  <a:cxn ang="0">
                    <a:pos x="T4" y="T5"/>
                  </a:cxn>
                </a:cxnLst>
                <a:rect l="0" t="0" r="r" b="b"/>
                <a:pathLst>
                  <a:path w="25" h="25">
                    <a:moveTo>
                      <a:pt x="18" y="7"/>
                    </a:moveTo>
                    <a:cubicBezTo>
                      <a:pt x="25" y="16"/>
                      <a:pt x="15" y="25"/>
                      <a:pt x="6" y="19"/>
                    </a:cubicBezTo>
                    <a:cubicBezTo>
                      <a:pt x="0" y="10"/>
                      <a:pt x="10" y="0"/>
                      <a:pt x="18" y="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0" name="Freeform 25">
                <a:extLst>
                  <a:ext uri="{FF2B5EF4-FFF2-40B4-BE49-F238E27FC236}">
                    <a16:creationId xmlns:a16="http://schemas.microsoft.com/office/drawing/2014/main" id="{472BE85B-FA6A-4460-87FB-E36E0AF98B55}"/>
                  </a:ext>
                </a:extLst>
              </p:cNvPr>
              <p:cNvSpPr>
                <a:spLocks/>
              </p:cNvSpPr>
              <p:nvPr/>
            </p:nvSpPr>
            <p:spPr bwMode="auto">
              <a:xfrm>
                <a:off x="7526751" y="3984919"/>
                <a:ext cx="602293" cy="45324"/>
              </a:xfrm>
              <a:custGeom>
                <a:avLst/>
                <a:gdLst>
                  <a:gd name="T0" fmla="*/ 281 w 292"/>
                  <a:gd name="T1" fmla="*/ 22 h 22"/>
                  <a:gd name="T2" fmla="*/ 11 w 292"/>
                  <a:gd name="T3" fmla="*/ 22 h 22"/>
                  <a:gd name="T4" fmla="*/ 0 w 292"/>
                  <a:gd name="T5" fmla="*/ 11 h 22"/>
                  <a:gd name="T6" fmla="*/ 11 w 292"/>
                  <a:gd name="T7" fmla="*/ 0 h 22"/>
                  <a:gd name="T8" fmla="*/ 281 w 292"/>
                  <a:gd name="T9" fmla="*/ 0 h 22"/>
                  <a:gd name="T10" fmla="*/ 292 w 292"/>
                  <a:gd name="T11" fmla="*/ 11 h 22"/>
                  <a:gd name="T12" fmla="*/ 281 w 292"/>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92" h="22">
                    <a:moveTo>
                      <a:pt x="281" y="22"/>
                    </a:moveTo>
                    <a:cubicBezTo>
                      <a:pt x="11" y="22"/>
                      <a:pt x="11" y="22"/>
                      <a:pt x="11" y="22"/>
                    </a:cubicBezTo>
                    <a:cubicBezTo>
                      <a:pt x="5" y="22"/>
                      <a:pt x="0" y="17"/>
                      <a:pt x="0" y="11"/>
                    </a:cubicBezTo>
                    <a:cubicBezTo>
                      <a:pt x="0" y="5"/>
                      <a:pt x="5" y="0"/>
                      <a:pt x="11" y="0"/>
                    </a:cubicBezTo>
                    <a:cubicBezTo>
                      <a:pt x="281" y="0"/>
                      <a:pt x="281" y="0"/>
                      <a:pt x="281" y="0"/>
                    </a:cubicBezTo>
                    <a:cubicBezTo>
                      <a:pt x="287" y="0"/>
                      <a:pt x="292" y="5"/>
                      <a:pt x="292" y="11"/>
                    </a:cubicBezTo>
                    <a:cubicBezTo>
                      <a:pt x="292" y="17"/>
                      <a:pt x="287" y="22"/>
                      <a:pt x="281"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1" name="Freeform 26">
                <a:extLst>
                  <a:ext uri="{FF2B5EF4-FFF2-40B4-BE49-F238E27FC236}">
                    <a16:creationId xmlns:a16="http://schemas.microsoft.com/office/drawing/2014/main" id="{AB0467A4-905F-47B3-BBC3-4A78B5F54E3F}"/>
                  </a:ext>
                </a:extLst>
              </p:cNvPr>
              <p:cNvSpPr>
                <a:spLocks/>
              </p:cNvSpPr>
              <p:nvPr/>
            </p:nvSpPr>
            <p:spPr bwMode="auto">
              <a:xfrm>
                <a:off x="7372473" y="4160116"/>
                <a:ext cx="346035" cy="346035"/>
              </a:xfrm>
              <a:custGeom>
                <a:avLst/>
                <a:gdLst>
                  <a:gd name="T0" fmla="*/ 64 w 168"/>
                  <a:gd name="T1" fmla="*/ 158 h 168"/>
                  <a:gd name="T2" fmla="*/ 11 w 168"/>
                  <a:gd name="T3" fmla="*/ 65 h 168"/>
                  <a:gd name="T4" fmla="*/ 104 w 168"/>
                  <a:gd name="T5" fmla="*/ 11 h 168"/>
                  <a:gd name="T6" fmla="*/ 157 w 168"/>
                  <a:gd name="T7" fmla="*/ 104 h 168"/>
                  <a:gd name="T8" fmla="*/ 64 w 168"/>
                  <a:gd name="T9" fmla="*/ 158 h 168"/>
                </a:gdLst>
                <a:ahLst/>
                <a:cxnLst>
                  <a:cxn ang="0">
                    <a:pos x="T0" y="T1"/>
                  </a:cxn>
                  <a:cxn ang="0">
                    <a:pos x="T2" y="T3"/>
                  </a:cxn>
                  <a:cxn ang="0">
                    <a:pos x="T4" y="T5"/>
                  </a:cxn>
                  <a:cxn ang="0">
                    <a:pos x="T6" y="T7"/>
                  </a:cxn>
                  <a:cxn ang="0">
                    <a:pos x="T8" y="T9"/>
                  </a:cxn>
                </a:cxnLst>
                <a:rect l="0" t="0" r="r" b="b"/>
                <a:pathLst>
                  <a:path w="168" h="168">
                    <a:moveTo>
                      <a:pt x="64" y="158"/>
                    </a:moveTo>
                    <a:cubicBezTo>
                      <a:pt x="24" y="147"/>
                      <a:pt x="0" y="105"/>
                      <a:pt x="11" y="65"/>
                    </a:cubicBezTo>
                    <a:cubicBezTo>
                      <a:pt x="22" y="24"/>
                      <a:pt x="63" y="0"/>
                      <a:pt x="104" y="11"/>
                    </a:cubicBezTo>
                    <a:cubicBezTo>
                      <a:pt x="144" y="22"/>
                      <a:pt x="168" y="64"/>
                      <a:pt x="157" y="104"/>
                    </a:cubicBezTo>
                    <a:cubicBezTo>
                      <a:pt x="146" y="144"/>
                      <a:pt x="105" y="168"/>
                      <a:pt x="64" y="158"/>
                    </a:cubicBezTo>
                    <a:close/>
                  </a:path>
                </a:pathLst>
              </a:custGeom>
              <a:solidFill>
                <a:srgbClr val="0798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2" name="Freeform 27">
                <a:extLst>
                  <a:ext uri="{FF2B5EF4-FFF2-40B4-BE49-F238E27FC236}">
                    <a16:creationId xmlns:a16="http://schemas.microsoft.com/office/drawing/2014/main" id="{D1DFB222-4506-4EFD-9127-D8C94E4180EE}"/>
                  </a:ext>
                </a:extLst>
              </p:cNvPr>
              <p:cNvSpPr>
                <a:spLocks noEditPoints="1"/>
              </p:cNvSpPr>
              <p:nvPr/>
            </p:nvSpPr>
            <p:spPr bwMode="auto">
              <a:xfrm>
                <a:off x="7372473" y="4160116"/>
                <a:ext cx="729550" cy="346035"/>
              </a:xfrm>
              <a:custGeom>
                <a:avLst/>
                <a:gdLst>
                  <a:gd name="T0" fmla="*/ 64 w 354"/>
                  <a:gd name="T1" fmla="*/ 158 h 168"/>
                  <a:gd name="T2" fmla="*/ 104 w 354"/>
                  <a:gd name="T3" fmla="*/ 11 h 168"/>
                  <a:gd name="T4" fmla="*/ 319 w 354"/>
                  <a:gd name="T5" fmla="*/ 79 h 168"/>
                  <a:gd name="T6" fmla="*/ 307 w 354"/>
                  <a:gd name="T7" fmla="*/ 85 h 168"/>
                  <a:gd name="T8" fmla="*/ 313 w 354"/>
                  <a:gd name="T9" fmla="*/ 160 h 168"/>
                  <a:gd name="T10" fmla="*/ 325 w 354"/>
                  <a:gd name="T11" fmla="*/ 154 h 168"/>
                  <a:gd name="T12" fmla="*/ 319 w 354"/>
                  <a:gd name="T13" fmla="*/ 79 h 168"/>
                  <a:gd name="T14" fmla="*/ 285 w 354"/>
                  <a:gd name="T15" fmla="*/ 92 h 168"/>
                  <a:gd name="T16" fmla="*/ 279 w 354"/>
                  <a:gd name="T17" fmla="*/ 154 h 168"/>
                  <a:gd name="T18" fmla="*/ 291 w 354"/>
                  <a:gd name="T19" fmla="*/ 160 h 168"/>
                  <a:gd name="T20" fmla="*/ 297 w 354"/>
                  <a:gd name="T21" fmla="*/ 98 h 168"/>
                  <a:gd name="T22" fmla="*/ 348 w 354"/>
                  <a:gd name="T23" fmla="*/ 64 h 168"/>
                  <a:gd name="T24" fmla="*/ 336 w 354"/>
                  <a:gd name="T25" fmla="*/ 70 h 168"/>
                  <a:gd name="T26" fmla="*/ 342 w 354"/>
                  <a:gd name="T27" fmla="*/ 160 h 168"/>
                  <a:gd name="T28" fmla="*/ 354 w 354"/>
                  <a:gd name="T29" fmla="*/ 154 h 168"/>
                  <a:gd name="T30" fmla="*/ 348 w 354"/>
                  <a:gd name="T31" fmla="*/ 64 h 168"/>
                  <a:gd name="T32" fmla="*/ 245 w 354"/>
                  <a:gd name="T33" fmla="*/ 3 h 168"/>
                  <a:gd name="T34" fmla="*/ 240 w 354"/>
                  <a:gd name="T35" fmla="*/ 40 h 168"/>
                  <a:gd name="T36" fmla="*/ 305 w 354"/>
                  <a:gd name="T37" fmla="*/ 45 h 168"/>
                  <a:gd name="T38" fmla="*/ 317 w 354"/>
                  <a:gd name="T39" fmla="*/ 45 h 168"/>
                  <a:gd name="T40" fmla="*/ 336 w 354"/>
                  <a:gd name="T41" fmla="*/ 40 h 168"/>
                  <a:gd name="T42" fmla="*/ 330 w 354"/>
                  <a:gd name="T43" fmla="*/ 3 h 168"/>
                  <a:gd name="T44" fmla="*/ 188 w 354"/>
                  <a:gd name="T45" fmla="*/ 139 h 168"/>
                  <a:gd name="T46" fmla="*/ 188 w 354"/>
                  <a:gd name="T47" fmla="*/ 146 h 168"/>
                  <a:gd name="T48" fmla="*/ 261 w 354"/>
                  <a:gd name="T49" fmla="*/ 143 h 168"/>
                  <a:gd name="T50" fmla="*/ 258 w 354"/>
                  <a:gd name="T51" fmla="*/ 153 h 168"/>
                  <a:gd name="T52" fmla="*/ 185 w 354"/>
                  <a:gd name="T53" fmla="*/ 157 h 168"/>
                  <a:gd name="T54" fmla="*/ 258 w 354"/>
                  <a:gd name="T55" fmla="*/ 160 h 168"/>
                  <a:gd name="T56" fmla="*/ 258 w 354"/>
                  <a:gd name="T57" fmla="*/ 153 h 168"/>
                  <a:gd name="T58" fmla="*/ 188 w 354"/>
                  <a:gd name="T59" fmla="*/ 114 h 168"/>
                  <a:gd name="T60" fmla="*/ 188 w 354"/>
                  <a:gd name="T61" fmla="*/ 120 h 168"/>
                  <a:gd name="T62" fmla="*/ 261 w 354"/>
                  <a:gd name="T63" fmla="*/ 117 h 168"/>
                  <a:gd name="T64" fmla="*/ 258 w 354"/>
                  <a:gd name="T65" fmla="*/ 127 h 168"/>
                  <a:gd name="T66" fmla="*/ 185 w 354"/>
                  <a:gd name="T67" fmla="*/ 131 h 168"/>
                  <a:gd name="T68" fmla="*/ 258 w 354"/>
                  <a:gd name="T69" fmla="*/ 134 h 168"/>
                  <a:gd name="T70" fmla="*/ 258 w 354"/>
                  <a:gd name="T71" fmla="*/ 12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4" h="168">
                    <a:moveTo>
                      <a:pt x="157" y="104"/>
                    </a:moveTo>
                    <a:cubicBezTo>
                      <a:pt x="146" y="144"/>
                      <a:pt x="105" y="168"/>
                      <a:pt x="64" y="158"/>
                    </a:cubicBezTo>
                    <a:cubicBezTo>
                      <a:pt x="24" y="147"/>
                      <a:pt x="0" y="105"/>
                      <a:pt x="11" y="65"/>
                    </a:cubicBezTo>
                    <a:cubicBezTo>
                      <a:pt x="22" y="24"/>
                      <a:pt x="63" y="0"/>
                      <a:pt x="104" y="11"/>
                    </a:cubicBezTo>
                    <a:cubicBezTo>
                      <a:pt x="144" y="22"/>
                      <a:pt x="168" y="64"/>
                      <a:pt x="157" y="104"/>
                    </a:cubicBezTo>
                    <a:close/>
                    <a:moveTo>
                      <a:pt x="319" y="79"/>
                    </a:moveTo>
                    <a:cubicBezTo>
                      <a:pt x="313" y="79"/>
                      <a:pt x="313" y="79"/>
                      <a:pt x="313" y="79"/>
                    </a:cubicBezTo>
                    <a:cubicBezTo>
                      <a:pt x="310" y="79"/>
                      <a:pt x="307" y="82"/>
                      <a:pt x="307" y="85"/>
                    </a:cubicBezTo>
                    <a:cubicBezTo>
                      <a:pt x="307" y="154"/>
                      <a:pt x="307" y="154"/>
                      <a:pt x="307" y="154"/>
                    </a:cubicBezTo>
                    <a:cubicBezTo>
                      <a:pt x="307" y="158"/>
                      <a:pt x="310" y="160"/>
                      <a:pt x="313" y="160"/>
                    </a:cubicBezTo>
                    <a:cubicBezTo>
                      <a:pt x="319" y="160"/>
                      <a:pt x="319" y="160"/>
                      <a:pt x="319" y="160"/>
                    </a:cubicBezTo>
                    <a:cubicBezTo>
                      <a:pt x="322" y="160"/>
                      <a:pt x="325" y="158"/>
                      <a:pt x="325" y="154"/>
                    </a:cubicBezTo>
                    <a:cubicBezTo>
                      <a:pt x="325" y="85"/>
                      <a:pt x="325" y="85"/>
                      <a:pt x="325" y="85"/>
                    </a:cubicBezTo>
                    <a:cubicBezTo>
                      <a:pt x="325" y="82"/>
                      <a:pt x="322" y="79"/>
                      <a:pt x="319" y="79"/>
                    </a:cubicBezTo>
                    <a:close/>
                    <a:moveTo>
                      <a:pt x="291" y="92"/>
                    </a:moveTo>
                    <a:cubicBezTo>
                      <a:pt x="285" y="92"/>
                      <a:pt x="285" y="92"/>
                      <a:pt x="285" y="92"/>
                    </a:cubicBezTo>
                    <a:cubicBezTo>
                      <a:pt x="281" y="92"/>
                      <a:pt x="279" y="95"/>
                      <a:pt x="279" y="98"/>
                    </a:cubicBezTo>
                    <a:cubicBezTo>
                      <a:pt x="279" y="154"/>
                      <a:pt x="279" y="154"/>
                      <a:pt x="279" y="154"/>
                    </a:cubicBezTo>
                    <a:cubicBezTo>
                      <a:pt x="279" y="158"/>
                      <a:pt x="281" y="160"/>
                      <a:pt x="285" y="160"/>
                    </a:cubicBezTo>
                    <a:cubicBezTo>
                      <a:pt x="291" y="160"/>
                      <a:pt x="291" y="160"/>
                      <a:pt x="291" y="160"/>
                    </a:cubicBezTo>
                    <a:cubicBezTo>
                      <a:pt x="294" y="160"/>
                      <a:pt x="297" y="158"/>
                      <a:pt x="297" y="154"/>
                    </a:cubicBezTo>
                    <a:cubicBezTo>
                      <a:pt x="297" y="98"/>
                      <a:pt x="297" y="98"/>
                      <a:pt x="297" y="98"/>
                    </a:cubicBezTo>
                    <a:cubicBezTo>
                      <a:pt x="297" y="95"/>
                      <a:pt x="294" y="92"/>
                      <a:pt x="291" y="92"/>
                    </a:cubicBezTo>
                    <a:close/>
                    <a:moveTo>
                      <a:pt x="348" y="64"/>
                    </a:moveTo>
                    <a:cubicBezTo>
                      <a:pt x="342" y="64"/>
                      <a:pt x="342" y="64"/>
                      <a:pt x="342" y="64"/>
                    </a:cubicBezTo>
                    <a:cubicBezTo>
                      <a:pt x="338" y="64"/>
                      <a:pt x="336" y="67"/>
                      <a:pt x="336" y="70"/>
                    </a:cubicBezTo>
                    <a:cubicBezTo>
                      <a:pt x="336" y="154"/>
                      <a:pt x="336" y="154"/>
                      <a:pt x="336" y="154"/>
                    </a:cubicBezTo>
                    <a:cubicBezTo>
                      <a:pt x="336" y="158"/>
                      <a:pt x="338" y="160"/>
                      <a:pt x="342" y="160"/>
                    </a:cubicBezTo>
                    <a:cubicBezTo>
                      <a:pt x="348" y="160"/>
                      <a:pt x="348" y="160"/>
                      <a:pt x="348" y="160"/>
                    </a:cubicBezTo>
                    <a:cubicBezTo>
                      <a:pt x="351" y="160"/>
                      <a:pt x="354" y="158"/>
                      <a:pt x="354" y="154"/>
                    </a:cubicBezTo>
                    <a:cubicBezTo>
                      <a:pt x="354" y="70"/>
                      <a:pt x="354" y="70"/>
                      <a:pt x="354" y="70"/>
                    </a:cubicBezTo>
                    <a:cubicBezTo>
                      <a:pt x="354" y="67"/>
                      <a:pt x="351" y="64"/>
                      <a:pt x="348" y="64"/>
                    </a:cubicBezTo>
                    <a:close/>
                    <a:moveTo>
                      <a:pt x="330" y="3"/>
                    </a:moveTo>
                    <a:cubicBezTo>
                      <a:pt x="245" y="3"/>
                      <a:pt x="245" y="3"/>
                      <a:pt x="245" y="3"/>
                    </a:cubicBezTo>
                    <a:cubicBezTo>
                      <a:pt x="242" y="3"/>
                      <a:pt x="240" y="5"/>
                      <a:pt x="240" y="9"/>
                    </a:cubicBezTo>
                    <a:cubicBezTo>
                      <a:pt x="240" y="40"/>
                      <a:pt x="240" y="40"/>
                      <a:pt x="240" y="40"/>
                    </a:cubicBezTo>
                    <a:cubicBezTo>
                      <a:pt x="240" y="43"/>
                      <a:pt x="242" y="45"/>
                      <a:pt x="245" y="45"/>
                    </a:cubicBezTo>
                    <a:cubicBezTo>
                      <a:pt x="305" y="45"/>
                      <a:pt x="305" y="45"/>
                      <a:pt x="305" y="45"/>
                    </a:cubicBezTo>
                    <a:cubicBezTo>
                      <a:pt x="310" y="55"/>
                      <a:pt x="317" y="67"/>
                      <a:pt x="317" y="67"/>
                    </a:cubicBezTo>
                    <a:cubicBezTo>
                      <a:pt x="317" y="45"/>
                      <a:pt x="317" y="45"/>
                      <a:pt x="317" y="45"/>
                    </a:cubicBezTo>
                    <a:cubicBezTo>
                      <a:pt x="330" y="45"/>
                      <a:pt x="330" y="45"/>
                      <a:pt x="330" y="45"/>
                    </a:cubicBezTo>
                    <a:cubicBezTo>
                      <a:pt x="333" y="45"/>
                      <a:pt x="336" y="43"/>
                      <a:pt x="336" y="40"/>
                    </a:cubicBezTo>
                    <a:cubicBezTo>
                      <a:pt x="336" y="9"/>
                      <a:pt x="336" y="9"/>
                      <a:pt x="336" y="9"/>
                    </a:cubicBezTo>
                    <a:cubicBezTo>
                      <a:pt x="336" y="5"/>
                      <a:pt x="333" y="3"/>
                      <a:pt x="330" y="3"/>
                    </a:cubicBezTo>
                    <a:close/>
                    <a:moveTo>
                      <a:pt x="258" y="139"/>
                    </a:moveTo>
                    <a:cubicBezTo>
                      <a:pt x="188" y="139"/>
                      <a:pt x="188" y="139"/>
                      <a:pt x="188" y="139"/>
                    </a:cubicBezTo>
                    <a:cubicBezTo>
                      <a:pt x="187" y="139"/>
                      <a:pt x="185" y="141"/>
                      <a:pt x="185" y="143"/>
                    </a:cubicBezTo>
                    <a:cubicBezTo>
                      <a:pt x="185" y="145"/>
                      <a:pt x="187" y="146"/>
                      <a:pt x="188" y="146"/>
                    </a:cubicBezTo>
                    <a:cubicBezTo>
                      <a:pt x="258" y="146"/>
                      <a:pt x="258" y="146"/>
                      <a:pt x="258" y="146"/>
                    </a:cubicBezTo>
                    <a:cubicBezTo>
                      <a:pt x="260" y="146"/>
                      <a:pt x="261" y="145"/>
                      <a:pt x="261" y="143"/>
                    </a:cubicBezTo>
                    <a:cubicBezTo>
                      <a:pt x="261" y="141"/>
                      <a:pt x="260" y="139"/>
                      <a:pt x="258" y="139"/>
                    </a:cubicBezTo>
                    <a:close/>
                    <a:moveTo>
                      <a:pt x="258" y="153"/>
                    </a:moveTo>
                    <a:cubicBezTo>
                      <a:pt x="188" y="153"/>
                      <a:pt x="188" y="153"/>
                      <a:pt x="188" y="153"/>
                    </a:cubicBezTo>
                    <a:cubicBezTo>
                      <a:pt x="187" y="153"/>
                      <a:pt x="185" y="155"/>
                      <a:pt x="185" y="157"/>
                    </a:cubicBezTo>
                    <a:cubicBezTo>
                      <a:pt x="185" y="159"/>
                      <a:pt x="187" y="160"/>
                      <a:pt x="188" y="160"/>
                    </a:cubicBezTo>
                    <a:cubicBezTo>
                      <a:pt x="258" y="160"/>
                      <a:pt x="258" y="160"/>
                      <a:pt x="258" y="160"/>
                    </a:cubicBezTo>
                    <a:cubicBezTo>
                      <a:pt x="260" y="160"/>
                      <a:pt x="261" y="159"/>
                      <a:pt x="261" y="157"/>
                    </a:cubicBezTo>
                    <a:cubicBezTo>
                      <a:pt x="261" y="155"/>
                      <a:pt x="260" y="153"/>
                      <a:pt x="258" y="153"/>
                    </a:cubicBezTo>
                    <a:close/>
                    <a:moveTo>
                      <a:pt x="258" y="114"/>
                    </a:moveTo>
                    <a:cubicBezTo>
                      <a:pt x="188" y="114"/>
                      <a:pt x="188" y="114"/>
                      <a:pt x="188" y="114"/>
                    </a:cubicBezTo>
                    <a:cubicBezTo>
                      <a:pt x="187" y="114"/>
                      <a:pt x="185" y="115"/>
                      <a:pt x="185" y="117"/>
                    </a:cubicBezTo>
                    <a:cubicBezTo>
                      <a:pt x="185" y="119"/>
                      <a:pt x="187" y="120"/>
                      <a:pt x="188" y="120"/>
                    </a:cubicBezTo>
                    <a:cubicBezTo>
                      <a:pt x="258" y="120"/>
                      <a:pt x="258" y="120"/>
                      <a:pt x="258" y="120"/>
                    </a:cubicBezTo>
                    <a:cubicBezTo>
                      <a:pt x="260" y="120"/>
                      <a:pt x="261" y="119"/>
                      <a:pt x="261" y="117"/>
                    </a:cubicBezTo>
                    <a:cubicBezTo>
                      <a:pt x="261" y="115"/>
                      <a:pt x="260" y="114"/>
                      <a:pt x="258" y="114"/>
                    </a:cubicBezTo>
                    <a:close/>
                    <a:moveTo>
                      <a:pt x="258" y="127"/>
                    </a:moveTo>
                    <a:cubicBezTo>
                      <a:pt x="188" y="127"/>
                      <a:pt x="188" y="127"/>
                      <a:pt x="188" y="127"/>
                    </a:cubicBezTo>
                    <a:cubicBezTo>
                      <a:pt x="187" y="127"/>
                      <a:pt x="185" y="129"/>
                      <a:pt x="185" y="131"/>
                    </a:cubicBezTo>
                    <a:cubicBezTo>
                      <a:pt x="185" y="133"/>
                      <a:pt x="187" y="134"/>
                      <a:pt x="188" y="134"/>
                    </a:cubicBezTo>
                    <a:cubicBezTo>
                      <a:pt x="258" y="134"/>
                      <a:pt x="258" y="134"/>
                      <a:pt x="258" y="134"/>
                    </a:cubicBezTo>
                    <a:cubicBezTo>
                      <a:pt x="260" y="134"/>
                      <a:pt x="261" y="133"/>
                      <a:pt x="261" y="131"/>
                    </a:cubicBezTo>
                    <a:cubicBezTo>
                      <a:pt x="261" y="129"/>
                      <a:pt x="260" y="127"/>
                      <a:pt x="258"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83" name="Freeform 28">
                <a:extLst>
                  <a:ext uri="{FF2B5EF4-FFF2-40B4-BE49-F238E27FC236}">
                    <a16:creationId xmlns:a16="http://schemas.microsoft.com/office/drawing/2014/main" id="{8203156E-FC37-43CF-A8FE-0DA0FFC1B077}"/>
                  </a:ext>
                </a:extLst>
              </p:cNvPr>
              <p:cNvSpPr>
                <a:spLocks noEditPoints="1"/>
              </p:cNvSpPr>
              <p:nvPr/>
            </p:nvSpPr>
            <p:spPr bwMode="auto">
              <a:xfrm>
                <a:off x="7446562" y="4582854"/>
                <a:ext cx="597935" cy="249285"/>
              </a:xfrm>
              <a:custGeom>
                <a:avLst/>
                <a:gdLst>
                  <a:gd name="T0" fmla="*/ 0 w 290"/>
                  <a:gd name="T1" fmla="*/ 9 h 121"/>
                  <a:gd name="T2" fmla="*/ 42 w 290"/>
                  <a:gd name="T3" fmla="*/ 0 h 121"/>
                  <a:gd name="T4" fmla="*/ 51 w 290"/>
                  <a:gd name="T5" fmla="*/ 9 h 121"/>
                  <a:gd name="T6" fmla="*/ 68 w 290"/>
                  <a:gd name="T7" fmla="*/ 9 h 121"/>
                  <a:gd name="T8" fmla="*/ 76 w 290"/>
                  <a:gd name="T9" fmla="*/ 0 h 121"/>
                  <a:gd name="T10" fmla="*/ 111 w 290"/>
                  <a:gd name="T11" fmla="*/ 17 h 121"/>
                  <a:gd name="T12" fmla="*/ 145 w 290"/>
                  <a:gd name="T13" fmla="*/ 0 h 121"/>
                  <a:gd name="T14" fmla="*/ 153 w 290"/>
                  <a:gd name="T15" fmla="*/ 9 h 121"/>
                  <a:gd name="T16" fmla="*/ 171 w 290"/>
                  <a:gd name="T17" fmla="*/ 9 h 121"/>
                  <a:gd name="T18" fmla="*/ 179 w 290"/>
                  <a:gd name="T19" fmla="*/ 0 h 121"/>
                  <a:gd name="T20" fmla="*/ 213 w 290"/>
                  <a:gd name="T21" fmla="*/ 17 h 121"/>
                  <a:gd name="T22" fmla="*/ 247 w 290"/>
                  <a:gd name="T23" fmla="*/ 0 h 121"/>
                  <a:gd name="T24" fmla="*/ 256 w 290"/>
                  <a:gd name="T25" fmla="*/ 9 h 121"/>
                  <a:gd name="T26" fmla="*/ 290 w 290"/>
                  <a:gd name="T27" fmla="*/ 9 h 121"/>
                  <a:gd name="T28" fmla="*/ 282 w 290"/>
                  <a:gd name="T29" fmla="*/ 17 h 121"/>
                  <a:gd name="T30" fmla="*/ 8 w 290"/>
                  <a:gd name="T31" fmla="*/ 52 h 121"/>
                  <a:gd name="T32" fmla="*/ 42 w 290"/>
                  <a:gd name="T33" fmla="*/ 35 h 121"/>
                  <a:gd name="T34" fmla="*/ 51 w 290"/>
                  <a:gd name="T35" fmla="*/ 43 h 121"/>
                  <a:gd name="T36" fmla="*/ 68 w 290"/>
                  <a:gd name="T37" fmla="*/ 43 h 121"/>
                  <a:gd name="T38" fmla="*/ 76 w 290"/>
                  <a:gd name="T39" fmla="*/ 35 h 121"/>
                  <a:gd name="T40" fmla="*/ 111 w 290"/>
                  <a:gd name="T41" fmla="*/ 52 h 121"/>
                  <a:gd name="T42" fmla="*/ 145 w 290"/>
                  <a:gd name="T43" fmla="*/ 35 h 121"/>
                  <a:gd name="T44" fmla="*/ 153 w 290"/>
                  <a:gd name="T45" fmla="*/ 43 h 121"/>
                  <a:gd name="T46" fmla="*/ 171 w 290"/>
                  <a:gd name="T47" fmla="*/ 43 h 121"/>
                  <a:gd name="T48" fmla="*/ 179 w 290"/>
                  <a:gd name="T49" fmla="*/ 35 h 121"/>
                  <a:gd name="T50" fmla="*/ 213 w 290"/>
                  <a:gd name="T51" fmla="*/ 52 h 121"/>
                  <a:gd name="T52" fmla="*/ 247 w 290"/>
                  <a:gd name="T53" fmla="*/ 35 h 121"/>
                  <a:gd name="T54" fmla="*/ 256 w 290"/>
                  <a:gd name="T55" fmla="*/ 43 h 121"/>
                  <a:gd name="T56" fmla="*/ 273 w 290"/>
                  <a:gd name="T57" fmla="*/ 43 h 121"/>
                  <a:gd name="T58" fmla="*/ 282 w 290"/>
                  <a:gd name="T59" fmla="*/ 35 h 121"/>
                  <a:gd name="T60" fmla="*/ 8 w 290"/>
                  <a:gd name="T61" fmla="*/ 86 h 121"/>
                  <a:gd name="T62" fmla="*/ 42 w 290"/>
                  <a:gd name="T63" fmla="*/ 69 h 121"/>
                  <a:gd name="T64" fmla="*/ 51 w 290"/>
                  <a:gd name="T65" fmla="*/ 78 h 121"/>
                  <a:gd name="T66" fmla="*/ 68 w 290"/>
                  <a:gd name="T67" fmla="*/ 78 h 121"/>
                  <a:gd name="T68" fmla="*/ 76 w 290"/>
                  <a:gd name="T69" fmla="*/ 69 h 121"/>
                  <a:gd name="T70" fmla="*/ 111 w 290"/>
                  <a:gd name="T71" fmla="*/ 86 h 121"/>
                  <a:gd name="T72" fmla="*/ 145 w 290"/>
                  <a:gd name="T73" fmla="*/ 69 h 121"/>
                  <a:gd name="T74" fmla="*/ 153 w 290"/>
                  <a:gd name="T75" fmla="*/ 78 h 121"/>
                  <a:gd name="T76" fmla="*/ 171 w 290"/>
                  <a:gd name="T77" fmla="*/ 78 h 121"/>
                  <a:gd name="T78" fmla="*/ 179 w 290"/>
                  <a:gd name="T79" fmla="*/ 69 h 121"/>
                  <a:gd name="T80" fmla="*/ 213 w 290"/>
                  <a:gd name="T81" fmla="*/ 86 h 121"/>
                  <a:gd name="T82" fmla="*/ 247 w 290"/>
                  <a:gd name="T83" fmla="*/ 69 h 121"/>
                  <a:gd name="T84" fmla="*/ 256 w 290"/>
                  <a:gd name="T85" fmla="*/ 78 h 121"/>
                  <a:gd name="T86" fmla="*/ 273 w 290"/>
                  <a:gd name="T87" fmla="*/ 78 h 121"/>
                  <a:gd name="T88" fmla="*/ 282 w 290"/>
                  <a:gd name="T89" fmla="*/ 69 h 121"/>
                  <a:gd name="T90" fmla="*/ 8 w 290"/>
                  <a:gd name="T91" fmla="*/ 121 h 121"/>
                  <a:gd name="T92" fmla="*/ 42 w 290"/>
                  <a:gd name="T93" fmla="*/ 104 h 121"/>
                  <a:gd name="T94" fmla="*/ 51 w 290"/>
                  <a:gd name="T95" fmla="*/ 112 h 121"/>
                  <a:gd name="T96" fmla="*/ 68 w 290"/>
                  <a:gd name="T97" fmla="*/ 112 h 121"/>
                  <a:gd name="T98" fmla="*/ 76 w 290"/>
                  <a:gd name="T99" fmla="*/ 104 h 121"/>
                  <a:gd name="T100" fmla="*/ 111 w 290"/>
                  <a:gd name="T101" fmla="*/ 121 h 121"/>
                  <a:gd name="T102" fmla="*/ 145 w 290"/>
                  <a:gd name="T103" fmla="*/ 104 h 121"/>
                  <a:gd name="T104" fmla="*/ 153 w 290"/>
                  <a:gd name="T105" fmla="*/ 112 h 121"/>
                  <a:gd name="T106" fmla="*/ 171 w 290"/>
                  <a:gd name="T107" fmla="*/ 112 h 121"/>
                  <a:gd name="T108" fmla="*/ 179 w 290"/>
                  <a:gd name="T109" fmla="*/ 104 h 121"/>
                  <a:gd name="T110" fmla="*/ 213 w 290"/>
                  <a:gd name="T111" fmla="*/ 121 h 121"/>
                  <a:gd name="T112" fmla="*/ 247 w 290"/>
                  <a:gd name="T113" fmla="*/ 104 h 121"/>
                  <a:gd name="T114" fmla="*/ 256 w 290"/>
                  <a:gd name="T115" fmla="*/ 112 h 121"/>
                  <a:gd name="T116" fmla="*/ 273 w 290"/>
                  <a:gd name="T117" fmla="*/ 112 h 121"/>
                  <a:gd name="T118" fmla="*/ 282 w 290"/>
                  <a:gd name="T119" fmla="*/ 10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0" h="121">
                    <a:moveTo>
                      <a:pt x="17" y="9"/>
                    </a:moveTo>
                    <a:cubicBezTo>
                      <a:pt x="17" y="13"/>
                      <a:pt x="13" y="17"/>
                      <a:pt x="8" y="17"/>
                    </a:cubicBezTo>
                    <a:cubicBezTo>
                      <a:pt x="3" y="17"/>
                      <a:pt x="0" y="13"/>
                      <a:pt x="0" y="9"/>
                    </a:cubicBezTo>
                    <a:cubicBezTo>
                      <a:pt x="0" y="4"/>
                      <a:pt x="3" y="0"/>
                      <a:pt x="8" y="0"/>
                    </a:cubicBezTo>
                    <a:cubicBezTo>
                      <a:pt x="13" y="0"/>
                      <a:pt x="17" y="4"/>
                      <a:pt x="17" y="9"/>
                    </a:cubicBezTo>
                    <a:close/>
                    <a:moveTo>
                      <a:pt x="42" y="0"/>
                    </a:moveTo>
                    <a:cubicBezTo>
                      <a:pt x="38" y="0"/>
                      <a:pt x="34" y="4"/>
                      <a:pt x="34" y="9"/>
                    </a:cubicBezTo>
                    <a:cubicBezTo>
                      <a:pt x="34" y="13"/>
                      <a:pt x="38" y="17"/>
                      <a:pt x="42" y="17"/>
                    </a:cubicBezTo>
                    <a:cubicBezTo>
                      <a:pt x="47" y="17"/>
                      <a:pt x="51" y="13"/>
                      <a:pt x="51" y="9"/>
                    </a:cubicBezTo>
                    <a:cubicBezTo>
                      <a:pt x="51" y="4"/>
                      <a:pt x="47" y="0"/>
                      <a:pt x="42" y="0"/>
                    </a:cubicBezTo>
                    <a:close/>
                    <a:moveTo>
                      <a:pt x="76" y="0"/>
                    </a:moveTo>
                    <a:cubicBezTo>
                      <a:pt x="72" y="0"/>
                      <a:pt x="68" y="4"/>
                      <a:pt x="68" y="9"/>
                    </a:cubicBezTo>
                    <a:cubicBezTo>
                      <a:pt x="68" y="13"/>
                      <a:pt x="72" y="17"/>
                      <a:pt x="76" y="17"/>
                    </a:cubicBezTo>
                    <a:cubicBezTo>
                      <a:pt x="81" y="17"/>
                      <a:pt x="85" y="13"/>
                      <a:pt x="85" y="9"/>
                    </a:cubicBezTo>
                    <a:cubicBezTo>
                      <a:pt x="85" y="4"/>
                      <a:pt x="81" y="0"/>
                      <a:pt x="76" y="0"/>
                    </a:cubicBezTo>
                    <a:close/>
                    <a:moveTo>
                      <a:pt x="111" y="0"/>
                    </a:moveTo>
                    <a:cubicBezTo>
                      <a:pt x="106" y="0"/>
                      <a:pt x="102" y="4"/>
                      <a:pt x="102" y="9"/>
                    </a:cubicBezTo>
                    <a:cubicBezTo>
                      <a:pt x="102" y="13"/>
                      <a:pt x="106" y="17"/>
                      <a:pt x="111" y="17"/>
                    </a:cubicBezTo>
                    <a:cubicBezTo>
                      <a:pt x="115" y="17"/>
                      <a:pt x="119" y="13"/>
                      <a:pt x="119" y="9"/>
                    </a:cubicBezTo>
                    <a:cubicBezTo>
                      <a:pt x="119" y="4"/>
                      <a:pt x="115" y="0"/>
                      <a:pt x="111" y="0"/>
                    </a:cubicBezTo>
                    <a:close/>
                    <a:moveTo>
                      <a:pt x="145" y="0"/>
                    </a:moveTo>
                    <a:cubicBezTo>
                      <a:pt x="140" y="0"/>
                      <a:pt x="136" y="4"/>
                      <a:pt x="136" y="9"/>
                    </a:cubicBezTo>
                    <a:cubicBezTo>
                      <a:pt x="136" y="13"/>
                      <a:pt x="140" y="17"/>
                      <a:pt x="145" y="17"/>
                    </a:cubicBezTo>
                    <a:cubicBezTo>
                      <a:pt x="150" y="17"/>
                      <a:pt x="153" y="13"/>
                      <a:pt x="153" y="9"/>
                    </a:cubicBezTo>
                    <a:cubicBezTo>
                      <a:pt x="153" y="4"/>
                      <a:pt x="150" y="0"/>
                      <a:pt x="145" y="0"/>
                    </a:cubicBezTo>
                    <a:close/>
                    <a:moveTo>
                      <a:pt x="179" y="0"/>
                    </a:moveTo>
                    <a:cubicBezTo>
                      <a:pt x="174" y="0"/>
                      <a:pt x="171" y="4"/>
                      <a:pt x="171" y="9"/>
                    </a:cubicBezTo>
                    <a:cubicBezTo>
                      <a:pt x="171" y="13"/>
                      <a:pt x="174" y="17"/>
                      <a:pt x="179" y="17"/>
                    </a:cubicBezTo>
                    <a:cubicBezTo>
                      <a:pt x="184" y="17"/>
                      <a:pt x="188" y="13"/>
                      <a:pt x="188" y="9"/>
                    </a:cubicBezTo>
                    <a:cubicBezTo>
                      <a:pt x="188" y="4"/>
                      <a:pt x="184" y="0"/>
                      <a:pt x="179" y="0"/>
                    </a:cubicBezTo>
                    <a:close/>
                    <a:moveTo>
                      <a:pt x="213" y="0"/>
                    </a:moveTo>
                    <a:cubicBezTo>
                      <a:pt x="209" y="0"/>
                      <a:pt x="205" y="4"/>
                      <a:pt x="205" y="9"/>
                    </a:cubicBezTo>
                    <a:cubicBezTo>
                      <a:pt x="205" y="13"/>
                      <a:pt x="209" y="17"/>
                      <a:pt x="213" y="17"/>
                    </a:cubicBezTo>
                    <a:cubicBezTo>
                      <a:pt x="218" y="17"/>
                      <a:pt x="222" y="13"/>
                      <a:pt x="222" y="9"/>
                    </a:cubicBezTo>
                    <a:cubicBezTo>
                      <a:pt x="222" y="4"/>
                      <a:pt x="218" y="0"/>
                      <a:pt x="213" y="0"/>
                    </a:cubicBezTo>
                    <a:close/>
                    <a:moveTo>
                      <a:pt x="247" y="0"/>
                    </a:moveTo>
                    <a:cubicBezTo>
                      <a:pt x="243" y="0"/>
                      <a:pt x="239" y="4"/>
                      <a:pt x="239" y="9"/>
                    </a:cubicBezTo>
                    <a:cubicBezTo>
                      <a:pt x="239" y="13"/>
                      <a:pt x="243" y="17"/>
                      <a:pt x="247" y="17"/>
                    </a:cubicBezTo>
                    <a:cubicBezTo>
                      <a:pt x="252" y="17"/>
                      <a:pt x="256" y="13"/>
                      <a:pt x="256" y="9"/>
                    </a:cubicBezTo>
                    <a:cubicBezTo>
                      <a:pt x="256" y="4"/>
                      <a:pt x="252" y="0"/>
                      <a:pt x="247" y="0"/>
                    </a:cubicBezTo>
                    <a:close/>
                    <a:moveTo>
                      <a:pt x="282" y="17"/>
                    </a:moveTo>
                    <a:cubicBezTo>
                      <a:pt x="286" y="17"/>
                      <a:pt x="290" y="13"/>
                      <a:pt x="290" y="9"/>
                    </a:cubicBezTo>
                    <a:cubicBezTo>
                      <a:pt x="290" y="4"/>
                      <a:pt x="286" y="0"/>
                      <a:pt x="282" y="0"/>
                    </a:cubicBezTo>
                    <a:cubicBezTo>
                      <a:pt x="277" y="0"/>
                      <a:pt x="273" y="4"/>
                      <a:pt x="273" y="9"/>
                    </a:cubicBezTo>
                    <a:cubicBezTo>
                      <a:pt x="273" y="13"/>
                      <a:pt x="277" y="17"/>
                      <a:pt x="282" y="17"/>
                    </a:cubicBezTo>
                    <a:close/>
                    <a:moveTo>
                      <a:pt x="8" y="35"/>
                    </a:moveTo>
                    <a:cubicBezTo>
                      <a:pt x="3" y="35"/>
                      <a:pt x="0" y="39"/>
                      <a:pt x="0" y="43"/>
                    </a:cubicBezTo>
                    <a:cubicBezTo>
                      <a:pt x="0" y="48"/>
                      <a:pt x="3" y="52"/>
                      <a:pt x="8" y="52"/>
                    </a:cubicBezTo>
                    <a:cubicBezTo>
                      <a:pt x="13" y="52"/>
                      <a:pt x="17" y="48"/>
                      <a:pt x="17" y="43"/>
                    </a:cubicBezTo>
                    <a:cubicBezTo>
                      <a:pt x="17" y="39"/>
                      <a:pt x="13" y="35"/>
                      <a:pt x="8" y="35"/>
                    </a:cubicBezTo>
                    <a:close/>
                    <a:moveTo>
                      <a:pt x="42" y="35"/>
                    </a:moveTo>
                    <a:cubicBezTo>
                      <a:pt x="38" y="35"/>
                      <a:pt x="34" y="39"/>
                      <a:pt x="34" y="43"/>
                    </a:cubicBezTo>
                    <a:cubicBezTo>
                      <a:pt x="34" y="48"/>
                      <a:pt x="38" y="52"/>
                      <a:pt x="42" y="52"/>
                    </a:cubicBezTo>
                    <a:cubicBezTo>
                      <a:pt x="47" y="52"/>
                      <a:pt x="51" y="48"/>
                      <a:pt x="51" y="43"/>
                    </a:cubicBezTo>
                    <a:cubicBezTo>
                      <a:pt x="51" y="39"/>
                      <a:pt x="47" y="35"/>
                      <a:pt x="42" y="35"/>
                    </a:cubicBezTo>
                    <a:close/>
                    <a:moveTo>
                      <a:pt x="76" y="35"/>
                    </a:moveTo>
                    <a:cubicBezTo>
                      <a:pt x="72" y="35"/>
                      <a:pt x="68" y="39"/>
                      <a:pt x="68" y="43"/>
                    </a:cubicBezTo>
                    <a:cubicBezTo>
                      <a:pt x="68" y="48"/>
                      <a:pt x="72" y="52"/>
                      <a:pt x="76" y="52"/>
                    </a:cubicBezTo>
                    <a:cubicBezTo>
                      <a:pt x="81" y="52"/>
                      <a:pt x="85" y="48"/>
                      <a:pt x="85" y="43"/>
                    </a:cubicBezTo>
                    <a:cubicBezTo>
                      <a:pt x="85" y="39"/>
                      <a:pt x="81" y="35"/>
                      <a:pt x="76" y="35"/>
                    </a:cubicBezTo>
                    <a:close/>
                    <a:moveTo>
                      <a:pt x="111" y="35"/>
                    </a:moveTo>
                    <a:cubicBezTo>
                      <a:pt x="106" y="35"/>
                      <a:pt x="102" y="39"/>
                      <a:pt x="102" y="43"/>
                    </a:cubicBezTo>
                    <a:cubicBezTo>
                      <a:pt x="102" y="48"/>
                      <a:pt x="106" y="52"/>
                      <a:pt x="111" y="52"/>
                    </a:cubicBezTo>
                    <a:cubicBezTo>
                      <a:pt x="115" y="52"/>
                      <a:pt x="119" y="48"/>
                      <a:pt x="119" y="43"/>
                    </a:cubicBezTo>
                    <a:cubicBezTo>
                      <a:pt x="119" y="39"/>
                      <a:pt x="115" y="35"/>
                      <a:pt x="111" y="35"/>
                    </a:cubicBezTo>
                    <a:close/>
                    <a:moveTo>
                      <a:pt x="145" y="35"/>
                    </a:moveTo>
                    <a:cubicBezTo>
                      <a:pt x="140" y="35"/>
                      <a:pt x="136" y="39"/>
                      <a:pt x="136" y="43"/>
                    </a:cubicBezTo>
                    <a:cubicBezTo>
                      <a:pt x="136" y="48"/>
                      <a:pt x="140" y="52"/>
                      <a:pt x="145" y="52"/>
                    </a:cubicBezTo>
                    <a:cubicBezTo>
                      <a:pt x="150" y="52"/>
                      <a:pt x="153" y="48"/>
                      <a:pt x="153" y="43"/>
                    </a:cubicBezTo>
                    <a:cubicBezTo>
                      <a:pt x="153" y="39"/>
                      <a:pt x="150" y="35"/>
                      <a:pt x="145" y="35"/>
                    </a:cubicBezTo>
                    <a:close/>
                    <a:moveTo>
                      <a:pt x="179" y="35"/>
                    </a:moveTo>
                    <a:cubicBezTo>
                      <a:pt x="174" y="35"/>
                      <a:pt x="171" y="39"/>
                      <a:pt x="171" y="43"/>
                    </a:cubicBezTo>
                    <a:cubicBezTo>
                      <a:pt x="171" y="48"/>
                      <a:pt x="174" y="52"/>
                      <a:pt x="179" y="52"/>
                    </a:cubicBezTo>
                    <a:cubicBezTo>
                      <a:pt x="184" y="52"/>
                      <a:pt x="188" y="48"/>
                      <a:pt x="188" y="43"/>
                    </a:cubicBezTo>
                    <a:cubicBezTo>
                      <a:pt x="188" y="39"/>
                      <a:pt x="184" y="35"/>
                      <a:pt x="179" y="35"/>
                    </a:cubicBezTo>
                    <a:close/>
                    <a:moveTo>
                      <a:pt x="213" y="35"/>
                    </a:moveTo>
                    <a:cubicBezTo>
                      <a:pt x="209" y="35"/>
                      <a:pt x="205" y="39"/>
                      <a:pt x="205" y="43"/>
                    </a:cubicBezTo>
                    <a:cubicBezTo>
                      <a:pt x="205" y="48"/>
                      <a:pt x="209" y="52"/>
                      <a:pt x="213" y="52"/>
                    </a:cubicBezTo>
                    <a:cubicBezTo>
                      <a:pt x="218" y="52"/>
                      <a:pt x="222" y="48"/>
                      <a:pt x="222" y="43"/>
                    </a:cubicBezTo>
                    <a:cubicBezTo>
                      <a:pt x="222" y="39"/>
                      <a:pt x="218" y="35"/>
                      <a:pt x="213" y="35"/>
                    </a:cubicBezTo>
                    <a:close/>
                    <a:moveTo>
                      <a:pt x="247" y="35"/>
                    </a:moveTo>
                    <a:cubicBezTo>
                      <a:pt x="243" y="35"/>
                      <a:pt x="239" y="39"/>
                      <a:pt x="239" y="43"/>
                    </a:cubicBezTo>
                    <a:cubicBezTo>
                      <a:pt x="239" y="48"/>
                      <a:pt x="243" y="52"/>
                      <a:pt x="247" y="52"/>
                    </a:cubicBezTo>
                    <a:cubicBezTo>
                      <a:pt x="252" y="52"/>
                      <a:pt x="256" y="48"/>
                      <a:pt x="256" y="43"/>
                    </a:cubicBezTo>
                    <a:cubicBezTo>
                      <a:pt x="256" y="39"/>
                      <a:pt x="252" y="35"/>
                      <a:pt x="247" y="35"/>
                    </a:cubicBezTo>
                    <a:close/>
                    <a:moveTo>
                      <a:pt x="282" y="35"/>
                    </a:moveTo>
                    <a:cubicBezTo>
                      <a:pt x="277" y="35"/>
                      <a:pt x="273" y="39"/>
                      <a:pt x="273" y="43"/>
                    </a:cubicBezTo>
                    <a:cubicBezTo>
                      <a:pt x="273" y="48"/>
                      <a:pt x="277" y="52"/>
                      <a:pt x="282" y="52"/>
                    </a:cubicBezTo>
                    <a:cubicBezTo>
                      <a:pt x="286" y="52"/>
                      <a:pt x="290" y="48"/>
                      <a:pt x="290" y="43"/>
                    </a:cubicBezTo>
                    <a:cubicBezTo>
                      <a:pt x="290" y="39"/>
                      <a:pt x="286" y="35"/>
                      <a:pt x="282" y="35"/>
                    </a:cubicBezTo>
                    <a:close/>
                    <a:moveTo>
                      <a:pt x="8" y="69"/>
                    </a:moveTo>
                    <a:cubicBezTo>
                      <a:pt x="3" y="69"/>
                      <a:pt x="0" y="73"/>
                      <a:pt x="0" y="78"/>
                    </a:cubicBezTo>
                    <a:cubicBezTo>
                      <a:pt x="0" y="83"/>
                      <a:pt x="3" y="86"/>
                      <a:pt x="8" y="86"/>
                    </a:cubicBezTo>
                    <a:cubicBezTo>
                      <a:pt x="13" y="86"/>
                      <a:pt x="17" y="83"/>
                      <a:pt x="17" y="78"/>
                    </a:cubicBezTo>
                    <a:cubicBezTo>
                      <a:pt x="17" y="73"/>
                      <a:pt x="13" y="69"/>
                      <a:pt x="8" y="69"/>
                    </a:cubicBezTo>
                    <a:close/>
                    <a:moveTo>
                      <a:pt x="42" y="69"/>
                    </a:moveTo>
                    <a:cubicBezTo>
                      <a:pt x="38" y="69"/>
                      <a:pt x="34" y="73"/>
                      <a:pt x="34" y="78"/>
                    </a:cubicBezTo>
                    <a:cubicBezTo>
                      <a:pt x="34" y="83"/>
                      <a:pt x="38" y="86"/>
                      <a:pt x="42" y="86"/>
                    </a:cubicBezTo>
                    <a:cubicBezTo>
                      <a:pt x="47" y="86"/>
                      <a:pt x="51" y="83"/>
                      <a:pt x="51" y="78"/>
                    </a:cubicBezTo>
                    <a:cubicBezTo>
                      <a:pt x="51" y="73"/>
                      <a:pt x="47" y="69"/>
                      <a:pt x="42" y="69"/>
                    </a:cubicBezTo>
                    <a:close/>
                    <a:moveTo>
                      <a:pt x="76" y="69"/>
                    </a:moveTo>
                    <a:cubicBezTo>
                      <a:pt x="72" y="69"/>
                      <a:pt x="68" y="73"/>
                      <a:pt x="68" y="78"/>
                    </a:cubicBezTo>
                    <a:cubicBezTo>
                      <a:pt x="68" y="83"/>
                      <a:pt x="72" y="86"/>
                      <a:pt x="76" y="86"/>
                    </a:cubicBezTo>
                    <a:cubicBezTo>
                      <a:pt x="81" y="86"/>
                      <a:pt x="85" y="83"/>
                      <a:pt x="85" y="78"/>
                    </a:cubicBezTo>
                    <a:cubicBezTo>
                      <a:pt x="85" y="73"/>
                      <a:pt x="81" y="69"/>
                      <a:pt x="76" y="69"/>
                    </a:cubicBezTo>
                    <a:close/>
                    <a:moveTo>
                      <a:pt x="111" y="69"/>
                    </a:moveTo>
                    <a:cubicBezTo>
                      <a:pt x="106" y="69"/>
                      <a:pt x="102" y="73"/>
                      <a:pt x="102" y="78"/>
                    </a:cubicBezTo>
                    <a:cubicBezTo>
                      <a:pt x="102" y="83"/>
                      <a:pt x="106" y="86"/>
                      <a:pt x="111" y="86"/>
                    </a:cubicBezTo>
                    <a:cubicBezTo>
                      <a:pt x="115" y="86"/>
                      <a:pt x="119" y="83"/>
                      <a:pt x="119" y="78"/>
                    </a:cubicBezTo>
                    <a:cubicBezTo>
                      <a:pt x="119" y="73"/>
                      <a:pt x="115" y="69"/>
                      <a:pt x="111" y="69"/>
                    </a:cubicBezTo>
                    <a:close/>
                    <a:moveTo>
                      <a:pt x="145" y="69"/>
                    </a:moveTo>
                    <a:cubicBezTo>
                      <a:pt x="140" y="69"/>
                      <a:pt x="136" y="73"/>
                      <a:pt x="136" y="78"/>
                    </a:cubicBezTo>
                    <a:cubicBezTo>
                      <a:pt x="136" y="83"/>
                      <a:pt x="140" y="86"/>
                      <a:pt x="145" y="86"/>
                    </a:cubicBezTo>
                    <a:cubicBezTo>
                      <a:pt x="150" y="86"/>
                      <a:pt x="153" y="83"/>
                      <a:pt x="153" y="78"/>
                    </a:cubicBezTo>
                    <a:cubicBezTo>
                      <a:pt x="153" y="73"/>
                      <a:pt x="150" y="69"/>
                      <a:pt x="145" y="69"/>
                    </a:cubicBezTo>
                    <a:close/>
                    <a:moveTo>
                      <a:pt x="179" y="69"/>
                    </a:moveTo>
                    <a:cubicBezTo>
                      <a:pt x="174" y="69"/>
                      <a:pt x="171" y="73"/>
                      <a:pt x="171" y="78"/>
                    </a:cubicBezTo>
                    <a:cubicBezTo>
                      <a:pt x="171" y="83"/>
                      <a:pt x="174" y="86"/>
                      <a:pt x="179" y="86"/>
                    </a:cubicBezTo>
                    <a:cubicBezTo>
                      <a:pt x="184" y="86"/>
                      <a:pt x="188" y="83"/>
                      <a:pt x="188" y="78"/>
                    </a:cubicBezTo>
                    <a:cubicBezTo>
                      <a:pt x="188" y="73"/>
                      <a:pt x="184" y="69"/>
                      <a:pt x="179" y="69"/>
                    </a:cubicBezTo>
                    <a:close/>
                    <a:moveTo>
                      <a:pt x="213" y="69"/>
                    </a:moveTo>
                    <a:cubicBezTo>
                      <a:pt x="209" y="69"/>
                      <a:pt x="205" y="73"/>
                      <a:pt x="205" y="78"/>
                    </a:cubicBezTo>
                    <a:cubicBezTo>
                      <a:pt x="205" y="83"/>
                      <a:pt x="209" y="86"/>
                      <a:pt x="213" y="86"/>
                    </a:cubicBezTo>
                    <a:cubicBezTo>
                      <a:pt x="218" y="86"/>
                      <a:pt x="222" y="83"/>
                      <a:pt x="222" y="78"/>
                    </a:cubicBezTo>
                    <a:cubicBezTo>
                      <a:pt x="222" y="73"/>
                      <a:pt x="218" y="69"/>
                      <a:pt x="213" y="69"/>
                    </a:cubicBezTo>
                    <a:close/>
                    <a:moveTo>
                      <a:pt x="247" y="69"/>
                    </a:moveTo>
                    <a:cubicBezTo>
                      <a:pt x="243" y="69"/>
                      <a:pt x="239" y="73"/>
                      <a:pt x="239" y="78"/>
                    </a:cubicBezTo>
                    <a:cubicBezTo>
                      <a:pt x="239" y="83"/>
                      <a:pt x="243" y="86"/>
                      <a:pt x="247" y="86"/>
                    </a:cubicBezTo>
                    <a:cubicBezTo>
                      <a:pt x="252" y="86"/>
                      <a:pt x="256" y="83"/>
                      <a:pt x="256" y="78"/>
                    </a:cubicBezTo>
                    <a:cubicBezTo>
                      <a:pt x="256" y="73"/>
                      <a:pt x="252" y="69"/>
                      <a:pt x="247" y="69"/>
                    </a:cubicBezTo>
                    <a:close/>
                    <a:moveTo>
                      <a:pt x="282" y="69"/>
                    </a:moveTo>
                    <a:cubicBezTo>
                      <a:pt x="277" y="69"/>
                      <a:pt x="273" y="73"/>
                      <a:pt x="273" y="78"/>
                    </a:cubicBezTo>
                    <a:cubicBezTo>
                      <a:pt x="273" y="83"/>
                      <a:pt x="277" y="86"/>
                      <a:pt x="282" y="86"/>
                    </a:cubicBezTo>
                    <a:cubicBezTo>
                      <a:pt x="286" y="86"/>
                      <a:pt x="290" y="83"/>
                      <a:pt x="290" y="78"/>
                    </a:cubicBezTo>
                    <a:cubicBezTo>
                      <a:pt x="290" y="73"/>
                      <a:pt x="286" y="69"/>
                      <a:pt x="282" y="69"/>
                    </a:cubicBezTo>
                    <a:close/>
                    <a:moveTo>
                      <a:pt x="8" y="104"/>
                    </a:moveTo>
                    <a:cubicBezTo>
                      <a:pt x="3" y="104"/>
                      <a:pt x="0" y="108"/>
                      <a:pt x="0" y="112"/>
                    </a:cubicBezTo>
                    <a:cubicBezTo>
                      <a:pt x="0" y="117"/>
                      <a:pt x="3" y="121"/>
                      <a:pt x="8" y="121"/>
                    </a:cubicBezTo>
                    <a:cubicBezTo>
                      <a:pt x="13" y="121"/>
                      <a:pt x="17" y="117"/>
                      <a:pt x="17" y="112"/>
                    </a:cubicBezTo>
                    <a:cubicBezTo>
                      <a:pt x="17" y="108"/>
                      <a:pt x="13" y="104"/>
                      <a:pt x="8" y="104"/>
                    </a:cubicBezTo>
                    <a:close/>
                    <a:moveTo>
                      <a:pt x="42" y="104"/>
                    </a:moveTo>
                    <a:cubicBezTo>
                      <a:pt x="38" y="104"/>
                      <a:pt x="34" y="108"/>
                      <a:pt x="34" y="112"/>
                    </a:cubicBezTo>
                    <a:cubicBezTo>
                      <a:pt x="34" y="117"/>
                      <a:pt x="38" y="121"/>
                      <a:pt x="42" y="121"/>
                    </a:cubicBezTo>
                    <a:cubicBezTo>
                      <a:pt x="47" y="121"/>
                      <a:pt x="51" y="117"/>
                      <a:pt x="51" y="112"/>
                    </a:cubicBezTo>
                    <a:cubicBezTo>
                      <a:pt x="51" y="108"/>
                      <a:pt x="47" y="104"/>
                      <a:pt x="42" y="104"/>
                    </a:cubicBezTo>
                    <a:close/>
                    <a:moveTo>
                      <a:pt x="76" y="104"/>
                    </a:moveTo>
                    <a:cubicBezTo>
                      <a:pt x="72" y="104"/>
                      <a:pt x="68" y="108"/>
                      <a:pt x="68" y="112"/>
                    </a:cubicBezTo>
                    <a:cubicBezTo>
                      <a:pt x="68" y="117"/>
                      <a:pt x="72" y="121"/>
                      <a:pt x="76" y="121"/>
                    </a:cubicBezTo>
                    <a:cubicBezTo>
                      <a:pt x="81" y="121"/>
                      <a:pt x="85" y="117"/>
                      <a:pt x="85" y="112"/>
                    </a:cubicBezTo>
                    <a:cubicBezTo>
                      <a:pt x="85" y="108"/>
                      <a:pt x="81" y="104"/>
                      <a:pt x="76" y="104"/>
                    </a:cubicBezTo>
                    <a:close/>
                    <a:moveTo>
                      <a:pt x="111" y="104"/>
                    </a:moveTo>
                    <a:cubicBezTo>
                      <a:pt x="106" y="104"/>
                      <a:pt x="102" y="108"/>
                      <a:pt x="102" y="112"/>
                    </a:cubicBezTo>
                    <a:cubicBezTo>
                      <a:pt x="102" y="117"/>
                      <a:pt x="106" y="121"/>
                      <a:pt x="111" y="121"/>
                    </a:cubicBezTo>
                    <a:cubicBezTo>
                      <a:pt x="115" y="121"/>
                      <a:pt x="119" y="117"/>
                      <a:pt x="119" y="112"/>
                    </a:cubicBezTo>
                    <a:cubicBezTo>
                      <a:pt x="119" y="108"/>
                      <a:pt x="115" y="104"/>
                      <a:pt x="111" y="104"/>
                    </a:cubicBezTo>
                    <a:close/>
                    <a:moveTo>
                      <a:pt x="145" y="104"/>
                    </a:moveTo>
                    <a:cubicBezTo>
                      <a:pt x="140" y="104"/>
                      <a:pt x="136" y="108"/>
                      <a:pt x="136" y="112"/>
                    </a:cubicBezTo>
                    <a:cubicBezTo>
                      <a:pt x="136" y="117"/>
                      <a:pt x="140" y="121"/>
                      <a:pt x="145" y="121"/>
                    </a:cubicBezTo>
                    <a:cubicBezTo>
                      <a:pt x="150" y="121"/>
                      <a:pt x="153" y="117"/>
                      <a:pt x="153" y="112"/>
                    </a:cubicBezTo>
                    <a:cubicBezTo>
                      <a:pt x="153" y="108"/>
                      <a:pt x="150" y="104"/>
                      <a:pt x="145" y="104"/>
                    </a:cubicBezTo>
                    <a:close/>
                    <a:moveTo>
                      <a:pt x="179" y="104"/>
                    </a:moveTo>
                    <a:cubicBezTo>
                      <a:pt x="174" y="104"/>
                      <a:pt x="171" y="108"/>
                      <a:pt x="171" y="112"/>
                    </a:cubicBezTo>
                    <a:cubicBezTo>
                      <a:pt x="171" y="117"/>
                      <a:pt x="174" y="121"/>
                      <a:pt x="179" y="121"/>
                    </a:cubicBezTo>
                    <a:cubicBezTo>
                      <a:pt x="184" y="121"/>
                      <a:pt x="188" y="117"/>
                      <a:pt x="188" y="112"/>
                    </a:cubicBezTo>
                    <a:cubicBezTo>
                      <a:pt x="188" y="108"/>
                      <a:pt x="184" y="104"/>
                      <a:pt x="179" y="104"/>
                    </a:cubicBezTo>
                    <a:close/>
                    <a:moveTo>
                      <a:pt x="213" y="104"/>
                    </a:moveTo>
                    <a:cubicBezTo>
                      <a:pt x="209" y="104"/>
                      <a:pt x="205" y="108"/>
                      <a:pt x="205" y="112"/>
                    </a:cubicBezTo>
                    <a:cubicBezTo>
                      <a:pt x="205" y="117"/>
                      <a:pt x="209" y="121"/>
                      <a:pt x="213" y="121"/>
                    </a:cubicBezTo>
                    <a:cubicBezTo>
                      <a:pt x="218" y="121"/>
                      <a:pt x="222" y="117"/>
                      <a:pt x="222" y="112"/>
                    </a:cubicBezTo>
                    <a:cubicBezTo>
                      <a:pt x="222" y="108"/>
                      <a:pt x="218" y="104"/>
                      <a:pt x="213" y="104"/>
                    </a:cubicBezTo>
                    <a:close/>
                    <a:moveTo>
                      <a:pt x="247" y="104"/>
                    </a:moveTo>
                    <a:cubicBezTo>
                      <a:pt x="243" y="104"/>
                      <a:pt x="239" y="108"/>
                      <a:pt x="239" y="112"/>
                    </a:cubicBezTo>
                    <a:cubicBezTo>
                      <a:pt x="239" y="117"/>
                      <a:pt x="243" y="121"/>
                      <a:pt x="247" y="121"/>
                    </a:cubicBezTo>
                    <a:cubicBezTo>
                      <a:pt x="252" y="121"/>
                      <a:pt x="256" y="117"/>
                      <a:pt x="256" y="112"/>
                    </a:cubicBezTo>
                    <a:cubicBezTo>
                      <a:pt x="256" y="108"/>
                      <a:pt x="252" y="104"/>
                      <a:pt x="247" y="104"/>
                    </a:cubicBezTo>
                    <a:close/>
                    <a:moveTo>
                      <a:pt x="282" y="104"/>
                    </a:moveTo>
                    <a:cubicBezTo>
                      <a:pt x="277" y="104"/>
                      <a:pt x="273" y="108"/>
                      <a:pt x="273" y="112"/>
                    </a:cubicBezTo>
                    <a:cubicBezTo>
                      <a:pt x="273" y="117"/>
                      <a:pt x="277" y="121"/>
                      <a:pt x="282" y="121"/>
                    </a:cubicBezTo>
                    <a:cubicBezTo>
                      <a:pt x="286" y="121"/>
                      <a:pt x="290" y="117"/>
                      <a:pt x="290" y="112"/>
                    </a:cubicBezTo>
                    <a:cubicBezTo>
                      <a:pt x="290" y="108"/>
                      <a:pt x="286" y="104"/>
                      <a:pt x="282" y="10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99" name="Group 33875">
              <a:extLst>
                <a:ext uri="{FF2B5EF4-FFF2-40B4-BE49-F238E27FC236}">
                  <a16:creationId xmlns:a16="http://schemas.microsoft.com/office/drawing/2014/main" id="{1924F053-4D4B-4A16-A4CC-7F981AE526A2}"/>
                </a:ext>
              </a:extLst>
            </p:cNvPr>
            <p:cNvGrpSpPr/>
            <p:nvPr/>
          </p:nvGrpSpPr>
          <p:grpSpPr>
            <a:xfrm>
              <a:off x="3167308" y="3078804"/>
              <a:ext cx="877727" cy="990166"/>
              <a:chOff x="9157561" y="3941338"/>
              <a:chExt cx="877727" cy="990166"/>
            </a:xfrm>
          </p:grpSpPr>
          <p:sp>
            <p:nvSpPr>
              <p:cNvPr id="466" name="Freeform 29">
                <a:extLst>
                  <a:ext uri="{FF2B5EF4-FFF2-40B4-BE49-F238E27FC236}">
                    <a16:creationId xmlns:a16="http://schemas.microsoft.com/office/drawing/2014/main" id="{6F46C6CB-44E9-499E-AE6B-B82FD8D94C73}"/>
                  </a:ext>
                </a:extLst>
              </p:cNvPr>
              <p:cNvSpPr>
                <a:spLocks/>
              </p:cNvSpPr>
              <p:nvPr/>
            </p:nvSpPr>
            <p:spPr bwMode="auto">
              <a:xfrm>
                <a:off x="9157561" y="3941338"/>
                <a:ext cx="877727" cy="990166"/>
              </a:xfrm>
              <a:custGeom>
                <a:avLst/>
                <a:gdLst>
                  <a:gd name="T0" fmla="*/ 426 w 426"/>
                  <a:gd name="T1" fmla="*/ 480 h 480"/>
                  <a:gd name="T2" fmla="*/ 0 w 426"/>
                  <a:gd name="T3" fmla="*/ 480 h 480"/>
                  <a:gd name="T4" fmla="*/ 0 w 426"/>
                  <a:gd name="T5" fmla="*/ 45 h 480"/>
                  <a:gd name="T6" fmla="*/ 45 w 426"/>
                  <a:gd name="T7" fmla="*/ 0 h 480"/>
                  <a:gd name="T8" fmla="*/ 381 w 426"/>
                  <a:gd name="T9" fmla="*/ 0 h 480"/>
                  <a:gd name="T10" fmla="*/ 426 w 426"/>
                  <a:gd name="T11" fmla="*/ 45 h 480"/>
                  <a:gd name="T12" fmla="*/ 426 w 426"/>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426" h="480">
                    <a:moveTo>
                      <a:pt x="426" y="480"/>
                    </a:moveTo>
                    <a:cubicBezTo>
                      <a:pt x="0" y="480"/>
                      <a:pt x="0" y="480"/>
                      <a:pt x="0" y="480"/>
                    </a:cubicBezTo>
                    <a:cubicBezTo>
                      <a:pt x="0" y="45"/>
                      <a:pt x="0" y="45"/>
                      <a:pt x="0" y="45"/>
                    </a:cubicBezTo>
                    <a:cubicBezTo>
                      <a:pt x="0" y="20"/>
                      <a:pt x="20" y="0"/>
                      <a:pt x="45" y="0"/>
                    </a:cubicBezTo>
                    <a:cubicBezTo>
                      <a:pt x="381" y="0"/>
                      <a:pt x="381" y="0"/>
                      <a:pt x="381" y="0"/>
                    </a:cubicBezTo>
                    <a:cubicBezTo>
                      <a:pt x="406" y="0"/>
                      <a:pt x="426" y="20"/>
                      <a:pt x="426" y="45"/>
                    </a:cubicBezTo>
                    <a:lnTo>
                      <a:pt x="426" y="48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67" name="Rectangle 30">
                <a:extLst>
                  <a:ext uri="{FF2B5EF4-FFF2-40B4-BE49-F238E27FC236}">
                    <a16:creationId xmlns:a16="http://schemas.microsoft.com/office/drawing/2014/main" id="{C1E0A6E4-0A85-4B4E-8499-F443919D8C83}"/>
                  </a:ext>
                </a:extLst>
              </p:cNvPr>
              <p:cNvSpPr>
                <a:spLocks noChangeArrowheads="1"/>
              </p:cNvSpPr>
              <p:nvPr/>
            </p:nvSpPr>
            <p:spPr bwMode="auto">
              <a:xfrm>
                <a:off x="9181967" y="4099973"/>
                <a:ext cx="828916" cy="801895"/>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68" name="Freeform 31">
                <a:extLst>
                  <a:ext uri="{FF2B5EF4-FFF2-40B4-BE49-F238E27FC236}">
                    <a16:creationId xmlns:a16="http://schemas.microsoft.com/office/drawing/2014/main" id="{3F020214-342C-41E1-BD1A-AD91381630B0}"/>
                  </a:ext>
                </a:extLst>
              </p:cNvPr>
              <p:cNvSpPr>
                <a:spLocks/>
              </p:cNvSpPr>
              <p:nvPr/>
            </p:nvSpPr>
            <p:spPr bwMode="auto">
              <a:xfrm>
                <a:off x="9243852" y="3980561"/>
                <a:ext cx="51426" cy="51426"/>
              </a:xfrm>
              <a:custGeom>
                <a:avLst/>
                <a:gdLst>
                  <a:gd name="T0" fmla="*/ 18 w 25"/>
                  <a:gd name="T1" fmla="*/ 7 h 25"/>
                  <a:gd name="T2" fmla="*/ 6 w 25"/>
                  <a:gd name="T3" fmla="*/ 19 h 25"/>
                  <a:gd name="T4" fmla="*/ 18 w 25"/>
                  <a:gd name="T5" fmla="*/ 7 h 25"/>
                </a:gdLst>
                <a:ahLst/>
                <a:cxnLst>
                  <a:cxn ang="0">
                    <a:pos x="T0" y="T1"/>
                  </a:cxn>
                  <a:cxn ang="0">
                    <a:pos x="T2" y="T3"/>
                  </a:cxn>
                  <a:cxn ang="0">
                    <a:pos x="T4" y="T5"/>
                  </a:cxn>
                </a:cxnLst>
                <a:rect l="0" t="0" r="r" b="b"/>
                <a:pathLst>
                  <a:path w="25" h="25">
                    <a:moveTo>
                      <a:pt x="18" y="7"/>
                    </a:moveTo>
                    <a:cubicBezTo>
                      <a:pt x="25" y="16"/>
                      <a:pt x="15" y="25"/>
                      <a:pt x="6" y="19"/>
                    </a:cubicBezTo>
                    <a:cubicBezTo>
                      <a:pt x="0" y="10"/>
                      <a:pt x="9" y="0"/>
                      <a:pt x="18" y="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9" name="Oval 32">
                <a:extLst>
                  <a:ext uri="{FF2B5EF4-FFF2-40B4-BE49-F238E27FC236}">
                    <a16:creationId xmlns:a16="http://schemas.microsoft.com/office/drawing/2014/main" id="{1098469F-A4A6-4B62-B505-4D84BBC4B80A}"/>
                  </a:ext>
                </a:extLst>
              </p:cNvPr>
              <p:cNvSpPr>
                <a:spLocks noChangeArrowheads="1"/>
              </p:cNvSpPr>
              <p:nvPr/>
            </p:nvSpPr>
            <p:spPr bwMode="auto">
              <a:xfrm>
                <a:off x="9202886" y="3991021"/>
                <a:ext cx="33122" cy="33122"/>
              </a:xfrm>
              <a:prstGeom prst="ellipse">
                <a:avLst/>
              </a:pr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0" name="Freeform 33">
                <a:extLst>
                  <a:ext uri="{FF2B5EF4-FFF2-40B4-BE49-F238E27FC236}">
                    <a16:creationId xmlns:a16="http://schemas.microsoft.com/office/drawing/2014/main" id="{8CA4376F-9885-4C55-A2D4-67BE302EB27B}"/>
                  </a:ext>
                </a:extLst>
              </p:cNvPr>
              <p:cNvSpPr>
                <a:spLocks/>
              </p:cNvSpPr>
              <p:nvPr/>
            </p:nvSpPr>
            <p:spPr bwMode="auto">
              <a:xfrm>
                <a:off x="9293535" y="3980561"/>
                <a:ext cx="51426" cy="51426"/>
              </a:xfrm>
              <a:custGeom>
                <a:avLst/>
                <a:gdLst>
                  <a:gd name="T0" fmla="*/ 19 w 25"/>
                  <a:gd name="T1" fmla="*/ 7 h 25"/>
                  <a:gd name="T2" fmla="*/ 7 w 25"/>
                  <a:gd name="T3" fmla="*/ 19 h 25"/>
                  <a:gd name="T4" fmla="*/ 19 w 25"/>
                  <a:gd name="T5" fmla="*/ 7 h 25"/>
                </a:gdLst>
                <a:ahLst/>
                <a:cxnLst>
                  <a:cxn ang="0">
                    <a:pos x="T0" y="T1"/>
                  </a:cxn>
                  <a:cxn ang="0">
                    <a:pos x="T2" y="T3"/>
                  </a:cxn>
                  <a:cxn ang="0">
                    <a:pos x="T4" y="T5"/>
                  </a:cxn>
                </a:cxnLst>
                <a:rect l="0" t="0" r="r" b="b"/>
                <a:pathLst>
                  <a:path w="25" h="25">
                    <a:moveTo>
                      <a:pt x="19" y="7"/>
                    </a:moveTo>
                    <a:cubicBezTo>
                      <a:pt x="25" y="16"/>
                      <a:pt x="15" y="25"/>
                      <a:pt x="7" y="19"/>
                    </a:cubicBezTo>
                    <a:cubicBezTo>
                      <a:pt x="0" y="10"/>
                      <a:pt x="10" y="0"/>
                      <a:pt x="19" y="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1" name="Freeform 34">
                <a:extLst>
                  <a:ext uri="{FF2B5EF4-FFF2-40B4-BE49-F238E27FC236}">
                    <a16:creationId xmlns:a16="http://schemas.microsoft.com/office/drawing/2014/main" id="{AFD99CB5-3BE7-493B-A295-BED2D0FC0E48}"/>
                  </a:ext>
                </a:extLst>
              </p:cNvPr>
              <p:cNvSpPr>
                <a:spLocks/>
              </p:cNvSpPr>
              <p:nvPr/>
            </p:nvSpPr>
            <p:spPr bwMode="auto">
              <a:xfrm>
                <a:off x="9378082" y="3984919"/>
                <a:ext cx="602293" cy="45324"/>
              </a:xfrm>
              <a:custGeom>
                <a:avLst/>
                <a:gdLst>
                  <a:gd name="T0" fmla="*/ 281 w 292"/>
                  <a:gd name="T1" fmla="*/ 22 h 22"/>
                  <a:gd name="T2" fmla="*/ 12 w 292"/>
                  <a:gd name="T3" fmla="*/ 22 h 22"/>
                  <a:gd name="T4" fmla="*/ 0 w 292"/>
                  <a:gd name="T5" fmla="*/ 11 h 22"/>
                  <a:gd name="T6" fmla="*/ 12 w 292"/>
                  <a:gd name="T7" fmla="*/ 0 h 22"/>
                  <a:gd name="T8" fmla="*/ 281 w 292"/>
                  <a:gd name="T9" fmla="*/ 0 h 22"/>
                  <a:gd name="T10" fmla="*/ 292 w 292"/>
                  <a:gd name="T11" fmla="*/ 11 h 22"/>
                  <a:gd name="T12" fmla="*/ 281 w 292"/>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92" h="22">
                    <a:moveTo>
                      <a:pt x="281" y="22"/>
                    </a:moveTo>
                    <a:cubicBezTo>
                      <a:pt x="12" y="22"/>
                      <a:pt x="12" y="22"/>
                      <a:pt x="12" y="22"/>
                    </a:cubicBezTo>
                    <a:cubicBezTo>
                      <a:pt x="5" y="22"/>
                      <a:pt x="0" y="17"/>
                      <a:pt x="0" y="11"/>
                    </a:cubicBezTo>
                    <a:cubicBezTo>
                      <a:pt x="0" y="5"/>
                      <a:pt x="5" y="0"/>
                      <a:pt x="12" y="0"/>
                    </a:cubicBezTo>
                    <a:cubicBezTo>
                      <a:pt x="281" y="0"/>
                      <a:pt x="281" y="0"/>
                      <a:pt x="281" y="0"/>
                    </a:cubicBezTo>
                    <a:cubicBezTo>
                      <a:pt x="287" y="0"/>
                      <a:pt x="292" y="5"/>
                      <a:pt x="292" y="11"/>
                    </a:cubicBezTo>
                    <a:cubicBezTo>
                      <a:pt x="292" y="17"/>
                      <a:pt x="287" y="22"/>
                      <a:pt x="281"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2" name="Freeform 35">
                <a:extLst>
                  <a:ext uri="{FF2B5EF4-FFF2-40B4-BE49-F238E27FC236}">
                    <a16:creationId xmlns:a16="http://schemas.microsoft.com/office/drawing/2014/main" id="{269D6B09-AABE-46AF-AE4F-30028BA288CF}"/>
                  </a:ext>
                </a:extLst>
              </p:cNvPr>
              <p:cNvSpPr>
                <a:spLocks noEditPoints="1"/>
              </p:cNvSpPr>
              <p:nvPr/>
            </p:nvSpPr>
            <p:spPr bwMode="auto">
              <a:xfrm>
                <a:off x="9344961" y="4450367"/>
                <a:ext cx="502928" cy="380028"/>
              </a:xfrm>
              <a:custGeom>
                <a:avLst/>
                <a:gdLst>
                  <a:gd name="T0" fmla="*/ 24 w 244"/>
                  <a:gd name="T1" fmla="*/ 114 h 184"/>
                  <a:gd name="T2" fmla="*/ 24 w 244"/>
                  <a:gd name="T3" fmla="*/ 175 h 184"/>
                  <a:gd name="T4" fmla="*/ 14 w 244"/>
                  <a:gd name="T5" fmla="*/ 184 h 184"/>
                  <a:gd name="T6" fmla="*/ 9 w 244"/>
                  <a:gd name="T7" fmla="*/ 184 h 184"/>
                  <a:gd name="T8" fmla="*/ 0 w 244"/>
                  <a:gd name="T9" fmla="*/ 175 h 184"/>
                  <a:gd name="T10" fmla="*/ 0 w 244"/>
                  <a:gd name="T11" fmla="*/ 114 h 184"/>
                  <a:gd name="T12" fmla="*/ 9 w 244"/>
                  <a:gd name="T13" fmla="*/ 104 h 184"/>
                  <a:gd name="T14" fmla="*/ 14 w 244"/>
                  <a:gd name="T15" fmla="*/ 104 h 184"/>
                  <a:gd name="T16" fmla="*/ 24 w 244"/>
                  <a:gd name="T17" fmla="*/ 114 h 184"/>
                  <a:gd name="T18" fmla="*/ 51 w 244"/>
                  <a:gd name="T19" fmla="*/ 56 h 184"/>
                  <a:gd name="T20" fmla="*/ 46 w 244"/>
                  <a:gd name="T21" fmla="*/ 56 h 184"/>
                  <a:gd name="T22" fmla="*/ 37 w 244"/>
                  <a:gd name="T23" fmla="*/ 66 h 184"/>
                  <a:gd name="T24" fmla="*/ 37 w 244"/>
                  <a:gd name="T25" fmla="*/ 175 h 184"/>
                  <a:gd name="T26" fmla="*/ 46 w 244"/>
                  <a:gd name="T27" fmla="*/ 184 h 184"/>
                  <a:gd name="T28" fmla="*/ 51 w 244"/>
                  <a:gd name="T29" fmla="*/ 184 h 184"/>
                  <a:gd name="T30" fmla="*/ 61 w 244"/>
                  <a:gd name="T31" fmla="*/ 175 h 184"/>
                  <a:gd name="T32" fmla="*/ 61 w 244"/>
                  <a:gd name="T33" fmla="*/ 66 h 184"/>
                  <a:gd name="T34" fmla="*/ 51 w 244"/>
                  <a:gd name="T35" fmla="*/ 56 h 184"/>
                  <a:gd name="T36" fmla="*/ 88 w 244"/>
                  <a:gd name="T37" fmla="*/ 85 h 184"/>
                  <a:gd name="T38" fmla="*/ 83 w 244"/>
                  <a:gd name="T39" fmla="*/ 85 h 184"/>
                  <a:gd name="T40" fmla="*/ 73 w 244"/>
                  <a:gd name="T41" fmla="*/ 95 h 184"/>
                  <a:gd name="T42" fmla="*/ 73 w 244"/>
                  <a:gd name="T43" fmla="*/ 175 h 184"/>
                  <a:gd name="T44" fmla="*/ 83 w 244"/>
                  <a:gd name="T45" fmla="*/ 184 h 184"/>
                  <a:gd name="T46" fmla="*/ 88 w 244"/>
                  <a:gd name="T47" fmla="*/ 184 h 184"/>
                  <a:gd name="T48" fmla="*/ 97 w 244"/>
                  <a:gd name="T49" fmla="*/ 175 h 184"/>
                  <a:gd name="T50" fmla="*/ 97 w 244"/>
                  <a:gd name="T51" fmla="*/ 95 h 184"/>
                  <a:gd name="T52" fmla="*/ 88 w 244"/>
                  <a:gd name="T53" fmla="*/ 85 h 184"/>
                  <a:gd name="T54" fmla="*/ 125 w 244"/>
                  <a:gd name="T55" fmla="*/ 42 h 184"/>
                  <a:gd name="T56" fmla="*/ 120 w 244"/>
                  <a:gd name="T57" fmla="*/ 42 h 184"/>
                  <a:gd name="T58" fmla="*/ 110 w 244"/>
                  <a:gd name="T59" fmla="*/ 51 h 184"/>
                  <a:gd name="T60" fmla="*/ 110 w 244"/>
                  <a:gd name="T61" fmla="*/ 175 h 184"/>
                  <a:gd name="T62" fmla="*/ 120 w 244"/>
                  <a:gd name="T63" fmla="*/ 184 h 184"/>
                  <a:gd name="T64" fmla="*/ 125 w 244"/>
                  <a:gd name="T65" fmla="*/ 184 h 184"/>
                  <a:gd name="T66" fmla="*/ 134 w 244"/>
                  <a:gd name="T67" fmla="*/ 175 h 184"/>
                  <a:gd name="T68" fmla="*/ 134 w 244"/>
                  <a:gd name="T69" fmla="*/ 51 h 184"/>
                  <a:gd name="T70" fmla="*/ 125 w 244"/>
                  <a:gd name="T71" fmla="*/ 42 h 184"/>
                  <a:gd name="T72" fmla="*/ 161 w 244"/>
                  <a:gd name="T73" fmla="*/ 56 h 184"/>
                  <a:gd name="T74" fmla="*/ 156 w 244"/>
                  <a:gd name="T75" fmla="*/ 56 h 184"/>
                  <a:gd name="T76" fmla="*/ 147 w 244"/>
                  <a:gd name="T77" fmla="*/ 65 h 184"/>
                  <a:gd name="T78" fmla="*/ 147 w 244"/>
                  <a:gd name="T79" fmla="*/ 175 h 184"/>
                  <a:gd name="T80" fmla="*/ 156 w 244"/>
                  <a:gd name="T81" fmla="*/ 184 h 184"/>
                  <a:gd name="T82" fmla="*/ 161 w 244"/>
                  <a:gd name="T83" fmla="*/ 184 h 184"/>
                  <a:gd name="T84" fmla="*/ 171 w 244"/>
                  <a:gd name="T85" fmla="*/ 175 h 184"/>
                  <a:gd name="T86" fmla="*/ 171 w 244"/>
                  <a:gd name="T87" fmla="*/ 65 h 184"/>
                  <a:gd name="T88" fmla="*/ 161 w 244"/>
                  <a:gd name="T89" fmla="*/ 56 h 184"/>
                  <a:gd name="T90" fmla="*/ 198 w 244"/>
                  <a:gd name="T91" fmla="*/ 14 h 184"/>
                  <a:gd name="T92" fmla="*/ 193 w 244"/>
                  <a:gd name="T93" fmla="*/ 14 h 184"/>
                  <a:gd name="T94" fmla="*/ 184 w 244"/>
                  <a:gd name="T95" fmla="*/ 24 h 184"/>
                  <a:gd name="T96" fmla="*/ 184 w 244"/>
                  <a:gd name="T97" fmla="*/ 175 h 184"/>
                  <a:gd name="T98" fmla="*/ 193 w 244"/>
                  <a:gd name="T99" fmla="*/ 184 h 184"/>
                  <a:gd name="T100" fmla="*/ 198 w 244"/>
                  <a:gd name="T101" fmla="*/ 184 h 184"/>
                  <a:gd name="T102" fmla="*/ 208 w 244"/>
                  <a:gd name="T103" fmla="*/ 175 h 184"/>
                  <a:gd name="T104" fmla="*/ 208 w 244"/>
                  <a:gd name="T105" fmla="*/ 24 h 184"/>
                  <a:gd name="T106" fmla="*/ 198 w 244"/>
                  <a:gd name="T107" fmla="*/ 14 h 184"/>
                  <a:gd name="T108" fmla="*/ 235 w 244"/>
                  <a:gd name="T109" fmla="*/ 0 h 184"/>
                  <a:gd name="T110" fmla="*/ 230 w 244"/>
                  <a:gd name="T111" fmla="*/ 0 h 184"/>
                  <a:gd name="T112" fmla="*/ 220 w 244"/>
                  <a:gd name="T113" fmla="*/ 9 h 184"/>
                  <a:gd name="T114" fmla="*/ 220 w 244"/>
                  <a:gd name="T115" fmla="*/ 175 h 184"/>
                  <a:gd name="T116" fmla="*/ 230 w 244"/>
                  <a:gd name="T117" fmla="*/ 184 h 184"/>
                  <a:gd name="T118" fmla="*/ 235 w 244"/>
                  <a:gd name="T119" fmla="*/ 184 h 184"/>
                  <a:gd name="T120" fmla="*/ 244 w 244"/>
                  <a:gd name="T121" fmla="*/ 175 h 184"/>
                  <a:gd name="T122" fmla="*/ 244 w 244"/>
                  <a:gd name="T123" fmla="*/ 9 h 184"/>
                  <a:gd name="T124" fmla="*/ 235 w 244"/>
                  <a:gd name="T125"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4" h="184">
                    <a:moveTo>
                      <a:pt x="24" y="114"/>
                    </a:moveTo>
                    <a:cubicBezTo>
                      <a:pt x="24" y="175"/>
                      <a:pt x="24" y="175"/>
                      <a:pt x="24" y="175"/>
                    </a:cubicBezTo>
                    <a:cubicBezTo>
                      <a:pt x="24" y="180"/>
                      <a:pt x="20" y="184"/>
                      <a:pt x="14" y="184"/>
                    </a:cubicBezTo>
                    <a:cubicBezTo>
                      <a:pt x="9" y="184"/>
                      <a:pt x="9" y="184"/>
                      <a:pt x="9" y="184"/>
                    </a:cubicBezTo>
                    <a:cubicBezTo>
                      <a:pt x="4" y="184"/>
                      <a:pt x="0" y="180"/>
                      <a:pt x="0" y="175"/>
                    </a:cubicBezTo>
                    <a:cubicBezTo>
                      <a:pt x="0" y="114"/>
                      <a:pt x="0" y="114"/>
                      <a:pt x="0" y="114"/>
                    </a:cubicBezTo>
                    <a:cubicBezTo>
                      <a:pt x="0" y="108"/>
                      <a:pt x="4" y="104"/>
                      <a:pt x="9" y="104"/>
                    </a:cubicBezTo>
                    <a:cubicBezTo>
                      <a:pt x="14" y="104"/>
                      <a:pt x="14" y="104"/>
                      <a:pt x="14" y="104"/>
                    </a:cubicBezTo>
                    <a:cubicBezTo>
                      <a:pt x="20" y="104"/>
                      <a:pt x="24" y="108"/>
                      <a:pt x="24" y="114"/>
                    </a:cubicBezTo>
                    <a:close/>
                    <a:moveTo>
                      <a:pt x="51" y="56"/>
                    </a:moveTo>
                    <a:cubicBezTo>
                      <a:pt x="46" y="56"/>
                      <a:pt x="46" y="56"/>
                      <a:pt x="46" y="56"/>
                    </a:cubicBezTo>
                    <a:cubicBezTo>
                      <a:pt x="41" y="56"/>
                      <a:pt x="37" y="60"/>
                      <a:pt x="37" y="66"/>
                    </a:cubicBezTo>
                    <a:cubicBezTo>
                      <a:pt x="37" y="175"/>
                      <a:pt x="37" y="175"/>
                      <a:pt x="37" y="175"/>
                    </a:cubicBezTo>
                    <a:cubicBezTo>
                      <a:pt x="37" y="180"/>
                      <a:pt x="41" y="184"/>
                      <a:pt x="46" y="184"/>
                    </a:cubicBezTo>
                    <a:cubicBezTo>
                      <a:pt x="51" y="184"/>
                      <a:pt x="51" y="184"/>
                      <a:pt x="51" y="184"/>
                    </a:cubicBezTo>
                    <a:cubicBezTo>
                      <a:pt x="56" y="184"/>
                      <a:pt x="61" y="180"/>
                      <a:pt x="61" y="175"/>
                    </a:cubicBezTo>
                    <a:cubicBezTo>
                      <a:pt x="61" y="66"/>
                      <a:pt x="61" y="66"/>
                      <a:pt x="61" y="66"/>
                    </a:cubicBezTo>
                    <a:cubicBezTo>
                      <a:pt x="61" y="60"/>
                      <a:pt x="56" y="56"/>
                      <a:pt x="51" y="56"/>
                    </a:cubicBezTo>
                    <a:close/>
                    <a:moveTo>
                      <a:pt x="88" y="85"/>
                    </a:moveTo>
                    <a:cubicBezTo>
                      <a:pt x="83" y="85"/>
                      <a:pt x="83" y="85"/>
                      <a:pt x="83" y="85"/>
                    </a:cubicBezTo>
                    <a:cubicBezTo>
                      <a:pt x="78" y="85"/>
                      <a:pt x="73" y="90"/>
                      <a:pt x="73" y="95"/>
                    </a:cubicBezTo>
                    <a:cubicBezTo>
                      <a:pt x="73" y="175"/>
                      <a:pt x="73" y="175"/>
                      <a:pt x="73" y="175"/>
                    </a:cubicBezTo>
                    <a:cubicBezTo>
                      <a:pt x="73" y="180"/>
                      <a:pt x="78" y="184"/>
                      <a:pt x="83" y="184"/>
                    </a:cubicBezTo>
                    <a:cubicBezTo>
                      <a:pt x="88" y="184"/>
                      <a:pt x="88" y="184"/>
                      <a:pt x="88" y="184"/>
                    </a:cubicBezTo>
                    <a:cubicBezTo>
                      <a:pt x="93" y="184"/>
                      <a:pt x="97" y="180"/>
                      <a:pt x="97" y="175"/>
                    </a:cubicBezTo>
                    <a:cubicBezTo>
                      <a:pt x="97" y="95"/>
                      <a:pt x="97" y="95"/>
                      <a:pt x="97" y="95"/>
                    </a:cubicBezTo>
                    <a:cubicBezTo>
                      <a:pt x="97" y="90"/>
                      <a:pt x="93" y="85"/>
                      <a:pt x="88" y="85"/>
                    </a:cubicBezTo>
                    <a:close/>
                    <a:moveTo>
                      <a:pt x="125" y="42"/>
                    </a:moveTo>
                    <a:cubicBezTo>
                      <a:pt x="120" y="42"/>
                      <a:pt x="120" y="42"/>
                      <a:pt x="120" y="42"/>
                    </a:cubicBezTo>
                    <a:cubicBezTo>
                      <a:pt x="114" y="42"/>
                      <a:pt x="110" y="46"/>
                      <a:pt x="110" y="51"/>
                    </a:cubicBezTo>
                    <a:cubicBezTo>
                      <a:pt x="110" y="175"/>
                      <a:pt x="110" y="175"/>
                      <a:pt x="110" y="175"/>
                    </a:cubicBezTo>
                    <a:cubicBezTo>
                      <a:pt x="110" y="180"/>
                      <a:pt x="114" y="184"/>
                      <a:pt x="120" y="184"/>
                    </a:cubicBezTo>
                    <a:cubicBezTo>
                      <a:pt x="125" y="184"/>
                      <a:pt x="125" y="184"/>
                      <a:pt x="125" y="184"/>
                    </a:cubicBezTo>
                    <a:cubicBezTo>
                      <a:pt x="130" y="184"/>
                      <a:pt x="134" y="180"/>
                      <a:pt x="134" y="175"/>
                    </a:cubicBezTo>
                    <a:cubicBezTo>
                      <a:pt x="134" y="51"/>
                      <a:pt x="134" y="51"/>
                      <a:pt x="134" y="51"/>
                    </a:cubicBezTo>
                    <a:cubicBezTo>
                      <a:pt x="134" y="46"/>
                      <a:pt x="130" y="42"/>
                      <a:pt x="125" y="42"/>
                    </a:cubicBezTo>
                    <a:close/>
                    <a:moveTo>
                      <a:pt x="161" y="56"/>
                    </a:moveTo>
                    <a:cubicBezTo>
                      <a:pt x="156" y="56"/>
                      <a:pt x="156" y="56"/>
                      <a:pt x="156" y="56"/>
                    </a:cubicBezTo>
                    <a:cubicBezTo>
                      <a:pt x="151" y="56"/>
                      <a:pt x="147" y="60"/>
                      <a:pt x="147" y="65"/>
                    </a:cubicBezTo>
                    <a:cubicBezTo>
                      <a:pt x="147" y="175"/>
                      <a:pt x="147" y="175"/>
                      <a:pt x="147" y="175"/>
                    </a:cubicBezTo>
                    <a:cubicBezTo>
                      <a:pt x="147" y="180"/>
                      <a:pt x="151" y="184"/>
                      <a:pt x="156" y="184"/>
                    </a:cubicBezTo>
                    <a:cubicBezTo>
                      <a:pt x="161" y="184"/>
                      <a:pt x="161" y="184"/>
                      <a:pt x="161" y="184"/>
                    </a:cubicBezTo>
                    <a:cubicBezTo>
                      <a:pt x="167" y="184"/>
                      <a:pt x="171" y="180"/>
                      <a:pt x="171" y="175"/>
                    </a:cubicBezTo>
                    <a:cubicBezTo>
                      <a:pt x="171" y="65"/>
                      <a:pt x="171" y="65"/>
                      <a:pt x="171" y="65"/>
                    </a:cubicBezTo>
                    <a:cubicBezTo>
                      <a:pt x="171" y="60"/>
                      <a:pt x="167" y="56"/>
                      <a:pt x="161" y="56"/>
                    </a:cubicBezTo>
                    <a:close/>
                    <a:moveTo>
                      <a:pt x="198" y="14"/>
                    </a:moveTo>
                    <a:cubicBezTo>
                      <a:pt x="193" y="14"/>
                      <a:pt x="193" y="14"/>
                      <a:pt x="193" y="14"/>
                    </a:cubicBezTo>
                    <a:cubicBezTo>
                      <a:pt x="188" y="14"/>
                      <a:pt x="184" y="19"/>
                      <a:pt x="184" y="24"/>
                    </a:cubicBezTo>
                    <a:cubicBezTo>
                      <a:pt x="184" y="175"/>
                      <a:pt x="184" y="175"/>
                      <a:pt x="184" y="175"/>
                    </a:cubicBezTo>
                    <a:cubicBezTo>
                      <a:pt x="184" y="180"/>
                      <a:pt x="188" y="184"/>
                      <a:pt x="193" y="184"/>
                    </a:cubicBezTo>
                    <a:cubicBezTo>
                      <a:pt x="198" y="184"/>
                      <a:pt x="198" y="184"/>
                      <a:pt x="198" y="184"/>
                    </a:cubicBezTo>
                    <a:cubicBezTo>
                      <a:pt x="203" y="184"/>
                      <a:pt x="208" y="180"/>
                      <a:pt x="208" y="175"/>
                    </a:cubicBezTo>
                    <a:cubicBezTo>
                      <a:pt x="208" y="24"/>
                      <a:pt x="208" y="24"/>
                      <a:pt x="208" y="24"/>
                    </a:cubicBezTo>
                    <a:cubicBezTo>
                      <a:pt x="208" y="19"/>
                      <a:pt x="203" y="14"/>
                      <a:pt x="198" y="14"/>
                    </a:cubicBezTo>
                    <a:close/>
                    <a:moveTo>
                      <a:pt x="235" y="0"/>
                    </a:moveTo>
                    <a:cubicBezTo>
                      <a:pt x="230" y="0"/>
                      <a:pt x="230" y="0"/>
                      <a:pt x="230" y="0"/>
                    </a:cubicBezTo>
                    <a:cubicBezTo>
                      <a:pt x="225" y="0"/>
                      <a:pt x="220" y="4"/>
                      <a:pt x="220" y="9"/>
                    </a:cubicBezTo>
                    <a:cubicBezTo>
                      <a:pt x="220" y="175"/>
                      <a:pt x="220" y="175"/>
                      <a:pt x="220" y="175"/>
                    </a:cubicBezTo>
                    <a:cubicBezTo>
                      <a:pt x="220" y="180"/>
                      <a:pt x="225" y="184"/>
                      <a:pt x="230" y="184"/>
                    </a:cubicBezTo>
                    <a:cubicBezTo>
                      <a:pt x="235" y="184"/>
                      <a:pt x="235" y="184"/>
                      <a:pt x="235" y="184"/>
                    </a:cubicBezTo>
                    <a:cubicBezTo>
                      <a:pt x="240" y="184"/>
                      <a:pt x="244" y="180"/>
                      <a:pt x="244" y="175"/>
                    </a:cubicBezTo>
                    <a:cubicBezTo>
                      <a:pt x="244" y="9"/>
                      <a:pt x="244" y="9"/>
                      <a:pt x="244" y="9"/>
                    </a:cubicBezTo>
                    <a:cubicBezTo>
                      <a:pt x="244" y="4"/>
                      <a:pt x="240" y="0"/>
                      <a:pt x="235" y="0"/>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73" name="Freeform 36">
                <a:extLst>
                  <a:ext uri="{FF2B5EF4-FFF2-40B4-BE49-F238E27FC236}">
                    <a16:creationId xmlns:a16="http://schemas.microsoft.com/office/drawing/2014/main" id="{A2EB312E-7AB0-4A6E-A600-9B9FF238C934}"/>
                  </a:ext>
                </a:extLst>
              </p:cNvPr>
              <p:cNvSpPr>
                <a:spLocks noEditPoints="1"/>
              </p:cNvSpPr>
              <p:nvPr/>
            </p:nvSpPr>
            <p:spPr bwMode="auto">
              <a:xfrm>
                <a:off x="9207244" y="4158373"/>
                <a:ext cx="780976" cy="158636"/>
              </a:xfrm>
              <a:custGeom>
                <a:avLst/>
                <a:gdLst>
                  <a:gd name="T0" fmla="*/ 70 w 379"/>
                  <a:gd name="T1" fmla="*/ 42 h 77"/>
                  <a:gd name="T2" fmla="*/ 77 w 379"/>
                  <a:gd name="T3" fmla="*/ 42 h 77"/>
                  <a:gd name="T4" fmla="*/ 38 w 379"/>
                  <a:gd name="T5" fmla="*/ 77 h 77"/>
                  <a:gd name="T6" fmla="*/ 0 w 379"/>
                  <a:gd name="T7" fmla="*/ 39 h 77"/>
                  <a:gd name="T8" fmla="*/ 38 w 379"/>
                  <a:gd name="T9" fmla="*/ 0 h 77"/>
                  <a:gd name="T10" fmla="*/ 38 w 379"/>
                  <a:gd name="T11" fmla="*/ 8 h 77"/>
                  <a:gd name="T12" fmla="*/ 70 w 379"/>
                  <a:gd name="T13" fmla="*/ 39 h 77"/>
                  <a:gd name="T14" fmla="*/ 70 w 379"/>
                  <a:gd name="T15" fmla="*/ 42 h 77"/>
                  <a:gd name="T16" fmla="*/ 141 w 379"/>
                  <a:gd name="T17" fmla="*/ 8 h 77"/>
                  <a:gd name="T18" fmla="*/ 141 w 379"/>
                  <a:gd name="T19" fmla="*/ 0 h 77"/>
                  <a:gd name="T20" fmla="*/ 103 w 379"/>
                  <a:gd name="T21" fmla="*/ 39 h 77"/>
                  <a:gd name="T22" fmla="*/ 141 w 379"/>
                  <a:gd name="T23" fmla="*/ 77 h 77"/>
                  <a:gd name="T24" fmla="*/ 141 w 379"/>
                  <a:gd name="T25" fmla="*/ 71 h 77"/>
                  <a:gd name="T26" fmla="*/ 173 w 379"/>
                  <a:gd name="T27" fmla="*/ 39 h 77"/>
                  <a:gd name="T28" fmla="*/ 141 w 379"/>
                  <a:gd name="T29" fmla="*/ 8 h 77"/>
                  <a:gd name="T30" fmla="*/ 244 w 379"/>
                  <a:gd name="T31" fmla="*/ 8 h 77"/>
                  <a:gd name="T32" fmla="*/ 244 w 379"/>
                  <a:gd name="T33" fmla="*/ 0 h 77"/>
                  <a:gd name="T34" fmla="*/ 205 w 379"/>
                  <a:gd name="T35" fmla="*/ 39 h 77"/>
                  <a:gd name="T36" fmla="*/ 217 w 379"/>
                  <a:gd name="T37" fmla="*/ 66 h 77"/>
                  <a:gd name="T38" fmla="*/ 222 w 379"/>
                  <a:gd name="T39" fmla="*/ 61 h 77"/>
                  <a:gd name="T40" fmla="*/ 244 w 379"/>
                  <a:gd name="T41" fmla="*/ 71 h 77"/>
                  <a:gd name="T42" fmla="*/ 276 w 379"/>
                  <a:gd name="T43" fmla="*/ 39 h 77"/>
                  <a:gd name="T44" fmla="*/ 244 w 379"/>
                  <a:gd name="T45" fmla="*/ 8 h 77"/>
                  <a:gd name="T46" fmla="*/ 347 w 379"/>
                  <a:gd name="T47" fmla="*/ 8 h 77"/>
                  <a:gd name="T48" fmla="*/ 347 w 379"/>
                  <a:gd name="T49" fmla="*/ 0 h 77"/>
                  <a:gd name="T50" fmla="*/ 320 w 379"/>
                  <a:gd name="T51" fmla="*/ 11 h 77"/>
                  <a:gd name="T52" fmla="*/ 325 w 379"/>
                  <a:gd name="T53" fmla="*/ 17 h 77"/>
                  <a:gd name="T54" fmla="*/ 316 w 379"/>
                  <a:gd name="T55" fmla="*/ 39 h 77"/>
                  <a:gd name="T56" fmla="*/ 347 w 379"/>
                  <a:gd name="T57" fmla="*/ 71 h 77"/>
                  <a:gd name="T58" fmla="*/ 379 w 379"/>
                  <a:gd name="T59" fmla="*/ 39 h 77"/>
                  <a:gd name="T60" fmla="*/ 347 w 379"/>
                  <a:gd name="T61" fmla="*/ 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9" h="77">
                    <a:moveTo>
                      <a:pt x="70" y="42"/>
                    </a:moveTo>
                    <a:cubicBezTo>
                      <a:pt x="77" y="42"/>
                      <a:pt x="77" y="42"/>
                      <a:pt x="77" y="42"/>
                    </a:cubicBezTo>
                    <a:cubicBezTo>
                      <a:pt x="75" y="62"/>
                      <a:pt x="59" y="77"/>
                      <a:pt x="38" y="77"/>
                    </a:cubicBezTo>
                    <a:cubicBezTo>
                      <a:pt x="17" y="77"/>
                      <a:pt x="0" y="60"/>
                      <a:pt x="0" y="39"/>
                    </a:cubicBezTo>
                    <a:cubicBezTo>
                      <a:pt x="0" y="17"/>
                      <a:pt x="17" y="0"/>
                      <a:pt x="38" y="0"/>
                    </a:cubicBezTo>
                    <a:cubicBezTo>
                      <a:pt x="38" y="8"/>
                      <a:pt x="38" y="8"/>
                      <a:pt x="38" y="8"/>
                    </a:cubicBezTo>
                    <a:cubicBezTo>
                      <a:pt x="56" y="8"/>
                      <a:pt x="70" y="22"/>
                      <a:pt x="70" y="39"/>
                    </a:cubicBezTo>
                    <a:cubicBezTo>
                      <a:pt x="70" y="40"/>
                      <a:pt x="70" y="41"/>
                      <a:pt x="70" y="42"/>
                    </a:cubicBezTo>
                    <a:close/>
                    <a:moveTo>
                      <a:pt x="141" y="8"/>
                    </a:moveTo>
                    <a:cubicBezTo>
                      <a:pt x="141" y="0"/>
                      <a:pt x="141" y="0"/>
                      <a:pt x="141" y="0"/>
                    </a:cubicBezTo>
                    <a:cubicBezTo>
                      <a:pt x="120" y="0"/>
                      <a:pt x="103" y="17"/>
                      <a:pt x="103" y="39"/>
                    </a:cubicBezTo>
                    <a:cubicBezTo>
                      <a:pt x="103" y="60"/>
                      <a:pt x="120" y="77"/>
                      <a:pt x="141" y="77"/>
                    </a:cubicBezTo>
                    <a:cubicBezTo>
                      <a:pt x="141" y="71"/>
                      <a:pt x="141" y="71"/>
                      <a:pt x="141" y="71"/>
                    </a:cubicBezTo>
                    <a:cubicBezTo>
                      <a:pt x="159" y="71"/>
                      <a:pt x="173" y="57"/>
                      <a:pt x="173" y="39"/>
                    </a:cubicBezTo>
                    <a:cubicBezTo>
                      <a:pt x="173" y="22"/>
                      <a:pt x="159" y="8"/>
                      <a:pt x="141" y="8"/>
                    </a:cubicBezTo>
                    <a:close/>
                    <a:moveTo>
                      <a:pt x="244" y="8"/>
                    </a:moveTo>
                    <a:cubicBezTo>
                      <a:pt x="244" y="0"/>
                      <a:pt x="244" y="0"/>
                      <a:pt x="244" y="0"/>
                    </a:cubicBezTo>
                    <a:cubicBezTo>
                      <a:pt x="223" y="0"/>
                      <a:pt x="205" y="17"/>
                      <a:pt x="205" y="39"/>
                    </a:cubicBezTo>
                    <a:cubicBezTo>
                      <a:pt x="205" y="49"/>
                      <a:pt x="210" y="59"/>
                      <a:pt x="217" y="66"/>
                    </a:cubicBezTo>
                    <a:cubicBezTo>
                      <a:pt x="222" y="61"/>
                      <a:pt x="222" y="61"/>
                      <a:pt x="222" y="61"/>
                    </a:cubicBezTo>
                    <a:cubicBezTo>
                      <a:pt x="227" y="67"/>
                      <a:pt x="235" y="71"/>
                      <a:pt x="244" y="71"/>
                    </a:cubicBezTo>
                    <a:cubicBezTo>
                      <a:pt x="262" y="71"/>
                      <a:pt x="276" y="57"/>
                      <a:pt x="276" y="39"/>
                    </a:cubicBezTo>
                    <a:cubicBezTo>
                      <a:pt x="276" y="22"/>
                      <a:pt x="262" y="8"/>
                      <a:pt x="244" y="8"/>
                    </a:cubicBezTo>
                    <a:close/>
                    <a:moveTo>
                      <a:pt x="347" y="8"/>
                    </a:moveTo>
                    <a:cubicBezTo>
                      <a:pt x="347" y="0"/>
                      <a:pt x="347" y="0"/>
                      <a:pt x="347" y="0"/>
                    </a:cubicBezTo>
                    <a:cubicBezTo>
                      <a:pt x="337" y="0"/>
                      <a:pt x="327" y="4"/>
                      <a:pt x="320" y="11"/>
                    </a:cubicBezTo>
                    <a:cubicBezTo>
                      <a:pt x="325" y="17"/>
                      <a:pt x="325" y="17"/>
                      <a:pt x="325" y="17"/>
                    </a:cubicBezTo>
                    <a:cubicBezTo>
                      <a:pt x="319" y="22"/>
                      <a:pt x="316" y="30"/>
                      <a:pt x="316" y="39"/>
                    </a:cubicBezTo>
                    <a:cubicBezTo>
                      <a:pt x="316" y="57"/>
                      <a:pt x="330" y="71"/>
                      <a:pt x="347" y="71"/>
                    </a:cubicBezTo>
                    <a:cubicBezTo>
                      <a:pt x="365" y="71"/>
                      <a:pt x="379" y="57"/>
                      <a:pt x="379" y="39"/>
                    </a:cubicBezTo>
                    <a:cubicBezTo>
                      <a:pt x="379" y="22"/>
                      <a:pt x="365" y="8"/>
                      <a:pt x="347" y="8"/>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74" name="Freeform 37">
                <a:extLst>
                  <a:ext uri="{FF2B5EF4-FFF2-40B4-BE49-F238E27FC236}">
                    <a16:creationId xmlns:a16="http://schemas.microsoft.com/office/drawing/2014/main" id="{20BCA990-A168-4F26-8E23-83BC761DBA22}"/>
                  </a:ext>
                </a:extLst>
              </p:cNvPr>
              <p:cNvSpPr>
                <a:spLocks noEditPoints="1"/>
              </p:cNvSpPr>
              <p:nvPr/>
            </p:nvSpPr>
            <p:spPr bwMode="auto">
              <a:xfrm>
                <a:off x="9213345" y="4401556"/>
                <a:ext cx="407920" cy="34865"/>
              </a:xfrm>
              <a:custGeom>
                <a:avLst/>
                <a:gdLst>
                  <a:gd name="T0" fmla="*/ 0 w 198"/>
                  <a:gd name="T1" fmla="*/ 3 h 17"/>
                  <a:gd name="T2" fmla="*/ 3 w 198"/>
                  <a:gd name="T3" fmla="*/ 0 h 17"/>
                  <a:gd name="T4" fmla="*/ 195 w 198"/>
                  <a:gd name="T5" fmla="*/ 0 h 17"/>
                  <a:gd name="T6" fmla="*/ 198 w 198"/>
                  <a:gd name="T7" fmla="*/ 3 h 17"/>
                  <a:gd name="T8" fmla="*/ 195 w 198"/>
                  <a:gd name="T9" fmla="*/ 6 h 17"/>
                  <a:gd name="T10" fmla="*/ 3 w 198"/>
                  <a:gd name="T11" fmla="*/ 6 h 17"/>
                  <a:gd name="T12" fmla="*/ 0 w 198"/>
                  <a:gd name="T13" fmla="*/ 3 h 17"/>
                  <a:gd name="T14" fmla="*/ 195 w 198"/>
                  <a:gd name="T15" fmla="*/ 11 h 17"/>
                  <a:gd name="T16" fmla="*/ 3 w 198"/>
                  <a:gd name="T17" fmla="*/ 11 h 17"/>
                  <a:gd name="T18" fmla="*/ 0 w 198"/>
                  <a:gd name="T19" fmla="*/ 14 h 17"/>
                  <a:gd name="T20" fmla="*/ 3 w 198"/>
                  <a:gd name="T21" fmla="*/ 17 h 17"/>
                  <a:gd name="T22" fmla="*/ 195 w 198"/>
                  <a:gd name="T23" fmla="*/ 17 h 17"/>
                  <a:gd name="T24" fmla="*/ 198 w 198"/>
                  <a:gd name="T25" fmla="*/ 14 h 17"/>
                  <a:gd name="T26" fmla="*/ 195 w 198"/>
                  <a:gd name="T27"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8" h="17">
                    <a:moveTo>
                      <a:pt x="0" y="3"/>
                    </a:moveTo>
                    <a:cubicBezTo>
                      <a:pt x="0" y="1"/>
                      <a:pt x="2" y="0"/>
                      <a:pt x="3" y="0"/>
                    </a:cubicBezTo>
                    <a:cubicBezTo>
                      <a:pt x="195" y="0"/>
                      <a:pt x="195" y="0"/>
                      <a:pt x="195" y="0"/>
                    </a:cubicBezTo>
                    <a:cubicBezTo>
                      <a:pt x="197" y="0"/>
                      <a:pt x="198" y="1"/>
                      <a:pt x="198" y="3"/>
                    </a:cubicBezTo>
                    <a:cubicBezTo>
                      <a:pt x="198" y="4"/>
                      <a:pt x="197" y="6"/>
                      <a:pt x="195" y="6"/>
                    </a:cubicBezTo>
                    <a:cubicBezTo>
                      <a:pt x="3" y="6"/>
                      <a:pt x="3" y="6"/>
                      <a:pt x="3" y="6"/>
                    </a:cubicBezTo>
                    <a:cubicBezTo>
                      <a:pt x="2" y="6"/>
                      <a:pt x="0" y="4"/>
                      <a:pt x="0" y="3"/>
                    </a:cubicBezTo>
                    <a:close/>
                    <a:moveTo>
                      <a:pt x="195" y="11"/>
                    </a:moveTo>
                    <a:cubicBezTo>
                      <a:pt x="3" y="11"/>
                      <a:pt x="3" y="11"/>
                      <a:pt x="3" y="11"/>
                    </a:cubicBezTo>
                    <a:cubicBezTo>
                      <a:pt x="2" y="11"/>
                      <a:pt x="0" y="13"/>
                      <a:pt x="0" y="14"/>
                    </a:cubicBezTo>
                    <a:cubicBezTo>
                      <a:pt x="0" y="16"/>
                      <a:pt x="2" y="17"/>
                      <a:pt x="3" y="17"/>
                    </a:cubicBezTo>
                    <a:cubicBezTo>
                      <a:pt x="195" y="17"/>
                      <a:pt x="195" y="17"/>
                      <a:pt x="195" y="17"/>
                    </a:cubicBezTo>
                    <a:cubicBezTo>
                      <a:pt x="197" y="17"/>
                      <a:pt x="198" y="16"/>
                      <a:pt x="198" y="14"/>
                    </a:cubicBezTo>
                    <a:cubicBezTo>
                      <a:pt x="198" y="13"/>
                      <a:pt x="197" y="11"/>
                      <a:pt x="195" y="1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00" name="Group 33868">
              <a:extLst>
                <a:ext uri="{FF2B5EF4-FFF2-40B4-BE49-F238E27FC236}">
                  <a16:creationId xmlns:a16="http://schemas.microsoft.com/office/drawing/2014/main" id="{F9F7C932-2AEC-46C0-9AC5-7C7773586BFD}"/>
                </a:ext>
              </a:extLst>
            </p:cNvPr>
            <p:cNvGrpSpPr/>
            <p:nvPr/>
          </p:nvGrpSpPr>
          <p:grpSpPr>
            <a:xfrm>
              <a:off x="909799" y="3559069"/>
              <a:ext cx="1917576" cy="1961156"/>
              <a:chOff x="6900052" y="4421603"/>
              <a:chExt cx="1917576" cy="1961156"/>
            </a:xfrm>
          </p:grpSpPr>
          <p:sp>
            <p:nvSpPr>
              <p:cNvPr id="456" name="Freeform 38">
                <a:extLst>
                  <a:ext uri="{FF2B5EF4-FFF2-40B4-BE49-F238E27FC236}">
                    <a16:creationId xmlns:a16="http://schemas.microsoft.com/office/drawing/2014/main" id="{5DBDB3C0-29DA-45AD-84FD-7DD5B6D5C96D}"/>
                  </a:ext>
                </a:extLst>
              </p:cNvPr>
              <p:cNvSpPr>
                <a:spLocks/>
              </p:cNvSpPr>
              <p:nvPr/>
            </p:nvSpPr>
            <p:spPr bwMode="auto">
              <a:xfrm>
                <a:off x="7586893" y="4510509"/>
                <a:ext cx="1131369" cy="1131369"/>
              </a:xfrm>
              <a:custGeom>
                <a:avLst/>
                <a:gdLst>
                  <a:gd name="T0" fmla="*/ 541 w 549"/>
                  <a:gd name="T1" fmla="*/ 259 h 549"/>
                  <a:gd name="T2" fmla="*/ 290 w 549"/>
                  <a:gd name="T3" fmla="*/ 540 h 549"/>
                  <a:gd name="T4" fmla="*/ 8 w 549"/>
                  <a:gd name="T5" fmla="*/ 290 h 549"/>
                  <a:gd name="T6" fmla="*/ 259 w 549"/>
                  <a:gd name="T7" fmla="*/ 8 h 549"/>
                  <a:gd name="T8" fmla="*/ 541 w 549"/>
                  <a:gd name="T9" fmla="*/ 259 h 549"/>
                </a:gdLst>
                <a:ahLst/>
                <a:cxnLst>
                  <a:cxn ang="0">
                    <a:pos x="T0" y="T1"/>
                  </a:cxn>
                  <a:cxn ang="0">
                    <a:pos x="T2" y="T3"/>
                  </a:cxn>
                  <a:cxn ang="0">
                    <a:pos x="T4" y="T5"/>
                  </a:cxn>
                  <a:cxn ang="0">
                    <a:pos x="T6" y="T7"/>
                  </a:cxn>
                  <a:cxn ang="0">
                    <a:pos x="T8" y="T9"/>
                  </a:cxn>
                </a:cxnLst>
                <a:rect l="0" t="0" r="r" b="b"/>
                <a:pathLst>
                  <a:path w="549" h="549">
                    <a:moveTo>
                      <a:pt x="541" y="259"/>
                    </a:moveTo>
                    <a:cubicBezTo>
                      <a:pt x="549" y="406"/>
                      <a:pt x="437" y="532"/>
                      <a:pt x="290" y="540"/>
                    </a:cubicBezTo>
                    <a:cubicBezTo>
                      <a:pt x="143" y="549"/>
                      <a:pt x="17" y="437"/>
                      <a:pt x="8" y="290"/>
                    </a:cubicBezTo>
                    <a:cubicBezTo>
                      <a:pt x="0" y="143"/>
                      <a:pt x="112" y="17"/>
                      <a:pt x="259" y="8"/>
                    </a:cubicBezTo>
                    <a:cubicBezTo>
                      <a:pt x="406" y="0"/>
                      <a:pt x="532" y="112"/>
                      <a:pt x="541" y="2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457" name="Freeform 39">
                <a:extLst>
                  <a:ext uri="{FF2B5EF4-FFF2-40B4-BE49-F238E27FC236}">
                    <a16:creationId xmlns:a16="http://schemas.microsoft.com/office/drawing/2014/main" id="{FEB50ED9-ABE0-49B8-87DB-7D391280145D}"/>
                  </a:ext>
                </a:extLst>
              </p:cNvPr>
              <p:cNvSpPr>
                <a:spLocks/>
              </p:cNvSpPr>
              <p:nvPr/>
            </p:nvSpPr>
            <p:spPr bwMode="auto">
              <a:xfrm>
                <a:off x="7769934" y="4640381"/>
                <a:ext cx="866395" cy="865524"/>
              </a:xfrm>
              <a:custGeom>
                <a:avLst/>
                <a:gdLst>
                  <a:gd name="T0" fmla="*/ 413 w 420"/>
                  <a:gd name="T1" fmla="*/ 198 h 420"/>
                  <a:gd name="T2" fmla="*/ 222 w 420"/>
                  <a:gd name="T3" fmla="*/ 414 h 420"/>
                  <a:gd name="T4" fmla="*/ 6 w 420"/>
                  <a:gd name="T5" fmla="*/ 222 h 420"/>
                  <a:gd name="T6" fmla="*/ 198 w 420"/>
                  <a:gd name="T7" fmla="*/ 6 h 420"/>
                  <a:gd name="T8" fmla="*/ 413 w 420"/>
                  <a:gd name="T9" fmla="*/ 198 h 420"/>
                </a:gdLst>
                <a:ahLst/>
                <a:cxnLst>
                  <a:cxn ang="0">
                    <a:pos x="T0" y="T1"/>
                  </a:cxn>
                  <a:cxn ang="0">
                    <a:pos x="T2" y="T3"/>
                  </a:cxn>
                  <a:cxn ang="0">
                    <a:pos x="T4" y="T5"/>
                  </a:cxn>
                  <a:cxn ang="0">
                    <a:pos x="T6" y="T7"/>
                  </a:cxn>
                  <a:cxn ang="0">
                    <a:pos x="T8" y="T9"/>
                  </a:cxn>
                </a:cxnLst>
                <a:rect l="0" t="0" r="r" b="b"/>
                <a:pathLst>
                  <a:path w="420" h="420">
                    <a:moveTo>
                      <a:pt x="413" y="198"/>
                    </a:moveTo>
                    <a:cubicBezTo>
                      <a:pt x="420" y="310"/>
                      <a:pt x="334" y="407"/>
                      <a:pt x="222" y="414"/>
                    </a:cubicBezTo>
                    <a:cubicBezTo>
                      <a:pt x="109" y="420"/>
                      <a:pt x="13" y="334"/>
                      <a:pt x="6" y="222"/>
                    </a:cubicBezTo>
                    <a:cubicBezTo>
                      <a:pt x="0" y="109"/>
                      <a:pt x="85" y="13"/>
                      <a:pt x="198" y="6"/>
                    </a:cubicBezTo>
                    <a:cubicBezTo>
                      <a:pt x="310" y="0"/>
                      <a:pt x="407" y="85"/>
                      <a:pt x="413" y="198"/>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8" name="Freeform 40">
                <a:extLst>
                  <a:ext uri="{FF2B5EF4-FFF2-40B4-BE49-F238E27FC236}">
                    <a16:creationId xmlns:a16="http://schemas.microsoft.com/office/drawing/2014/main" id="{2AC998C1-45BA-4C5D-A11A-B63F39D1296B}"/>
                  </a:ext>
                </a:extLst>
              </p:cNvPr>
              <p:cNvSpPr>
                <a:spLocks/>
              </p:cNvSpPr>
              <p:nvPr/>
            </p:nvSpPr>
            <p:spPr bwMode="auto">
              <a:xfrm>
                <a:off x="8120327" y="4871362"/>
                <a:ext cx="392231" cy="391360"/>
              </a:xfrm>
              <a:custGeom>
                <a:avLst/>
                <a:gdLst>
                  <a:gd name="T0" fmla="*/ 187 w 190"/>
                  <a:gd name="T1" fmla="*/ 89 h 190"/>
                  <a:gd name="T2" fmla="*/ 101 w 190"/>
                  <a:gd name="T3" fmla="*/ 187 h 190"/>
                  <a:gd name="T4" fmla="*/ 3 w 190"/>
                  <a:gd name="T5" fmla="*/ 100 h 190"/>
                  <a:gd name="T6" fmla="*/ 90 w 190"/>
                  <a:gd name="T7" fmla="*/ 3 h 190"/>
                  <a:gd name="T8" fmla="*/ 187 w 190"/>
                  <a:gd name="T9" fmla="*/ 89 h 190"/>
                </a:gdLst>
                <a:ahLst/>
                <a:cxnLst>
                  <a:cxn ang="0">
                    <a:pos x="T0" y="T1"/>
                  </a:cxn>
                  <a:cxn ang="0">
                    <a:pos x="T2" y="T3"/>
                  </a:cxn>
                  <a:cxn ang="0">
                    <a:pos x="T4" y="T5"/>
                  </a:cxn>
                  <a:cxn ang="0">
                    <a:pos x="T6" y="T7"/>
                  </a:cxn>
                  <a:cxn ang="0">
                    <a:pos x="T8" y="T9"/>
                  </a:cxn>
                </a:cxnLst>
                <a:rect l="0" t="0" r="r" b="b"/>
                <a:pathLst>
                  <a:path w="190" h="190">
                    <a:moveTo>
                      <a:pt x="187" y="89"/>
                    </a:moveTo>
                    <a:cubicBezTo>
                      <a:pt x="190" y="140"/>
                      <a:pt x="152" y="184"/>
                      <a:pt x="101" y="187"/>
                    </a:cubicBezTo>
                    <a:cubicBezTo>
                      <a:pt x="50" y="190"/>
                      <a:pt x="6" y="151"/>
                      <a:pt x="3" y="100"/>
                    </a:cubicBezTo>
                    <a:cubicBezTo>
                      <a:pt x="0" y="49"/>
                      <a:pt x="39" y="6"/>
                      <a:pt x="90" y="3"/>
                    </a:cubicBezTo>
                    <a:cubicBezTo>
                      <a:pt x="141" y="0"/>
                      <a:pt x="184" y="38"/>
                      <a:pt x="187" y="8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59" name="Freeform 41">
                <a:extLst>
                  <a:ext uri="{FF2B5EF4-FFF2-40B4-BE49-F238E27FC236}">
                    <a16:creationId xmlns:a16="http://schemas.microsoft.com/office/drawing/2014/main" id="{32C2EDA2-67AC-476A-B0B1-8464D19D3A83}"/>
                  </a:ext>
                </a:extLst>
              </p:cNvPr>
              <p:cNvSpPr>
                <a:spLocks/>
              </p:cNvSpPr>
              <p:nvPr/>
            </p:nvSpPr>
            <p:spPr bwMode="auto">
              <a:xfrm>
                <a:off x="7396879" y="5374289"/>
                <a:ext cx="484623" cy="488982"/>
              </a:xfrm>
              <a:custGeom>
                <a:avLst/>
                <a:gdLst>
                  <a:gd name="T0" fmla="*/ 61 w 235"/>
                  <a:gd name="T1" fmla="*/ 231 h 237"/>
                  <a:gd name="T2" fmla="*/ 7 w 235"/>
                  <a:gd name="T3" fmla="*/ 182 h 237"/>
                  <a:gd name="T4" fmla="*/ 6 w 235"/>
                  <a:gd name="T5" fmla="*/ 158 h 237"/>
                  <a:gd name="T6" fmla="*/ 150 w 235"/>
                  <a:gd name="T7" fmla="*/ 7 h 237"/>
                  <a:gd name="T8" fmla="*/ 173 w 235"/>
                  <a:gd name="T9" fmla="*/ 6 h 237"/>
                  <a:gd name="T10" fmla="*/ 227 w 235"/>
                  <a:gd name="T11" fmla="*/ 55 h 237"/>
                  <a:gd name="T12" fmla="*/ 228 w 235"/>
                  <a:gd name="T13" fmla="*/ 79 h 237"/>
                  <a:gd name="T14" fmla="*/ 85 w 235"/>
                  <a:gd name="T15" fmla="*/ 231 h 237"/>
                  <a:gd name="T16" fmla="*/ 61 w 235"/>
                  <a:gd name="T17" fmla="*/ 23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37">
                    <a:moveTo>
                      <a:pt x="61" y="231"/>
                    </a:moveTo>
                    <a:cubicBezTo>
                      <a:pt x="7" y="182"/>
                      <a:pt x="7" y="182"/>
                      <a:pt x="7" y="182"/>
                    </a:cubicBezTo>
                    <a:cubicBezTo>
                      <a:pt x="0" y="176"/>
                      <a:pt x="0" y="165"/>
                      <a:pt x="6" y="158"/>
                    </a:cubicBezTo>
                    <a:cubicBezTo>
                      <a:pt x="150" y="7"/>
                      <a:pt x="150" y="7"/>
                      <a:pt x="150" y="7"/>
                    </a:cubicBezTo>
                    <a:cubicBezTo>
                      <a:pt x="156" y="0"/>
                      <a:pt x="167" y="0"/>
                      <a:pt x="173" y="6"/>
                    </a:cubicBezTo>
                    <a:cubicBezTo>
                      <a:pt x="227" y="55"/>
                      <a:pt x="227" y="55"/>
                      <a:pt x="227" y="55"/>
                    </a:cubicBezTo>
                    <a:cubicBezTo>
                      <a:pt x="234" y="62"/>
                      <a:pt x="235" y="72"/>
                      <a:pt x="228" y="79"/>
                    </a:cubicBezTo>
                    <a:cubicBezTo>
                      <a:pt x="85" y="231"/>
                      <a:pt x="85" y="231"/>
                      <a:pt x="85" y="231"/>
                    </a:cubicBezTo>
                    <a:cubicBezTo>
                      <a:pt x="79" y="237"/>
                      <a:pt x="68" y="237"/>
                      <a:pt x="61" y="23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0" name="Freeform 42">
                <a:extLst>
                  <a:ext uri="{FF2B5EF4-FFF2-40B4-BE49-F238E27FC236}">
                    <a16:creationId xmlns:a16="http://schemas.microsoft.com/office/drawing/2014/main" id="{825C66B4-80FC-469E-9D19-CA25CA79A95C}"/>
                  </a:ext>
                </a:extLst>
              </p:cNvPr>
              <p:cNvSpPr>
                <a:spLocks noEditPoints="1"/>
              </p:cNvSpPr>
              <p:nvPr/>
            </p:nvSpPr>
            <p:spPr bwMode="auto">
              <a:xfrm>
                <a:off x="7467481" y="4446881"/>
                <a:ext cx="1329228" cy="1306566"/>
              </a:xfrm>
              <a:custGeom>
                <a:avLst/>
                <a:gdLst>
                  <a:gd name="T0" fmla="*/ 521 w 645"/>
                  <a:gd name="T1" fmla="*/ 107 h 634"/>
                  <a:gd name="T2" fmla="*/ 110 w 645"/>
                  <a:gd name="T3" fmla="*/ 122 h 634"/>
                  <a:gd name="T4" fmla="*/ 124 w 645"/>
                  <a:gd name="T5" fmla="*/ 526 h 634"/>
                  <a:gd name="T6" fmla="*/ 535 w 645"/>
                  <a:gd name="T7" fmla="*/ 511 h 634"/>
                  <a:gd name="T8" fmla="*/ 521 w 645"/>
                  <a:gd name="T9" fmla="*/ 107 h 634"/>
                  <a:gd name="T10" fmla="*/ 181 w 645"/>
                  <a:gd name="T11" fmla="*/ 466 h 634"/>
                  <a:gd name="T12" fmla="*/ 171 w 645"/>
                  <a:gd name="T13" fmla="*/ 178 h 634"/>
                  <a:gd name="T14" fmla="*/ 464 w 645"/>
                  <a:gd name="T15" fmla="*/ 167 h 634"/>
                  <a:gd name="T16" fmla="*/ 475 w 645"/>
                  <a:gd name="T17" fmla="*/ 456 h 634"/>
                  <a:gd name="T18" fmla="*/ 181 w 645"/>
                  <a:gd name="T19" fmla="*/ 466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5" h="634">
                    <a:moveTo>
                      <a:pt x="521" y="107"/>
                    </a:moveTo>
                    <a:cubicBezTo>
                      <a:pt x="404" y="0"/>
                      <a:pt x="220" y="6"/>
                      <a:pt x="110" y="122"/>
                    </a:cubicBezTo>
                    <a:cubicBezTo>
                      <a:pt x="0" y="238"/>
                      <a:pt x="7" y="419"/>
                      <a:pt x="124" y="526"/>
                    </a:cubicBezTo>
                    <a:cubicBezTo>
                      <a:pt x="242" y="634"/>
                      <a:pt x="426" y="627"/>
                      <a:pt x="535" y="511"/>
                    </a:cubicBezTo>
                    <a:cubicBezTo>
                      <a:pt x="645" y="396"/>
                      <a:pt x="639" y="215"/>
                      <a:pt x="521" y="107"/>
                    </a:cubicBezTo>
                    <a:close/>
                    <a:moveTo>
                      <a:pt x="181" y="466"/>
                    </a:moveTo>
                    <a:cubicBezTo>
                      <a:pt x="97" y="390"/>
                      <a:pt x="93" y="260"/>
                      <a:pt x="171" y="178"/>
                    </a:cubicBezTo>
                    <a:cubicBezTo>
                      <a:pt x="249" y="95"/>
                      <a:pt x="381" y="90"/>
                      <a:pt x="464" y="167"/>
                    </a:cubicBezTo>
                    <a:cubicBezTo>
                      <a:pt x="548" y="244"/>
                      <a:pt x="553" y="373"/>
                      <a:pt x="475" y="456"/>
                    </a:cubicBezTo>
                    <a:cubicBezTo>
                      <a:pt x="396" y="538"/>
                      <a:pt x="265" y="543"/>
                      <a:pt x="181" y="466"/>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43">
                <a:extLst>
                  <a:ext uri="{FF2B5EF4-FFF2-40B4-BE49-F238E27FC236}">
                    <a16:creationId xmlns:a16="http://schemas.microsoft.com/office/drawing/2014/main" id="{3AFFA8FF-4590-435F-A0E7-B11D83E0177C}"/>
                  </a:ext>
                </a:extLst>
              </p:cNvPr>
              <p:cNvSpPr>
                <a:spLocks/>
              </p:cNvSpPr>
              <p:nvPr/>
            </p:nvSpPr>
            <p:spPr bwMode="auto">
              <a:xfrm>
                <a:off x="7044742" y="5739500"/>
                <a:ext cx="496826" cy="489853"/>
              </a:xfrm>
              <a:custGeom>
                <a:avLst/>
                <a:gdLst>
                  <a:gd name="T0" fmla="*/ 274 w 570"/>
                  <a:gd name="T1" fmla="*/ 562 h 562"/>
                  <a:gd name="T2" fmla="*/ 0 w 570"/>
                  <a:gd name="T3" fmla="*/ 309 h 562"/>
                  <a:gd name="T4" fmla="*/ 293 w 570"/>
                  <a:gd name="T5" fmla="*/ 0 h 562"/>
                  <a:gd name="T6" fmla="*/ 570 w 570"/>
                  <a:gd name="T7" fmla="*/ 250 h 562"/>
                  <a:gd name="T8" fmla="*/ 274 w 570"/>
                  <a:gd name="T9" fmla="*/ 562 h 562"/>
                </a:gdLst>
                <a:ahLst/>
                <a:cxnLst>
                  <a:cxn ang="0">
                    <a:pos x="T0" y="T1"/>
                  </a:cxn>
                  <a:cxn ang="0">
                    <a:pos x="T2" y="T3"/>
                  </a:cxn>
                  <a:cxn ang="0">
                    <a:pos x="T4" y="T5"/>
                  </a:cxn>
                  <a:cxn ang="0">
                    <a:pos x="T6" y="T7"/>
                  </a:cxn>
                  <a:cxn ang="0">
                    <a:pos x="T8" y="T9"/>
                  </a:cxn>
                </a:cxnLst>
                <a:rect l="0" t="0" r="r" b="b"/>
                <a:pathLst>
                  <a:path w="570" h="562">
                    <a:moveTo>
                      <a:pt x="274" y="562"/>
                    </a:moveTo>
                    <a:lnTo>
                      <a:pt x="0" y="309"/>
                    </a:lnTo>
                    <a:lnTo>
                      <a:pt x="293" y="0"/>
                    </a:lnTo>
                    <a:lnTo>
                      <a:pt x="570" y="250"/>
                    </a:lnTo>
                    <a:lnTo>
                      <a:pt x="274" y="562"/>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44">
                <a:extLst>
                  <a:ext uri="{FF2B5EF4-FFF2-40B4-BE49-F238E27FC236}">
                    <a16:creationId xmlns:a16="http://schemas.microsoft.com/office/drawing/2014/main" id="{9A0A1064-6BF2-467D-901B-4C34CB80D556}"/>
                  </a:ext>
                </a:extLst>
              </p:cNvPr>
              <p:cNvSpPr>
                <a:spLocks/>
              </p:cNvSpPr>
              <p:nvPr/>
            </p:nvSpPr>
            <p:spPr bwMode="auto">
              <a:xfrm>
                <a:off x="6900052" y="6008832"/>
                <a:ext cx="383515" cy="373927"/>
              </a:xfrm>
              <a:custGeom>
                <a:avLst/>
                <a:gdLst>
                  <a:gd name="T0" fmla="*/ 7 w 186"/>
                  <a:gd name="T1" fmla="*/ 66 h 181"/>
                  <a:gd name="T2" fmla="*/ 8 w 186"/>
                  <a:gd name="T3" fmla="*/ 93 h 181"/>
                  <a:gd name="T4" fmla="*/ 97 w 186"/>
                  <a:gd name="T5" fmla="*/ 174 h 181"/>
                  <a:gd name="T6" fmla="*/ 124 w 186"/>
                  <a:gd name="T7" fmla="*/ 173 h 181"/>
                  <a:gd name="T8" fmla="*/ 186 w 186"/>
                  <a:gd name="T9" fmla="*/ 107 h 181"/>
                  <a:gd name="T10" fmla="*/ 70 w 186"/>
                  <a:gd name="T11" fmla="*/ 0 h 181"/>
                  <a:gd name="T12" fmla="*/ 7 w 186"/>
                  <a:gd name="T13" fmla="*/ 66 h 181"/>
                </a:gdLst>
                <a:ahLst/>
                <a:cxnLst>
                  <a:cxn ang="0">
                    <a:pos x="T0" y="T1"/>
                  </a:cxn>
                  <a:cxn ang="0">
                    <a:pos x="T2" y="T3"/>
                  </a:cxn>
                  <a:cxn ang="0">
                    <a:pos x="T4" y="T5"/>
                  </a:cxn>
                  <a:cxn ang="0">
                    <a:pos x="T6" y="T7"/>
                  </a:cxn>
                  <a:cxn ang="0">
                    <a:pos x="T8" y="T9"/>
                  </a:cxn>
                  <a:cxn ang="0">
                    <a:pos x="T10" y="T11"/>
                  </a:cxn>
                  <a:cxn ang="0">
                    <a:pos x="T12" y="T13"/>
                  </a:cxn>
                </a:cxnLst>
                <a:rect l="0" t="0" r="r" b="b"/>
                <a:pathLst>
                  <a:path w="186" h="181">
                    <a:moveTo>
                      <a:pt x="7" y="66"/>
                    </a:moveTo>
                    <a:cubicBezTo>
                      <a:pt x="0" y="74"/>
                      <a:pt x="0" y="86"/>
                      <a:pt x="8" y="93"/>
                    </a:cubicBezTo>
                    <a:cubicBezTo>
                      <a:pt x="97" y="174"/>
                      <a:pt x="97" y="174"/>
                      <a:pt x="97" y="174"/>
                    </a:cubicBezTo>
                    <a:cubicBezTo>
                      <a:pt x="104" y="181"/>
                      <a:pt x="117" y="181"/>
                      <a:pt x="124" y="173"/>
                    </a:cubicBezTo>
                    <a:cubicBezTo>
                      <a:pt x="186" y="107"/>
                      <a:pt x="186" y="107"/>
                      <a:pt x="186" y="107"/>
                    </a:cubicBezTo>
                    <a:cubicBezTo>
                      <a:pt x="70" y="0"/>
                      <a:pt x="70" y="0"/>
                      <a:pt x="70" y="0"/>
                    </a:cubicBezTo>
                    <a:lnTo>
                      <a:pt x="7" y="6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3" name="Freeform 45">
                <a:extLst>
                  <a:ext uri="{FF2B5EF4-FFF2-40B4-BE49-F238E27FC236}">
                    <a16:creationId xmlns:a16="http://schemas.microsoft.com/office/drawing/2014/main" id="{86BC0B21-4541-4521-9D7B-8D80171ED1CC}"/>
                  </a:ext>
                </a:extLst>
              </p:cNvPr>
              <p:cNvSpPr>
                <a:spLocks/>
              </p:cNvSpPr>
              <p:nvPr/>
            </p:nvSpPr>
            <p:spPr bwMode="auto">
              <a:xfrm>
                <a:off x="7300129" y="5588709"/>
                <a:ext cx="383515" cy="368698"/>
              </a:xfrm>
              <a:custGeom>
                <a:avLst/>
                <a:gdLst>
                  <a:gd name="T0" fmla="*/ 178 w 186"/>
                  <a:gd name="T1" fmla="*/ 88 h 179"/>
                  <a:gd name="T2" fmla="*/ 89 w 186"/>
                  <a:gd name="T3" fmla="*/ 7 h 179"/>
                  <a:gd name="T4" fmla="*/ 62 w 186"/>
                  <a:gd name="T5" fmla="*/ 8 h 179"/>
                  <a:gd name="T6" fmla="*/ 0 w 186"/>
                  <a:gd name="T7" fmla="*/ 73 h 179"/>
                  <a:gd name="T8" fmla="*/ 117 w 186"/>
                  <a:gd name="T9" fmla="*/ 179 h 179"/>
                  <a:gd name="T10" fmla="*/ 179 w 186"/>
                  <a:gd name="T11" fmla="*/ 114 h 179"/>
                  <a:gd name="T12" fmla="*/ 178 w 186"/>
                  <a:gd name="T13" fmla="*/ 88 h 179"/>
                </a:gdLst>
                <a:ahLst/>
                <a:cxnLst>
                  <a:cxn ang="0">
                    <a:pos x="T0" y="T1"/>
                  </a:cxn>
                  <a:cxn ang="0">
                    <a:pos x="T2" y="T3"/>
                  </a:cxn>
                  <a:cxn ang="0">
                    <a:pos x="T4" y="T5"/>
                  </a:cxn>
                  <a:cxn ang="0">
                    <a:pos x="T6" y="T7"/>
                  </a:cxn>
                  <a:cxn ang="0">
                    <a:pos x="T8" y="T9"/>
                  </a:cxn>
                  <a:cxn ang="0">
                    <a:pos x="T10" y="T11"/>
                  </a:cxn>
                  <a:cxn ang="0">
                    <a:pos x="T12" y="T13"/>
                  </a:cxn>
                </a:cxnLst>
                <a:rect l="0" t="0" r="r" b="b"/>
                <a:pathLst>
                  <a:path w="186" h="179">
                    <a:moveTo>
                      <a:pt x="178" y="88"/>
                    </a:moveTo>
                    <a:cubicBezTo>
                      <a:pt x="89" y="7"/>
                      <a:pt x="89" y="7"/>
                      <a:pt x="89" y="7"/>
                    </a:cubicBezTo>
                    <a:cubicBezTo>
                      <a:pt x="81" y="0"/>
                      <a:pt x="69" y="0"/>
                      <a:pt x="62" y="8"/>
                    </a:cubicBezTo>
                    <a:cubicBezTo>
                      <a:pt x="0" y="73"/>
                      <a:pt x="0" y="73"/>
                      <a:pt x="0" y="73"/>
                    </a:cubicBezTo>
                    <a:cubicBezTo>
                      <a:pt x="117" y="179"/>
                      <a:pt x="117" y="179"/>
                      <a:pt x="117" y="179"/>
                    </a:cubicBezTo>
                    <a:cubicBezTo>
                      <a:pt x="179" y="114"/>
                      <a:pt x="179" y="114"/>
                      <a:pt x="179" y="114"/>
                    </a:cubicBezTo>
                    <a:cubicBezTo>
                      <a:pt x="186" y="107"/>
                      <a:pt x="185" y="95"/>
                      <a:pt x="178" y="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4" name="Freeform 48">
                <a:extLst>
                  <a:ext uri="{FF2B5EF4-FFF2-40B4-BE49-F238E27FC236}">
                    <a16:creationId xmlns:a16="http://schemas.microsoft.com/office/drawing/2014/main" id="{CD5989DA-0DB0-4C7F-A36F-7C43DA987936}"/>
                  </a:ext>
                </a:extLst>
              </p:cNvPr>
              <p:cNvSpPr>
                <a:spLocks noEditPoints="1"/>
              </p:cNvSpPr>
              <p:nvPr/>
            </p:nvSpPr>
            <p:spPr bwMode="auto">
              <a:xfrm>
                <a:off x="7487528" y="4421603"/>
                <a:ext cx="1330100" cy="1307437"/>
              </a:xfrm>
              <a:custGeom>
                <a:avLst/>
                <a:gdLst>
                  <a:gd name="T0" fmla="*/ 521 w 645"/>
                  <a:gd name="T1" fmla="*/ 108 h 634"/>
                  <a:gd name="T2" fmla="*/ 110 w 645"/>
                  <a:gd name="T3" fmla="*/ 123 h 634"/>
                  <a:gd name="T4" fmla="*/ 124 w 645"/>
                  <a:gd name="T5" fmla="*/ 527 h 634"/>
                  <a:gd name="T6" fmla="*/ 535 w 645"/>
                  <a:gd name="T7" fmla="*/ 512 h 634"/>
                  <a:gd name="T8" fmla="*/ 521 w 645"/>
                  <a:gd name="T9" fmla="*/ 108 h 634"/>
                  <a:gd name="T10" fmla="*/ 275 w 645"/>
                  <a:gd name="T11" fmla="*/ 548 h 634"/>
                  <a:gd name="T12" fmla="*/ 92 w 645"/>
                  <a:gd name="T13" fmla="*/ 270 h 634"/>
                  <a:gd name="T14" fmla="*/ 370 w 645"/>
                  <a:gd name="T15" fmla="*/ 86 h 634"/>
                  <a:gd name="T16" fmla="*/ 554 w 645"/>
                  <a:gd name="T17" fmla="*/ 365 h 634"/>
                  <a:gd name="T18" fmla="*/ 275 w 645"/>
                  <a:gd name="T19" fmla="*/ 548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5" h="634">
                    <a:moveTo>
                      <a:pt x="521" y="108"/>
                    </a:moveTo>
                    <a:cubicBezTo>
                      <a:pt x="404" y="0"/>
                      <a:pt x="220" y="7"/>
                      <a:pt x="110" y="123"/>
                    </a:cubicBezTo>
                    <a:cubicBezTo>
                      <a:pt x="0" y="238"/>
                      <a:pt x="7" y="419"/>
                      <a:pt x="124" y="527"/>
                    </a:cubicBezTo>
                    <a:cubicBezTo>
                      <a:pt x="242" y="634"/>
                      <a:pt x="426" y="628"/>
                      <a:pt x="535" y="512"/>
                    </a:cubicBezTo>
                    <a:cubicBezTo>
                      <a:pt x="645" y="396"/>
                      <a:pt x="638" y="215"/>
                      <a:pt x="521" y="108"/>
                    </a:cubicBezTo>
                    <a:close/>
                    <a:moveTo>
                      <a:pt x="275" y="548"/>
                    </a:moveTo>
                    <a:cubicBezTo>
                      <a:pt x="148" y="522"/>
                      <a:pt x="65" y="398"/>
                      <a:pt x="92" y="270"/>
                    </a:cubicBezTo>
                    <a:cubicBezTo>
                      <a:pt x="118" y="142"/>
                      <a:pt x="242" y="60"/>
                      <a:pt x="370" y="86"/>
                    </a:cubicBezTo>
                    <a:cubicBezTo>
                      <a:pt x="498" y="113"/>
                      <a:pt x="580" y="237"/>
                      <a:pt x="554" y="365"/>
                    </a:cubicBezTo>
                    <a:cubicBezTo>
                      <a:pt x="527" y="492"/>
                      <a:pt x="403" y="575"/>
                      <a:pt x="275" y="54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5" name="Freeform 49">
                <a:extLst>
                  <a:ext uri="{FF2B5EF4-FFF2-40B4-BE49-F238E27FC236}">
                    <a16:creationId xmlns:a16="http://schemas.microsoft.com/office/drawing/2014/main" id="{595E483F-CE54-4B36-A773-0248EAB248D5}"/>
                  </a:ext>
                </a:extLst>
              </p:cNvPr>
              <p:cNvSpPr>
                <a:spLocks noEditPoints="1"/>
              </p:cNvSpPr>
              <p:nvPr/>
            </p:nvSpPr>
            <p:spPr bwMode="auto">
              <a:xfrm>
                <a:off x="7600839" y="4533171"/>
                <a:ext cx="1103477" cy="1084301"/>
              </a:xfrm>
              <a:custGeom>
                <a:avLst/>
                <a:gdLst>
                  <a:gd name="T0" fmla="*/ 103 w 535"/>
                  <a:gd name="T1" fmla="*/ 437 h 526"/>
                  <a:gd name="T2" fmla="*/ 91 w 535"/>
                  <a:gd name="T3" fmla="*/ 102 h 526"/>
                  <a:gd name="T4" fmla="*/ 432 w 535"/>
                  <a:gd name="T5" fmla="*/ 90 h 526"/>
                  <a:gd name="T6" fmla="*/ 444 w 535"/>
                  <a:gd name="T7" fmla="*/ 425 h 526"/>
                  <a:gd name="T8" fmla="*/ 103 w 535"/>
                  <a:gd name="T9" fmla="*/ 437 h 526"/>
                  <a:gd name="T10" fmla="*/ 424 w 535"/>
                  <a:gd name="T11" fmla="*/ 98 h 526"/>
                  <a:gd name="T12" fmla="*/ 100 w 535"/>
                  <a:gd name="T13" fmla="*/ 109 h 526"/>
                  <a:gd name="T14" fmla="*/ 111 w 535"/>
                  <a:gd name="T15" fmla="*/ 429 h 526"/>
                  <a:gd name="T16" fmla="*/ 436 w 535"/>
                  <a:gd name="T17" fmla="*/ 417 h 526"/>
                  <a:gd name="T18" fmla="*/ 424 w 535"/>
                  <a:gd name="T19" fmla="*/ 98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5" h="526">
                    <a:moveTo>
                      <a:pt x="103" y="437"/>
                    </a:moveTo>
                    <a:cubicBezTo>
                      <a:pt x="6" y="348"/>
                      <a:pt x="0" y="198"/>
                      <a:pt x="91" y="102"/>
                    </a:cubicBezTo>
                    <a:cubicBezTo>
                      <a:pt x="182" y="6"/>
                      <a:pt x="335" y="0"/>
                      <a:pt x="432" y="90"/>
                    </a:cubicBezTo>
                    <a:cubicBezTo>
                      <a:pt x="529" y="179"/>
                      <a:pt x="535" y="329"/>
                      <a:pt x="444" y="425"/>
                    </a:cubicBezTo>
                    <a:cubicBezTo>
                      <a:pt x="353" y="521"/>
                      <a:pt x="200" y="526"/>
                      <a:pt x="103" y="437"/>
                    </a:cubicBezTo>
                    <a:close/>
                    <a:moveTo>
                      <a:pt x="424" y="98"/>
                    </a:moveTo>
                    <a:cubicBezTo>
                      <a:pt x="332" y="13"/>
                      <a:pt x="186" y="18"/>
                      <a:pt x="100" y="109"/>
                    </a:cubicBezTo>
                    <a:cubicBezTo>
                      <a:pt x="13" y="201"/>
                      <a:pt x="18" y="344"/>
                      <a:pt x="111" y="429"/>
                    </a:cubicBezTo>
                    <a:cubicBezTo>
                      <a:pt x="203" y="514"/>
                      <a:pt x="349" y="509"/>
                      <a:pt x="436" y="417"/>
                    </a:cubicBezTo>
                    <a:cubicBezTo>
                      <a:pt x="522" y="326"/>
                      <a:pt x="517" y="183"/>
                      <a:pt x="424" y="98"/>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01" name="Group 33871">
              <a:extLst>
                <a:ext uri="{FF2B5EF4-FFF2-40B4-BE49-F238E27FC236}">
                  <a16:creationId xmlns:a16="http://schemas.microsoft.com/office/drawing/2014/main" id="{B0B1745D-06A6-45B8-927C-56ECDBFCEE6E}"/>
                </a:ext>
              </a:extLst>
            </p:cNvPr>
            <p:cNvGrpSpPr/>
            <p:nvPr/>
          </p:nvGrpSpPr>
          <p:grpSpPr>
            <a:xfrm>
              <a:off x="2162324" y="919789"/>
              <a:ext cx="1034619" cy="977092"/>
              <a:chOff x="8153449" y="1772735"/>
              <a:chExt cx="1034619" cy="977092"/>
            </a:xfrm>
            <a:solidFill>
              <a:srgbClr val="FFC000"/>
            </a:solidFill>
          </p:grpSpPr>
          <p:sp>
            <p:nvSpPr>
              <p:cNvPr id="448" name="Rectangle 51">
                <a:extLst>
                  <a:ext uri="{FF2B5EF4-FFF2-40B4-BE49-F238E27FC236}">
                    <a16:creationId xmlns:a16="http://schemas.microsoft.com/office/drawing/2014/main" id="{307F26F0-96A4-49E0-AB40-66942C4E15A1}"/>
                  </a:ext>
                </a:extLst>
              </p:cNvPr>
              <p:cNvSpPr>
                <a:spLocks noChangeArrowheads="1"/>
              </p:cNvSpPr>
              <p:nvPr/>
            </p:nvSpPr>
            <p:spPr bwMode="auto">
              <a:xfrm>
                <a:off x="8153449" y="2334062"/>
                <a:ext cx="239697" cy="409664"/>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49" name="Freeform 52">
                <a:extLst>
                  <a:ext uri="{FF2B5EF4-FFF2-40B4-BE49-F238E27FC236}">
                    <a16:creationId xmlns:a16="http://schemas.microsoft.com/office/drawing/2014/main" id="{070980C7-7681-491B-9492-CD9757D28B90}"/>
                  </a:ext>
                </a:extLst>
              </p:cNvPr>
              <p:cNvSpPr>
                <a:spLocks/>
              </p:cNvSpPr>
              <p:nvPr/>
            </p:nvSpPr>
            <p:spPr bwMode="auto">
              <a:xfrm>
                <a:off x="8153449" y="2273920"/>
                <a:ext cx="239697" cy="60142"/>
              </a:xfrm>
              <a:custGeom>
                <a:avLst/>
                <a:gdLst>
                  <a:gd name="T0" fmla="*/ 234 w 275"/>
                  <a:gd name="T1" fmla="*/ 0 h 69"/>
                  <a:gd name="T2" fmla="*/ 40 w 275"/>
                  <a:gd name="T3" fmla="*/ 0 h 69"/>
                  <a:gd name="T4" fmla="*/ 0 w 275"/>
                  <a:gd name="T5" fmla="*/ 69 h 69"/>
                  <a:gd name="T6" fmla="*/ 275 w 275"/>
                  <a:gd name="T7" fmla="*/ 69 h 69"/>
                  <a:gd name="T8" fmla="*/ 234 w 275"/>
                  <a:gd name="T9" fmla="*/ 0 h 69"/>
                </a:gdLst>
                <a:ahLst/>
                <a:cxnLst>
                  <a:cxn ang="0">
                    <a:pos x="T0" y="T1"/>
                  </a:cxn>
                  <a:cxn ang="0">
                    <a:pos x="T2" y="T3"/>
                  </a:cxn>
                  <a:cxn ang="0">
                    <a:pos x="T4" y="T5"/>
                  </a:cxn>
                  <a:cxn ang="0">
                    <a:pos x="T6" y="T7"/>
                  </a:cxn>
                  <a:cxn ang="0">
                    <a:pos x="T8" y="T9"/>
                  </a:cxn>
                </a:cxnLst>
                <a:rect l="0" t="0" r="r" b="b"/>
                <a:pathLst>
                  <a:path w="275" h="69">
                    <a:moveTo>
                      <a:pt x="234" y="0"/>
                    </a:moveTo>
                    <a:lnTo>
                      <a:pt x="40" y="0"/>
                    </a:lnTo>
                    <a:lnTo>
                      <a:pt x="0" y="69"/>
                    </a:lnTo>
                    <a:lnTo>
                      <a:pt x="275" y="69"/>
                    </a:lnTo>
                    <a:lnTo>
                      <a:pt x="234"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0" name="Rectangle 53">
                <a:extLst>
                  <a:ext uri="{FF2B5EF4-FFF2-40B4-BE49-F238E27FC236}">
                    <a16:creationId xmlns:a16="http://schemas.microsoft.com/office/drawing/2014/main" id="{BD55AD16-8380-47FC-9CB5-B5C748800A1E}"/>
                  </a:ext>
                </a:extLst>
              </p:cNvPr>
              <p:cNvSpPr>
                <a:spLocks noChangeArrowheads="1"/>
              </p:cNvSpPr>
              <p:nvPr/>
            </p:nvSpPr>
            <p:spPr bwMode="auto">
              <a:xfrm>
                <a:off x="8415808" y="2156250"/>
                <a:ext cx="238825" cy="590090"/>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1" name="Freeform 54">
                <a:extLst>
                  <a:ext uri="{FF2B5EF4-FFF2-40B4-BE49-F238E27FC236}">
                    <a16:creationId xmlns:a16="http://schemas.microsoft.com/office/drawing/2014/main" id="{C0633829-B1B1-4C3E-8E3D-7487979C687F}"/>
                  </a:ext>
                </a:extLst>
              </p:cNvPr>
              <p:cNvSpPr>
                <a:spLocks/>
              </p:cNvSpPr>
              <p:nvPr/>
            </p:nvSpPr>
            <p:spPr bwMode="auto">
              <a:xfrm>
                <a:off x="8415808" y="2096980"/>
                <a:ext cx="238825" cy="59270"/>
              </a:xfrm>
              <a:custGeom>
                <a:avLst/>
                <a:gdLst>
                  <a:gd name="T0" fmla="*/ 236 w 274"/>
                  <a:gd name="T1" fmla="*/ 2 h 68"/>
                  <a:gd name="T2" fmla="*/ 40 w 274"/>
                  <a:gd name="T3" fmla="*/ 0 h 68"/>
                  <a:gd name="T4" fmla="*/ 0 w 274"/>
                  <a:gd name="T5" fmla="*/ 68 h 68"/>
                  <a:gd name="T6" fmla="*/ 274 w 274"/>
                  <a:gd name="T7" fmla="*/ 68 h 68"/>
                  <a:gd name="T8" fmla="*/ 236 w 274"/>
                  <a:gd name="T9" fmla="*/ 2 h 68"/>
                </a:gdLst>
                <a:ahLst/>
                <a:cxnLst>
                  <a:cxn ang="0">
                    <a:pos x="T0" y="T1"/>
                  </a:cxn>
                  <a:cxn ang="0">
                    <a:pos x="T2" y="T3"/>
                  </a:cxn>
                  <a:cxn ang="0">
                    <a:pos x="T4" y="T5"/>
                  </a:cxn>
                  <a:cxn ang="0">
                    <a:pos x="T6" y="T7"/>
                  </a:cxn>
                  <a:cxn ang="0">
                    <a:pos x="T8" y="T9"/>
                  </a:cxn>
                </a:cxnLst>
                <a:rect l="0" t="0" r="r" b="b"/>
                <a:pathLst>
                  <a:path w="274" h="68">
                    <a:moveTo>
                      <a:pt x="236" y="2"/>
                    </a:moveTo>
                    <a:lnTo>
                      <a:pt x="40" y="0"/>
                    </a:lnTo>
                    <a:lnTo>
                      <a:pt x="0" y="68"/>
                    </a:lnTo>
                    <a:lnTo>
                      <a:pt x="274" y="68"/>
                    </a:lnTo>
                    <a:lnTo>
                      <a:pt x="236" y="2"/>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2" name="Rectangle 55">
                <a:extLst>
                  <a:ext uri="{FF2B5EF4-FFF2-40B4-BE49-F238E27FC236}">
                    <a16:creationId xmlns:a16="http://schemas.microsoft.com/office/drawing/2014/main" id="{D1A7E51F-A21F-4BA1-8F47-612E0074BD68}"/>
                  </a:ext>
                </a:extLst>
              </p:cNvPr>
              <p:cNvSpPr>
                <a:spLocks noChangeArrowheads="1"/>
              </p:cNvSpPr>
              <p:nvPr/>
            </p:nvSpPr>
            <p:spPr bwMode="auto">
              <a:xfrm>
                <a:off x="8681654" y="1832878"/>
                <a:ext cx="238825" cy="916949"/>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3" name="Freeform 56">
                <a:extLst>
                  <a:ext uri="{FF2B5EF4-FFF2-40B4-BE49-F238E27FC236}">
                    <a16:creationId xmlns:a16="http://schemas.microsoft.com/office/drawing/2014/main" id="{C98EA26C-AAE2-4F1F-897D-A71D5B9421FE}"/>
                  </a:ext>
                </a:extLst>
              </p:cNvPr>
              <p:cNvSpPr>
                <a:spLocks/>
              </p:cNvSpPr>
              <p:nvPr/>
            </p:nvSpPr>
            <p:spPr bwMode="auto">
              <a:xfrm>
                <a:off x="8681654" y="1772735"/>
                <a:ext cx="238825" cy="60142"/>
              </a:xfrm>
              <a:custGeom>
                <a:avLst/>
                <a:gdLst>
                  <a:gd name="T0" fmla="*/ 236 w 274"/>
                  <a:gd name="T1" fmla="*/ 0 h 69"/>
                  <a:gd name="T2" fmla="*/ 40 w 274"/>
                  <a:gd name="T3" fmla="*/ 0 h 69"/>
                  <a:gd name="T4" fmla="*/ 0 w 274"/>
                  <a:gd name="T5" fmla="*/ 69 h 69"/>
                  <a:gd name="T6" fmla="*/ 274 w 274"/>
                  <a:gd name="T7" fmla="*/ 69 h 69"/>
                  <a:gd name="T8" fmla="*/ 236 w 274"/>
                  <a:gd name="T9" fmla="*/ 0 h 69"/>
                </a:gdLst>
                <a:ahLst/>
                <a:cxnLst>
                  <a:cxn ang="0">
                    <a:pos x="T0" y="T1"/>
                  </a:cxn>
                  <a:cxn ang="0">
                    <a:pos x="T2" y="T3"/>
                  </a:cxn>
                  <a:cxn ang="0">
                    <a:pos x="T4" y="T5"/>
                  </a:cxn>
                  <a:cxn ang="0">
                    <a:pos x="T6" y="T7"/>
                  </a:cxn>
                  <a:cxn ang="0">
                    <a:pos x="T8" y="T9"/>
                  </a:cxn>
                </a:cxnLst>
                <a:rect l="0" t="0" r="r" b="b"/>
                <a:pathLst>
                  <a:path w="274" h="69">
                    <a:moveTo>
                      <a:pt x="236" y="0"/>
                    </a:moveTo>
                    <a:lnTo>
                      <a:pt x="40" y="0"/>
                    </a:lnTo>
                    <a:lnTo>
                      <a:pt x="0" y="69"/>
                    </a:lnTo>
                    <a:lnTo>
                      <a:pt x="274" y="69"/>
                    </a:lnTo>
                    <a:lnTo>
                      <a:pt x="236" y="0"/>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4" name="Rectangle 57">
                <a:extLst>
                  <a:ext uri="{FF2B5EF4-FFF2-40B4-BE49-F238E27FC236}">
                    <a16:creationId xmlns:a16="http://schemas.microsoft.com/office/drawing/2014/main" id="{719CD397-A5F3-40AA-8CDB-D8D17C8E236F}"/>
                  </a:ext>
                </a:extLst>
              </p:cNvPr>
              <p:cNvSpPr>
                <a:spLocks noChangeArrowheads="1"/>
              </p:cNvSpPr>
              <p:nvPr/>
            </p:nvSpPr>
            <p:spPr bwMode="auto">
              <a:xfrm>
                <a:off x="8949243" y="1995871"/>
                <a:ext cx="238825" cy="753956"/>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sp>
            <p:nvSpPr>
              <p:cNvPr id="455" name="Freeform 58">
                <a:extLst>
                  <a:ext uri="{FF2B5EF4-FFF2-40B4-BE49-F238E27FC236}">
                    <a16:creationId xmlns:a16="http://schemas.microsoft.com/office/drawing/2014/main" id="{0B67A428-487E-4C06-9D42-C7B28FC0C06B}"/>
                  </a:ext>
                </a:extLst>
              </p:cNvPr>
              <p:cNvSpPr>
                <a:spLocks/>
              </p:cNvSpPr>
              <p:nvPr/>
            </p:nvSpPr>
            <p:spPr bwMode="auto">
              <a:xfrm>
                <a:off x="8949243" y="1935729"/>
                <a:ext cx="238825" cy="60142"/>
              </a:xfrm>
              <a:custGeom>
                <a:avLst/>
                <a:gdLst>
                  <a:gd name="T0" fmla="*/ 237 w 274"/>
                  <a:gd name="T1" fmla="*/ 2 h 69"/>
                  <a:gd name="T2" fmla="*/ 40 w 274"/>
                  <a:gd name="T3" fmla="*/ 0 h 69"/>
                  <a:gd name="T4" fmla="*/ 0 w 274"/>
                  <a:gd name="T5" fmla="*/ 69 h 69"/>
                  <a:gd name="T6" fmla="*/ 274 w 274"/>
                  <a:gd name="T7" fmla="*/ 69 h 69"/>
                  <a:gd name="T8" fmla="*/ 237 w 274"/>
                  <a:gd name="T9" fmla="*/ 2 h 69"/>
                </a:gdLst>
                <a:ahLst/>
                <a:cxnLst>
                  <a:cxn ang="0">
                    <a:pos x="T0" y="T1"/>
                  </a:cxn>
                  <a:cxn ang="0">
                    <a:pos x="T2" y="T3"/>
                  </a:cxn>
                  <a:cxn ang="0">
                    <a:pos x="T4" y="T5"/>
                  </a:cxn>
                  <a:cxn ang="0">
                    <a:pos x="T6" y="T7"/>
                  </a:cxn>
                  <a:cxn ang="0">
                    <a:pos x="T8" y="T9"/>
                  </a:cxn>
                </a:cxnLst>
                <a:rect l="0" t="0" r="r" b="b"/>
                <a:pathLst>
                  <a:path w="274" h="69">
                    <a:moveTo>
                      <a:pt x="237" y="2"/>
                    </a:moveTo>
                    <a:lnTo>
                      <a:pt x="40" y="0"/>
                    </a:lnTo>
                    <a:lnTo>
                      <a:pt x="0" y="69"/>
                    </a:lnTo>
                    <a:lnTo>
                      <a:pt x="274" y="69"/>
                    </a:lnTo>
                    <a:lnTo>
                      <a:pt x="237" y="2"/>
                    </a:ln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0070C0"/>
                  </a:solidFill>
                </a:endParaRPr>
              </a:p>
            </p:txBody>
          </p:sp>
        </p:grpSp>
        <p:grpSp>
          <p:nvGrpSpPr>
            <p:cNvPr id="402" name="Group 33872">
              <a:extLst>
                <a:ext uri="{FF2B5EF4-FFF2-40B4-BE49-F238E27FC236}">
                  <a16:creationId xmlns:a16="http://schemas.microsoft.com/office/drawing/2014/main" id="{D282D3A6-D788-4398-B1C9-17CE87E822BC}"/>
                </a:ext>
              </a:extLst>
            </p:cNvPr>
            <p:cNvGrpSpPr/>
            <p:nvPr/>
          </p:nvGrpSpPr>
          <p:grpSpPr>
            <a:xfrm>
              <a:off x="3749972" y="1468462"/>
              <a:ext cx="825362" cy="824832"/>
              <a:chOff x="9740225" y="2330996"/>
              <a:chExt cx="825362" cy="824832"/>
            </a:xfrm>
          </p:grpSpPr>
          <p:sp>
            <p:nvSpPr>
              <p:cNvPr id="441" name="Freeform 125">
                <a:extLst>
                  <a:ext uri="{FF2B5EF4-FFF2-40B4-BE49-F238E27FC236}">
                    <a16:creationId xmlns:a16="http://schemas.microsoft.com/office/drawing/2014/main" id="{478F344E-1AE0-45C4-8A10-C7585E165D4F}"/>
                  </a:ext>
                </a:extLst>
              </p:cNvPr>
              <p:cNvSpPr>
                <a:spLocks/>
              </p:cNvSpPr>
              <p:nvPr/>
            </p:nvSpPr>
            <p:spPr bwMode="auto">
              <a:xfrm>
                <a:off x="10069885" y="2743725"/>
                <a:ext cx="285112" cy="412103"/>
              </a:xfrm>
              <a:custGeom>
                <a:avLst/>
                <a:gdLst>
                  <a:gd name="connsiteX0" fmla="*/ 83071 w 285112"/>
                  <a:gd name="connsiteY0" fmla="*/ 0 h 412103"/>
                  <a:gd name="connsiteX1" fmla="*/ 83071 w 285112"/>
                  <a:gd name="connsiteY1" fmla="*/ 1 h 412103"/>
                  <a:gd name="connsiteX2" fmla="*/ 83072 w 285112"/>
                  <a:gd name="connsiteY2" fmla="*/ 1 h 412103"/>
                  <a:gd name="connsiteX3" fmla="*/ 166548 w 285112"/>
                  <a:gd name="connsiteY3" fmla="*/ 147078 h 412103"/>
                  <a:gd name="connsiteX4" fmla="*/ 285112 w 285112"/>
                  <a:gd name="connsiteY4" fmla="*/ 355977 h 412103"/>
                  <a:gd name="connsiteX5" fmla="*/ 233872 w 285112"/>
                  <a:gd name="connsiteY5" fmla="*/ 382926 h 412103"/>
                  <a:gd name="connsiteX6" fmla="*/ 27569 w 285112"/>
                  <a:gd name="connsiteY6" fmla="*/ 408389 h 412103"/>
                  <a:gd name="connsiteX7" fmla="*/ 0 w 285112"/>
                  <a:gd name="connsiteY7" fmla="*/ 402268 h 412103"/>
                  <a:gd name="connsiteX8" fmla="*/ 83071 w 285112"/>
                  <a:gd name="connsiteY8" fmla="*/ 0 h 4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112" h="412103">
                    <a:moveTo>
                      <a:pt x="83071" y="0"/>
                    </a:moveTo>
                    <a:lnTo>
                      <a:pt x="83071" y="1"/>
                    </a:lnTo>
                    <a:lnTo>
                      <a:pt x="83072" y="1"/>
                    </a:lnTo>
                    <a:lnTo>
                      <a:pt x="166548" y="147078"/>
                    </a:lnTo>
                    <a:lnTo>
                      <a:pt x="285112" y="355977"/>
                    </a:lnTo>
                    <a:lnTo>
                      <a:pt x="233872" y="382926"/>
                    </a:lnTo>
                    <a:cubicBezTo>
                      <a:pt x="167264" y="409675"/>
                      <a:pt x="96191" y="417677"/>
                      <a:pt x="27569" y="408389"/>
                    </a:cubicBezTo>
                    <a:lnTo>
                      <a:pt x="0" y="402268"/>
                    </a:lnTo>
                    <a:lnTo>
                      <a:pt x="83071"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42" name="Freeform 124">
                <a:extLst>
                  <a:ext uri="{FF2B5EF4-FFF2-40B4-BE49-F238E27FC236}">
                    <a16:creationId xmlns:a16="http://schemas.microsoft.com/office/drawing/2014/main" id="{F82D69DA-76D2-46B7-872C-E5AB960D440D}"/>
                  </a:ext>
                </a:extLst>
              </p:cNvPr>
              <p:cNvSpPr>
                <a:spLocks/>
              </p:cNvSpPr>
              <p:nvPr/>
            </p:nvSpPr>
            <p:spPr bwMode="auto">
              <a:xfrm>
                <a:off x="9740225" y="2333474"/>
                <a:ext cx="440081" cy="812518"/>
              </a:xfrm>
              <a:custGeom>
                <a:avLst/>
                <a:gdLst>
                  <a:gd name="connsiteX0" fmla="*/ 440080 w 440081"/>
                  <a:gd name="connsiteY0" fmla="*/ 0 h 812518"/>
                  <a:gd name="connsiteX1" fmla="*/ 440081 w 440081"/>
                  <a:gd name="connsiteY1" fmla="*/ 0 h 812518"/>
                  <a:gd name="connsiteX2" fmla="*/ 412731 w 440081"/>
                  <a:gd name="connsiteY2" fmla="*/ 410250 h 812518"/>
                  <a:gd name="connsiteX3" fmla="*/ 329660 w 440081"/>
                  <a:gd name="connsiteY3" fmla="*/ 812518 h 812518"/>
                  <a:gd name="connsiteX4" fmla="*/ 289679 w 440081"/>
                  <a:gd name="connsiteY4" fmla="*/ 803641 h 812518"/>
                  <a:gd name="connsiteX5" fmla="*/ 66557 w 440081"/>
                  <a:gd name="connsiteY5" fmla="*/ 634851 h 812518"/>
                  <a:gd name="connsiteX6" fmla="*/ 121435 w 440081"/>
                  <a:gd name="connsiteY6" fmla="*/ 116916 h 812518"/>
                  <a:gd name="connsiteX7" fmla="*/ 185747 w 440081"/>
                  <a:gd name="connsiteY7" fmla="*/ 64342 h 812518"/>
                  <a:gd name="connsiteX8" fmla="*/ 412730 w 440081"/>
                  <a:gd name="connsiteY8" fmla="*/ 410251 h 812518"/>
                  <a:gd name="connsiteX9" fmla="*/ 440080 w 440081"/>
                  <a:gd name="connsiteY9" fmla="*/ 0 h 81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081" h="812518">
                    <a:moveTo>
                      <a:pt x="440080" y="0"/>
                    </a:moveTo>
                    <a:lnTo>
                      <a:pt x="440081" y="0"/>
                    </a:lnTo>
                    <a:lnTo>
                      <a:pt x="412731" y="410250"/>
                    </a:lnTo>
                    <a:lnTo>
                      <a:pt x="329660" y="812518"/>
                    </a:lnTo>
                    <a:lnTo>
                      <a:pt x="289679" y="803641"/>
                    </a:lnTo>
                    <a:cubicBezTo>
                      <a:pt x="201386" y="776104"/>
                      <a:pt x="121548" y="718690"/>
                      <a:pt x="66557" y="634851"/>
                    </a:cubicBezTo>
                    <a:cubicBezTo>
                      <a:pt x="-41622" y="468977"/>
                      <a:pt x="-14127" y="252619"/>
                      <a:pt x="121435" y="116916"/>
                    </a:cubicBezTo>
                    <a:lnTo>
                      <a:pt x="185747" y="64342"/>
                    </a:lnTo>
                    <a:lnTo>
                      <a:pt x="412730" y="410251"/>
                    </a:lnTo>
                    <a:lnTo>
                      <a:pt x="44008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43" name="Freeform 123">
                <a:extLst>
                  <a:ext uri="{FF2B5EF4-FFF2-40B4-BE49-F238E27FC236}">
                    <a16:creationId xmlns:a16="http://schemas.microsoft.com/office/drawing/2014/main" id="{4CD8B13F-4714-4F72-98E7-CEC3196D5A76}"/>
                  </a:ext>
                </a:extLst>
              </p:cNvPr>
              <p:cNvSpPr>
                <a:spLocks/>
              </p:cNvSpPr>
              <p:nvPr/>
            </p:nvSpPr>
            <p:spPr bwMode="auto">
              <a:xfrm>
                <a:off x="10152957" y="2743726"/>
                <a:ext cx="83476" cy="147077"/>
              </a:xfrm>
              <a:custGeom>
                <a:avLst/>
                <a:gdLst>
                  <a:gd name="connsiteX0" fmla="*/ 0 w 83476"/>
                  <a:gd name="connsiteY0" fmla="*/ 0 h 147077"/>
                  <a:gd name="connsiteX1" fmla="*/ 0 w 83476"/>
                  <a:gd name="connsiteY1" fmla="*/ 0 h 147077"/>
                  <a:gd name="connsiteX2" fmla="*/ 83476 w 83476"/>
                  <a:gd name="connsiteY2" fmla="*/ 147077 h 147077"/>
                  <a:gd name="connsiteX3" fmla="*/ 0 w 83476"/>
                  <a:gd name="connsiteY3" fmla="*/ 0 h 147077"/>
                </a:gdLst>
                <a:ahLst/>
                <a:cxnLst>
                  <a:cxn ang="0">
                    <a:pos x="connsiteX0" y="connsiteY0"/>
                  </a:cxn>
                  <a:cxn ang="0">
                    <a:pos x="connsiteX1" y="connsiteY1"/>
                  </a:cxn>
                  <a:cxn ang="0">
                    <a:pos x="connsiteX2" y="connsiteY2"/>
                  </a:cxn>
                  <a:cxn ang="0">
                    <a:pos x="connsiteX3" y="connsiteY3"/>
                  </a:cxn>
                </a:cxnLst>
                <a:rect l="l" t="t" r="r" b="b"/>
                <a:pathLst>
                  <a:path w="83476" h="147077">
                    <a:moveTo>
                      <a:pt x="0" y="0"/>
                    </a:moveTo>
                    <a:lnTo>
                      <a:pt x="0" y="0"/>
                    </a:lnTo>
                    <a:lnTo>
                      <a:pt x="83476" y="147077"/>
                    </a:lnTo>
                    <a:lnTo>
                      <a:pt x="0" y="0"/>
                    </a:lnTo>
                    <a:close/>
                  </a:path>
                </a:pathLst>
              </a:custGeom>
              <a:solidFill>
                <a:srgbClr val="35B4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
            <p:nvSpPr>
              <p:cNvPr id="444" name="Freeform 111">
                <a:extLst>
                  <a:ext uri="{FF2B5EF4-FFF2-40B4-BE49-F238E27FC236}">
                    <a16:creationId xmlns:a16="http://schemas.microsoft.com/office/drawing/2014/main" id="{4C3413C4-1676-4AC2-A7B2-67A9F0D7162C}"/>
                  </a:ext>
                </a:extLst>
              </p:cNvPr>
              <p:cNvSpPr>
                <a:spLocks/>
              </p:cNvSpPr>
              <p:nvPr/>
            </p:nvSpPr>
            <p:spPr bwMode="auto">
              <a:xfrm>
                <a:off x="9925974" y="2330996"/>
                <a:ext cx="254333" cy="412731"/>
              </a:xfrm>
              <a:custGeom>
                <a:avLst/>
                <a:gdLst>
                  <a:gd name="connsiteX0" fmla="*/ 232642 w 254333"/>
                  <a:gd name="connsiteY0" fmla="*/ 57 h 412731"/>
                  <a:gd name="connsiteX1" fmla="*/ 254333 w 254333"/>
                  <a:gd name="connsiteY1" fmla="*/ 2480 h 412731"/>
                  <a:gd name="connsiteX2" fmla="*/ 226983 w 254333"/>
                  <a:gd name="connsiteY2" fmla="*/ 412731 h 412731"/>
                  <a:gd name="connsiteX3" fmla="*/ 0 w 254333"/>
                  <a:gd name="connsiteY3" fmla="*/ 66822 h 412731"/>
                  <a:gd name="connsiteX4" fmla="*/ 322 w 254333"/>
                  <a:gd name="connsiteY4" fmla="*/ 66558 h 412731"/>
                  <a:gd name="connsiteX5" fmla="*/ 232642 w 254333"/>
                  <a:gd name="connsiteY5" fmla="*/ 57 h 41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333" h="412731">
                    <a:moveTo>
                      <a:pt x="232642" y="57"/>
                    </a:moveTo>
                    <a:lnTo>
                      <a:pt x="254333" y="2480"/>
                    </a:lnTo>
                    <a:lnTo>
                      <a:pt x="226983" y="412731"/>
                    </a:lnTo>
                    <a:lnTo>
                      <a:pt x="0" y="66822"/>
                    </a:lnTo>
                    <a:lnTo>
                      <a:pt x="322" y="66558"/>
                    </a:lnTo>
                    <a:cubicBezTo>
                      <a:pt x="72184" y="20196"/>
                      <a:pt x="153029" y="-1247"/>
                      <a:pt x="232642" y="57"/>
                    </a:cubicBez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45" name="Freeform 114">
                <a:extLst>
                  <a:ext uri="{FF2B5EF4-FFF2-40B4-BE49-F238E27FC236}">
                    <a16:creationId xmlns:a16="http://schemas.microsoft.com/office/drawing/2014/main" id="{064002A6-A615-4E73-81C0-8F8D7EDEEEDA}"/>
                  </a:ext>
                </a:extLst>
              </p:cNvPr>
              <p:cNvSpPr>
                <a:spLocks/>
              </p:cNvSpPr>
              <p:nvPr/>
            </p:nvSpPr>
            <p:spPr bwMode="auto">
              <a:xfrm>
                <a:off x="10152957" y="2333476"/>
                <a:ext cx="399624" cy="410251"/>
              </a:xfrm>
              <a:custGeom>
                <a:avLst/>
                <a:gdLst>
                  <a:gd name="connsiteX0" fmla="*/ 27350 w 399624"/>
                  <a:gd name="connsiteY0" fmla="*/ 0 h 410251"/>
                  <a:gd name="connsiteX1" fmla="*/ 84482 w 399624"/>
                  <a:gd name="connsiteY1" fmla="*/ 6383 h 410251"/>
                  <a:gd name="connsiteX2" fmla="*/ 346172 w 399624"/>
                  <a:gd name="connsiteY2" fmla="*/ 183590 h 410251"/>
                  <a:gd name="connsiteX3" fmla="*/ 384304 w 399624"/>
                  <a:gd name="connsiteY3" fmla="*/ 258064 h 410251"/>
                  <a:gd name="connsiteX4" fmla="*/ 399624 w 399624"/>
                  <a:gd name="connsiteY4" fmla="*/ 312553 h 410251"/>
                  <a:gd name="connsiteX5" fmla="*/ 0 w 399624"/>
                  <a:gd name="connsiteY5" fmla="*/ 410251 h 410251"/>
                  <a:gd name="connsiteX6" fmla="*/ 27350 w 399624"/>
                  <a:gd name="connsiteY6" fmla="*/ 0 h 41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624" h="410251">
                    <a:moveTo>
                      <a:pt x="27350" y="0"/>
                    </a:moveTo>
                    <a:lnTo>
                      <a:pt x="84482" y="6383"/>
                    </a:lnTo>
                    <a:cubicBezTo>
                      <a:pt x="188024" y="28018"/>
                      <a:pt x="283325" y="88805"/>
                      <a:pt x="346172" y="183590"/>
                    </a:cubicBezTo>
                    <a:cubicBezTo>
                      <a:pt x="361626" y="207544"/>
                      <a:pt x="374311" y="232496"/>
                      <a:pt x="384304" y="258064"/>
                    </a:cubicBezTo>
                    <a:lnTo>
                      <a:pt x="399624" y="312553"/>
                    </a:lnTo>
                    <a:lnTo>
                      <a:pt x="0" y="410251"/>
                    </a:lnTo>
                    <a:lnTo>
                      <a:pt x="2735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46" name="Freeform 121">
                <a:extLst>
                  <a:ext uri="{FF2B5EF4-FFF2-40B4-BE49-F238E27FC236}">
                    <a16:creationId xmlns:a16="http://schemas.microsoft.com/office/drawing/2014/main" id="{41C43D58-737F-4E14-9771-437BEE2DA8E6}"/>
                  </a:ext>
                </a:extLst>
              </p:cNvPr>
              <p:cNvSpPr>
                <a:spLocks/>
              </p:cNvSpPr>
              <p:nvPr/>
            </p:nvSpPr>
            <p:spPr bwMode="auto">
              <a:xfrm>
                <a:off x="10152958" y="2743726"/>
                <a:ext cx="393840" cy="355976"/>
              </a:xfrm>
              <a:custGeom>
                <a:avLst/>
                <a:gdLst>
                  <a:gd name="connsiteX0" fmla="*/ 0 w 393840"/>
                  <a:gd name="connsiteY0" fmla="*/ 0 h 355976"/>
                  <a:gd name="connsiteX1" fmla="*/ 393840 w 393840"/>
                  <a:gd name="connsiteY1" fmla="*/ 118749 h 355976"/>
                  <a:gd name="connsiteX2" fmla="*/ 379876 w 393840"/>
                  <a:gd name="connsiteY2" fmla="*/ 159713 h 355976"/>
                  <a:gd name="connsiteX3" fmla="*/ 224598 w 393840"/>
                  <a:gd name="connsiteY3" fmla="*/ 344112 h 355976"/>
                  <a:gd name="connsiteX4" fmla="*/ 202040 w 393840"/>
                  <a:gd name="connsiteY4" fmla="*/ 355976 h 355976"/>
                  <a:gd name="connsiteX5" fmla="*/ 0 w 393840"/>
                  <a:gd name="connsiteY5" fmla="*/ 0 h 355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840" h="355976">
                    <a:moveTo>
                      <a:pt x="0" y="0"/>
                    </a:moveTo>
                    <a:lnTo>
                      <a:pt x="393840" y="118749"/>
                    </a:lnTo>
                    <a:lnTo>
                      <a:pt x="379876" y="159713"/>
                    </a:lnTo>
                    <a:cubicBezTo>
                      <a:pt x="348908" y="232842"/>
                      <a:pt x="296460" y="297750"/>
                      <a:pt x="224598" y="344112"/>
                    </a:cubicBezTo>
                    <a:lnTo>
                      <a:pt x="202040" y="355976"/>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47" name="Freeform 118">
                <a:extLst>
                  <a:ext uri="{FF2B5EF4-FFF2-40B4-BE49-F238E27FC236}">
                    <a16:creationId xmlns:a16="http://schemas.microsoft.com/office/drawing/2014/main" id="{56AEA4DF-9262-442B-8DB8-0303DC51C9CF}"/>
                  </a:ext>
                </a:extLst>
              </p:cNvPr>
              <p:cNvSpPr>
                <a:spLocks/>
              </p:cNvSpPr>
              <p:nvPr/>
            </p:nvSpPr>
            <p:spPr bwMode="auto">
              <a:xfrm>
                <a:off x="10152958" y="2646028"/>
                <a:ext cx="412629" cy="216447"/>
              </a:xfrm>
              <a:custGeom>
                <a:avLst/>
                <a:gdLst>
                  <a:gd name="connsiteX0" fmla="*/ 399624 w 412629"/>
                  <a:gd name="connsiteY0" fmla="*/ 0 h 216447"/>
                  <a:gd name="connsiteX1" fmla="*/ 406282 w 412629"/>
                  <a:gd name="connsiteY1" fmla="*/ 23679 h 216447"/>
                  <a:gd name="connsiteX2" fmla="*/ 399044 w 412629"/>
                  <a:gd name="connsiteY2" fmla="*/ 201183 h 216447"/>
                  <a:gd name="connsiteX3" fmla="*/ 393841 w 412629"/>
                  <a:gd name="connsiteY3" fmla="*/ 216447 h 216447"/>
                  <a:gd name="connsiteX4" fmla="*/ 0 w 412629"/>
                  <a:gd name="connsiteY4" fmla="*/ 97698 h 216447"/>
                  <a:gd name="connsiteX5" fmla="*/ 399624 w 412629"/>
                  <a:gd name="connsiteY5" fmla="*/ 0 h 21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629" h="216447">
                    <a:moveTo>
                      <a:pt x="399624" y="0"/>
                    </a:moveTo>
                    <a:lnTo>
                      <a:pt x="406282" y="23679"/>
                    </a:lnTo>
                    <a:cubicBezTo>
                      <a:pt x="416822" y="83117"/>
                      <a:pt x="414119" y="143737"/>
                      <a:pt x="399044" y="201183"/>
                    </a:cubicBezTo>
                    <a:lnTo>
                      <a:pt x="393841" y="216447"/>
                    </a:lnTo>
                    <a:lnTo>
                      <a:pt x="0" y="97698"/>
                    </a:lnTo>
                    <a:lnTo>
                      <a:pt x="399624"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403" name="Group 33870">
              <a:extLst>
                <a:ext uri="{FF2B5EF4-FFF2-40B4-BE49-F238E27FC236}">
                  <a16:creationId xmlns:a16="http://schemas.microsoft.com/office/drawing/2014/main" id="{B668FD9B-E904-4C49-A158-54F7413937A2}"/>
                </a:ext>
              </a:extLst>
            </p:cNvPr>
            <p:cNvGrpSpPr/>
            <p:nvPr/>
          </p:nvGrpSpPr>
          <p:grpSpPr>
            <a:xfrm>
              <a:off x="770339" y="1380007"/>
              <a:ext cx="960531" cy="963146"/>
              <a:chOff x="6760592" y="2242541"/>
              <a:chExt cx="960531" cy="963146"/>
            </a:xfrm>
          </p:grpSpPr>
          <p:sp>
            <p:nvSpPr>
              <p:cNvPr id="438" name="Freeform 70">
                <a:extLst>
                  <a:ext uri="{FF2B5EF4-FFF2-40B4-BE49-F238E27FC236}">
                    <a16:creationId xmlns:a16="http://schemas.microsoft.com/office/drawing/2014/main" id="{C7C137EF-A1C7-40B2-8FB4-80B7D4E45737}"/>
                  </a:ext>
                </a:extLst>
              </p:cNvPr>
              <p:cNvSpPr>
                <a:spLocks/>
              </p:cNvSpPr>
              <p:nvPr/>
            </p:nvSpPr>
            <p:spPr bwMode="auto">
              <a:xfrm>
                <a:off x="6760592" y="2242541"/>
                <a:ext cx="960531" cy="963146"/>
              </a:xfrm>
              <a:custGeom>
                <a:avLst/>
                <a:gdLst>
                  <a:gd name="T0" fmla="*/ 373 w 466"/>
                  <a:gd name="T1" fmla="*/ 78 h 467"/>
                  <a:gd name="T2" fmla="*/ 77 w 466"/>
                  <a:gd name="T3" fmla="*/ 94 h 467"/>
                  <a:gd name="T4" fmla="*/ 93 w 466"/>
                  <a:gd name="T5" fmla="*/ 390 h 467"/>
                  <a:gd name="T6" fmla="*/ 389 w 466"/>
                  <a:gd name="T7" fmla="*/ 373 h 467"/>
                  <a:gd name="T8" fmla="*/ 373 w 466"/>
                  <a:gd name="T9" fmla="*/ 78 h 467"/>
                </a:gdLst>
                <a:ahLst/>
                <a:cxnLst>
                  <a:cxn ang="0">
                    <a:pos x="T0" y="T1"/>
                  </a:cxn>
                  <a:cxn ang="0">
                    <a:pos x="T2" y="T3"/>
                  </a:cxn>
                  <a:cxn ang="0">
                    <a:pos x="T4" y="T5"/>
                  </a:cxn>
                  <a:cxn ang="0">
                    <a:pos x="T6" y="T7"/>
                  </a:cxn>
                  <a:cxn ang="0">
                    <a:pos x="T8" y="T9"/>
                  </a:cxn>
                </a:cxnLst>
                <a:rect l="0" t="0" r="r" b="b"/>
                <a:pathLst>
                  <a:path w="466" h="467">
                    <a:moveTo>
                      <a:pt x="373" y="78"/>
                    </a:moveTo>
                    <a:cubicBezTo>
                      <a:pt x="287" y="0"/>
                      <a:pt x="154" y="8"/>
                      <a:pt x="77" y="94"/>
                    </a:cubicBezTo>
                    <a:cubicBezTo>
                      <a:pt x="0" y="180"/>
                      <a:pt x="7" y="312"/>
                      <a:pt x="93" y="390"/>
                    </a:cubicBezTo>
                    <a:cubicBezTo>
                      <a:pt x="179" y="467"/>
                      <a:pt x="311" y="460"/>
                      <a:pt x="389" y="373"/>
                    </a:cubicBezTo>
                    <a:cubicBezTo>
                      <a:pt x="466" y="287"/>
                      <a:pt x="459" y="155"/>
                      <a:pt x="373" y="78"/>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439" name="Freeform 71">
                <a:extLst>
                  <a:ext uri="{FF2B5EF4-FFF2-40B4-BE49-F238E27FC236}">
                    <a16:creationId xmlns:a16="http://schemas.microsoft.com/office/drawing/2014/main" id="{9040B3DC-1576-47FA-86E6-BB238338D87C}"/>
                  </a:ext>
                </a:extLst>
              </p:cNvPr>
              <p:cNvSpPr>
                <a:spLocks noEditPoints="1"/>
              </p:cNvSpPr>
              <p:nvPr/>
            </p:nvSpPr>
            <p:spPr bwMode="auto">
              <a:xfrm>
                <a:off x="6778897" y="2263460"/>
                <a:ext cx="923051" cy="923922"/>
              </a:xfrm>
              <a:custGeom>
                <a:avLst/>
                <a:gdLst>
                  <a:gd name="T0" fmla="*/ 74 w 448"/>
                  <a:gd name="T1" fmla="*/ 89 h 448"/>
                  <a:gd name="T2" fmla="*/ 374 w 448"/>
                  <a:gd name="T3" fmla="*/ 358 h 448"/>
                  <a:gd name="T4" fmla="*/ 357 w 448"/>
                  <a:gd name="T5" fmla="*/ 333 h 448"/>
                  <a:gd name="T6" fmla="*/ 347 w 448"/>
                  <a:gd name="T7" fmla="*/ 213 h 448"/>
                  <a:gd name="T8" fmla="*/ 357 w 448"/>
                  <a:gd name="T9" fmla="*/ 333 h 448"/>
                  <a:gd name="T10" fmla="*/ 337 w 448"/>
                  <a:gd name="T11" fmla="*/ 192 h 448"/>
                  <a:gd name="T12" fmla="*/ 340 w 448"/>
                  <a:gd name="T13" fmla="*/ 105 h 448"/>
                  <a:gd name="T14" fmla="*/ 396 w 448"/>
                  <a:gd name="T15" fmla="*/ 210 h 448"/>
                  <a:gd name="T16" fmla="*/ 358 w 448"/>
                  <a:gd name="T17" fmla="*/ 114 h 448"/>
                  <a:gd name="T18" fmla="*/ 326 w 448"/>
                  <a:gd name="T19" fmla="*/ 95 h 448"/>
                  <a:gd name="T20" fmla="*/ 279 w 448"/>
                  <a:gd name="T21" fmla="*/ 150 h 448"/>
                  <a:gd name="T22" fmla="*/ 284 w 448"/>
                  <a:gd name="T23" fmla="*/ 96 h 448"/>
                  <a:gd name="T24" fmla="*/ 218 w 448"/>
                  <a:gd name="T25" fmla="*/ 51 h 448"/>
                  <a:gd name="T26" fmla="*/ 235 w 448"/>
                  <a:gd name="T27" fmla="*/ 94 h 448"/>
                  <a:gd name="T28" fmla="*/ 223 w 448"/>
                  <a:gd name="T29" fmla="*/ 213 h 448"/>
                  <a:gd name="T30" fmla="*/ 229 w 448"/>
                  <a:gd name="T31" fmla="*/ 114 h 448"/>
                  <a:gd name="T32" fmla="*/ 213 w 448"/>
                  <a:gd name="T33" fmla="*/ 224 h 448"/>
                  <a:gd name="T34" fmla="*/ 115 w 448"/>
                  <a:gd name="T35" fmla="*/ 241 h 448"/>
                  <a:gd name="T36" fmla="*/ 213 w 448"/>
                  <a:gd name="T37" fmla="*/ 224 h 448"/>
                  <a:gd name="T38" fmla="*/ 107 w 448"/>
                  <a:gd name="T39" fmla="*/ 342 h 448"/>
                  <a:gd name="T40" fmla="*/ 157 w 448"/>
                  <a:gd name="T41" fmla="*/ 287 h 448"/>
                  <a:gd name="T42" fmla="*/ 52 w 448"/>
                  <a:gd name="T43" fmla="*/ 237 h 448"/>
                  <a:gd name="T44" fmla="*/ 90 w 448"/>
                  <a:gd name="T45" fmla="*/ 333 h 448"/>
                  <a:gd name="T46" fmla="*/ 121 w 448"/>
                  <a:gd name="T47" fmla="*/ 353 h 448"/>
                  <a:gd name="T48" fmla="*/ 169 w 448"/>
                  <a:gd name="T49" fmla="*/ 297 h 448"/>
                  <a:gd name="T50" fmla="*/ 164 w 448"/>
                  <a:gd name="T51" fmla="*/ 351 h 448"/>
                  <a:gd name="T52" fmla="*/ 229 w 448"/>
                  <a:gd name="T53" fmla="*/ 396 h 448"/>
                  <a:gd name="T54" fmla="*/ 212 w 448"/>
                  <a:gd name="T55" fmla="*/ 353 h 448"/>
                  <a:gd name="T56" fmla="*/ 224 w 448"/>
                  <a:gd name="T57" fmla="*/ 235 h 448"/>
                  <a:gd name="T58" fmla="*/ 218 w 448"/>
                  <a:gd name="T59" fmla="*/ 333 h 448"/>
                  <a:gd name="T60" fmla="*/ 235 w 448"/>
                  <a:gd name="T61" fmla="*/ 223 h 448"/>
                  <a:gd name="T62" fmla="*/ 332 w 448"/>
                  <a:gd name="T63" fmla="*/ 206 h 448"/>
                  <a:gd name="T64" fmla="*/ 235 w 448"/>
                  <a:gd name="T65" fmla="*/ 223 h 448"/>
                  <a:gd name="T66" fmla="*/ 221 w 448"/>
                  <a:gd name="T67" fmla="*/ 100 h 448"/>
                  <a:gd name="T68" fmla="*/ 100 w 448"/>
                  <a:gd name="T69" fmla="*/ 103 h 448"/>
                  <a:gd name="T70" fmla="*/ 90 w 448"/>
                  <a:gd name="T71" fmla="*/ 114 h 448"/>
                  <a:gd name="T72" fmla="*/ 101 w 448"/>
                  <a:gd name="T73" fmla="*/ 235 h 448"/>
                  <a:gd name="T74" fmla="*/ 90 w 448"/>
                  <a:gd name="T75" fmla="*/ 114 h 448"/>
                  <a:gd name="T76" fmla="*/ 226 w 448"/>
                  <a:gd name="T77" fmla="*/ 347 h 448"/>
                  <a:gd name="T78" fmla="*/ 347 w 448"/>
                  <a:gd name="T79" fmla="*/ 345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48" h="448">
                    <a:moveTo>
                      <a:pt x="358" y="74"/>
                    </a:moveTo>
                    <a:cubicBezTo>
                      <a:pt x="275" y="0"/>
                      <a:pt x="148" y="7"/>
                      <a:pt x="74" y="89"/>
                    </a:cubicBezTo>
                    <a:cubicBezTo>
                      <a:pt x="0" y="172"/>
                      <a:pt x="7" y="299"/>
                      <a:pt x="89" y="373"/>
                    </a:cubicBezTo>
                    <a:cubicBezTo>
                      <a:pt x="172" y="448"/>
                      <a:pt x="299" y="441"/>
                      <a:pt x="374" y="358"/>
                    </a:cubicBezTo>
                    <a:cubicBezTo>
                      <a:pt x="448" y="275"/>
                      <a:pt x="441" y="148"/>
                      <a:pt x="358" y="74"/>
                    </a:cubicBezTo>
                    <a:close/>
                    <a:moveTo>
                      <a:pt x="357" y="333"/>
                    </a:moveTo>
                    <a:cubicBezTo>
                      <a:pt x="304" y="285"/>
                      <a:pt x="304" y="285"/>
                      <a:pt x="304" y="285"/>
                    </a:cubicBezTo>
                    <a:cubicBezTo>
                      <a:pt x="325" y="260"/>
                      <a:pt x="338" y="236"/>
                      <a:pt x="347" y="213"/>
                    </a:cubicBezTo>
                    <a:cubicBezTo>
                      <a:pt x="364" y="220"/>
                      <a:pt x="381" y="224"/>
                      <a:pt x="397" y="226"/>
                    </a:cubicBezTo>
                    <a:cubicBezTo>
                      <a:pt x="396" y="264"/>
                      <a:pt x="383" y="302"/>
                      <a:pt x="357" y="333"/>
                    </a:cubicBezTo>
                    <a:close/>
                    <a:moveTo>
                      <a:pt x="340" y="105"/>
                    </a:moveTo>
                    <a:cubicBezTo>
                      <a:pt x="344" y="122"/>
                      <a:pt x="347" y="154"/>
                      <a:pt x="337" y="192"/>
                    </a:cubicBezTo>
                    <a:cubicBezTo>
                      <a:pt x="322" y="184"/>
                      <a:pt x="306" y="174"/>
                      <a:pt x="291" y="161"/>
                    </a:cubicBezTo>
                    <a:lnTo>
                      <a:pt x="340" y="105"/>
                    </a:lnTo>
                    <a:close/>
                    <a:moveTo>
                      <a:pt x="358" y="114"/>
                    </a:moveTo>
                    <a:cubicBezTo>
                      <a:pt x="381" y="142"/>
                      <a:pt x="393" y="176"/>
                      <a:pt x="396" y="210"/>
                    </a:cubicBezTo>
                    <a:cubicBezTo>
                      <a:pt x="382" y="208"/>
                      <a:pt x="367" y="204"/>
                      <a:pt x="351" y="198"/>
                    </a:cubicBezTo>
                    <a:cubicBezTo>
                      <a:pt x="361" y="164"/>
                      <a:pt x="360" y="135"/>
                      <a:pt x="358" y="114"/>
                    </a:cubicBezTo>
                    <a:close/>
                    <a:moveTo>
                      <a:pt x="284" y="96"/>
                    </a:moveTo>
                    <a:cubicBezTo>
                      <a:pt x="301" y="94"/>
                      <a:pt x="316" y="94"/>
                      <a:pt x="326" y="95"/>
                    </a:cubicBezTo>
                    <a:cubicBezTo>
                      <a:pt x="327" y="95"/>
                      <a:pt x="328" y="95"/>
                      <a:pt x="329" y="95"/>
                    </a:cubicBezTo>
                    <a:cubicBezTo>
                      <a:pt x="279" y="150"/>
                      <a:pt x="279" y="150"/>
                      <a:pt x="279" y="150"/>
                    </a:cubicBezTo>
                    <a:cubicBezTo>
                      <a:pt x="264" y="136"/>
                      <a:pt x="253" y="122"/>
                      <a:pt x="243" y="108"/>
                    </a:cubicBezTo>
                    <a:cubicBezTo>
                      <a:pt x="258" y="102"/>
                      <a:pt x="271" y="98"/>
                      <a:pt x="284" y="96"/>
                    </a:cubicBezTo>
                    <a:close/>
                    <a:moveTo>
                      <a:pt x="235" y="94"/>
                    </a:moveTo>
                    <a:cubicBezTo>
                      <a:pt x="227" y="79"/>
                      <a:pt x="222" y="65"/>
                      <a:pt x="218" y="51"/>
                    </a:cubicBezTo>
                    <a:cubicBezTo>
                      <a:pt x="253" y="50"/>
                      <a:pt x="288" y="59"/>
                      <a:pt x="318" y="79"/>
                    </a:cubicBezTo>
                    <a:cubicBezTo>
                      <a:pt x="298" y="78"/>
                      <a:pt x="268" y="81"/>
                      <a:pt x="235" y="94"/>
                    </a:cubicBezTo>
                    <a:close/>
                    <a:moveTo>
                      <a:pt x="269" y="162"/>
                    </a:moveTo>
                    <a:cubicBezTo>
                      <a:pt x="223" y="213"/>
                      <a:pt x="223" y="213"/>
                      <a:pt x="223" y="213"/>
                    </a:cubicBezTo>
                    <a:cubicBezTo>
                      <a:pt x="166" y="161"/>
                      <a:pt x="166" y="161"/>
                      <a:pt x="166" y="161"/>
                    </a:cubicBezTo>
                    <a:cubicBezTo>
                      <a:pt x="187" y="139"/>
                      <a:pt x="208" y="124"/>
                      <a:pt x="229" y="114"/>
                    </a:cubicBezTo>
                    <a:cubicBezTo>
                      <a:pt x="239" y="130"/>
                      <a:pt x="252" y="146"/>
                      <a:pt x="269" y="162"/>
                    </a:cubicBezTo>
                    <a:close/>
                    <a:moveTo>
                      <a:pt x="213" y="224"/>
                    </a:moveTo>
                    <a:cubicBezTo>
                      <a:pt x="167" y="275"/>
                      <a:pt x="167" y="275"/>
                      <a:pt x="167" y="275"/>
                    </a:cubicBezTo>
                    <a:cubicBezTo>
                      <a:pt x="150" y="260"/>
                      <a:pt x="132" y="249"/>
                      <a:pt x="115" y="241"/>
                    </a:cubicBezTo>
                    <a:cubicBezTo>
                      <a:pt x="123" y="219"/>
                      <a:pt x="136" y="196"/>
                      <a:pt x="155" y="173"/>
                    </a:cubicBezTo>
                    <a:lnTo>
                      <a:pt x="213" y="224"/>
                    </a:lnTo>
                    <a:close/>
                    <a:moveTo>
                      <a:pt x="157" y="287"/>
                    </a:moveTo>
                    <a:cubicBezTo>
                      <a:pt x="107" y="342"/>
                      <a:pt x="107" y="342"/>
                      <a:pt x="107" y="342"/>
                    </a:cubicBezTo>
                    <a:cubicBezTo>
                      <a:pt x="104" y="325"/>
                      <a:pt x="100" y="294"/>
                      <a:pt x="111" y="256"/>
                    </a:cubicBezTo>
                    <a:cubicBezTo>
                      <a:pt x="126" y="263"/>
                      <a:pt x="141" y="273"/>
                      <a:pt x="157" y="287"/>
                    </a:cubicBezTo>
                    <a:close/>
                    <a:moveTo>
                      <a:pt x="90" y="333"/>
                    </a:moveTo>
                    <a:cubicBezTo>
                      <a:pt x="67" y="305"/>
                      <a:pt x="54" y="271"/>
                      <a:pt x="52" y="237"/>
                    </a:cubicBezTo>
                    <a:cubicBezTo>
                      <a:pt x="65" y="239"/>
                      <a:pt x="81" y="243"/>
                      <a:pt x="96" y="249"/>
                    </a:cubicBezTo>
                    <a:cubicBezTo>
                      <a:pt x="87" y="283"/>
                      <a:pt x="87" y="313"/>
                      <a:pt x="90" y="333"/>
                    </a:cubicBezTo>
                    <a:close/>
                    <a:moveTo>
                      <a:pt x="164" y="351"/>
                    </a:moveTo>
                    <a:cubicBezTo>
                      <a:pt x="147" y="354"/>
                      <a:pt x="132" y="353"/>
                      <a:pt x="121" y="353"/>
                    </a:cubicBezTo>
                    <a:cubicBezTo>
                      <a:pt x="120" y="353"/>
                      <a:pt x="119" y="353"/>
                      <a:pt x="119" y="352"/>
                    </a:cubicBezTo>
                    <a:cubicBezTo>
                      <a:pt x="169" y="297"/>
                      <a:pt x="169" y="297"/>
                      <a:pt x="169" y="297"/>
                    </a:cubicBezTo>
                    <a:cubicBezTo>
                      <a:pt x="183" y="311"/>
                      <a:pt x="195" y="325"/>
                      <a:pt x="204" y="340"/>
                    </a:cubicBezTo>
                    <a:cubicBezTo>
                      <a:pt x="190" y="345"/>
                      <a:pt x="176" y="349"/>
                      <a:pt x="164" y="351"/>
                    </a:cubicBezTo>
                    <a:close/>
                    <a:moveTo>
                      <a:pt x="212" y="353"/>
                    </a:moveTo>
                    <a:cubicBezTo>
                      <a:pt x="220" y="368"/>
                      <a:pt x="226" y="383"/>
                      <a:pt x="229" y="396"/>
                    </a:cubicBezTo>
                    <a:cubicBezTo>
                      <a:pt x="195" y="397"/>
                      <a:pt x="160" y="388"/>
                      <a:pt x="130" y="369"/>
                    </a:cubicBezTo>
                    <a:cubicBezTo>
                      <a:pt x="150" y="369"/>
                      <a:pt x="180" y="366"/>
                      <a:pt x="212" y="353"/>
                    </a:cubicBezTo>
                    <a:close/>
                    <a:moveTo>
                      <a:pt x="179" y="285"/>
                    </a:moveTo>
                    <a:cubicBezTo>
                      <a:pt x="224" y="235"/>
                      <a:pt x="224" y="235"/>
                      <a:pt x="224" y="235"/>
                    </a:cubicBezTo>
                    <a:cubicBezTo>
                      <a:pt x="282" y="286"/>
                      <a:pt x="282" y="286"/>
                      <a:pt x="282" y="286"/>
                    </a:cubicBezTo>
                    <a:cubicBezTo>
                      <a:pt x="261" y="308"/>
                      <a:pt x="239" y="323"/>
                      <a:pt x="218" y="333"/>
                    </a:cubicBezTo>
                    <a:cubicBezTo>
                      <a:pt x="208" y="317"/>
                      <a:pt x="195" y="301"/>
                      <a:pt x="179" y="285"/>
                    </a:cubicBezTo>
                    <a:close/>
                    <a:moveTo>
                      <a:pt x="235" y="223"/>
                    </a:moveTo>
                    <a:cubicBezTo>
                      <a:pt x="280" y="172"/>
                      <a:pt x="280" y="172"/>
                      <a:pt x="280" y="172"/>
                    </a:cubicBezTo>
                    <a:cubicBezTo>
                      <a:pt x="298" y="187"/>
                      <a:pt x="315" y="198"/>
                      <a:pt x="332" y="206"/>
                    </a:cubicBezTo>
                    <a:cubicBezTo>
                      <a:pt x="325" y="228"/>
                      <a:pt x="312" y="251"/>
                      <a:pt x="292" y="275"/>
                    </a:cubicBezTo>
                    <a:lnTo>
                      <a:pt x="235" y="223"/>
                    </a:lnTo>
                    <a:close/>
                    <a:moveTo>
                      <a:pt x="203" y="52"/>
                    </a:moveTo>
                    <a:cubicBezTo>
                      <a:pt x="207" y="67"/>
                      <a:pt x="212" y="84"/>
                      <a:pt x="221" y="100"/>
                    </a:cubicBezTo>
                    <a:cubicBezTo>
                      <a:pt x="199" y="111"/>
                      <a:pt x="176" y="127"/>
                      <a:pt x="154" y="151"/>
                    </a:cubicBezTo>
                    <a:cubicBezTo>
                      <a:pt x="100" y="103"/>
                      <a:pt x="100" y="103"/>
                      <a:pt x="100" y="103"/>
                    </a:cubicBezTo>
                    <a:cubicBezTo>
                      <a:pt x="129" y="74"/>
                      <a:pt x="165" y="57"/>
                      <a:pt x="203" y="52"/>
                    </a:cubicBezTo>
                    <a:close/>
                    <a:moveTo>
                      <a:pt x="90" y="114"/>
                    </a:moveTo>
                    <a:cubicBezTo>
                      <a:pt x="144" y="162"/>
                      <a:pt x="144" y="162"/>
                      <a:pt x="144" y="162"/>
                    </a:cubicBezTo>
                    <a:cubicBezTo>
                      <a:pt x="123" y="187"/>
                      <a:pt x="110" y="211"/>
                      <a:pt x="101" y="235"/>
                    </a:cubicBezTo>
                    <a:cubicBezTo>
                      <a:pt x="83" y="228"/>
                      <a:pt x="67" y="223"/>
                      <a:pt x="51" y="221"/>
                    </a:cubicBezTo>
                    <a:cubicBezTo>
                      <a:pt x="52" y="183"/>
                      <a:pt x="64" y="145"/>
                      <a:pt x="90" y="114"/>
                    </a:cubicBezTo>
                    <a:close/>
                    <a:moveTo>
                      <a:pt x="245" y="395"/>
                    </a:moveTo>
                    <a:cubicBezTo>
                      <a:pt x="241" y="380"/>
                      <a:pt x="235" y="364"/>
                      <a:pt x="226" y="347"/>
                    </a:cubicBezTo>
                    <a:cubicBezTo>
                      <a:pt x="248" y="336"/>
                      <a:pt x="271" y="320"/>
                      <a:pt x="293" y="296"/>
                    </a:cubicBezTo>
                    <a:cubicBezTo>
                      <a:pt x="347" y="345"/>
                      <a:pt x="347" y="345"/>
                      <a:pt x="347" y="345"/>
                    </a:cubicBezTo>
                    <a:cubicBezTo>
                      <a:pt x="319" y="374"/>
                      <a:pt x="283" y="390"/>
                      <a:pt x="245" y="39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0" name="Freeform 72">
                <a:extLst>
                  <a:ext uri="{FF2B5EF4-FFF2-40B4-BE49-F238E27FC236}">
                    <a16:creationId xmlns:a16="http://schemas.microsoft.com/office/drawing/2014/main" id="{6C6F733D-D334-47F7-9317-A07DA97C357E}"/>
                  </a:ext>
                </a:extLst>
              </p:cNvPr>
              <p:cNvSpPr>
                <a:spLocks noEditPoints="1"/>
              </p:cNvSpPr>
              <p:nvPr/>
            </p:nvSpPr>
            <p:spPr bwMode="auto">
              <a:xfrm>
                <a:off x="6815505" y="2300940"/>
                <a:ext cx="849835" cy="847219"/>
              </a:xfrm>
              <a:custGeom>
                <a:avLst/>
                <a:gdLst>
                  <a:gd name="T0" fmla="*/ 3 w 412"/>
                  <a:gd name="T1" fmla="*/ 217 h 411"/>
                  <a:gd name="T2" fmla="*/ 54 w 412"/>
                  <a:gd name="T3" fmla="*/ 70 h 411"/>
                  <a:gd name="T4" fmla="*/ 195 w 412"/>
                  <a:gd name="T5" fmla="*/ 3 h 411"/>
                  <a:gd name="T6" fmla="*/ 342 w 412"/>
                  <a:gd name="T7" fmla="*/ 54 h 411"/>
                  <a:gd name="T8" fmla="*/ 409 w 412"/>
                  <a:gd name="T9" fmla="*/ 195 h 411"/>
                  <a:gd name="T10" fmla="*/ 357 w 412"/>
                  <a:gd name="T11" fmla="*/ 341 h 411"/>
                  <a:gd name="T12" fmla="*/ 217 w 412"/>
                  <a:gd name="T13" fmla="*/ 409 h 411"/>
                  <a:gd name="T14" fmla="*/ 217 w 412"/>
                  <a:gd name="T15" fmla="*/ 407 h 411"/>
                  <a:gd name="T16" fmla="*/ 217 w 412"/>
                  <a:gd name="T17" fmla="*/ 409 h 411"/>
                  <a:gd name="T18" fmla="*/ 70 w 412"/>
                  <a:gd name="T19" fmla="*/ 357 h 411"/>
                  <a:gd name="T20" fmla="*/ 3 w 412"/>
                  <a:gd name="T21" fmla="*/ 217 h 411"/>
                  <a:gd name="T22" fmla="*/ 195 w 412"/>
                  <a:gd name="T23" fmla="*/ 7 h 411"/>
                  <a:gd name="T24" fmla="*/ 58 w 412"/>
                  <a:gd name="T25" fmla="*/ 73 h 411"/>
                  <a:gd name="T26" fmla="*/ 7 w 412"/>
                  <a:gd name="T27" fmla="*/ 216 h 411"/>
                  <a:gd name="T28" fmla="*/ 73 w 412"/>
                  <a:gd name="T29" fmla="*/ 354 h 411"/>
                  <a:gd name="T30" fmla="*/ 217 w 412"/>
                  <a:gd name="T31" fmla="*/ 404 h 411"/>
                  <a:gd name="T32" fmla="*/ 354 w 412"/>
                  <a:gd name="T33" fmla="*/ 339 h 411"/>
                  <a:gd name="T34" fmla="*/ 405 w 412"/>
                  <a:gd name="T35" fmla="*/ 195 h 411"/>
                  <a:gd name="T36" fmla="*/ 339 w 412"/>
                  <a:gd name="T37" fmla="*/ 57 h 411"/>
                  <a:gd name="T38" fmla="*/ 195 w 412"/>
                  <a:gd name="T39" fmla="*/ 7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2" h="411">
                    <a:moveTo>
                      <a:pt x="3" y="217"/>
                    </a:moveTo>
                    <a:cubicBezTo>
                      <a:pt x="0" y="165"/>
                      <a:pt x="17" y="112"/>
                      <a:pt x="54" y="70"/>
                    </a:cubicBezTo>
                    <a:cubicBezTo>
                      <a:pt x="92" y="28"/>
                      <a:pt x="143" y="5"/>
                      <a:pt x="195" y="3"/>
                    </a:cubicBezTo>
                    <a:cubicBezTo>
                      <a:pt x="247" y="0"/>
                      <a:pt x="300" y="17"/>
                      <a:pt x="342" y="54"/>
                    </a:cubicBezTo>
                    <a:cubicBezTo>
                      <a:pt x="383" y="92"/>
                      <a:pt x="406" y="143"/>
                      <a:pt x="409" y="195"/>
                    </a:cubicBezTo>
                    <a:cubicBezTo>
                      <a:pt x="412" y="247"/>
                      <a:pt x="395" y="300"/>
                      <a:pt x="357" y="341"/>
                    </a:cubicBezTo>
                    <a:cubicBezTo>
                      <a:pt x="320" y="383"/>
                      <a:pt x="269" y="406"/>
                      <a:pt x="217" y="409"/>
                    </a:cubicBezTo>
                    <a:cubicBezTo>
                      <a:pt x="217" y="407"/>
                      <a:pt x="217" y="407"/>
                      <a:pt x="217" y="407"/>
                    </a:cubicBezTo>
                    <a:cubicBezTo>
                      <a:pt x="217" y="409"/>
                      <a:pt x="217" y="409"/>
                      <a:pt x="217" y="409"/>
                    </a:cubicBezTo>
                    <a:cubicBezTo>
                      <a:pt x="165" y="411"/>
                      <a:pt x="112" y="394"/>
                      <a:pt x="70" y="357"/>
                    </a:cubicBezTo>
                    <a:cubicBezTo>
                      <a:pt x="28" y="319"/>
                      <a:pt x="6" y="269"/>
                      <a:pt x="3" y="217"/>
                    </a:cubicBezTo>
                    <a:close/>
                    <a:moveTo>
                      <a:pt x="195" y="7"/>
                    </a:moveTo>
                    <a:cubicBezTo>
                      <a:pt x="144" y="10"/>
                      <a:pt x="94" y="32"/>
                      <a:pt x="58" y="73"/>
                    </a:cubicBezTo>
                    <a:cubicBezTo>
                      <a:pt x="21" y="114"/>
                      <a:pt x="4" y="166"/>
                      <a:pt x="7" y="216"/>
                    </a:cubicBezTo>
                    <a:cubicBezTo>
                      <a:pt x="10" y="267"/>
                      <a:pt x="32" y="317"/>
                      <a:pt x="73" y="354"/>
                    </a:cubicBezTo>
                    <a:cubicBezTo>
                      <a:pt x="114" y="391"/>
                      <a:pt x="166" y="407"/>
                      <a:pt x="217" y="404"/>
                    </a:cubicBezTo>
                    <a:cubicBezTo>
                      <a:pt x="268" y="402"/>
                      <a:pt x="317" y="379"/>
                      <a:pt x="354" y="339"/>
                    </a:cubicBezTo>
                    <a:cubicBezTo>
                      <a:pt x="391" y="298"/>
                      <a:pt x="407" y="246"/>
                      <a:pt x="405" y="195"/>
                    </a:cubicBezTo>
                    <a:cubicBezTo>
                      <a:pt x="402" y="144"/>
                      <a:pt x="380" y="94"/>
                      <a:pt x="339" y="57"/>
                    </a:cubicBezTo>
                    <a:cubicBezTo>
                      <a:pt x="298" y="21"/>
                      <a:pt x="246" y="4"/>
                      <a:pt x="195" y="7"/>
                    </a:cubicBezTo>
                    <a:close/>
                  </a:path>
                </a:pathLst>
              </a:custGeom>
              <a:solidFill>
                <a:srgbClr val="F5F7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4" name="Group 33873">
              <a:extLst>
                <a:ext uri="{FF2B5EF4-FFF2-40B4-BE49-F238E27FC236}">
                  <a16:creationId xmlns:a16="http://schemas.microsoft.com/office/drawing/2014/main" id="{A9B21B1C-ED2A-44EB-8769-E7445CC9F476}"/>
                </a:ext>
              </a:extLst>
            </p:cNvPr>
            <p:cNvGrpSpPr/>
            <p:nvPr/>
          </p:nvGrpSpPr>
          <p:grpSpPr>
            <a:xfrm>
              <a:off x="4405887" y="2147037"/>
              <a:ext cx="855936" cy="892544"/>
              <a:chOff x="10396140" y="3009571"/>
              <a:chExt cx="855936" cy="892544"/>
            </a:xfrm>
          </p:grpSpPr>
          <p:sp>
            <p:nvSpPr>
              <p:cNvPr id="413" name="Freeform 74">
                <a:extLst>
                  <a:ext uri="{FF2B5EF4-FFF2-40B4-BE49-F238E27FC236}">
                    <a16:creationId xmlns:a16="http://schemas.microsoft.com/office/drawing/2014/main" id="{8F714424-9F64-40CE-8CCA-5BA665AA7A77}"/>
                  </a:ext>
                </a:extLst>
              </p:cNvPr>
              <p:cNvSpPr>
                <a:spLocks/>
              </p:cNvSpPr>
              <p:nvPr/>
            </p:nvSpPr>
            <p:spPr bwMode="auto">
              <a:xfrm>
                <a:off x="10396140" y="3009571"/>
                <a:ext cx="855936" cy="892544"/>
              </a:xfrm>
              <a:custGeom>
                <a:avLst/>
                <a:gdLst>
                  <a:gd name="T0" fmla="*/ 403 w 415"/>
                  <a:gd name="T1" fmla="*/ 129 h 433"/>
                  <a:gd name="T2" fmla="*/ 175 w 415"/>
                  <a:gd name="T3" fmla="*/ 5 h 433"/>
                  <a:gd name="T4" fmla="*/ 150 w 415"/>
                  <a:gd name="T5" fmla="*/ 12 h 433"/>
                  <a:gd name="T6" fmla="*/ 5 w 415"/>
                  <a:gd name="T7" fmla="*/ 279 h 433"/>
                  <a:gd name="T8" fmla="*/ 12 w 415"/>
                  <a:gd name="T9" fmla="*/ 304 h 433"/>
                  <a:gd name="T10" fmla="*/ 240 w 415"/>
                  <a:gd name="T11" fmla="*/ 428 h 433"/>
                  <a:gd name="T12" fmla="*/ 265 w 415"/>
                  <a:gd name="T13" fmla="*/ 421 h 433"/>
                  <a:gd name="T14" fmla="*/ 410 w 415"/>
                  <a:gd name="T15" fmla="*/ 154 h 433"/>
                  <a:gd name="T16" fmla="*/ 403 w 415"/>
                  <a:gd name="T17" fmla="*/ 129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 h="433">
                    <a:moveTo>
                      <a:pt x="403" y="129"/>
                    </a:moveTo>
                    <a:cubicBezTo>
                      <a:pt x="175" y="5"/>
                      <a:pt x="175" y="5"/>
                      <a:pt x="175" y="5"/>
                    </a:cubicBezTo>
                    <a:cubicBezTo>
                      <a:pt x="166" y="0"/>
                      <a:pt x="155" y="3"/>
                      <a:pt x="150" y="12"/>
                    </a:cubicBezTo>
                    <a:cubicBezTo>
                      <a:pt x="5" y="279"/>
                      <a:pt x="5" y="279"/>
                      <a:pt x="5" y="279"/>
                    </a:cubicBezTo>
                    <a:cubicBezTo>
                      <a:pt x="0" y="288"/>
                      <a:pt x="3" y="299"/>
                      <a:pt x="12" y="304"/>
                    </a:cubicBezTo>
                    <a:cubicBezTo>
                      <a:pt x="240" y="428"/>
                      <a:pt x="240" y="428"/>
                      <a:pt x="240" y="428"/>
                    </a:cubicBezTo>
                    <a:cubicBezTo>
                      <a:pt x="249" y="433"/>
                      <a:pt x="260" y="429"/>
                      <a:pt x="265" y="421"/>
                    </a:cubicBezTo>
                    <a:cubicBezTo>
                      <a:pt x="410" y="154"/>
                      <a:pt x="410" y="154"/>
                      <a:pt x="410" y="154"/>
                    </a:cubicBezTo>
                    <a:cubicBezTo>
                      <a:pt x="415" y="145"/>
                      <a:pt x="412" y="134"/>
                      <a:pt x="403" y="12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75">
                <a:extLst>
                  <a:ext uri="{FF2B5EF4-FFF2-40B4-BE49-F238E27FC236}">
                    <a16:creationId xmlns:a16="http://schemas.microsoft.com/office/drawing/2014/main" id="{415860CE-7C87-4E58-BE97-3D64F4EB9DFF}"/>
                  </a:ext>
                </a:extLst>
              </p:cNvPr>
              <p:cNvSpPr>
                <a:spLocks/>
              </p:cNvSpPr>
              <p:nvPr/>
            </p:nvSpPr>
            <p:spPr bwMode="auto">
              <a:xfrm>
                <a:off x="10613175" y="3009571"/>
                <a:ext cx="638901" cy="488982"/>
              </a:xfrm>
              <a:custGeom>
                <a:avLst/>
                <a:gdLst>
                  <a:gd name="T0" fmla="*/ 306 w 310"/>
                  <a:gd name="T1" fmla="*/ 152 h 237"/>
                  <a:gd name="T2" fmla="*/ 299 w 310"/>
                  <a:gd name="T3" fmla="*/ 130 h 237"/>
                  <a:gd name="T4" fmla="*/ 69 w 310"/>
                  <a:gd name="T5" fmla="*/ 4 h 237"/>
                  <a:gd name="T6" fmla="*/ 46 w 310"/>
                  <a:gd name="T7" fmla="*/ 11 h 237"/>
                  <a:gd name="T8" fmla="*/ 0 w 310"/>
                  <a:gd name="T9" fmla="*/ 95 h 237"/>
                  <a:gd name="T10" fmla="*/ 260 w 310"/>
                  <a:gd name="T11" fmla="*/ 237 h 237"/>
                  <a:gd name="T12" fmla="*/ 306 w 310"/>
                  <a:gd name="T13" fmla="*/ 152 h 237"/>
                </a:gdLst>
                <a:ahLst/>
                <a:cxnLst>
                  <a:cxn ang="0">
                    <a:pos x="T0" y="T1"/>
                  </a:cxn>
                  <a:cxn ang="0">
                    <a:pos x="T2" y="T3"/>
                  </a:cxn>
                  <a:cxn ang="0">
                    <a:pos x="T4" y="T5"/>
                  </a:cxn>
                  <a:cxn ang="0">
                    <a:pos x="T6" y="T7"/>
                  </a:cxn>
                  <a:cxn ang="0">
                    <a:pos x="T8" y="T9"/>
                  </a:cxn>
                  <a:cxn ang="0">
                    <a:pos x="T10" y="T11"/>
                  </a:cxn>
                  <a:cxn ang="0">
                    <a:pos x="T12" y="T13"/>
                  </a:cxn>
                </a:cxnLst>
                <a:rect l="0" t="0" r="r" b="b"/>
                <a:pathLst>
                  <a:path w="310" h="237">
                    <a:moveTo>
                      <a:pt x="306" y="152"/>
                    </a:moveTo>
                    <a:cubicBezTo>
                      <a:pt x="310" y="144"/>
                      <a:pt x="307" y="134"/>
                      <a:pt x="299" y="130"/>
                    </a:cubicBezTo>
                    <a:cubicBezTo>
                      <a:pt x="69" y="4"/>
                      <a:pt x="69" y="4"/>
                      <a:pt x="69" y="4"/>
                    </a:cubicBezTo>
                    <a:cubicBezTo>
                      <a:pt x="60" y="0"/>
                      <a:pt x="50" y="3"/>
                      <a:pt x="46" y="11"/>
                    </a:cubicBezTo>
                    <a:cubicBezTo>
                      <a:pt x="0" y="95"/>
                      <a:pt x="0" y="95"/>
                      <a:pt x="0" y="95"/>
                    </a:cubicBezTo>
                    <a:cubicBezTo>
                      <a:pt x="260" y="237"/>
                      <a:pt x="260" y="237"/>
                      <a:pt x="260" y="237"/>
                    </a:cubicBezTo>
                    <a:lnTo>
                      <a:pt x="306" y="152"/>
                    </a:ln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5" name="Freeform 76">
                <a:extLst>
                  <a:ext uri="{FF2B5EF4-FFF2-40B4-BE49-F238E27FC236}">
                    <a16:creationId xmlns:a16="http://schemas.microsoft.com/office/drawing/2014/main" id="{41B3A5C9-B0A2-40D3-ACAF-821D1CD8E40B}"/>
                  </a:ext>
                </a:extLst>
              </p:cNvPr>
              <p:cNvSpPr>
                <a:spLocks/>
              </p:cNvSpPr>
              <p:nvPr/>
            </p:nvSpPr>
            <p:spPr bwMode="auto">
              <a:xfrm>
                <a:off x="10690750" y="3090632"/>
                <a:ext cx="478522" cy="341677"/>
              </a:xfrm>
              <a:custGeom>
                <a:avLst/>
                <a:gdLst>
                  <a:gd name="T0" fmla="*/ 215 w 232"/>
                  <a:gd name="T1" fmla="*/ 96 h 166"/>
                  <a:gd name="T2" fmla="*/ 51 w 232"/>
                  <a:gd name="T3" fmla="*/ 7 h 166"/>
                  <a:gd name="T4" fmla="*/ 16 w 232"/>
                  <a:gd name="T5" fmla="*/ 17 h 166"/>
                  <a:gd name="T6" fmla="*/ 6 w 232"/>
                  <a:gd name="T7" fmla="*/ 36 h 166"/>
                  <a:gd name="T8" fmla="*/ 17 w 232"/>
                  <a:gd name="T9" fmla="*/ 70 h 166"/>
                  <a:gd name="T10" fmla="*/ 180 w 232"/>
                  <a:gd name="T11" fmla="*/ 159 h 166"/>
                  <a:gd name="T12" fmla="*/ 215 w 232"/>
                  <a:gd name="T13" fmla="*/ 149 h 166"/>
                  <a:gd name="T14" fmla="*/ 225 w 232"/>
                  <a:gd name="T15" fmla="*/ 131 h 166"/>
                  <a:gd name="T16" fmla="*/ 215 w 232"/>
                  <a:gd name="T17" fmla="*/ 9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166">
                    <a:moveTo>
                      <a:pt x="215" y="96"/>
                    </a:moveTo>
                    <a:cubicBezTo>
                      <a:pt x="51" y="7"/>
                      <a:pt x="51" y="7"/>
                      <a:pt x="51" y="7"/>
                    </a:cubicBezTo>
                    <a:cubicBezTo>
                      <a:pt x="39" y="0"/>
                      <a:pt x="23" y="5"/>
                      <a:pt x="16" y="17"/>
                    </a:cubicBezTo>
                    <a:cubicBezTo>
                      <a:pt x="6" y="36"/>
                      <a:pt x="6" y="36"/>
                      <a:pt x="6" y="36"/>
                    </a:cubicBezTo>
                    <a:cubicBezTo>
                      <a:pt x="0" y="48"/>
                      <a:pt x="4" y="64"/>
                      <a:pt x="17" y="70"/>
                    </a:cubicBezTo>
                    <a:cubicBezTo>
                      <a:pt x="180" y="159"/>
                      <a:pt x="180" y="159"/>
                      <a:pt x="180" y="159"/>
                    </a:cubicBezTo>
                    <a:cubicBezTo>
                      <a:pt x="193" y="166"/>
                      <a:pt x="208" y="162"/>
                      <a:pt x="215" y="149"/>
                    </a:cubicBezTo>
                    <a:cubicBezTo>
                      <a:pt x="225" y="131"/>
                      <a:pt x="225" y="131"/>
                      <a:pt x="225" y="131"/>
                    </a:cubicBezTo>
                    <a:cubicBezTo>
                      <a:pt x="232" y="118"/>
                      <a:pt x="227" y="103"/>
                      <a:pt x="215" y="96"/>
                    </a:cubicBezTo>
                    <a:close/>
                  </a:path>
                </a:pathLst>
              </a:custGeom>
              <a:solidFill>
                <a:srgbClr val="CCD1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77">
                <a:extLst>
                  <a:ext uri="{FF2B5EF4-FFF2-40B4-BE49-F238E27FC236}">
                    <a16:creationId xmlns:a16="http://schemas.microsoft.com/office/drawing/2014/main" id="{C282BBF2-D666-4B7C-BAD0-993B2F581F95}"/>
                  </a:ext>
                </a:extLst>
              </p:cNvPr>
              <p:cNvSpPr>
                <a:spLocks/>
              </p:cNvSpPr>
              <p:nvPr/>
            </p:nvSpPr>
            <p:spPr bwMode="auto">
              <a:xfrm>
                <a:off x="10696851" y="3096734"/>
                <a:ext cx="466320" cy="329474"/>
              </a:xfrm>
              <a:custGeom>
                <a:avLst/>
                <a:gdLst>
                  <a:gd name="T0" fmla="*/ 210 w 226"/>
                  <a:gd name="T1" fmla="*/ 94 h 160"/>
                  <a:gd name="T2" fmla="*/ 49 w 226"/>
                  <a:gd name="T3" fmla="*/ 7 h 160"/>
                  <a:gd name="T4" fmla="*/ 16 w 226"/>
                  <a:gd name="T5" fmla="*/ 16 h 160"/>
                  <a:gd name="T6" fmla="*/ 7 w 226"/>
                  <a:gd name="T7" fmla="*/ 34 h 160"/>
                  <a:gd name="T8" fmla="*/ 16 w 226"/>
                  <a:gd name="T9" fmla="*/ 67 h 160"/>
                  <a:gd name="T10" fmla="*/ 177 w 226"/>
                  <a:gd name="T11" fmla="*/ 154 h 160"/>
                  <a:gd name="T12" fmla="*/ 210 w 226"/>
                  <a:gd name="T13" fmla="*/ 144 h 160"/>
                  <a:gd name="T14" fmla="*/ 219 w 226"/>
                  <a:gd name="T15" fmla="*/ 127 h 160"/>
                  <a:gd name="T16" fmla="*/ 210 w 226"/>
                  <a:gd name="T17"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160">
                    <a:moveTo>
                      <a:pt x="210" y="94"/>
                    </a:moveTo>
                    <a:cubicBezTo>
                      <a:pt x="49" y="7"/>
                      <a:pt x="49" y="7"/>
                      <a:pt x="49" y="7"/>
                    </a:cubicBezTo>
                    <a:cubicBezTo>
                      <a:pt x="37" y="0"/>
                      <a:pt x="22" y="5"/>
                      <a:pt x="16" y="16"/>
                    </a:cubicBezTo>
                    <a:cubicBezTo>
                      <a:pt x="7" y="34"/>
                      <a:pt x="7" y="34"/>
                      <a:pt x="7" y="34"/>
                    </a:cubicBezTo>
                    <a:cubicBezTo>
                      <a:pt x="0" y="45"/>
                      <a:pt x="5" y="60"/>
                      <a:pt x="16" y="67"/>
                    </a:cubicBezTo>
                    <a:cubicBezTo>
                      <a:pt x="177" y="154"/>
                      <a:pt x="177" y="154"/>
                      <a:pt x="177" y="154"/>
                    </a:cubicBezTo>
                    <a:cubicBezTo>
                      <a:pt x="189" y="160"/>
                      <a:pt x="204" y="156"/>
                      <a:pt x="210" y="144"/>
                    </a:cubicBezTo>
                    <a:cubicBezTo>
                      <a:pt x="219" y="127"/>
                      <a:pt x="219" y="127"/>
                      <a:pt x="219" y="127"/>
                    </a:cubicBezTo>
                    <a:cubicBezTo>
                      <a:pt x="226" y="115"/>
                      <a:pt x="222" y="101"/>
                      <a:pt x="210" y="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Freeform 78">
                <a:extLst>
                  <a:ext uri="{FF2B5EF4-FFF2-40B4-BE49-F238E27FC236}">
                    <a16:creationId xmlns:a16="http://schemas.microsoft.com/office/drawing/2014/main" id="{4E0CD5F6-17AE-44B1-884C-D4112BC85403}"/>
                  </a:ext>
                </a:extLst>
              </p:cNvPr>
              <p:cNvSpPr>
                <a:spLocks/>
              </p:cNvSpPr>
              <p:nvPr/>
            </p:nvSpPr>
            <p:spPr bwMode="auto">
              <a:xfrm>
                <a:off x="10587898" y="3284133"/>
                <a:ext cx="164737" cy="142075"/>
              </a:xfrm>
              <a:custGeom>
                <a:avLst/>
                <a:gdLst>
                  <a:gd name="T0" fmla="*/ 68 w 80"/>
                  <a:gd name="T1" fmla="*/ 23 h 69"/>
                  <a:gd name="T2" fmla="*/ 35 w 80"/>
                  <a:gd name="T3" fmla="*/ 5 h 69"/>
                  <a:gd name="T4" fmla="*/ 10 w 80"/>
                  <a:gd name="T5" fmla="*/ 13 h 69"/>
                  <a:gd name="T6" fmla="*/ 5 w 80"/>
                  <a:gd name="T7" fmla="*/ 21 h 69"/>
                  <a:gd name="T8" fmla="*/ 13 w 80"/>
                  <a:gd name="T9" fmla="*/ 47 h 69"/>
                  <a:gd name="T10" fmla="*/ 45 w 80"/>
                  <a:gd name="T11" fmla="*/ 64 h 69"/>
                  <a:gd name="T12" fmla="*/ 71 w 80"/>
                  <a:gd name="T13" fmla="*/ 57 h 69"/>
                  <a:gd name="T14" fmla="*/ 75 w 80"/>
                  <a:gd name="T15" fmla="*/ 48 h 69"/>
                  <a:gd name="T16" fmla="*/ 68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8" y="23"/>
                    </a:moveTo>
                    <a:cubicBezTo>
                      <a:pt x="35" y="5"/>
                      <a:pt x="35" y="5"/>
                      <a:pt x="35" y="5"/>
                    </a:cubicBezTo>
                    <a:cubicBezTo>
                      <a:pt x="26" y="0"/>
                      <a:pt x="15" y="4"/>
                      <a:pt x="10" y="13"/>
                    </a:cubicBezTo>
                    <a:cubicBezTo>
                      <a:pt x="5" y="21"/>
                      <a:pt x="5" y="21"/>
                      <a:pt x="5" y="21"/>
                    </a:cubicBezTo>
                    <a:cubicBezTo>
                      <a:pt x="0" y="30"/>
                      <a:pt x="4" y="42"/>
                      <a:pt x="13" y="47"/>
                    </a:cubicBezTo>
                    <a:cubicBezTo>
                      <a:pt x="45" y="64"/>
                      <a:pt x="45" y="64"/>
                      <a:pt x="45" y="64"/>
                    </a:cubicBezTo>
                    <a:cubicBezTo>
                      <a:pt x="54" y="69"/>
                      <a:pt x="66" y="66"/>
                      <a:pt x="71" y="57"/>
                    </a:cubicBezTo>
                    <a:cubicBezTo>
                      <a:pt x="75" y="48"/>
                      <a:pt x="75" y="48"/>
                      <a:pt x="75" y="48"/>
                    </a:cubicBezTo>
                    <a:cubicBezTo>
                      <a:pt x="80" y="39"/>
                      <a:pt x="77" y="28"/>
                      <a:pt x="68"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79">
                <a:extLst>
                  <a:ext uri="{FF2B5EF4-FFF2-40B4-BE49-F238E27FC236}">
                    <a16:creationId xmlns:a16="http://schemas.microsoft.com/office/drawing/2014/main" id="{AB0C06E6-8FFF-4E0D-A5A0-E6C6A91C29F4}"/>
                  </a:ext>
                </a:extLst>
              </p:cNvPr>
              <p:cNvSpPr>
                <a:spLocks/>
              </p:cNvSpPr>
              <p:nvPr/>
            </p:nvSpPr>
            <p:spPr bwMode="auto">
              <a:xfrm>
                <a:off x="10750891" y="3373038"/>
                <a:ext cx="162994" cy="142075"/>
              </a:xfrm>
              <a:custGeom>
                <a:avLst/>
                <a:gdLst>
                  <a:gd name="T0" fmla="*/ 67 w 79"/>
                  <a:gd name="T1" fmla="*/ 22 h 69"/>
                  <a:gd name="T2" fmla="*/ 35 w 79"/>
                  <a:gd name="T3" fmla="*/ 5 h 69"/>
                  <a:gd name="T4" fmla="*/ 9 w 79"/>
                  <a:gd name="T5" fmla="*/ 12 h 69"/>
                  <a:gd name="T6" fmla="*/ 5 w 79"/>
                  <a:gd name="T7" fmla="*/ 21 h 69"/>
                  <a:gd name="T8" fmla="*/ 12 w 79"/>
                  <a:gd name="T9" fmla="*/ 46 h 69"/>
                  <a:gd name="T10" fmla="*/ 44 w 79"/>
                  <a:gd name="T11" fmla="*/ 64 h 69"/>
                  <a:gd name="T12" fmla="*/ 70 w 79"/>
                  <a:gd name="T13" fmla="*/ 56 h 69"/>
                  <a:gd name="T14" fmla="*/ 74 w 79"/>
                  <a:gd name="T15" fmla="*/ 48 h 69"/>
                  <a:gd name="T16" fmla="*/ 67 w 79"/>
                  <a:gd name="T17" fmla="*/ 2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69">
                    <a:moveTo>
                      <a:pt x="67" y="22"/>
                    </a:moveTo>
                    <a:cubicBezTo>
                      <a:pt x="35" y="5"/>
                      <a:pt x="35" y="5"/>
                      <a:pt x="35" y="5"/>
                    </a:cubicBezTo>
                    <a:cubicBezTo>
                      <a:pt x="25" y="0"/>
                      <a:pt x="14" y="3"/>
                      <a:pt x="9" y="12"/>
                    </a:cubicBezTo>
                    <a:cubicBezTo>
                      <a:pt x="5" y="21"/>
                      <a:pt x="5" y="21"/>
                      <a:pt x="5" y="21"/>
                    </a:cubicBezTo>
                    <a:cubicBezTo>
                      <a:pt x="0" y="30"/>
                      <a:pt x="3" y="41"/>
                      <a:pt x="12" y="46"/>
                    </a:cubicBezTo>
                    <a:cubicBezTo>
                      <a:pt x="44" y="64"/>
                      <a:pt x="44" y="64"/>
                      <a:pt x="44" y="64"/>
                    </a:cubicBezTo>
                    <a:cubicBezTo>
                      <a:pt x="53" y="69"/>
                      <a:pt x="65" y="65"/>
                      <a:pt x="70" y="56"/>
                    </a:cubicBezTo>
                    <a:cubicBezTo>
                      <a:pt x="74" y="48"/>
                      <a:pt x="74" y="48"/>
                      <a:pt x="74" y="48"/>
                    </a:cubicBezTo>
                    <a:cubicBezTo>
                      <a:pt x="79" y="39"/>
                      <a:pt x="76"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80">
                <a:extLst>
                  <a:ext uri="{FF2B5EF4-FFF2-40B4-BE49-F238E27FC236}">
                    <a16:creationId xmlns:a16="http://schemas.microsoft.com/office/drawing/2014/main" id="{DCCE554E-DE72-44F0-86DA-D1FD9029A085}"/>
                  </a:ext>
                </a:extLst>
              </p:cNvPr>
              <p:cNvSpPr>
                <a:spLocks/>
              </p:cNvSpPr>
              <p:nvPr/>
            </p:nvSpPr>
            <p:spPr bwMode="auto">
              <a:xfrm>
                <a:off x="10528627" y="3395701"/>
                <a:ext cx="164737" cy="142075"/>
              </a:xfrm>
              <a:custGeom>
                <a:avLst/>
                <a:gdLst>
                  <a:gd name="T0" fmla="*/ 67 w 80"/>
                  <a:gd name="T1" fmla="*/ 23 h 69"/>
                  <a:gd name="T2" fmla="*/ 35 w 80"/>
                  <a:gd name="T3" fmla="*/ 5 h 69"/>
                  <a:gd name="T4" fmla="*/ 10 w 80"/>
                  <a:gd name="T5" fmla="*/ 13 h 69"/>
                  <a:gd name="T6" fmla="*/ 5 w 80"/>
                  <a:gd name="T7" fmla="*/ 21 h 69"/>
                  <a:gd name="T8" fmla="*/ 13 w 80"/>
                  <a:gd name="T9" fmla="*/ 46 h 69"/>
                  <a:gd name="T10" fmla="*/ 45 w 80"/>
                  <a:gd name="T11" fmla="*/ 64 h 69"/>
                  <a:gd name="T12" fmla="*/ 70 w 80"/>
                  <a:gd name="T13" fmla="*/ 56 h 69"/>
                  <a:gd name="T14" fmla="*/ 75 w 80"/>
                  <a:gd name="T15" fmla="*/ 48 h 69"/>
                  <a:gd name="T16" fmla="*/ 67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7" y="23"/>
                    </a:moveTo>
                    <a:cubicBezTo>
                      <a:pt x="35" y="5"/>
                      <a:pt x="35" y="5"/>
                      <a:pt x="35" y="5"/>
                    </a:cubicBezTo>
                    <a:cubicBezTo>
                      <a:pt x="26" y="0"/>
                      <a:pt x="15" y="3"/>
                      <a:pt x="10" y="13"/>
                    </a:cubicBezTo>
                    <a:cubicBezTo>
                      <a:pt x="5" y="21"/>
                      <a:pt x="5" y="21"/>
                      <a:pt x="5" y="21"/>
                    </a:cubicBezTo>
                    <a:cubicBezTo>
                      <a:pt x="0" y="30"/>
                      <a:pt x="4" y="41"/>
                      <a:pt x="13" y="46"/>
                    </a:cubicBezTo>
                    <a:cubicBezTo>
                      <a:pt x="45" y="64"/>
                      <a:pt x="45" y="64"/>
                      <a:pt x="45" y="64"/>
                    </a:cubicBezTo>
                    <a:cubicBezTo>
                      <a:pt x="54" y="69"/>
                      <a:pt x="65" y="65"/>
                      <a:pt x="70" y="56"/>
                    </a:cubicBezTo>
                    <a:cubicBezTo>
                      <a:pt x="75" y="48"/>
                      <a:pt x="75" y="48"/>
                      <a:pt x="75" y="48"/>
                    </a:cubicBezTo>
                    <a:cubicBezTo>
                      <a:pt x="80" y="39"/>
                      <a:pt x="77" y="28"/>
                      <a:pt x="67"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81">
                <a:extLst>
                  <a:ext uri="{FF2B5EF4-FFF2-40B4-BE49-F238E27FC236}">
                    <a16:creationId xmlns:a16="http://schemas.microsoft.com/office/drawing/2014/main" id="{D32FCE97-875D-4EF0-8B41-3C282FFD36B3}"/>
                  </a:ext>
                </a:extLst>
              </p:cNvPr>
              <p:cNvSpPr>
                <a:spLocks/>
              </p:cNvSpPr>
              <p:nvPr/>
            </p:nvSpPr>
            <p:spPr bwMode="auto">
              <a:xfrm>
                <a:off x="10689006" y="3483735"/>
                <a:ext cx="164737" cy="140332"/>
              </a:xfrm>
              <a:custGeom>
                <a:avLst/>
                <a:gdLst>
                  <a:gd name="T0" fmla="*/ 68 w 80"/>
                  <a:gd name="T1" fmla="*/ 22 h 68"/>
                  <a:gd name="T2" fmla="*/ 35 w 80"/>
                  <a:gd name="T3" fmla="*/ 5 h 68"/>
                  <a:gd name="T4" fmla="*/ 10 w 80"/>
                  <a:gd name="T5" fmla="*/ 12 h 68"/>
                  <a:gd name="T6" fmla="*/ 5 w 80"/>
                  <a:gd name="T7" fmla="*/ 20 h 68"/>
                  <a:gd name="T8" fmla="*/ 13 w 80"/>
                  <a:gd name="T9" fmla="*/ 46 h 68"/>
                  <a:gd name="T10" fmla="*/ 45 w 80"/>
                  <a:gd name="T11" fmla="*/ 63 h 68"/>
                  <a:gd name="T12" fmla="*/ 71 w 80"/>
                  <a:gd name="T13" fmla="*/ 56 h 68"/>
                  <a:gd name="T14" fmla="*/ 75 w 80"/>
                  <a:gd name="T15" fmla="*/ 48 h 68"/>
                  <a:gd name="T16" fmla="*/ 68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8" y="22"/>
                    </a:moveTo>
                    <a:cubicBezTo>
                      <a:pt x="35" y="5"/>
                      <a:pt x="35" y="5"/>
                      <a:pt x="35" y="5"/>
                    </a:cubicBezTo>
                    <a:cubicBezTo>
                      <a:pt x="26" y="0"/>
                      <a:pt x="15" y="3"/>
                      <a:pt x="10" y="12"/>
                    </a:cubicBezTo>
                    <a:cubicBezTo>
                      <a:pt x="5" y="20"/>
                      <a:pt x="5" y="20"/>
                      <a:pt x="5" y="20"/>
                    </a:cubicBezTo>
                    <a:cubicBezTo>
                      <a:pt x="0" y="30"/>
                      <a:pt x="4" y="41"/>
                      <a:pt x="13" y="46"/>
                    </a:cubicBezTo>
                    <a:cubicBezTo>
                      <a:pt x="45" y="63"/>
                      <a:pt x="45" y="63"/>
                      <a:pt x="45" y="63"/>
                    </a:cubicBezTo>
                    <a:cubicBezTo>
                      <a:pt x="54" y="68"/>
                      <a:pt x="66" y="65"/>
                      <a:pt x="71" y="56"/>
                    </a:cubicBezTo>
                    <a:cubicBezTo>
                      <a:pt x="75" y="48"/>
                      <a:pt x="75" y="48"/>
                      <a:pt x="75" y="48"/>
                    </a:cubicBezTo>
                    <a:cubicBezTo>
                      <a:pt x="80" y="38"/>
                      <a:pt x="77" y="27"/>
                      <a:pt x="68"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82">
                <a:extLst>
                  <a:ext uri="{FF2B5EF4-FFF2-40B4-BE49-F238E27FC236}">
                    <a16:creationId xmlns:a16="http://schemas.microsoft.com/office/drawing/2014/main" id="{AE91F463-2969-4625-8C41-A2184EA4EEBF}"/>
                  </a:ext>
                </a:extLst>
              </p:cNvPr>
              <p:cNvSpPr>
                <a:spLocks/>
              </p:cNvSpPr>
              <p:nvPr/>
            </p:nvSpPr>
            <p:spPr bwMode="auto">
              <a:xfrm>
                <a:off x="10852000" y="3572640"/>
                <a:ext cx="164737" cy="140333"/>
              </a:xfrm>
              <a:custGeom>
                <a:avLst/>
                <a:gdLst>
                  <a:gd name="T0" fmla="*/ 67 w 80"/>
                  <a:gd name="T1" fmla="*/ 22 h 68"/>
                  <a:gd name="T2" fmla="*/ 35 w 80"/>
                  <a:gd name="T3" fmla="*/ 4 h 68"/>
                  <a:gd name="T4" fmla="*/ 10 w 80"/>
                  <a:gd name="T5" fmla="*/ 12 h 68"/>
                  <a:gd name="T6" fmla="*/ 5 w 80"/>
                  <a:gd name="T7" fmla="*/ 20 h 68"/>
                  <a:gd name="T8" fmla="*/ 13 w 80"/>
                  <a:gd name="T9" fmla="*/ 46 h 68"/>
                  <a:gd name="T10" fmla="*/ 45 w 80"/>
                  <a:gd name="T11" fmla="*/ 63 h 68"/>
                  <a:gd name="T12" fmla="*/ 70 w 80"/>
                  <a:gd name="T13" fmla="*/ 56 h 68"/>
                  <a:gd name="T14" fmla="*/ 75 w 80"/>
                  <a:gd name="T15" fmla="*/ 47 h 68"/>
                  <a:gd name="T16" fmla="*/ 67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7" y="22"/>
                    </a:moveTo>
                    <a:cubicBezTo>
                      <a:pt x="35" y="4"/>
                      <a:pt x="35" y="4"/>
                      <a:pt x="35" y="4"/>
                    </a:cubicBezTo>
                    <a:cubicBezTo>
                      <a:pt x="26" y="0"/>
                      <a:pt x="15" y="3"/>
                      <a:pt x="10" y="12"/>
                    </a:cubicBezTo>
                    <a:cubicBezTo>
                      <a:pt x="5" y="20"/>
                      <a:pt x="5" y="20"/>
                      <a:pt x="5" y="20"/>
                    </a:cubicBezTo>
                    <a:cubicBezTo>
                      <a:pt x="0" y="29"/>
                      <a:pt x="4" y="41"/>
                      <a:pt x="13" y="46"/>
                    </a:cubicBezTo>
                    <a:cubicBezTo>
                      <a:pt x="45" y="63"/>
                      <a:pt x="45" y="63"/>
                      <a:pt x="45" y="63"/>
                    </a:cubicBezTo>
                    <a:cubicBezTo>
                      <a:pt x="54" y="68"/>
                      <a:pt x="65" y="65"/>
                      <a:pt x="70" y="56"/>
                    </a:cubicBezTo>
                    <a:cubicBezTo>
                      <a:pt x="75" y="47"/>
                      <a:pt x="75" y="47"/>
                      <a:pt x="75" y="47"/>
                    </a:cubicBezTo>
                    <a:cubicBezTo>
                      <a:pt x="80" y="38"/>
                      <a:pt x="77"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83">
                <a:extLst>
                  <a:ext uri="{FF2B5EF4-FFF2-40B4-BE49-F238E27FC236}">
                    <a16:creationId xmlns:a16="http://schemas.microsoft.com/office/drawing/2014/main" id="{E361ABB5-95DD-4353-8AF3-8BDEAF0B5EBD}"/>
                  </a:ext>
                </a:extLst>
              </p:cNvPr>
              <p:cNvSpPr>
                <a:spLocks/>
              </p:cNvSpPr>
              <p:nvPr/>
            </p:nvSpPr>
            <p:spPr bwMode="auto">
              <a:xfrm>
                <a:off x="10468485" y="3504654"/>
                <a:ext cx="164737" cy="142075"/>
              </a:xfrm>
              <a:custGeom>
                <a:avLst/>
                <a:gdLst>
                  <a:gd name="T0" fmla="*/ 68 w 80"/>
                  <a:gd name="T1" fmla="*/ 23 h 69"/>
                  <a:gd name="T2" fmla="*/ 35 w 80"/>
                  <a:gd name="T3" fmla="*/ 5 h 69"/>
                  <a:gd name="T4" fmla="*/ 10 w 80"/>
                  <a:gd name="T5" fmla="*/ 13 h 69"/>
                  <a:gd name="T6" fmla="*/ 5 w 80"/>
                  <a:gd name="T7" fmla="*/ 21 h 69"/>
                  <a:gd name="T8" fmla="*/ 13 w 80"/>
                  <a:gd name="T9" fmla="*/ 46 h 69"/>
                  <a:gd name="T10" fmla="*/ 45 w 80"/>
                  <a:gd name="T11" fmla="*/ 64 h 69"/>
                  <a:gd name="T12" fmla="*/ 71 w 80"/>
                  <a:gd name="T13" fmla="*/ 56 h 69"/>
                  <a:gd name="T14" fmla="*/ 75 w 80"/>
                  <a:gd name="T15" fmla="*/ 48 h 69"/>
                  <a:gd name="T16" fmla="*/ 68 w 80"/>
                  <a:gd name="T17"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68" y="23"/>
                    </a:moveTo>
                    <a:cubicBezTo>
                      <a:pt x="35" y="5"/>
                      <a:pt x="35" y="5"/>
                      <a:pt x="35" y="5"/>
                    </a:cubicBezTo>
                    <a:cubicBezTo>
                      <a:pt x="26" y="0"/>
                      <a:pt x="15" y="3"/>
                      <a:pt x="10" y="13"/>
                    </a:cubicBezTo>
                    <a:cubicBezTo>
                      <a:pt x="5" y="21"/>
                      <a:pt x="5" y="21"/>
                      <a:pt x="5" y="21"/>
                    </a:cubicBezTo>
                    <a:cubicBezTo>
                      <a:pt x="0" y="30"/>
                      <a:pt x="4" y="41"/>
                      <a:pt x="13" y="46"/>
                    </a:cubicBezTo>
                    <a:cubicBezTo>
                      <a:pt x="45" y="64"/>
                      <a:pt x="45" y="64"/>
                      <a:pt x="45" y="64"/>
                    </a:cubicBezTo>
                    <a:cubicBezTo>
                      <a:pt x="54" y="69"/>
                      <a:pt x="66" y="66"/>
                      <a:pt x="71" y="56"/>
                    </a:cubicBezTo>
                    <a:cubicBezTo>
                      <a:pt x="75" y="48"/>
                      <a:pt x="75" y="48"/>
                      <a:pt x="75" y="48"/>
                    </a:cubicBezTo>
                    <a:cubicBezTo>
                      <a:pt x="80" y="39"/>
                      <a:pt x="77" y="28"/>
                      <a:pt x="68" y="23"/>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84">
                <a:extLst>
                  <a:ext uri="{FF2B5EF4-FFF2-40B4-BE49-F238E27FC236}">
                    <a16:creationId xmlns:a16="http://schemas.microsoft.com/office/drawing/2014/main" id="{F05FB126-77D1-4F2F-BD89-B33F7F8EA198}"/>
                  </a:ext>
                </a:extLst>
              </p:cNvPr>
              <p:cNvSpPr>
                <a:spLocks/>
              </p:cNvSpPr>
              <p:nvPr/>
            </p:nvSpPr>
            <p:spPr bwMode="auto">
              <a:xfrm>
                <a:off x="10631479" y="3593560"/>
                <a:ext cx="162994" cy="139460"/>
              </a:xfrm>
              <a:custGeom>
                <a:avLst/>
                <a:gdLst>
                  <a:gd name="T0" fmla="*/ 67 w 79"/>
                  <a:gd name="T1" fmla="*/ 22 h 68"/>
                  <a:gd name="T2" fmla="*/ 34 w 79"/>
                  <a:gd name="T3" fmla="*/ 5 h 68"/>
                  <a:gd name="T4" fmla="*/ 9 w 79"/>
                  <a:gd name="T5" fmla="*/ 12 h 68"/>
                  <a:gd name="T6" fmla="*/ 4 w 79"/>
                  <a:gd name="T7" fmla="*/ 20 h 68"/>
                  <a:gd name="T8" fmla="*/ 12 w 79"/>
                  <a:gd name="T9" fmla="*/ 46 h 68"/>
                  <a:gd name="T10" fmla="*/ 44 w 79"/>
                  <a:gd name="T11" fmla="*/ 63 h 68"/>
                  <a:gd name="T12" fmla="*/ 70 w 79"/>
                  <a:gd name="T13" fmla="*/ 56 h 68"/>
                  <a:gd name="T14" fmla="*/ 74 w 79"/>
                  <a:gd name="T15" fmla="*/ 48 h 68"/>
                  <a:gd name="T16" fmla="*/ 67 w 79"/>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68">
                    <a:moveTo>
                      <a:pt x="67" y="22"/>
                    </a:moveTo>
                    <a:cubicBezTo>
                      <a:pt x="34" y="5"/>
                      <a:pt x="34" y="5"/>
                      <a:pt x="34" y="5"/>
                    </a:cubicBezTo>
                    <a:cubicBezTo>
                      <a:pt x="25" y="0"/>
                      <a:pt x="14" y="3"/>
                      <a:pt x="9" y="12"/>
                    </a:cubicBezTo>
                    <a:cubicBezTo>
                      <a:pt x="4" y="20"/>
                      <a:pt x="4" y="20"/>
                      <a:pt x="4" y="20"/>
                    </a:cubicBezTo>
                    <a:cubicBezTo>
                      <a:pt x="0" y="30"/>
                      <a:pt x="3" y="41"/>
                      <a:pt x="12" y="46"/>
                    </a:cubicBezTo>
                    <a:cubicBezTo>
                      <a:pt x="44" y="63"/>
                      <a:pt x="44" y="63"/>
                      <a:pt x="44" y="63"/>
                    </a:cubicBezTo>
                    <a:cubicBezTo>
                      <a:pt x="53" y="68"/>
                      <a:pt x="65" y="65"/>
                      <a:pt x="70" y="56"/>
                    </a:cubicBezTo>
                    <a:cubicBezTo>
                      <a:pt x="74" y="48"/>
                      <a:pt x="74" y="48"/>
                      <a:pt x="74" y="48"/>
                    </a:cubicBezTo>
                    <a:cubicBezTo>
                      <a:pt x="79" y="38"/>
                      <a:pt x="76" y="27"/>
                      <a:pt x="67"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85">
                <a:extLst>
                  <a:ext uri="{FF2B5EF4-FFF2-40B4-BE49-F238E27FC236}">
                    <a16:creationId xmlns:a16="http://schemas.microsoft.com/office/drawing/2014/main" id="{FD07C907-0553-4974-B85D-A6AF5617949F}"/>
                  </a:ext>
                </a:extLst>
              </p:cNvPr>
              <p:cNvSpPr>
                <a:spLocks/>
              </p:cNvSpPr>
              <p:nvPr/>
            </p:nvSpPr>
            <p:spPr bwMode="auto">
              <a:xfrm>
                <a:off x="10791858" y="3681594"/>
                <a:ext cx="164737" cy="140332"/>
              </a:xfrm>
              <a:custGeom>
                <a:avLst/>
                <a:gdLst>
                  <a:gd name="T0" fmla="*/ 68 w 80"/>
                  <a:gd name="T1" fmla="*/ 22 h 68"/>
                  <a:gd name="T2" fmla="*/ 35 w 80"/>
                  <a:gd name="T3" fmla="*/ 4 h 68"/>
                  <a:gd name="T4" fmla="*/ 10 w 80"/>
                  <a:gd name="T5" fmla="*/ 12 h 68"/>
                  <a:gd name="T6" fmla="*/ 5 w 80"/>
                  <a:gd name="T7" fmla="*/ 20 h 68"/>
                  <a:gd name="T8" fmla="*/ 13 w 80"/>
                  <a:gd name="T9" fmla="*/ 46 h 68"/>
                  <a:gd name="T10" fmla="*/ 45 w 80"/>
                  <a:gd name="T11" fmla="*/ 63 h 68"/>
                  <a:gd name="T12" fmla="*/ 71 w 80"/>
                  <a:gd name="T13" fmla="*/ 56 h 68"/>
                  <a:gd name="T14" fmla="*/ 75 w 80"/>
                  <a:gd name="T15" fmla="*/ 47 h 68"/>
                  <a:gd name="T16" fmla="*/ 68 w 80"/>
                  <a:gd name="T17" fmla="*/ 2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8">
                    <a:moveTo>
                      <a:pt x="68" y="22"/>
                    </a:moveTo>
                    <a:cubicBezTo>
                      <a:pt x="35" y="4"/>
                      <a:pt x="35" y="4"/>
                      <a:pt x="35" y="4"/>
                    </a:cubicBezTo>
                    <a:cubicBezTo>
                      <a:pt x="26" y="0"/>
                      <a:pt x="15" y="3"/>
                      <a:pt x="10" y="12"/>
                    </a:cubicBezTo>
                    <a:cubicBezTo>
                      <a:pt x="5" y="20"/>
                      <a:pt x="5" y="20"/>
                      <a:pt x="5" y="20"/>
                    </a:cubicBezTo>
                    <a:cubicBezTo>
                      <a:pt x="0" y="29"/>
                      <a:pt x="4" y="41"/>
                      <a:pt x="13" y="46"/>
                    </a:cubicBezTo>
                    <a:cubicBezTo>
                      <a:pt x="45" y="63"/>
                      <a:pt x="45" y="63"/>
                      <a:pt x="45" y="63"/>
                    </a:cubicBezTo>
                    <a:cubicBezTo>
                      <a:pt x="54" y="68"/>
                      <a:pt x="66" y="65"/>
                      <a:pt x="71" y="56"/>
                    </a:cubicBezTo>
                    <a:cubicBezTo>
                      <a:pt x="75" y="47"/>
                      <a:pt x="75" y="47"/>
                      <a:pt x="75" y="47"/>
                    </a:cubicBezTo>
                    <a:cubicBezTo>
                      <a:pt x="80" y="38"/>
                      <a:pt x="77" y="27"/>
                      <a:pt x="68" y="22"/>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86">
                <a:extLst>
                  <a:ext uri="{FF2B5EF4-FFF2-40B4-BE49-F238E27FC236}">
                    <a16:creationId xmlns:a16="http://schemas.microsoft.com/office/drawing/2014/main" id="{57F0AFE4-B37D-4B9E-A5C6-2BE50B76FCD8}"/>
                  </a:ext>
                </a:extLst>
              </p:cNvPr>
              <p:cNvSpPr>
                <a:spLocks/>
              </p:cNvSpPr>
              <p:nvPr/>
            </p:nvSpPr>
            <p:spPr bwMode="auto">
              <a:xfrm>
                <a:off x="10911270" y="3461073"/>
                <a:ext cx="165609" cy="142075"/>
              </a:xfrm>
              <a:custGeom>
                <a:avLst/>
                <a:gdLst>
                  <a:gd name="T0" fmla="*/ 71 w 80"/>
                  <a:gd name="T1" fmla="*/ 56 h 69"/>
                  <a:gd name="T2" fmla="*/ 45 w 80"/>
                  <a:gd name="T3" fmla="*/ 64 h 69"/>
                  <a:gd name="T4" fmla="*/ 13 w 80"/>
                  <a:gd name="T5" fmla="*/ 46 h 69"/>
                  <a:gd name="T6" fmla="*/ 5 w 80"/>
                  <a:gd name="T7" fmla="*/ 21 h 69"/>
                  <a:gd name="T8" fmla="*/ 10 w 80"/>
                  <a:gd name="T9" fmla="*/ 12 h 69"/>
                  <a:gd name="T10" fmla="*/ 35 w 80"/>
                  <a:gd name="T11" fmla="*/ 5 h 69"/>
                  <a:gd name="T12" fmla="*/ 68 w 80"/>
                  <a:gd name="T13" fmla="*/ 22 h 69"/>
                  <a:gd name="T14" fmla="*/ 75 w 80"/>
                  <a:gd name="T15" fmla="*/ 48 h 69"/>
                  <a:gd name="T16" fmla="*/ 71 w 80"/>
                  <a:gd name="T17" fmla="*/ 5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9">
                    <a:moveTo>
                      <a:pt x="71" y="56"/>
                    </a:moveTo>
                    <a:cubicBezTo>
                      <a:pt x="66" y="65"/>
                      <a:pt x="54" y="69"/>
                      <a:pt x="45" y="64"/>
                    </a:cubicBezTo>
                    <a:cubicBezTo>
                      <a:pt x="13" y="46"/>
                      <a:pt x="13" y="46"/>
                      <a:pt x="13" y="46"/>
                    </a:cubicBezTo>
                    <a:cubicBezTo>
                      <a:pt x="4" y="41"/>
                      <a:pt x="0" y="30"/>
                      <a:pt x="5" y="21"/>
                    </a:cubicBezTo>
                    <a:cubicBezTo>
                      <a:pt x="10" y="12"/>
                      <a:pt x="10" y="12"/>
                      <a:pt x="10" y="12"/>
                    </a:cubicBezTo>
                    <a:cubicBezTo>
                      <a:pt x="15" y="3"/>
                      <a:pt x="26" y="0"/>
                      <a:pt x="35" y="5"/>
                    </a:cubicBezTo>
                    <a:cubicBezTo>
                      <a:pt x="68" y="22"/>
                      <a:pt x="68" y="22"/>
                      <a:pt x="68" y="22"/>
                    </a:cubicBezTo>
                    <a:cubicBezTo>
                      <a:pt x="77" y="27"/>
                      <a:pt x="80" y="39"/>
                      <a:pt x="75" y="48"/>
                    </a:cubicBezTo>
                    <a:lnTo>
                      <a:pt x="71" y="5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87">
                <a:extLst>
                  <a:ext uri="{FF2B5EF4-FFF2-40B4-BE49-F238E27FC236}">
                    <a16:creationId xmlns:a16="http://schemas.microsoft.com/office/drawing/2014/main" id="{94123D8C-63F3-453B-850E-4F866838CDC6}"/>
                  </a:ext>
                </a:extLst>
              </p:cNvPr>
              <p:cNvSpPr>
                <a:spLocks/>
              </p:cNvSpPr>
              <p:nvPr/>
            </p:nvSpPr>
            <p:spPr bwMode="auto">
              <a:xfrm>
                <a:off x="10915629" y="3628425"/>
                <a:ext cx="39223" cy="28764"/>
              </a:xfrm>
              <a:custGeom>
                <a:avLst/>
                <a:gdLst>
                  <a:gd name="T0" fmla="*/ 17 w 19"/>
                  <a:gd name="T1" fmla="*/ 14 h 14"/>
                  <a:gd name="T2" fmla="*/ 16 w 19"/>
                  <a:gd name="T3" fmla="*/ 14 h 14"/>
                  <a:gd name="T4" fmla="*/ 0 w 19"/>
                  <a:gd name="T5" fmla="*/ 6 h 14"/>
                  <a:gd name="T6" fmla="*/ 0 w 19"/>
                  <a:gd name="T7" fmla="*/ 5 h 14"/>
                  <a:gd name="T8" fmla="*/ 2 w 19"/>
                  <a:gd name="T9" fmla="*/ 1 h 14"/>
                  <a:gd name="T10" fmla="*/ 3 w 19"/>
                  <a:gd name="T11" fmla="*/ 0 h 14"/>
                  <a:gd name="T12" fmla="*/ 18 w 19"/>
                  <a:gd name="T13" fmla="*/ 9 h 14"/>
                  <a:gd name="T14" fmla="*/ 19 w 19"/>
                  <a:gd name="T15" fmla="*/ 10 h 14"/>
                  <a:gd name="T16" fmla="*/ 17 w 19"/>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17" y="14"/>
                    </a:moveTo>
                    <a:cubicBezTo>
                      <a:pt x="16" y="14"/>
                      <a:pt x="16" y="14"/>
                      <a:pt x="16" y="14"/>
                    </a:cubicBezTo>
                    <a:cubicBezTo>
                      <a:pt x="0" y="6"/>
                      <a:pt x="0" y="6"/>
                      <a:pt x="0" y="6"/>
                    </a:cubicBezTo>
                    <a:cubicBezTo>
                      <a:pt x="0" y="5"/>
                      <a:pt x="0" y="5"/>
                      <a:pt x="0" y="5"/>
                    </a:cubicBezTo>
                    <a:cubicBezTo>
                      <a:pt x="2" y="1"/>
                      <a:pt x="2" y="1"/>
                      <a:pt x="2" y="1"/>
                    </a:cubicBezTo>
                    <a:cubicBezTo>
                      <a:pt x="2" y="0"/>
                      <a:pt x="3" y="0"/>
                      <a:pt x="3" y="0"/>
                    </a:cubicBezTo>
                    <a:cubicBezTo>
                      <a:pt x="18" y="9"/>
                      <a:pt x="18" y="9"/>
                      <a:pt x="18" y="9"/>
                    </a:cubicBezTo>
                    <a:cubicBezTo>
                      <a:pt x="19" y="10"/>
                      <a:pt x="19" y="10"/>
                      <a:pt x="19" y="10"/>
                    </a:cubicBezTo>
                    <a:lnTo>
                      <a:pt x="1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Freeform 88">
                <a:extLst>
                  <a:ext uri="{FF2B5EF4-FFF2-40B4-BE49-F238E27FC236}">
                    <a16:creationId xmlns:a16="http://schemas.microsoft.com/office/drawing/2014/main" id="{F8CF8F49-0E5D-4D22-B2C9-6831810C7274}"/>
                  </a:ext>
                </a:extLst>
              </p:cNvPr>
              <p:cNvSpPr>
                <a:spLocks/>
              </p:cNvSpPr>
              <p:nvPr/>
            </p:nvSpPr>
            <p:spPr bwMode="auto">
              <a:xfrm>
                <a:off x="10919987" y="3624066"/>
                <a:ext cx="28764" cy="39223"/>
              </a:xfrm>
              <a:custGeom>
                <a:avLst/>
                <a:gdLst>
                  <a:gd name="T0" fmla="*/ 1 w 14"/>
                  <a:gd name="T1" fmla="*/ 16 h 19"/>
                  <a:gd name="T2" fmla="*/ 0 w 14"/>
                  <a:gd name="T3" fmla="*/ 15 h 19"/>
                  <a:gd name="T4" fmla="*/ 9 w 14"/>
                  <a:gd name="T5" fmla="*/ 0 h 19"/>
                  <a:gd name="T6" fmla="*/ 10 w 14"/>
                  <a:gd name="T7" fmla="*/ 0 h 19"/>
                  <a:gd name="T8" fmla="*/ 14 w 14"/>
                  <a:gd name="T9" fmla="*/ 2 h 19"/>
                  <a:gd name="T10" fmla="*/ 14 w 14"/>
                  <a:gd name="T11" fmla="*/ 3 h 19"/>
                  <a:gd name="T12" fmla="*/ 6 w 14"/>
                  <a:gd name="T13" fmla="*/ 18 h 19"/>
                  <a:gd name="T14" fmla="*/ 5 w 14"/>
                  <a:gd name="T15" fmla="*/ 18 h 19"/>
                  <a:gd name="T16" fmla="*/ 1 w 14"/>
                  <a:gd name="T1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
                    <a:moveTo>
                      <a:pt x="1" y="16"/>
                    </a:moveTo>
                    <a:cubicBezTo>
                      <a:pt x="0" y="16"/>
                      <a:pt x="0" y="16"/>
                      <a:pt x="0" y="15"/>
                    </a:cubicBezTo>
                    <a:cubicBezTo>
                      <a:pt x="9" y="0"/>
                      <a:pt x="9" y="0"/>
                      <a:pt x="9" y="0"/>
                    </a:cubicBezTo>
                    <a:cubicBezTo>
                      <a:pt x="9" y="0"/>
                      <a:pt x="9" y="0"/>
                      <a:pt x="10" y="0"/>
                    </a:cubicBezTo>
                    <a:cubicBezTo>
                      <a:pt x="14" y="2"/>
                      <a:pt x="14" y="2"/>
                      <a:pt x="14" y="2"/>
                    </a:cubicBezTo>
                    <a:cubicBezTo>
                      <a:pt x="14" y="2"/>
                      <a:pt x="14" y="3"/>
                      <a:pt x="14" y="3"/>
                    </a:cubicBezTo>
                    <a:cubicBezTo>
                      <a:pt x="6" y="18"/>
                      <a:pt x="6" y="18"/>
                      <a:pt x="6" y="18"/>
                    </a:cubicBezTo>
                    <a:cubicBezTo>
                      <a:pt x="5" y="19"/>
                      <a:pt x="5" y="19"/>
                      <a:pt x="5" y="18"/>
                    </a:cubicBezTo>
                    <a:lnTo>
                      <a:pt x="1"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8" name="Freeform 89">
                <a:extLst>
                  <a:ext uri="{FF2B5EF4-FFF2-40B4-BE49-F238E27FC236}">
                    <a16:creationId xmlns:a16="http://schemas.microsoft.com/office/drawing/2014/main" id="{96770DAA-260E-42ED-95FE-CD6668719079}"/>
                  </a:ext>
                </a:extLst>
              </p:cNvPr>
              <p:cNvSpPr>
                <a:spLocks/>
              </p:cNvSpPr>
              <p:nvPr/>
            </p:nvSpPr>
            <p:spPr bwMode="auto">
              <a:xfrm>
                <a:off x="10701209" y="3642371"/>
                <a:ext cx="22662" cy="41838"/>
              </a:xfrm>
              <a:custGeom>
                <a:avLst/>
                <a:gdLst>
                  <a:gd name="T0" fmla="*/ 6 w 11"/>
                  <a:gd name="T1" fmla="*/ 20 h 20"/>
                  <a:gd name="T2" fmla="*/ 5 w 11"/>
                  <a:gd name="T3" fmla="*/ 19 h 20"/>
                  <a:gd name="T4" fmla="*/ 0 w 11"/>
                  <a:gd name="T5" fmla="*/ 3 h 20"/>
                  <a:gd name="T6" fmla="*/ 1 w 11"/>
                  <a:gd name="T7" fmla="*/ 2 h 20"/>
                  <a:gd name="T8" fmla="*/ 5 w 11"/>
                  <a:gd name="T9" fmla="*/ 0 h 20"/>
                  <a:gd name="T10" fmla="*/ 6 w 11"/>
                  <a:gd name="T11" fmla="*/ 1 h 20"/>
                  <a:gd name="T12" fmla="*/ 11 w 11"/>
                  <a:gd name="T13" fmla="*/ 18 h 20"/>
                  <a:gd name="T14" fmla="*/ 10 w 11"/>
                  <a:gd name="T15" fmla="*/ 18 h 20"/>
                  <a:gd name="T16" fmla="*/ 6 w 11"/>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0">
                    <a:moveTo>
                      <a:pt x="6" y="20"/>
                    </a:moveTo>
                    <a:cubicBezTo>
                      <a:pt x="6" y="20"/>
                      <a:pt x="5" y="20"/>
                      <a:pt x="5" y="19"/>
                    </a:cubicBezTo>
                    <a:cubicBezTo>
                      <a:pt x="0" y="3"/>
                      <a:pt x="0" y="3"/>
                      <a:pt x="0" y="3"/>
                    </a:cubicBezTo>
                    <a:cubicBezTo>
                      <a:pt x="0" y="2"/>
                      <a:pt x="0" y="2"/>
                      <a:pt x="1" y="2"/>
                    </a:cubicBezTo>
                    <a:cubicBezTo>
                      <a:pt x="5" y="0"/>
                      <a:pt x="5" y="0"/>
                      <a:pt x="5" y="0"/>
                    </a:cubicBezTo>
                    <a:cubicBezTo>
                      <a:pt x="5" y="0"/>
                      <a:pt x="6" y="0"/>
                      <a:pt x="6" y="1"/>
                    </a:cubicBezTo>
                    <a:cubicBezTo>
                      <a:pt x="11" y="18"/>
                      <a:pt x="11" y="18"/>
                      <a:pt x="11" y="18"/>
                    </a:cubicBezTo>
                    <a:cubicBezTo>
                      <a:pt x="11" y="18"/>
                      <a:pt x="11" y="18"/>
                      <a:pt x="10" y="18"/>
                    </a:cubicBezTo>
                    <a:lnTo>
                      <a:pt x="6"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9" name="Freeform 90">
                <a:extLst>
                  <a:ext uri="{FF2B5EF4-FFF2-40B4-BE49-F238E27FC236}">
                    <a16:creationId xmlns:a16="http://schemas.microsoft.com/office/drawing/2014/main" id="{C53AD5F8-A5E2-4876-854F-F199FADDD2D0}"/>
                  </a:ext>
                </a:extLst>
              </p:cNvPr>
              <p:cNvSpPr>
                <a:spLocks/>
              </p:cNvSpPr>
              <p:nvPr/>
            </p:nvSpPr>
            <p:spPr bwMode="auto">
              <a:xfrm>
                <a:off x="10693364" y="3652830"/>
                <a:ext cx="39223" cy="20919"/>
              </a:xfrm>
              <a:custGeom>
                <a:avLst/>
                <a:gdLst>
                  <a:gd name="T0" fmla="*/ 0 w 19"/>
                  <a:gd name="T1" fmla="*/ 6 h 10"/>
                  <a:gd name="T2" fmla="*/ 0 w 19"/>
                  <a:gd name="T3" fmla="*/ 5 h 10"/>
                  <a:gd name="T4" fmla="*/ 17 w 19"/>
                  <a:gd name="T5" fmla="*/ 0 h 10"/>
                  <a:gd name="T6" fmla="*/ 18 w 19"/>
                  <a:gd name="T7" fmla="*/ 0 h 10"/>
                  <a:gd name="T8" fmla="*/ 19 w 19"/>
                  <a:gd name="T9" fmla="*/ 4 h 10"/>
                  <a:gd name="T10" fmla="*/ 19 w 19"/>
                  <a:gd name="T11" fmla="*/ 5 h 10"/>
                  <a:gd name="T12" fmla="*/ 2 w 19"/>
                  <a:gd name="T13" fmla="*/ 10 h 10"/>
                  <a:gd name="T14" fmla="*/ 1 w 19"/>
                  <a:gd name="T15" fmla="*/ 10 h 10"/>
                  <a:gd name="T16" fmla="*/ 0 w 19"/>
                  <a:gd name="T1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0">
                    <a:moveTo>
                      <a:pt x="0" y="6"/>
                    </a:moveTo>
                    <a:cubicBezTo>
                      <a:pt x="0" y="5"/>
                      <a:pt x="0" y="5"/>
                      <a:pt x="0" y="5"/>
                    </a:cubicBezTo>
                    <a:cubicBezTo>
                      <a:pt x="17" y="0"/>
                      <a:pt x="17" y="0"/>
                      <a:pt x="17" y="0"/>
                    </a:cubicBezTo>
                    <a:cubicBezTo>
                      <a:pt x="17" y="0"/>
                      <a:pt x="18" y="0"/>
                      <a:pt x="18" y="0"/>
                    </a:cubicBezTo>
                    <a:cubicBezTo>
                      <a:pt x="19" y="4"/>
                      <a:pt x="19" y="4"/>
                      <a:pt x="19" y="4"/>
                    </a:cubicBezTo>
                    <a:cubicBezTo>
                      <a:pt x="19" y="5"/>
                      <a:pt x="19" y="5"/>
                      <a:pt x="19" y="5"/>
                    </a:cubicBezTo>
                    <a:cubicBezTo>
                      <a:pt x="2" y="10"/>
                      <a:pt x="2" y="10"/>
                      <a:pt x="2" y="10"/>
                    </a:cubicBezTo>
                    <a:cubicBezTo>
                      <a:pt x="1" y="10"/>
                      <a:pt x="1" y="10"/>
                      <a:pt x="1" y="1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0" name="Freeform 91">
                <a:extLst>
                  <a:ext uri="{FF2B5EF4-FFF2-40B4-BE49-F238E27FC236}">
                    <a16:creationId xmlns:a16="http://schemas.microsoft.com/office/drawing/2014/main" id="{12F9E6B6-5BA0-4BA7-91F7-BF39C4A6C3ED}"/>
                  </a:ext>
                </a:extLst>
              </p:cNvPr>
              <p:cNvSpPr>
                <a:spLocks/>
              </p:cNvSpPr>
              <p:nvPr/>
            </p:nvSpPr>
            <p:spPr bwMode="auto">
              <a:xfrm>
                <a:off x="10530371" y="3563924"/>
                <a:ext cx="40967" cy="23534"/>
              </a:xfrm>
              <a:custGeom>
                <a:avLst/>
                <a:gdLst>
                  <a:gd name="T0" fmla="*/ 0 w 20"/>
                  <a:gd name="T1" fmla="*/ 6 h 11"/>
                  <a:gd name="T2" fmla="*/ 1 w 20"/>
                  <a:gd name="T3" fmla="*/ 5 h 11"/>
                  <a:gd name="T4" fmla="*/ 17 w 20"/>
                  <a:gd name="T5" fmla="*/ 0 h 11"/>
                  <a:gd name="T6" fmla="*/ 18 w 20"/>
                  <a:gd name="T7" fmla="*/ 0 h 11"/>
                  <a:gd name="T8" fmla="*/ 19 w 20"/>
                  <a:gd name="T9" fmla="*/ 5 h 11"/>
                  <a:gd name="T10" fmla="*/ 19 w 20"/>
                  <a:gd name="T11" fmla="*/ 6 h 11"/>
                  <a:gd name="T12" fmla="*/ 2 w 20"/>
                  <a:gd name="T13" fmla="*/ 11 h 11"/>
                  <a:gd name="T14" fmla="*/ 1 w 20"/>
                  <a:gd name="T15" fmla="*/ 10 h 11"/>
                  <a:gd name="T16" fmla="*/ 0 w 20"/>
                  <a:gd name="T17"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1">
                    <a:moveTo>
                      <a:pt x="0" y="6"/>
                    </a:moveTo>
                    <a:cubicBezTo>
                      <a:pt x="0" y="5"/>
                      <a:pt x="0" y="5"/>
                      <a:pt x="1" y="5"/>
                    </a:cubicBezTo>
                    <a:cubicBezTo>
                      <a:pt x="17" y="0"/>
                      <a:pt x="17" y="0"/>
                      <a:pt x="17" y="0"/>
                    </a:cubicBezTo>
                    <a:cubicBezTo>
                      <a:pt x="18" y="0"/>
                      <a:pt x="18" y="0"/>
                      <a:pt x="18" y="0"/>
                    </a:cubicBezTo>
                    <a:cubicBezTo>
                      <a:pt x="19" y="5"/>
                      <a:pt x="19" y="5"/>
                      <a:pt x="19" y="5"/>
                    </a:cubicBezTo>
                    <a:cubicBezTo>
                      <a:pt x="20" y="5"/>
                      <a:pt x="19" y="6"/>
                      <a:pt x="19" y="6"/>
                    </a:cubicBezTo>
                    <a:cubicBezTo>
                      <a:pt x="2" y="11"/>
                      <a:pt x="2" y="11"/>
                      <a:pt x="2" y="11"/>
                    </a:cubicBezTo>
                    <a:cubicBezTo>
                      <a:pt x="2" y="11"/>
                      <a:pt x="1" y="10"/>
                      <a:pt x="1" y="1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1" name="Freeform 92">
                <a:extLst>
                  <a:ext uri="{FF2B5EF4-FFF2-40B4-BE49-F238E27FC236}">
                    <a16:creationId xmlns:a16="http://schemas.microsoft.com/office/drawing/2014/main" id="{3A1CDF9F-4ECB-41E1-9AEF-A4E1333C6C74}"/>
                  </a:ext>
                </a:extLst>
              </p:cNvPr>
              <p:cNvSpPr>
                <a:spLocks/>
              </p:cNvSpPr>
              <p:nvPr/>
            </p:nvSpPr>
            <p:spPr bwMode="auto">
              <a:xfrm>
                <a:off x="10856358" y="3737378"/>
                <a:ext cx="39223" cy="28764"/>
              </a:xfrm>
              <a:custGeom>
                <a:avLst/>
                <a:gdLst>
                  <a:gd name="T0" fmla="*/ 17 w 19"/>
                  <a:gd name="T1" fmla="*/ 14 h 14"/>
                  <a:gd name="T2" fmla="*/ 16 w 19"/>
                  <a:gd name="T3" fmla="*/ 14 h 14"/>
                  <a:gd name="T4" fmla="*/ 0 w 19"/>
                  <a:gd name="T5" fmla="*/ 5 h 14"/>
                  <a:gd name="T6" fmla="*/ 0 w 19"/>
                  <a:gd name="T7" fmla="*/ 4 h 14"/>
                  <a:gd name="T8" fmla="*/ 2 w 19"/>
                  <a:gd name="T9" fmla="*/ 1 h 14"/>
                  <a:gd name="T10" fmla="*/ 3 w 19"/>
                  <a:gd name="T11" fmla="*/ 0 h 14"/>
                  <a:gd name="T12" fmla="*/ 19 w 19"/>
                  <a:gd name="T13" fmla="*/ 9 h 14"/>
                  <a:gd name="T14" fmla="*/ 19 w 19"/>
                  <a:gd name="T15" fmla="*/ 10 h 14"/>
                  <a:gd name="T16" fmla="*/ 17 w 19"/>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4">
                    <a:moveTo>
                      <a:pt x="17" y="14"/>
                    </a:moveTo>
                    <a:cubicBezTo>
                      <a:pt x="17" y="14"/>
                      <a:pt x="16" y="14"/>
                      <a:pt x="16" y="14"/>
                    </a:cubicBezTo>
                    <a:cubicBezTo>
                      <a:pt x="0" y="5"/>
                      <a:pt x="0" y="5"/>
                      <a:pt x="0" y="5"/>
                    </a:cubicBezTo>
                    <a:cubicBezTo>
                      <a:pt x="0" y="5"/>
                      <a:pt x="0" y="5"/>
                      <a:pt x="0" y="4"/>
                    </a:cubicBezTo>
                    <a:cubicBezTo>
                      <a:pt x="2" y="1"/>
                      <a:pt x="2" y="1"/>
                      <a:pt x="2" y="1"/>
                    </a:cubicBezTo>
                    <a:cubicBezTo>
                      <a:pt x="2" y="0"/>
                      <a:pt x="3" y="0"/>
                      <a:pt x="3" y="0"/>
                    </a:cubicBezTo>
                    <a:cubicBezTo>
                      <a:pt x="19" y="9"/>
                      <a:pt x="19" y="9"/>
                      <a:pt x="19" y="9"/>
                    </a:cubicBezTo>
                    <a:cubicBezTo>
                      <a:pt x="19" y="9"/>
                      <a:pt x="19" y="9"/>
                      <a:pt x="19" y="10"/>
                    </a:cubicBezTo>
                    <a:lnTo>
                      <a:pt x="1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2" name="Freeform 93">
                <a:extLst>
                  <a:ext uri="{FF2B5EF4-FFF2-40B4-BE49-F238E27FC236}">
                    <a16:creationId xmlns:a16="http://schemas.microsoft.com/office/drawing/2014/main" id="{95391E43-675E-41DA-839C-308D9D75ECB2}"/>
                  </a:ext>
                </a:extLst>
              </p:cNvPr>
              <p:cNvSpPr>
                <a:spLocks/>
              </p:cNvSpPr>
              <p:nvPr/>
            </p:nvSpPr>
            <p:spPr bwMode="auto">
              <a:xfrm>
                <a:off x="10965311" y="3506397"/>
                <a:ext cx="53169" cy="54041"/>
              </a:xfrm>
              <a:custGeom>
                <a:avLst/>
                <a:gdLst>
                  <a:gd name="T0" fmla="*/ 4 w 26"/>
                  <a:gd name="T1" fmla="*/ 6 h 26"/>
                  <a:gd name="T2" fmla="*/ 12 w 26"/>
                  <a:gd name="T3" fmla="*/ 0 h 26"/>
                  <a:gd name="T4" fmla="*/ 15 w 26"/>
                  <a:gd name="T5" fmla="*/ 2 h 26"/>
                  <a:gd name="T6" fmla="*/ 13 w 26"/>
                  <a:gd name="T7" fmla="*/ 5 h 26"/>
                  <a:gd name="T8" fmla="*/ 8 w 26"/>
                  <a:gd name="T9" fmla="*/ 9 h 26"/>
                  <a:gd name="T10" fmla="*/ 11 w 26"/>
                  <a:gd name="T11" fmla="*/ 19 h 26"/>
                  <a:gd name="T12" fmla="*/ 20 w 26"/>
                  <a:gd name="T13" fmla="*/ 16 h 26"/>
                  <a:gd name="T14" fmla="*/ 21 w 26"/>
                  <a:gd name="T15" fmla="*/ 9 h 26"/>
                  <a:gd name="T16" fmla="*/ 22 w 26"/>
                  <a:gd name="T17" fmla="*/ 6 h 26"/>
                  <a:gd name="T18" fmla="*/ 25 w 26"/>
                  <a:gd name="T19" fmla="*/ 8 h 26"/>
                  <a:gd name="T20" fmla="*/ 25 w 26"/>
                  <a:gd name="T21" fmla="*/ 18 h 26"/>
                  <a:gd name="T22" fmla="*/ 8 w 26"/>
                  <a:gd name="T23" fmla="*/ 23 h 26"/>
                  <a:gd name="T24" fmla="*/ 4 w 26"/>
                  <a:gd name="T25"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26">
                    <a:moveTo>
                      <a:pt x="4" y="6"/>
                    </a:moveTo>
                    <a:cubicBezTo>
                      <a:pt x="5" y="3"/>
                      <a:pt x="8" y="1"/>
                      <a:pt x="12" y="0"/>
                    </a:cubicBezTo>
                    <a:cubicBezTo>
                      <a:pt x="13" y="0"/>
                      <a:pt x="14" y="1"/>
                      <a:pt x="15" y="2"/>
                    </a:cubicBezTo>
                    <a:cubicBezTo>
                      <a:pt x="15" y="3"/>
                      <a:pt x="14" y="5"/>
                      <a:pt x="13" y="5"/>
                    </a:cubicBezTo>
                    <a:cubicBezTo>
                      <a:pt x="11" y="5"/>
                      <a:pt x="9" y="7"/>
                      <a:pt x="8" y="9"/>
                    </a:cubicBezTo>
                    <a:cubicBezTo>
                      <a:pt x="6" y="12"/>
                      <a:pt x="7" y="17"/>
                      <a:pt x="11" y="19"/>
                    </a:cubicBezTo>
                    <a:cubicBezTo>
                      <a:pt x="14" y="20"/>
                      <a:pt x="19" y="19"/>
                      <a:pt x="20" y="16"/>
                    </a:cubicBezTo>
                    <a:cubicBezTo>
                      <a:pt x="22" y="14"/>
                      <a:pt x="22" y="11"/>
                      <a:pt x="21" y="9"/>
                    </a:cubicBezTo>
                    <a:cubicBezTo>
                      <a:pt x="20" y="8"/>
                      <a:pt x="21" y="7"/>
                      <a:pt x="22" y="6"/>
                    </a:cubicBezTo>
                    <a:cubicBezTo>
                      <a:pt x="23" y="6"/>
                      <a:pt x="25" y="6"/>
                      <a:pt x="25" y="8"/>
                    </a:cubicBezTo>
                    <a:cubicBezTo>
                      <a:pt x="26" y="11"/>
                      <a:pt x="26" y="15"/>
                      <a:pt x="25" y="18"/>
                    </a:cubicBezTo>
                    <a:cubicBezTo>
                      <a:pt x="21" y="24"/>
                      <a:pt x="14" y="26"/>
                      <a:pt x="8" y="23"/>
                    </a:cubicBezTo>
                    <a:cubicBezTo>
                      <a:pt x="2" y="19"/>
                      <a:pt x="0" y="12"/>
                      <a:pt x="4"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94">
                <a:extLst>
                  <a:ext uri="{FF2B5EF4-FFF2-40B4-BE49-F238E27FC236}">
                    <a16:creationId xmlns:a16="http://schemas.microsoft.com/office/drawing/2014/main" id="{A05715E9-43FB-4E68-B9D8-D6EA6A557CE4}"/>
                  </a:ext>
                </a:extLst>
              </p:cNvPr>
              <p:cNvSpPr>
                <a:spLocks/>
              </p:cNvSpPr>
              <p:nvPr/>
            </p:nvSpPr>
            <p:spPr bwMode="auto">
              <a:xfrm>
                <a:off x="10987973" y="3506397"/>
                <a:ext cx="22662" cy="31378"/>
              </a:xfrm>
              <a:custGeom>
                <a:avLst/>
                <a:gdLst>
                  <a:gd name="T0" fmla="*/ 1 w 11"/>
                  <a:gd name="T1" fmla="*/ 12 h 15"/>
                  <a:gd name="T2" fmla="*/ 6 w 11"/>
                  <a:gd name="T3" fmla="*/ 2 h 15"/>
                  <a:gd name="T4" fmla="*/ 9 w 11"/>
                  <a:gd name="T5" fmla="*/ 1 h 15"/>
                  <a:gd name="T6" fmla="*/ 10 w 11"/>
                  <a:gd name="T7" fmla="*/ 4 h 15"/>
                  <a:gd name="T8" fmla="*/ 5 w 11"/>
                  <a:gd name="T9" fmla="*/ 14 h 15"/>
                  <a:gd name="T10" fmla="*/ 2 w 11"/>
                  <a:gd name="T11" fmla="*/ 15 h 15"/>
                  <a:gd name="T12" fmla="*/ 1 w 11"/>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1" h="15">
                    <a:moveTo>
                      <a:pt x="1" y="12"/>
                    </a:moveTo>
                    <a:cubicBezTo>
                      <a:pt x="6" y="2"/>
                      <a:pt x="6" y="2"/>
                      <a:pt x="6" y="2"/>
                    </a:cubicBezTo>
                    <a:cubicBezTo>
                      <a:pt x="7" y="0"/>
                      <a:pt x="8" y="0"/>
                      <a:pt x="9" y="1"/>
                    </a:cubicBezTo>
                    <a:cubicBezTo>
                      <a:pt x="11" y="1"/>
                      <a:pt x="11" y="3"/>
                      <a:pt x="10" y="4"/>
                    </a:cubicBezTo>
                    <a:cubicBezTo>
                      <a:pt x="5" y="14"/>
                      <a:pt x="5" y="14"/>
                      <a:pt x="5" y="14"/>
                    </a:cubicBezTo>
                    <a:cubicBezTo>
                      <a:pt x="4" y="15"/>
                      <a:pt x="3" y="15"/>
                      <a:pt x="2" y="15"/>
                    </a:cubicBezTo>
                    <a:cubicBezTo>
                      <a:pt x="1" y="14"/>
                      <a:pt x="0" y="13"/>
                      <a:pt x="1"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4" name="Freeform 95">
                <a:extLst>
                  <a:ext uri="{FF2B5EF4-FFF2-40B4-BE49-F238E27FC236}">
                    <a16:creationId xmlns:a16="http://schemas.microsoft.com/office/drawing/2014/main" id="{263AFFE6-6963-4761-A94B-884CFD70DA09}"/>
                  </a:ext>
                </a:extLst>
              </p:cNvPr>
              <p:cNvSpPr>
                <a:spLocks/>
              </p:cNvSpPr>
              <p:nvPr/>
            </p:nvSpPr>
            <p:spPr bwMode="auto">
              <a:xfrm>
                <a:off x="10655885" y="3339917"/>
                <a:ext cx="27021" cy="34865"/>
              </a:xfrm>
              <a:custGeom>
                <a:avLst/>
                <a:gdLst>
                  <a:gd name="T0" fmla="*/ 0 w 13"/>
                  <a:gd name="T1" fmla="*/ 16 h 17"/>
                  <a:gd name="T2" fmla="*/ 7 w 13"/>
                  <a:gd name="T3" fmla="*/ 4 h 17"/>
                  <a:gd name="T4" fmla="*/ 2 w 13"/>
                  <a:gd name="T5" fmla="*/ 4 h 17"/>
                  <a:gd name="T6" fmla="*/ 4 w 13"/>
                  <a:gd name="T7" fmla="*/ 1 h 17"/>
                  <a:gd name="T8" fmla="*/ 11 w 13"/>
                  <a:gd name="T9" fmla="*/ 0 h 17"/>
                  <a:gd name="T10" fmla="*/ 13 w 13"/>
                  <a:gd name="T11" fmla="*/ 1 h 17"/>
                  <a:gd name="T12" fmla="*/ 3 w 13"/>
                  <a:gd name="T13" fmla="*/ 17 h 17"/>
                  <a:gd name="T14" fmla="*/ 0 w 13"/>
                  <a:gd name="T15" fmla="*/ 16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7">
                    <a:moveTo>
                      <a:pt x="0" y="16"/>
                    </a:moveTo>
                    <a:cubicBezTo>
                      <a:pt x="7" y="4"/>
                      <a:pt x="7" y="4"/>
                      <a:pt x="7" y="4"/>
                    </a:cubicBezTo>
                    <a:cubicBezTo>
                      <a:pt x="2" y="4"/>
                      <a:pt x="2" y="4"/>
                      <a:pt x="2" y="4"/>
                    </a:cubicBezTo>
                    <a:cubicBezTo>
                      <a:pt x="4" y="1"/>
                      <a:pt x="4" y="1"/>
                      <a:pt x="4" y="1"/>
                    </a:cubicBezTo>
                    <a:cubicBezTo>
                      <a:pt x="7" y="1"/>
                      <a:pt x="9" y="1"/>
                      <a:pt x="11" y="0"/>
                    </a:cubicBezTo>
                    <a:cubicBezTo>
                      <a:pt x="13" y="1"/>
                      <a:pt x="13" y="1"/>
                      <a:pt x="13" y="1"/>
                    </a:cubicBezTo>
                    <a:cubicBezTo>
                      <a:pt x="3" y="17"/>
                      <a:pt x="3" y="17"/>
                      <a:pt x="3" y="17"/>
                    </a:cubicBezTo>
                    <a:lnTo>
                      <a:pt x="0"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96">
                <a:extLst>
                  <a:ext uri="{FF2B5EF4-FFF2-40B4-BE49-F238E27FC236}">
                    <a16:creationId xmlns:a16="http://schemas.microsoft.com/office/drawing/2014/main" id="{642DDB78-AE8E-4483-A25C-9DBB54ACDBF9}"/>
                  </a:ext>
                </a:extLst>
              </p:cNvPr>
              <p:cNvSpPr>
                <a:spLocks/>
              </p:cNvSpPr>
              <p:nvPr/>
            </p:nvSpPr>
            <p:spPr bwMode="auto">
              <a:xfrm>
                <a:off x="10590512" y="3444512"/>
                <a:ext cx="34865" cy="45324"/>
              </a:xfrm>
              <a:custGeom>
                <a:avLst/>
                <a:gdLst>
                  <a:gd name="T0" fmla="*/ 0 w 17"/>
                  <a:gd name="T1" fmla="*/ 16 h 22"/>
                  <a:gd name="T2" fmla="*/ 0 w 17"/>
                  <a:gd name="T3" fmla="*/ 15 h 22"/>
                  <a:gd name="T4" fmla="*/ 10 w 17"/>
                  <a:gd name="T5" fmla="*/ 10 h 22"/>
                  <a:gd name="T6" fmla="*/ 13 w 17"/>
                  <a:gd name="T7" fmla="*/ 7 h 22"/>
                  <a:gd name="T8" fmla="*/ 12 w 17"/>
                  <a:gd name="T9" fmla="*/ 4 h 22"/>
                  <a:gd name="T10" fmla="*/ 8 w 17"/>
                  <a:gd name="T11" fmla="*/ 4 h 22"/>
                  <a:gd name="T12" fmla="*/ 7 w 17"/>
                  <a:gd name="T13" fmla="*/ 2 h 22"/>
                  <a:gd name="T14" fmla="*/ 10 w 17"/>
                  <a:gd name="T15" fmla="*/ 1 h 22"/>
                  <a:gd name="T16" fmla="*/ 13 w 17"/>
                  <a:gd name="T17" fmla="*/ 1 h 22"/>
                  <a:gd name="T18" fmla="*/ 17 w 17"/>
                  <a:gd name="T19" fmla="*/ 5 h 22"/>
                  <a:gd name="T20" fmla="*/ 16 w 17"/>
                  <a:gd name="T21" fmla="*/ 9 h 22"/>
                  <a:gd name="T22" fmla="*/ 12 w 17"/>
                  <a:gd name="T23" fmla="*/ 12 h 22"/>
                  <a:gd name="T24" fmla="*/ 6 w 17"/>
                  <a:gd name="T25" fmla="*/ 16 h 22"/>
                  <a:gd name="T26" fmla="*/ 12 w 17"/>
                  <a:gd name="T27" fmla="*/ 19 h 22"/>
                  <a:gd name="T28" fmla="*/ 11 w 17"/>
                  <a:gd name="T29" fmla="*/ 22 h 22"/>
                  <a:gd name="T30" fmla="*/ 0 w 17"/>
                  <a:gd name="T31"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22">
                    <a:moveTo>
                      <a:pt x="0" y="16"/>
                    </a:moveTo>
                    <a:cubicBezTo>
                      <a:pt x="0" y="15"/>
                      <a:pt x="0" y="15"/>
                      <a:pt x="0" y="15"/>
                    </a:cubicBezTo>
                    <a:cubicBezTo>
                      <a:pt x="10" y="10"/>
                      <a:pt x="10" y="10"/>
                      <a:pt x="10" y="10"/>
                    </a:cubicBezTo>
                    <a:cubicBezTo>
                      <a:pt x="12" y="9"/>
                      <a:pt x="13" y="8"/>
                      <a:pt x="13" y="7"/>
                    </a:cubicBezTo>
                    <a:cubicBezTo>
                      <a:pt x="14" y="6"/>
                      <a:pt x="14" y="5"/>
                      <a:pt x="12" y="4"/>
                    </a:cubicBezTo>
                    <a:cubicBezTo>
                      <a:pt x="11" y="3"/>
                      <a:pt x="10" y="3"/>
                      <a:pt x="8" y="4"/>
                    </a:cubicBezTo>
                    <a:cubicBezTo>
                      <a:pt x="7" y="2"/>
                      <a:pt x="7" y="2"/>
                      <a:pt x="7" y="2"/>
                    </a:cubicBezTo>
                    <a:cubicBezTo>
                      <a:pt x="8" y="1"/>
                      <a:pt x="9" y="1"/>
                      <a:pt x="10" y="1"/>
                    </a:cubicBezTo>
                    <a:cubicBezTo>
                      <a:pt x="11" y="0"/>
                      <a:pt x="12" y="1"/>
                      <a:pt x="13" y="1"/>
                    </a:cubicBezTo>
                    <a:cubicBezTo>
                      <a:pt x="15" y="2"/>
                      <a:pt x="16" y="3"/>
                      <a:pt x="17" y="5"/>
                    </a:cubicBezTo>
                    <a:cubicBezTo>
                      <a:pt x="17" y="6"/>
                      <a:pt x="17" y="7"/>
                      <a:pt x="16" y="9"/>
                    </a:cubicBezTo>
                    <a:cubicBezTo>
                      <a:pt x="16" y="10"/>
                      <a:pt x="14" y="11"/>
                      <a:pt x="12" y="12"/>
                    </a:cubicBezTo>
                    <a:cubicBezTo>
                      <a:pt x="6" y="16"/>
                      <a:pt x="6" y="16"/>
                      <a:pt x="6" y="16"/>
                    </a:cubicBezTo>
                    <a:cubicBezTo>
                      <a:pt x="12" y="19"/>
                      <a:pt x="12" y="19"/>
                      <a:pt x="12" y="19"/>
                    </a:cubicBezTo>
                    <a:cubicBezTo>
                      <a:pt x="11" y="22"/>
                      <a:pt x="11" y="22"/>
                      <a:pt x="11" y="22"/>
                    </a:cubicBezTo>
                    <a:lnTo>
                      <a:pt x="0"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6" name="Freeform 97">
                <a:extLst>
                  <a:ext uri="{FF2B5EF4-FFF2-40B4-BE49-F238E27FC236}">
                    <a16:creationId xmlns:a16="http://schemas.microsoft.com/office/drawing/2014/main" id="{1EC161B3-5422-4F0D-8DE4-6B504268438F}"/>
                  </a:ext>
                </a:extLst>
              </p:cNvPr>
              <p:cNvSpPr>
                <a:spLocks/>
              </p:cNvSpPr>
              <p:nvPr/>
            </p:nvSpPr>
            <p:spPr bwMode="auto">
              <a:xfrm>
                <a:off x="10814520" y="3421849"/>
                <a:ext cx="33122" cy="39223"/>
              </a:xfrm>
              <a:custGeom>
                <a:avLst/>
                <a:gdLst>
                  <a:gd name="T0" fmla="*/ 0 w 16"/>
                  <a:gd name="T1" fmla="*/ 14 h 19"/>
                  <a:gd name="T2" fmla="*/ 2 w 16"/>
                  <a:gd name="T3" fmla="*/ 12 h 19"/>
                  <a:gd name="T4" fmla="*/ 5 w 16"/>
                  <a:gd name="T5" fmla="*/ 15 h 19"/>
                  <a:gd name="T6" fmla="*/ 9 w 16"/>
                  <a:gd name="T7" fmla="*/ 14 h 19"/>
                  <a:gd name="T8" fmla="*/ 9 w 16"/>
                  <a:gd name="T9" fmla="*/ 12 h 19"/>
                  <a:gd name="T10" fmla="*/ 7 w 16"/>
                  <a:gd name="T11" fmla="*/ 10 h 19"/>
                  <a:gd name="T12" fmla="*/ 7 w 16"/>
                  <a:gd name="T13" fmla="*/ 10 h 19"/>
                  <a:gd name="T14" fmla="*/ 8 w 16"/>
                  <a:gd name="T15" fmla="*/ 7 h 19"/>
                  <a:gd name="T16" fmla="*/ 8 w 16"/>
                  <a:gd name="T17" fmla="*/ 7 h 19"/>
                  <a:gd name="T18" fmla="*/ 12 w 16"/>
                  <a:gd name="T19" fmla="*/ 7 h 19"/>
                  <a:gd name="T20" fmla="*/ 11 w 16"/>
                  <a:gd name="T21" fmla="*/ 3 h 19"/>
                  <a:gd name="T22" fmla="*/ 8 w 16"/>
                  <a:gd name="T23" fmla="*/ 3 h 19"/>
                  <a:gd name="T24" fmla="*/ 8 w 16"/>
                  <a:gd name="T25" fmla="*/ 0 h 19"/>
                  <a:gd name="T26" fmla="*/ 10 w 16"/>
                  <a:gd name="T27" fmla="*/ 0 h 19"/>
                  <a:gd name="T28" fmla="*/ 13 w 16"/>
                  <a:gd name="T29" fmla="*/ 1 h 19"/>
                  <a:gd name="T30" fmla="*/ 16 w 16"/>
                  <a:gd name="T31" fmla="*/ 4 h 19"/>
                  <a:gd name="T32" fmla="*/ 15 w 16"/>
                  <a:gd name="T33" fmla="*/ 8 h 19"/>
                  <a:gd name="T34" fmla="*/ 11 w 16"/>
                  <a:gd name="T35" fmla="*/ 11 h 19"/>
                  <a:gd name="T36" fmla="*/ 12 w 16"/>
                  <a:gd name="T37" fmla="*/ 16 h 19"/>
                  <a:gd name="T38" fmla="*/ 8 w 16"/>
                  <a:gd name="T39" fmla="*/ 19 h 19"/>
                  <a:gd name="T40" fmla="*/ 3 w 16"/>
                  <a:gd name="T41" fmla="*/ 18 h 19"/>
                  <a:gd name="T42" fmla="*/ 0 w 16"/>
                  <a:gd name="T43"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 h="19">
                    <a:moveTo>
                      <a:pt x="0" y="14"/>
                    </a:moveTo>
                    <a:cubicBezTo>
                      <a:pt x="2" y="12"/>
                      <a:pt x="2" y="12"/>
                      <a:pt x="2" y="12"/>
                    </a:cubicBezTo>
                    <a:cubicBezTo>
                      <a:pt x="3" y="14"/>
                      <a:pt x="3" y="15"/>
                      <a:pt x="5" y="15"/>
                    </a:cubicBezTo>
                    <a:cubicBezTo>
                      <a:pt x="6" y="16"/>
                      <a:pt x="8" y="16"/>
                      <a:pt x="9" y="14"/>
                    </a:cubicBezTo>
                    <a:cubicBezTo>
                      <a:pt x="9" y="13"/>
                      <a:pt x="9" y="13"/>
                      <a:pt x="9" y="12"/>
                    </a:cubicBezTo>
                    <a:cubicBezTo>
                      <a:pt x="9" y="11"/>
                      <a:pt x="8" y="10"/>
                      <a:pt x="7" y="10"/>
                    </a:cubicBezTo>
                    <a:cubicBezTo>
                      <a:pt x="7" y="10"/>
                      <a:pt x="7" y="10"/>
                      <a:pt x="7" y="10"/>
                    </a:cubicBezTo>
                    <a:cubicBezTo>
                      <a:pt x="8" y="7"/>
                      <a:pt x="8" y="7"/>
                      <a:pt x="8" y="7"/>
                    </a:cubicBezTo>
                    <a:cubicBezTo>
                      <a:pt x="8" y="7"/>
                      <a:pt x="8" y="7"/>
                      <a:pt x="8" y="7"/>
                    </a:cubicBezTo>
                    <a:cubicBezTo>
                      <a:pt x="10" y="8"/>
                      <a:pt x="11" y="8"/>
                      <a:pt x="12" y="7"/>
                    </a:cubicBezTo>
                    <a:cubicBezTo>
                      <a:pt x="13" y="5"/>
                      <a:pt x="13" y="4"/>
                      <a:pt x="11" y="3"/>
                    </a:cubicBezTo>
                    <a:cubicBezTo>
                      <a:pt x="10" y="3"/>
                      <a:pt x="9" y="3"/>
                      <a:pt x="8" y="3"/>
                    </a:cubicBezTo>
                    <a:cubicBezTo>
                      <a:pt x="8" y="0"/>
                      <a:pt x="8" y="0"/>
                      <a:pt x="8" y="0"/>
                    </a:cubicBezTo>
                    <a:cubicBezTo>
                      <a:pt x="8" y="0"/>
                      <a:pt x="9" y="0"/>
                      <a:pt x="10" y="0"/>
                    </a:cubicBezTo>
                    <a:cubicBezTo>
                      <a:pt x="11" y="0"/>
                      <a:pt x="12" y="0"/>
                      <a:pt x="13" y="1"/>
                    </a:cubicBezTo>
                    <a:cubicBezTo>
                      <a:pt x="14" y="2"/>
                      <a:pt x="15" y="3"/>
                      <a:pt x="16" y="4"/>
                    </a:cubicBezTo>
                    <a:cubicBezTo>
                      <a:pt x="16" y="5"/>
                      <a:pt x="16" y="7"/>
                      <a:pt x="15" y="8"/>
                    </a:cubicBezTo>
                    <a:cubicBezTo>
                      <a:pt x="15" y="10"/>
                      <a:pt x="13" y="10"/>
                      <a:pt x="11" y="11"/>
                    </a:cubicBezTo>
                    <a:cubicBezTo>
                      <a:pt x="13" y="12"/>
                      <a:pt x="13" y="14"/>
                      <a:pt x="12" y="16"/>
                    </a:cubicBezTo>
                    <a:cubicBezTo>
                      <a:pt x="11" y="18"/>
                      <a:pt x="10" y="19"/>
                      <a:pt x="8" y="19"/>
                    </a:cubicBezTo>
                    <a:cubicBezTo>
                      <a:pt x="7" y="19"/>
                      <a:pt x="5" y="19"/>
                      <a:pt x="3" y="18"/>
                    </a:cubicBezTo>
                    <a:cubicBezTo>
                      <a:pt x="1" y="17"/>
                      <a:pt x="0" y="16"/>
                      <a:pt x="0"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98">
                <a:extLst>
                  <a:ext uri="{FF2B5EF4-FFF2-40B4-BE49-F238E27FC236}">
                    <a16:creationId xmlns:a16="http://schemas.microsoft.com/office/drawing/2014/main" id="{7A5DDDBD-BB49-4E5B-BBB6-2C0FD5AEFB43}"/>
                  </a:ext>
                </a:extLst>
              </p:cNvPr>
              <p:cNvSpPr>
                <a:spLocks noEditPoints="1"/>
              </p:cNvSpPr>
              <p:nvPr/>
            </p:nvSpPr>
            <p:spPr bwMode="auto">
              <a:xfrm>
                <a:off x="10750891" y="3537776"/>
                <a:ext cx="37480" cy="36608"/>
              </a:xfrm>
              <a:custGeom>
                <a:avLst/>
                <a:gdLst>
                  <a:gd name="T0" fmla="*/ 26 w 43"/>
                  <a:gd name="T1" fmla="*/ 30 h 42"/>
                  <a:gd name="T2" fmla="*/ 21 w 43"/>
                  <a:gd name="T3" fmla="*/ 42 h 42"/>
                  <a:gd name="T4" fmla="*/ 14 w 43"/>
                  <a:gd name="T5" fmla="*/ 38 h 42"/>
                  <a:gd name="T6" fmla="*/ 19 w 43"/>
                  <a:gd name="T7" fmla="*/ 28 h 42"/>
                  <a:gd name="T8" fmla="*/ 0 w 43"/>
                  <a:gd name="T9" fmla="*/ 19 h 42"/>
                  <a:gd name="T10" fmla="*/ 2 w 43"/>
                  <a:gd name="T11" fmla="*/ 14 h 42"/>
                  <a:gd name="T12" fmla="*/ 38 w 43"/>
                  <a:gd name="T13" fmla="*/ 0 h 42"/>
                  <a:gd name="T14" fmla="*/ 43 w 43"/>
                  <a:gd name="T15" fmla="*/ 2 h 42"/>
                  <a:gd name="T16" fmla="*/ 28 w 43"/>
                  <a:gd name="T17" fmla="*/ 26 h 42"/>
                  <a:gd name="T18" fmla="*/ 33 w 43"/>
                  <a:gd name="T19" fmla="*/ 28 h 42"/>
                  <a:gd name="T20" fmla="*/ 31 w 43"/>
                  <a:gd name="T21" fmla="*/ 33 h 42"/>
                  <a:gd name="T22" fmla="*/ 26 w 43"/>
                  <a:gd name="T23" fmla="*/ 30 h 42"/>
                  <a:gd name="T24" fmla="*/ 28 w 43"/>
                  <a:gd name="T25" fmla="*/ 12 h 42"/>
                  <a:gd name="T26" fmla="*/ 12 w 43"/>
                  <a:gd name="T27" fmla="*/ 16 h 42"/>
                  <a:gd name="T28" fmla="*/ 21 w 43"/>
                  <a:gd name="T29" fmla="*/ 23 h 42"/>
                  <a:gd name="T30" fmla="*/ 28 w 43"/>
                  <a:gd name="T31"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 h="42">
                    <a:moveTo>
                      <a:pt x="26" y="30"/>
                    </a:moveTo>
                    <a:lnTo>
                      <a:pt x="21" y="42"/>
                    </a:lnTo>
                    <a:lnTo>
                      <a:pt x="14" y="38"/>
                    </a:lnTo>
                    <a:lnTo>
                      <a:pt x="19" y="28"/>
                    </a:lnTo>
                    <a:lnTo>
                      <a:pt x="0" y="19"/>
                    </a:lnTo>
                    <a:lnTo>
                      <a:pt x="2" y="14"/>
                    </a:lnTo>
                    <a:lnTo>
                      <a:pt x="38" y="0"/>
                    </a:lnTo>
                    <a:lnTo>
                      <a:pt x="43" y="2"/>
                    </a:lnTo>
                    <a:lnTo>
                      <a:pt x="28" y="26"/>
                    </a:lnTo>
                    <a:lnTo>
                      <a:pt x="33" y="28"/>
                    </a:lnTo>
                    <a:lnTo>
                      <a:pt x="31" y="33"/>
                    </a:lnTo>
                    <a:lnTo>
                      <a:pt x="26" y="30"/>
                    </a:lnTo>
                    <a:close/>
                    <a:moveTo>
                      <a:pt x="28" y="12"/>
                    </a:moveTo>
                    <a:lnTo>
                      <a:pt x="12" y="16"/>
                    </a:lnTo>
                    <a:lnTo>
                      <a:pt x="21" y="23"/>
                    </a:lnTo>
                    <a:lnTo>
                      <a:pt x="28"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5" name="Group 33869">
              <a:extLst>
                <a:ext uri="{FF2B5EF4-FFF2-40B4-BE49-F238E27FC236}">
                  <a16:creationId xmlns:a16="http://schemas.microsoft.com/office/drawing/2014/main" id="{3FDFE995-B70C-4C58-8390-3A188FC8AFA1}"/>
                </a:ext>
              </a:extLst>
            </p:cNvPr>
            <p:cNvGrpSpPr/>
            <p:nvPr/>
          </p:nvGrpSpPr>
          <p:grpSpPr>
            <a:xfrm>
              <a:off x="104418" y="2270808"/>
              <a:ext cx="894288" cy="762672"/>
              <a:chOff x="6094671" y="3133342"/>
              <a:chExt cx="894288" cy="762672"/>
            </a:xfrm>
          </p:grpSpPr>
          <p:sp>
            <p:nvSpPr>
              <p:cNvPr id="406" name="Freeform 99">
                <a:extLst>
                  <a:ext uri="{FF2B5EF4-FFF2-40B4-BE49-F238E27FC236}">
                    <a16:creationId xmlns:a16="http://schemas.microsoft.com/office/drawing/2014/main" id="{0F882CCF-4433-4C3D-9402-FCC27B989EF5}"/>
                  </a:ext>
                </a:extLst>
              </p:cNvPr>
              <p:cNvSpPr>
                <a:spLocks/>
              </p:cNvSpPr>
              <p:nvPr/>
            </p:nvSpPr>
            <p:spPr bwMode="auto">
              <a:xfrm>
                <a:off x="6120820" y="3199585"/>
                <a:ext cx="868138" cy="696428"/>
              </a:xfrm>
              <a:custGeom>
                <a:avLst/>
                <a:gdLst>
                  <a:gd name="T0" fmla="*/ 996 w 996"/>
                  <a:gd name="T1" fmla="*/ 421 h 799"/>
                  <a:gd name="T2" fmla="*/ 199 w 996"/>
                  <a:gd name="T3" fmla="*/ 799 h 799"/>
                  <a:gd name="T4" fmla="*/ 0 w 996"/>
                  <a:gd name="T5" fmla="*/ 378 h 799"/>
                  <a:gd name="T6" fmla="*/ 797 w 996"/>
                  <a:gd name="T7" fmla="*/ 0 h 799"/>
                  <a:gd name="T8" fmla="*/ 996 w 996"/>
                  <a:gd name="T9" fmla="*/ 421 h 799"/>
                </a:gdLst>
                <a:ahLst/>
                <a:cxnLst>
                  <a:cxn ang="0">
                    <a:pos x="T0" y="T1"/>
                  </a:cxn>
                  <a:cxn ang="0">
                    <a:pos x="T2" y="T3"/>
                  </a:cxn>
                  <a:cxn ang="0">
                    <a:pos x="T4" y="T5"/>
                  </a:cxn>
                  <a:cxn ang="0">
                    <a:pos x="T6" y="T7"/>
                  </a:cxn>
                  <a:cxn ang="0">
                    <a:pos x="T8" y="T9"/>
                  </a:cxn>
                </a:cxnLst>
                <a:rect l="0" t="0" r="r" b="b"/>
                <a:pathLst>
                  <a:path w="996" h="799">
                    <a:moveTo>
                      <a:pt x="996" y="421"/>
                    </a:moveTo>
                    <a:lnTo>
                      <a:pt x="199" y="799"/>
                    </a:lnTo>
                    <a:lnTo>
                      <a:pt x="0" y="378"/>
                    </a:lnTo>
                    <a:lnTo>
                      <a:pt x="797" y="0"/>
                    </a:lnTo>
                    <a:lnTo>
                      <a:pt x="996" y="421"/>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407" name="Freeform 100">
                <a:extLst>
                  <a:ext uri="{FF2B5EF4-FFF2-40B4-BE49-F238E27FC236}">
                    <a16:creationId xmlns:a16="http://schemas.microsoft.com/office/drawing/2014/main" id="{F2A181B4-25C3-45C8-B765-034CA1577A2E}"/>
                  </a:ext>
                </a:extLst>
              </p:cNvPr>
              <p:cNvSpPr>
                <a:spLocks/>
              </p:cNvSpPr>
              <p:nvPr/>
            </p:nvSpPr>
            <p:spPr bwMode="auto">
              <a:xfrm>
                <a:off x="6120820" y="3529060"/>
                <a:ext cx="433198" cy="366954"/>
              </a:xfrm>
              <a:custGeom>
                <a:avLst/>
                <a:gdLst>
                  <a:gd name="T0" fmla="*/ 0 w 497"/>
                  <a:gd name="T1" fmla="*/ 0 h 421"/>
                  <a:gd name="T2" fmla="*/ 497 w 497"/>
                  <a:gd name="T3" fmla="*/ 22 h 421"/>
                  <a:gd name="T4" fmla="*/ 199 w 497"/>
                  <a:gd name="T5" fmla="*/ 421 h 421"/>
                  <a:gd name="T6" fmla="*/ 0 w 497"/>
                  <a:gd name="T7" fmla="*/ 0 h 421"/>
                </a:gdLst>
                <a:ahLst/>
                <a:cxnLst>
                  <a:cxn ang="0">
                    <a:pos x="T0" y="T1"/>
                  </a:cxn>
                  <a:cxn ang="0">
                    <a:pos x="T2" y="T3"/>
                  </a:cxn>
                  <a:cxn ang="0">
                    <a:pos x="T4" y="T5"/>
                  </a:cxn>
                  <a:cxn ang="0">
                    <a:pos x="T6" y="T7"/>
                  </a:cxn>
                </a:cxnLst>
                <a:rect l="0" t="0" r="r" b="b"/>
                <a:pathLst>
                  <a:path w="497" h="421">
                    <a:moveTo>
                      <a:pt x="0" y="0"/>
                    </a:moveTo>
                    <a:lnTo>
                      <a:pt x="497" y="22"/>
                    </a:lnTo>
                    <a:lnTo>
                      <a:pt x="199" y="421"/>
                    </a:ln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01">
                <a:extLst>
                  <a:ext uri="{FF2B5EF4-FFF2-40B4-BE49-F238E27FC236}">
                    <a16:creationId xmlns:a16="http://schemas.microsoft.com/office/drawing/2014/main" id="{E097B390-AE73-4971-981E-DF73EC6A14CC}"/>
                  </a:ext>
                </a:extLst>
              </p:cNvPr>
              <p:cNvSpPr>
                <a:spLocks/>
              </p:cNvSpPr>
              <p:nvPr/>
            </p:nvSpPr>
            <p:spPr bwMode="auto">
              <a:xfrm>
                <a:off x="6554018" y="3199585"/>
                <a:ext cx="434941" cy="366954"/>
              </a:xfrm>
              <a:custGeom>
                <a:avLst/>
                <a:gdLst>
                  <a:gd name="T0" fmla="*/ 300 w 499"/>
                  <a:gd name="T1" fmla="*/ 0 h 421"/>
                  <a:gd name="T2" fmla="*/ 0 w 499"/>
                  <a:gd name="T3" fmla="*/ 400 h 421"/>
                  <a:gd name="T4" fmla="*/ 499 w 499"/>
                  <a:gd name="T5" fmla="*/ 421 h 421"/>
                  <a:gd name="T6" fmla="*/ 300 w 499"/>
                  <a:gd name="T7" fmla="*/ 0 h 421"/>
                </a:gdLst>
                <a:ahLst/>
                <a:cxnLst>
                  <a:cxn ang="0">
                    <a:pos x="T0" y="T1"/>
                  </a:cxn>
                  <a:cxn ang="0">
                    <a:pos x="T2" y="T3"/>
                  </a:cxn>
                  <a:cxn ang="0">
                    <a:pos x="T4" y="T5"/>
                  </a:cxn>
                  <a:cxn ang="0">
                    <a:pos x="T6" y="T7"/>
                  </a:cxn>
                </a:cxnLst>
                <a:rect l="0" t="0" r="r" b="b"/>
                <a:pathLst>
                  <a:path w="499" h="421">
                    <a:moveTo>
                      <a:pt x="300" y="0"/>
                    </a:moveTo>
                    <a:lnTo>
                      <a:pt x="0" y="400"/>
                    </a:lnTo>
                    <a:lnTo>
                      <a:pt x="499" y="421"/>
                    </a:lnTo>
                    <a:lnTo>
                      <a:pt x="30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9" name="Freeform 102">
                <a:extLst>
                  <a:ext uri="{FF2B5EF4-FFF2-40B4-BE49-F238E27FC236}">
                    <a16:creationId xmlns:a16="http://schemas.microsoft.com/office/drawing/2014/main" id="{F2F9DA2D-3337-4479-8807-C4C33E8F79A8}"/>
                  </a:ext>
                </a:extLst>
              </p:cNvPr>
              <p:cNvSpPr>
                <a:spLocks/>
              </p:cNvSpPr>
              <p:nvPr/>
            </p:nvSpPr>
            <p:spPr bwMode="auto">
              <a:xfrm>
                <a:off x="6120820" y="3133342"/>
                <a:ext cx="694685" cy="395718"/>
              </a:xfrm>
              <a:custGeom>
                <a:avLst/>
                <a:gdLst>
                  <a:gd name="T0" fmla="*/ 0 w 797"/>
                  <a:gd name="T1" fmla="*/ 454 h 454"/>
                  <a:gd name="T2" fmla="*/ 272 w 797"/>
                  <a:gd name="T3" fmla="*/ 0 h 454"/>
                  <a:gd name="T4" fmla="*/ 797 w 797"/>
                  <a:gd name="T5" fmla="*/ 76 h 454"/>
                  <a:gd name="T6" fmla="*/ 0 w 797"/>
                  <a:gd name="T7" fmla="*/ 454 h 454"/>
                </a:gdLst>
                <a:ahLst/>
                <a:cxnLst>
                  <a:cxn ang="0">
                    <a:pos x="T0" y="T1"/>
                  </a:cxn>
                  <a:cxn ang="0">
                    <a:pos x="T2" y="T3"/>
                  </a:cxn>
                  <a:cxn ang="0">
                    <a:pos x="T4" y="T5"/>
                  </a:cxn>
                  <a:cxn ang="0">
                    <a:pos x="T6" y="T7"/>
                  </a:cxn>
                </a:cxnLst>
                <a:rect l="0" t="0" r="r" b="b"/>
                <a:pathLst>
                  <a:path w="797" h="454">
                    <a:moveTo>
                      <a:pt x="0" y="454"/>
                    </a:moveTo>
                    <a:lnTo>
                      <a:pt x="272" y="0"/>
                    </a:lnTo>
                    <a:lnTo>
                      <a:pt x="797" y="76"/>
                    </a:lnTo>
                    <a:lnTo>
                      <a:pt x="0" y="454"/>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03">
                <a:extLst>
                  <a:ext uri="{FF2B5EF4-FFF2-40B4-BE49-F238E27FC236}">
                    <a16:creationId xmlns:a16="http://schemas.microsoft.com/office/drawing/2014/main" id="{A81F0B3A-9AC2-4243-81A0-E91DB7AD9B35}"/>
                  </a:ext>
                </a:extLst>
              </p:cNvPr>
              <p:cNvSpPr>
                <a:spLocks/>
              </p:cNvSpPr>
              <p:nvPr/>
            </p:nvSpPr>
            <p:spPr bwMode="auto">
              <a:xfrm>
                <a:off x="6094671" y="3143801"/>
                <a:ext cx="720834" cy="404434"/>
              </a:xfrm>
              <a:custGeom>
                <a:avLst/>
                <a:gdLst>
                  <a:gd name="T0" fmla="*/ 30 w 827"/>
                  <a:gd name="T1" fmla="*/ 442 h 464"/>
                  <a:gd name="T2" fmla="*/ 0 w 827"/>
                  <a:gd name="T3" fmla="*/ 378 h 464"/>
                  <a:gd name="T4" fmla="*/ 797 w 827"/>
                  <a:gd name="T5" fmla="*/ 0 h 464"/>
                  <a:gd name="T6" fmla="*/ 827 w 827"/>
                  <a:gd name="T7" fmla="*/ 64 h 464"/>
                  <a:gd name="T8" fmla="*/ 527 w 827"/>
                  <a:gd name="T9" fmla="*/ 464 h 464"/>
                  <a:gd name="T10" fmla="*/ 30 w 827"/>
                  <a:gd name="T11" fmla="*/ 442 h 464"/>
                </a:gdLst>
                <a:ahLst/>
                <a:cxnLst>
                  <a:cxn ang="0">
                    <a:pos x="T0" y="T1"/>
                  </a:cxn>
                  <a:cxn ang="0">
                    <a:pos x="T2" y="T3"/>
                  </a:cxn>
                  <a:cxn ang="0">
                    <a:pos x="T4" y="T5"/>
                  </a:cxn>
                  <a:cxn ang="0">
                    <a:pos x="T6" y="T7"/>
                  </a:cxn>
                  <a:cxn ang="0">
                    <a:pos x="T8" y="T9"/>
                  </a:cxn>
                  <a:cxn ang="0">
                    <a:pos x="T10" y="T11"/>
                  </a:cxn>
                </a:cxnLst>
                <a:rect l="0" t="0" r="r" b="b"/>
                <a:pathLst>
                  <a:path w="827" h="464">
                    <a:moveTo>
                      <a:pt x="30" y="442"/>
                    </a:moveTo>
                    <a:lnTo>
                      <a:pt x="0" y="378"/>
                    </a:lnTo>
                    <a:lnTo>
                      <a:pt x="797" y="0"/>
                    </a:lnTo>
                    <a:lnTo>
                      <a:pt x="827" y="64"/>
                    </a:lnTo>
                    <a:lnTo>
                      <a:pt x="527" y="464"/>
                    </a:lnTo>
                    <a:lnTo>
                      <a:pt x="30" y="442"/>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04">
                <a:extLst>
                  <a:ext uri="{FF2B5EF4-FFF2-40B4-BE49-F238E27FC236}">
                    <a16:creationId xmlns:a16="http://schemas.microsoft.com/office/drawing/2014/main" id="{B66DD65D-0CA5-4B5E-9A2E-9F589F1012AD}"/>
                  </a:ext>
                </a:extLst>
              </p:cNvPr>
              <p:cNvSpPr>
                <a:spLocks/>
              </p:cNvSpPr>
              <p:nvPr/>
            </p:nvSpPr>
            <p:spPr bwMode="auto">
              <a:xfrm>
                <a:off x="6259408" y="3261470"/>
                <a:ext cx="420123" cy="214420"/>
              </a:xfrm>
              <a:custGeom>
                <a:avLst/>
                <a:gdLst>
                  <a:gd name="T0" fmla="*/ 199 w 204"/>
                  <a:gd name="T1" fmla="*/ 13 h 104"/>
                  <a:gd name="T2" fmla="*/ 11 w 204"/>
                  <a:gd name="T3" fmla="*/ 103 h 104"/>
                  <a:gd name="T4" fmla="*/ 2 w 204"/>
                  <a:gd name="T5" fmla="*/ 100 h 104"/>
                  <a:gd name="T6" fmla="*/ 5 w 204"/>
                  <a:gd name="T7" fmla="*/ 91 h 104"/>
                  <a:gd name="T8" fmla="*/ 194 w 204"/>
                  <a:gd name="T9" fmla="*/ 1 h 104"/>
                  <a:gd name="T10" fmla="*/ 203 w 204"/>
                  <a:gd name="T11" fmla="*/ 4 h 104"/>
                  <a:gd name="T12" fmla="*/ 199 w 204"/>
                  <a:gd name="T13" fmla="*/ 13 h 104"/>
                </a:gdLst>
                <a:ahLst/>
                <a:cxnLst>
                  <a:cxn ang="0">
                    <a:pos x="T0" y="T1"/>
                  </a:cxn>
                  <a:cxn ang="0">
                    <a:pos x="T2" y="T3"/>
                  </a:cxn>
                  <a:cxn ang="0">
                    <a:pos x="T4" y="T5"/>
                  </a:cxn>
                  <a:cxn ang="0">
                    <a:pos x="T6" y="T7"/>
                  </a:cxn>
                  <a:cxn ang="0">
                    <a:pos x="T8" y="T9"/>
                  </a:cxn>
                  <a:cxn ang="0">
                    <a:pos x="T10" y="T11"/>
                  </a:cxn>
                  <a:cxn ang="0">
                    <a:pos x="T12" y="T13"/>
                  </a:cxn>
                </a:cxnLst>
                <a:rect l="0" t="0" r="r" b="b"/>
                <a:pathLst>
                  <a:path w="204" h="104">
                    <a:moveTo>
                      <a:pt x="199" y="13"/>
                    </a:moveTo>
                    <a:cubicBezTo>
                      <a:pt x="11" y="103"/>
                      <a:pt x="11" y="103"/>
                      <a:pt x="11" y="103"/>
                    </a:cubicBezTo>
                    <a:cubicBezTo>
                      <a:pt x="7" y="104"/>
                      <a:pt x="3" y="103"/>
                      <a:pt x="2" y="100"/>
                    </a:cubicBezTo>
                    <a:cubicBezTo>
                      <a:pt x="0" y="96"/>
                      <a:pt x="1" y="92"/>
                      <a:pt x="5" y="91"/>
                    </a:cubicBezTo>
                    <a:cubicBezTo>
                      <a:pt x="194" y="1"/>
                      <a:pt x="194" y="1"/>
                      <a:pt x="194" y="1"/>
                    </a:cubicBezTo>
                    <a:cubicBezTo>
                      <a:pt x="197" y="0"/>
                      <a:pt x="201" y="1"/>
                      <a:pt x="203" y="4"/>
                    </a:cubicBezTo>
                    <a:cubicBezTo>
                      <a:pt x="204" y="8"/>
                      <a:pt x="203" y="12"/>
                      <a:pt x="199" y="1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05">
                <a:extLst>
                  <a:ext uri="{FF2B5EF4-FFF2-40B4-BE49-F238E27FC236}">
                    <a16:creationId xmlns:a16="http://schemas.microsoft.com/office/drawing/2014/main" id="{A6750B5E-F762-4D50-9333-E35ACCF0D0A0}"/>
                  </a:ext>
                </a:extLst>
              </p:cNvPr>
              <p:cNvSpPr>
                <a:spLocks/>
              </p:cNvSpPr>
              <p:nvPr/>
            </p:nvSpPr>
            <p:spPr bwMode="auto">
              <a:xfrm>
                <a:off x="6283814" y="3311153"/>
                <a:ext cx="420995" cy="216163"/>
              </a:xfrm>
              <a:custGeom>
                <a:avLst/>
                <a:gdLst>
                  <a:gd name="T0" fmla="*/ 199 w 204"/>
                  <a:gd name="T1" fmla="*/ 14 h 105"/>
                  <a:gd name="T2" fmla="*/ 10 w 204"/>
                  <a:gd name="T3" fmla="*/ 104 h 105"/>
                  <a:gd name="T4" fmla="*/ 1 w 204"/>
                  <a:gd name="T5" fmla="*/ 101 h 105"/>
                  <a:gd name="T6" fmla="*/ 1 w 204"/>
                  <a:gd name="T7" fmla="*/ 101 h 105"/>
                  <a:gd name="T8" fmla="*/ 5 w 204"/>
                  <a:gd name="T9" fmla="*/ 92 h 105"/>
                  <a:gd name="T10" fmla="*/ 193 w 204"/>
                  <a:gd name="T11" fmla="*/ 2 h 105"/>
                  <a:gd name="T12" fmla="*/ 202 w 204"/>
                  <a:gd name="T13" fmla="*/ 5 h 105"/>
                  <a:gd name="T14" fmla="*/ 199 w 204"/>
                  <a:gd name="T15" fmla="*/ 14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4" h="105">
                    <a:moveTo>
                      <a:pt x="199" y="14"/>
                    </a:moveTo>
                    <a:cubicBezTo>
                      <a:pt x="10" y="104"/>
                      <a:pt x="10" y="104"/>
                      <a:pt x="10" y="104"/>
                    </a:cubicBezTo>
                    <a:cubicBezTo>
                      <a:pt x="7" y="105"/>
                      <a:pt x="3" y="104"/>
                      <a:pt x="1" y="101"/>
                    </a:cubicBezTo>
                    <a:cubicBezTo>
                      <a:pt x="1" y="101"/>
                      <a:pt x="1" y="101"/>
                      <a:pt x="1" y="101"/>
                    </a:cubicBezTo>
                    <a:cubicBezTo>
                      <a:pt x="0" y="97"/>
                      <a:pt x="1" y="93"/>
                      <a:pt x="5" y="92"/>
                    </a:cubicBezTo>
                    <a:cubicBezTo>
                      <a:pt x="193" y="2"/>
                      <a:pt x="193" y="2"/>
                      <a:pt x="193" y="2"/>
                    </a:cubicBezTo>
                    <a:cubicBezTo>
                      <a:pt x="197" y="0"/>
                      <a:pt x="201" y="2"/>
                      <a:pt x="202" y="5"/>
                    </a:cubicBezTo>
                    <a:cubicBezTo>
                      <a:pt x="204" y="9"/>
                      <a:pt x="203" y="13"/>
                      <a:pt x="199" y="1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pic>
        <p:nvPicPr>
          <p:cNvPr id="498" name="圖片 497"/>
          <p:cNvPicPr>
            <a:picLocks noChangeAspect="1"/>
          </p:cNvPicPr>
          <p:nvPr/>
        </p:nvPicPr>
        <p:blipFill rotWithShape="1">
          <a:blip r:embed="rId3">
            <a:extLst>
              <a:ext uri="{28A0092B-C50C-407E-A947-70E740481C1C}">
                <a14:useLocalDpi xmlns:a14="http://schemas.microsoft.com/office/drawing/2010/main" val="0"/>
              </a:ext>
            </a:extLst>
          </a:blip>
          <a:srcRect r="13589" b="11667"/>
          <a:stretch/>
        </p:blipFill>
        <p:spPr>
          <a:xfrm>
            <a:off x="477063" y="5244318"/>
            <a:ext cx="1479886" cy="1396451"/>
          </a:xfrm>
          <a:prstGeom prst="rect">
            <a:avLst/>
          </a:prstGeom>
        </p:spPr>
      </p:pic>
      <p:sp>
        <p:nvSpPr>
          <p:cNvPr id="3" name="投影片編號版面配置區 2"/>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17</a:t>
            </a:fld>
            <a:endParaRPr lang="zh-CN" altLang="en-US">
              <a:solidFill>
                <a:prstClr val="black">
                  <a:tint val="75000"/>
                </a:prstClr>
              </a:solidFill>
            </a:endParaRPr>
          </a:p>
        </p:txBody>
      </p:sp>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9456" y="4715182"/>
            <a:ext cx="2096709" cy="1476859"/>
          </a:xfrm>
          <a:prstGeom prst="rect">
            <a:avLst/>
          </a:prstGeom>
        </p:spPr>
      </p:pic>
    </p:spTree>
    <p:extLst>
      <p:ext uri="{BB962C8B-B14F-4D97-AF65-F5344CB8AC3E}">
        <p14:creationId xmlns:p14="http://schemas.microsoft.com/office/powerpoint/2010/main" val="412545324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4539f4c9-f344-4547-9eee-71efb9ec459b"/>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訂 1">
      <a:majorFont>
        <a:latin typeface="Calibri Light"/>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iSlide</Template>
  <TotalTime>9686</TotalTime>
  <Words>1526</Words>
  <Application>Microsoft Office PowerPoint</Application>
  <PresentationFormat>如螢幕大小 (4:3)</PresentationFormat>
  <Paragraphs>289</Paragraphs>
  <Slides>17</Slides>
  <Notes>5</Notes>
  <HiddenSlides>0</HiddenSlides>
  <MMClips>0</MMClips>
  <ScaleCrop>false</ScaleCrop>
  <HeadingPairs>
    <vt:vector size="6" baseType="variant">
      <vt:variant>
        <vt:lpstr>使用字型</vt:lpstr>
      </vt:variant>
      <vt:variant>
        <vt:i4>15</vt:i4>
      </vt:variant>
      <vt:variant>
        <vt:lpstr>佈景主題</vt:lpstr>
      </vt:variant>
      <vt:variant>
        <vt:i4>1</vt:i4>
      </vt:variant>
      <vt:variant>
        <vt:lpstr>投影片標題</vt:lpstr>
      </vt:variant>
      <vt:variant>
        <vt:i4>17</vt:i4>
      </vt:variant>
    </vt:vector>
  </HeadingPairs>
  <TitlesOfParts>
    <vt:vector size="33" baseType="lpstr">
      <vt:lpstr>Albertus Extra Bold</vt:lpstr>
      <vt:lpstr>等线</vt:lpstr>
      <vt:lpstr>Microsoft YaHei</vt:lpstr>
      <vt:lpstr>Microsoft YaHei</vt:lpstr>
      <vt:lpstr>Roboto Light</vt:lpstr>
      <vt:lpstr>黑体</vt:lpstr>
      <vt:lpstr>宋体</vt:lpstr>
      <vt:lpstr>庞门正道标题体</vt:lpstr>
      <vt:lpstr>微軟正黑體</vt:lpstr>
      <vt:lpstr>新細明體</vt:lpstr>
      <vt:lpstr>Arial</vt:lpstr>
      <vt:lpstr>Berlin Sans FB Demi</vt:lpstr>
      <vt:lpstr>Calibri</vt:lpstr>
      <vt:lpstr>Calibri Light</vt:lpstr>
      <vt:lpstr>Wingdings</vt:lpstr>
      <vt:lpstr>1_Office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陳宥芬</cp:lastModifiedBy>
  <cp:revision>788</cp:revision>
  <cp:lastPrinted>2024-12-30T00:36:53Z</cp:lastPrinted>
  <dcterms:created xsi:type="dcterms:W3CDTF">2017-08-17T16:00:00Z</dcterms:created>
  <dcterms:modified xsi:type="dcterms:W3CDTF">2024-12-30T01:47:05Z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4539f4c9-f344-4547-9eee-71efb9ec459b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t-shyu@microsoft.com</vt:lpwstr>
  </property>
  <property fmtid="{D5CDD505-2E9C-101B-9397-08002B2CF9AE}" pid="6" name="MSIP_Label_f42aa342-8706-4288-bd11-ebb85995028c_SetDate">
    <vt:lpwstr>2018-08-31T02:51:45.0596670Z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